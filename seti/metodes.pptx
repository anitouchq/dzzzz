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1474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f1/c4/1c/f1c41ce3d9e664531a263ce05503af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-315416"/>
            <a:ext cx="4546013" cy="7632848"/>
          </a:xfrm>
          <a:prstGeom prst="rect">
            <a:avLst/>
          </a:prstGeom>
          <a:noFill/>
          <a:effectLst>
            <a:softEdge rad="317500"/>
          </a:effec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211960" y="1628800"/>
            <a:ext cx="2808312" cy="316835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effectLst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060848"/>
            <a:ext cx="6478488" cy="1470025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Методы </a:t>
            </a:r>
            <a:r>
              <a:rPr lang="ru-RU" dirty="0" smtClean="0">
                <a:latin typeface="Bahnschrift Condensed" pitchFamily="34" charset="0"/>
              </a:rPr>
              <a:t>пакетной коммутации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3212976"/>
            <a:ext cx="5652120" cy="1368152"/>
          </a:xfrm>
        </p:spPr>
        <p:txBody>
          <a:bodyPr/>
          <a:lstStyle/>
          <a:p>
            <a:r>
              <a:rPr lang="ru-RU" dirty="0" smtClean="0">
                <a:latin typeface="Bahnschrift Condensed" pitchFamily="34" charset="0"/>
              </a:rPr>
              <a:t>Современные принципы построения сетей передачи </a:t>
            </a:r>
            <a:r>
              <a:rPr lang="ru-RU" dirty="0" smtClean="0">
                <a:latin typeface="Bahnschrift Condensed" pitchFamily="34" charset="0"/>
              </a:rPr>
              <a:t>данных</a:t>
            </a:r>
            <a:endParaRPr lang="ru-RU" dirty="0" smtClean="0">
              <a:latin typeface="Bahnschrift Condensed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Три исторических принципа </a:t>
            </a:r>
            <a:r>
              <a:rPr lang="ru-RU" dirty="0" smtClean="0">
                <a:latin typeface="Bahnschrift Condensed" pitchFamily="34" charset="0"/>
              </a:rPr>
              <a:t>коммутации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8856984" cy="3384376"/>
          </a:xfrm>
        </p:spPr>
        <p:txBody>
          <a:bodyPr/>
          <a:lstStyle/>
          <a:p>
            <a:pPr algn="just"/>
            <a:r>
              <a:rPr lang="ru-RU" b="1" dirty="0" smtClean="0">
                <a:latin typeface="Bahnschrift Light Condensed" pitchFamily="34" charset="0"/>
              </a:rPr>
              <a:t>Коммутация каналов</a:t>
            </a:r>
            <a:r>
              <a:rPr lang="ru-RU" dirty="0" smtClean="0">
                <a:latin typeface="Bahnschrift Light Condensed" pitchFamily="34" charset="0"/>
              </a:rPr>
              <a:t> – выделенный канал на время сеанса (телефония)</a:t>
            </a:r>
          </a:p>
          <a:p>
            <a:pPr algn="just"/>
            <a:r>
              <a:rPr lang="ru-RU" b="1" dirty="0" smtClean="0">
                <a:latin typeface="Bahnschrift Light Condensed" pitchFamily="34" charset="0"/>
              </a:rPr>
              <a:t>Коммутация сообщений</a:t>
            </a:r>
            <a:r>
              <a:rPr lang="ru-RU" dirty="0" smtClean="0">
                <a:latin typeface="Bahnschrift Light Condensed" pitchFamily="34" charset="0"/>
              </a:rPr>
              <a:t> – передача целым блоком, промежуточное хранение (телеграф)</a:t>
            </a:r>
          </a:p>
          <a:p>
            <a:pPr algn="just"/>
            <a:r>
              <a:rPr lang="ru-RU" b="1" dirty="0" smtClean="0">
                <a:latin typeface="Bahnschrift Light Condensed" pitchFamily="34" charset="0"/>
              </a:rPr>
              <a:t>Коммутация пакетов</a:t>
            </a:r>
            <a:r>
              <a:rPr lang="ru-RU" dirty="0" smtClean="0">
                <a:latin typeface="Bahnschrift Light Condensed" pitchFamily="34" charset="0"/>
              </a:rPr>
              <a:t> – разделение данных на пакеты, независимая передача, </a:t>
            </a:r>
            <a:r>
              <a:rPr lang="ru-RU" dirty="0" smtClean="0">
                <a:latin typeface="Bahnschrift Light Condensed" pitchFamily="34" charset="0"/>
              </a:rPr>
              <a:t>мультиплексирование</a:t>
            </a:r>
            <a:endParaRPr lang="ru-RU" dirty="0" smtClean="0">
              <a:latin typeface="Bahnschrift Light Condensed" pitchFamily="34" charset="0"/>
            </a:endParaRPr>
          </a:p>
        </p:txBody>
      </p:sp>
      <p:pic>
        <p:nvPicPr>
          <p:cNvPr id="14338" name="Picture 2" descr="https://i.pinimg.com/736x/5f/c0/ee/5fc0ee4b3c95be29cc2cfd4e840d8d4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4437112"/>
            <a:ext cx="2808312" cy="2293833"/>
          </a:xfrm>
          <a:prstGeom prst="rect">
            <a:avLst/>
          </a:prstGeom>
          <a:noFill/>
        </p:spPr>
      </p:pic>
      <p:pic>
        <p:nvPicPr>
          <p:cNvPr id="14340" name="Picture 4" descr="https://i.pinimg.com/736x/5d/d3/04/5dd30422bc619bc5d7e7590b759c871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4437112"/>
            <a:ext cx="2808312" cy="2304256"/>
          </a:xfrm>
          <a:prstGeom prst="rect">
            <a:avLst/>
          </a:prstGeom>
          <a:noFill/>
        </p:spPr>
      </p:pic>
      <p:pic>
        <p:nvPicPr>
          <p:cNvPr id="14342" name="Picture 6" descr="Picture background"/>
          <p:cNvPicPr>
            <a:picLocks noChangeAspect="1" noChangeArrowheads="1"/>
          </p:cNvPicPr>
          <p:nvPr/>
        </p:nvPicPr>
        <p:blipFill>
          <a:blip r:embed="rId4" cstate="print"/>
          <a:srcRect l="20788" r="13179"/>
          <a:stretch>
            <a:fillRect/>
          </a:stretch>
        </p:blipFill>
        <p:spPr bwMode="auto">
          <a:xfrm>
            <a:off x="6156176" y="4437112"/>
            <a:ext cx="2808312" cy="226958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63722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Что такое пакет? </a:t>
            </a:r>
            <a:r>
              <a:rPr lang="ru-RU" dirty="0" smtClean="0">
                <a:latin typeface="Bahnschrift Condensed" pitchFamily="34" charset="0"/>
              </a:rPr>
              <a:t>Структура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96752"/>
            <a:ext cx="6228184" cy="5544616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 smtClean="0">
                <a:latin typeface="Bahnschrift Light Condensed" pitchFamily="34" charset="0"/>
              </a:rPr>
              <a:t>Пакет</a:t>
            </a:r>
            <a:r>
              <a:rPr lang="ru-RU" dirty="0" smtClean="0">
                <a:latin typeface="Bahnschrift Light Condensed" pitchFamily="34" charset="0"/>
              </a:rPr>
              <a:t> — структурированный блок данных, которым оперирует сетевое оборудование. Состоит из трёх частей:</a:t>
            </a:r>
          </a:p>
          <a:p>
            <a:r>
              <a:rPr lang="ru-RU" b="1" dirty="0" smtClean="0">
                <a:latin typeface="Bahnschrift Light Condensed" pitchFamily="34" charset="0"/>
              </a:rPr>
              <a:t>1. Заголовок (</a:t>
            </a:r>
            <a:r>
              <a:rPr lang="ru-RU" b="1" dirty="0" err="1" smtClean="0">
                <a:latin typeface="Bahnschrift Light Condensed" pitchFamily="34" charset="0"/>
              </a:rPr>
              <a:t>Header</a:t>
            </a:r>
            <a:r>
              <a:rPr lang="ru-RU" b="1" dirty="0" smtClean="0">
                <a:latin typeface="Bahnschrift Light Condensed" pitchFamily="34" charset="0"/>
              </a:rPr>
              <a:t>)</a:t>
            </a:r>
            <a:r>
              <a:rPr lang="ru-RU" dirty="0" smtClean="0">
                <a:latin typeface="Bahnschrift Light Condensed" pitchFamily="34" charset="0"/>
              </a:rPr>
              <a:t/>
            </a:r>
            <a:br>
              <a:rPr lang="ru-RU" dirty="0" smtClean="0">
                <a:latin typeface="Bahnschrift Light Condensed" pitchFamily="34" charset="0"/>
              </a:rPr>
            </a:br>
            <a:r>
              <a:rPr lang="ru-RU" dirty="0" smtClean="0">
                <a:latin typeface="Bahnschrift Light Condensed" pitchFamily="34" charset="0"/>
              </a:rPr>
              <a:t>Служебная информация для доставки: адреса источника и назначения (MAC/IP), время жизни (TTL), идентификатор пакета, тип протокола, контрольная сумма заголовка.</a:t>
            </a:r>
          </a:p>
          <a:p>
            <a:r>
              <a:rPr lang="ru-RU" b="1" dirty="0" smtClean="0">
                <a:latin typeface="Bahnschrift Light Condensed" pitchFamily="34" charset="0"/>
              </a:rPr>
              <a:t>2. Полезная нагрузка (</a:t>
            </a:r>
            <a:r>
              <a:rPr lang="ru-RU" b="1" dirty="0" err="1" smtClean="0">
                <a:latin typeface="Bahnschrift Light Condensed" pitchFamily="34" charset="0"/>
              </a:rPr>
              <a:t>Payload</a:t>
            </a:r>
            <a:r>
              <a:rPr lang="ru-RU" b="1" dirty="0" smtClean="0">
                <a:latin typeface="Bahnschrift Light Condensed" pitchFamily="34" charset="0"/>
              </a:rPr>
              <a:t>)</a:t>
            </a:r>
            <a:r>
              <a:rPr lang="ru-RU" dirty="0" smtClean="0">
                <a:latin typeface="Bahnschrift Light Condensed" pitchFamily="34" charset="0"/>
              </a:rPr>
              <a:t/>
            </a:r>
            <a:br>
              <a:rPr lang="ru-RU" dirty="0" smtClean="0">
                <a:latin typeface="Bahnschrift Light Condensed" pitchFamily="34" charset="0"/>
              </a:rPr>
            </a:br>
            <a:r>
              <a:rPr lang="ru-RU" dirty="0" smtClean="0">
                <a:latin typeface="Bahnschrift Light Condensed" pitchFamily="34" charset="0"/>
              </a:rPr>
              <a:t>Пользовательские данные (например, фрагмент файла, </a:t>
            </a:r>
            <a:r>
              <a:rPr lang="ru-RU" dirty="0" err="1" smtClean="0">
                <a:latin typeface="Bahnschrift Light Condensed" pitchFamily="34" charset="0"/>
              </a:rPr>
              <a:t>веб-страницы</a:t>
            </a:r>
            <a:r>
              <a:rPr lang="ru-RU" dirty="0" smtClean="0">
                <a:latin typeface="Bahnschrift Light Condensed" pitchFamily="34" charset="0"/>
              </a:rPr>
              <a:t> или голосового потока). Размер ограничен MTU сети (обычно 1500 байт для </a:t>
            </a:r>
            <a:r>
              <a:rPr lang="ru-RU" dirty="0" err="1" smtClean="0">
                <a:latin typeface="Bahnschrift Light Condensed" pitchFamily="34" charset="0"/>
              </a:rPr>
              <a:t>Ethernet</a:t>
            </a:r>
            <a:r>
              <a:rPr lang="ru-RU" dirty="0" smtClean="0">
                <a:latin typeface="Bahnschrift Light Condensed" pitchFamily="34" charset="0"/>
              </a:rPr>
              <a:t>).</a:t>
            </a:r>
          </a:p>
          <a:p>
            <a:r>
              <a:rPr lang="ru-RU" b="1" dirty="0" smtClean="0">
                <a:latin typeface="Bahnschrift Light Condensed" pitchFamily="34" charset="0"/>
              </a:rPr>
              <a:t>3. Концевой трейлер (</a:t>
            </a:r>
            <a:r>
              <a:rPr lang="ru-RU" b="1" dirty="0" err="1" smtClean="0">
                <a:latin typeface="Bahnschrift Light Condensed" pitchFamily="34" charset="0"/>
              </a:rPr>
              <a:t>Trailer</a:t>
            </a:r>
            <a:r>
              <a:rPr lang="ru-RU" b="1" dirty="0" smtClean="0">
                <a:latin typeface="Bahnschrift Light Condensed" pitchFamily="34" charset="0"/>
              </a:rPr>
              <a:t>)</a:t>
            </a:r>
            <a:r>
              <a:rPr lang="ru-RU" dirty="0" smtClean="0">
                <a:latin typeface="Bahnschrift Light Condensed" pitchFamily="34" charset="0"/>
              </a:rPr>
              <a:t/>
            </a:r>
            <a:br>
              <a:rPr lang="ru-RU" dirty="0" smtClean="0">
                <a:latin typeface="Bahnschrift Light Condensed" pitchFamily="34" charset="0"/>
              </a:rPr>
            </a:br>
            <a:r>
              <a:rPr lang="ru-RU" dirty="0" smtClean="0">
                <a:latin typeface="Bahnschrift Light Condensed" pitchFamily="34" charset="0"/>
              </a:rPr>
              <a:t>Содержит контрольную сумму (CRC) для проверки целостности пакета. При обнаружении ошибки пакет отбрасывается</a:t>
            </a:r>
            <a:r>
              <a:rPr lang="ru-RU" dirty="0" smtClean="0">
                <a:latin typeface="Bahnschrift Light Condensed" pitchFamily="34" charset="0"/>
              </a:rPr>
              <a:t>.</a:t>
            </a:r>
            <a:endParaRPr lang="ru-RU" dirty="0" smtClean="0">
              <a:latin typeface="Bahnschrift Light Condensed" pitchFamily="34" charset="0"/>
            </a:endParaRPr>
          </a:p>
        </p:txBody>
      </p:sp>
      <p:pic>
        <p:nvPicPr>
          <p:cNvPr id="15364" name="Picture 4" descr="https://i.pinimg.com/736x/bd/f0/84/bdf0842213f974ae857a7ef348730ef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-891480"/>
            <a:ext cx="6048672" cy="8640960"/>
          </a:xfrm>
          <a:prstGeom prst="rect">
            <a:avLst/>
          </a:prstGeom>
          <a:noFill/>
          <a:effectLst>
            <a:softEdge rad="635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212976"/>
            <a:ext cx="3960440" cy="396044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90872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Ключевые принципы пакетной </a:t>
            </a:r>
            <a:r>
              <a:rPr lang="ru-RU" dirty="0" smtClean="0">
                <a:latin typeface="Bahnschrift Condensed" pitchFamily="34" charset="0"/>
              </a:rPr>
              <a:t>коммутации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8964488" cy="3384376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b="1" dirty="0" smtClean="0">
                <a:latin typeface="Bahnschrift Light Condensed" pitchFamily="34" charset="0"/>
              </a:rPr>
              <a:t>Статистическое мультиплексирование</a:t>
            </a:r>
            <a:r>
              <a:rPr lang="ru-RU" dirty="0" smtClean="0">
                <a:latin typeface="Bahnschrift Light Condensed" pitchFamily="34" charset="0"/>
              </a:rPr>
              <a:t/>
            </a:r>
            <a:br>
              <a:rPr lang="ru-RU" dirty="0" smtClean="0">
                <a:latin typeface="Bahnschrift Light Condensed" pitchFamily="34" charset="0"/>
              </a:rPr>
            </a:br>
            <a:r>
              <a:rPr lang="ru-RU" dirty="0" smtClean="0">
                <a:latin typeface="Bahnschrift Light Condensed" pitchFamily="34" charset="0"/>
              </a:rPr>
              <a:t>Множество активных соединений совместно используют один физический канал. Пакеты разных потоков перемешиваются в очереди, что позволяет эффективно распределять пропускную способность.</a:t>
            </a:r>
          </a:p>
          <a:p>
            <a:pPr>
              <a:buNone/>
            </a:pPr>
            <a:r>
              <a:rPr lang="ru-RU" b="1" dirty="0" err="1" smtClean="0">
                <a:latin typeface="Bahnschrift Light Condensed" pitchFamily="34" charset="0"/>
              </a:rPr>
              <a:t>Store‑and‑Forward</a:t>
            </a:r>
            <a:r>
              <a:rPr lang="ru-RU" b="1" dirty="0" smtClean="0">
                <a:latin typeface="Bahnschrift Light Condensed" pitchFamily="34" charset="0"/>
              </a:rPr>
              <a:t> (с хранением и передачей)</a:t>
            </a:r>
            <a:r>
              <a:rPr lang="ru-RU" dirty="0" smtClean="0">
                <a:latin typeface="Bahnschrift Light Condensed" pitchFamily="34" charset="0"/>
              </a:rPr>
              <a:t/>
            </a:r>
            <a:br>
              <a:rPr lang="ru-RU" dirty="0" smtClean="0">
                <a:latin typeface="Bahnschrift Light Condensed" pitchFamily="34" charset="0"/>
              </a:rPr>
            </a:br>
            <a:r>
              <a:rPr lang="ru-RU" dirty="0" smtClean="0">
                <a:latin typeface="Bahnschrift Light Condensed" pitchFamily="34" charset="0"/>
              </a:rPr>
              <a:t>Узел полностью принимает пакет, проверяет его целостность и только затем передаёт дальше. Наличие очереди — ключевой признак этого принципа.</a:t>
            </a:r>
            <a:endParaRPr lang="ru-RU" dirty="0">
              <a:latin typeface="Bahnschrift Light Condensed" pitchFamily="34" charset="0"/>
            </a:endParaRPr>
          </a:p>
        </p:txBody>
      </p:sp>
      <p:pic>
        <p:nvPicPr>
          <p:cNvPr id="4" name="Рисунок 3" descr="17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39952" y="3573016"/>
            <a:ext cx="4704552" cy="31363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7" name="Picture 9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9455222">
            <a:off x="7716719" y="5257607"/>
            <a:ext cx="1335994" cy="1335994"/>
          </a:xfrm>
          <a:prstGeom prst="rect">
            <a:avLst/>
          </a:prstGeom>
          <a:noFill/>
        </p:spPr>
      </p:pic>
      <p:pic>
        <p:nvPicPr>
          <p:cNvPr id="17415" name="Picture 7" descr="Picture backgrou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-243408"/>
            <a:ext cx="2088232" cy="2088232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4824536" cy="1340768"/>
          </a:xfrm>
        </p:spPr>
        <p:txBody>
          <a:bodyPr>
            <a:normAutofit fontScale="90000"/>
          </a:bodyPr>
          <a:lstStyle/>
          <a:p>
            <a:r>
              <a:rPr lang="ru-RU" dirty="0" err="1" smtClean="0">
                <a:latin typeface="Bahnschrift Condensed" pitchFamily="34" charset="0"/>
              </a:rPr>
              <a:t>Дейтаграммный</a:t>
            </a:r>
            <a:r>
              <a:rPr lang="ru-RU" dirty="0" smtClean="0">
                <a:latin typeface="Bahnschrift Condensed" pitchFamily="34" charset="0"/>
              </a:rPr>
              <a:t> метод (без установления соединения</a:t>
            </a:r>
            <a:r>
              <a:rPr lang="ru-RU" dirty="0" smtClean="0">
                <a:latin typeface="Bahnschrift Condensed" pitchFamily="34" charset="0"/>
              </a:rPr>
              <a:t>)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12776"/>
            <a:ext cx="4427984" cy="544522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>
                <a:latin typeface="Bahnschrift Light Condensed" pitchFamily="34" charset="0"/>
              </a:rPr>
              <a:t>Каждый пакет (дейтаграмма) содержит </a:t>
            </a:r>
            <a:r>
              <a:rPr lang="ru-RU" b="1" dirty="0" smtClean="0">
                <a:latin typeface="Bahnschrift Light Condensed" pitchFamily="34" charset="0"/>
              </a:rPr>
              <a:t>полный адрес назначения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Пакеты одного потока идут </a:t>
            </a:r>
            <a:r>
              <a:rPr lang="ru-RU" b="1" dirty="0" smtClean="0">
                <a:latin typeface="Bahnschrift Light Condensed" pitchFamily="34" charset="0"/>
              </a:rPr>
              <a:t>разными маршрутами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Порядок доставки </a:t>
            </a:r>
            <a:r>
              <a:rPr lang="ru-RU" b="1" dirty="0" smtClean="0">
                <a:latin typeface="Bahnschrift Light Condensed" pitchFamily="34" charset="0"/>
              </a:rPr>
              <a:t>не гарантируется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b="1" dirty="0" smtClean="0">
                <a:latin typeface="Bahnschrift Light Condensed" pitchFamily="34" charset="0"/>
              </a:rPr>
              <a:t>Высокая отказоустойчивость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b="1" dirty="0" smtClean="0">
                <a:latin typeface="Bahnschrift Light Condensed" pitchFamily="34" charset="0"/>
              </a:rPr>
              <a:t>Нет накладных расходов</a:t>
            </a:r>
            <a:r>
              <a:rPr lang="ru-RU" dirty="0" smtClean="0">
                <a:latin typeface="Bahnschrift Light Condensed" pitchFamily="34" charset="0"/>
              </a:rPr>
              <a:t> на установление соединения</a:t>
            </a:r>
          </a:p>
          <a:p>
            <a:r>
              <a:rPr lang="ru-RU" i="1" dirty="0" smtClean="0">
                <a:latin typeface="Bahnschrift Light Condensed" pitchFamily="34" charset="0"/>
              </a:rPr>
              <a:t>Пример: IP (</a:t>
            </a:r>
            <a:r>
              <a:rPr lang="ru-RU" i="1" dirty="0" err="1" smtClean="0">
                <a:latin typeface="Bahnschrift Light Condensed" pitchFamily="34" charset="0"/>
              </a:rPr>
              <a:t>Internet</a:t>
            </a:r>
            <a:r>
              <a:rPr lang="ru-RU" i="1" dirty="0" smtClean="0">
                <a:latin typeface="Bahnschrift Light Condensed" pitchFamily="34" charset="0"/>
              </a:rPr>
              <a:t> </a:t>
            </a:r>
            <a:r>
              <a:rPr lang="ru-RU" i="1" dirty="0" err="1" smtClean="0">
                <a:latin typeface="Bahnschrift Light Condensed" pitchFamily="34" charset="0"/>
              </a:rPr>
              <a:t>Protocol</a:t>
            </a:r>
            <a:r>
              <a:rPr lang="ru-RU" i="1" dirty="0" smtClean="0">
                <a:latin typeface="Bahnschrift Light Condensed" pitchFamily="34" charset="0"/>
              </a:rPr>
              <a:t>)</a:t>
            </a:r>
            <a:endParaRPr lang="ru-RU" dirty="0">
              <a:latin typeface="Bahnschrift Light Condensed" pitchFamily="34" charset="0"/>
            </a:endParaRPr>
          </a:p>
        </p:txBody>
      </p:sp>
      <p:sp>
        <p:nvSpPr>
          <p:cNvPr id="17410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7412" name="AutoShape 4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 descr="Рисунок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40152" y="1412776"/>
            <a:ext cx="2160240" cy="425779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Picture 4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4005064"/>
            <a:ext cx="3384376" cy="3384376"/>
          </a:xfrm>
          <a:prstGeom prst="rect">
            <a:avLst/>
          </a:prstGeom>
          <a:noFill/>
        </p:spPr>
      </p:pic>
      <p:pic>
        <p:nvPicPr>
          <p:cNvPr id="18434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52536" y="4293096"/>
            <a:ext cx="2880320" cy="288032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Коммутация виртуальных каналов </a:t>
            </a:r>
            <a:r>
              <a:rPr lang="ru-RU" dirty="0" smtClean="0">
                <a:latin typeface="Bahnschrift Condensed" pitchFamily="34" charset="0"/>
              </a:rPr>
              <a:t/>
            </a:r>
            <a:br>
              <a:rPr lang="ru-RU" dirty="0" smtClean="0">
                <a:latin typeface="Bahnschrift Condensed" pitchFamily="34" charset="0"/>
              </a:rPr>
            </a:br>
            <a:r>
              <a:rPr lang="ru-RU" dirty="0" smtClean="0">
                <a:latin typeface="Bahnschrift Condensed" pitchFamily="34" charset="0"/>
              </a:rPr>
              <a:t>(</a:t>
            </a:r>
            <a:r>
              <a:rPr lang="ru-RU" dirty="0" smtClean="0">
                <a:latin typeface="Bahnschrift Condensed" pitchFamily="34" charset="0"/>
              </a:rPr>
              <a:t>с установлением соединения</a:t>
            </a:r>
            <a:r>
              <a:rPr lang="ru-RU" dirty="0" smtClean="0">
                <a:latin typeface="Bahnschrift Condensed" pitchFamily="34" charset="0"/>
              </a:rPr>
              <a:t>)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1196753"/>
            <a:ext cx="8892480" cy="3600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b="1" dirty="0" smtClean="0">
                <a:latin typeface="Bahnschrift Light Condensed" pitchFamily="34" charset="0"/>
              </a:rPr>
              <a:t>3 фазы:</a:t>
            </a:r>
            <a:r>
              <a:rPr lang="ru-RU" dirty="0" smtClean="0">
                <a:latin typeface="Bahnschrift Light Condensed" pitchFamily="34" charset="0"/>
              </a:rPr>
              <a:t> установление → передача → разрыв</a:t>
            </a:r>
          </a:p>
          <a:p>
            <a:pPr algn="just"/>
            <a:r>
              <a:rPr lang="ru-RU" dirty="0" smtClean="0">
                <a:latin typeface="Bahnschrift Light Condensed" pitchFamily="34" charset="0"/>
              </a:rPr>
              <a:t>Пакеты содержат </a:t>
            </a:r>
            <a:r>
              <a:rPr lang="ru-RU" b="1" dirty="0" smtClean="0">
                <a:latin typeface="Bahnschrift Light Condensed" pitchFamily="34" charset="0"/>
              </a:rPr>
              <a:t>короткий идентификатор канала (VC)</a:t>
            </a:r>
            <a:r>
              <a:rPr lang="ru-RU" dirty="0" smtClean="0">
                <a:latin typeface="Bahnschrift Light Condensed" pitchFamily="34" charset="0"/>
              </a:rPr>
              <a:t> вместо полного адреса</a:t>
            </a:r>
          </a:p>
          <a:p>
            <a:pPr algn="just"/>
            <a:r>
              <a:rPr lang="ru-RU" dirty="0" smtClean="0">
                <a:latin typeface="Bahnschrift Light Condensed" pitchFamily="34" charset="0"/>
              </a:rPr>
              <a:t>Все пакеты идут </a:t>
            </a:r>
            <a:r>
              <a:rPr lang="ru-RU" b="1" dirty="0" smtClean="0">
                <a:latin typeface="Bahnschrift Light Condensed" pitchFamily="34" charset="0"/>
              </a:rPr>
              <a:t>по одному маршруту</a:t>
            </a:r>
            <a:endParaRPr lang="ru-RU" dirty="0" smtClean="0">
              <a:latin typeface="Bahnschrift Light Condensed" pitchFamily="34" charset="0"/>
            </a:endParaRPr>
          </a:p>
          <a:p>
            <a:pPr algn="just"/>
            <a:r>
              <a:rPr lang="ru-RU" b="1" dirty="0" smtClean="0">
                <a:latin typeface="Bahnschrift Light Condensed" pitchFamily="34" charset="0"/>
              </a:rPr>
              <a:t>Гарантированный порядок доставки</a:t>
            </a:r>
            <a:endParaRPr lang="ru-RU" dirty="0" smtClean="0">
              <a:latin typeface="Bahnschrift Light Condensed" pitchFamily="34" charset="0"/>
            </a:endParaRPr>
          </a:p>
          <a:p>
            <a:pPr algn="just"/>
            <a:r>
              <a:rPr lang="ru-RU" dirty="0" smtClean="0">
                <a:latin typeface="Bahnschrift Light Condensed" pitchFamily="34" charset="0"/>
              </a:rPr>
              <a:t>Возможность </a:t>
            </a:r>
            <a:r>
              <a:rPr lang="ru-RU" b="1" dirty="0" smtClean="0">
                <a:latin typeface="Bahnschrift Light Condensed" pitchFamily="34" charset="0"/>
              </a:rPr>
              <a:t>резервирования ресурсов (</a:t>
            </a:r>
            <a:r>
              <a:rPr lang="ru-RU" b="1" dirty="0" err="1" smtClean="0">
                <a:latin typeface="Bahnschrift Light Condensed" pitchFamily="34" charset="0"/>
              </a:rPr>
              <a:t>QoS</a:t>
            </a:r>
            <a:r>
              <a:rPr lang="ru-RU" b="1" dirty="0" smtClean="0">
                <a:latin typeface="Bahnschrift Light Condensed" pitchFamily="34" charset="0"/>
              </a:rPr>
              <a:t>)</a:t>
            </a:r>
            <a:endParaRPr lang="ru-RU" dirty="0" smtClean="0">
              <a:latin typeface="Bahnschrift Light Condensed" pitchFamily="34" charset="0"/>
            </a:endParaRPr>
          </a:p>
          <a:p>
            <a:pPr algn="just"/>
            <a:r>
              <a:rPr lang="ru-RU" i="1" dirty="0" smtClean="0">
                <a:latin typeface="Bahnschrift Light Condensed" pitchFamily="34" charset="0"/>
              </a:rPr>
              <a:t>Примеры: X.25, </a:t>
            </a:r>
            <a:r>
              <a:rPr lang="ru-RU" i="1" dirty="0" err="1" smtClean="0">
                <a:latin typeface="Bahnschrift Light Condensed" pitchFamily="34" charset="0"/>
              </a:rPr>
              <a:t>Frame</a:t>
            </a:r>
            <a:r>
              <a:rPr lang="ru-RU" i="1" dirty="0" smtClean="0">
                <a:latin typeface="Bahnschrift Light Condensed" pitchFamily="34" charset="0"/>
              </a:rPr>
              <a:t> </a:t>
            </a:r>
            <a:r>
              <a:rPr lang="ru-RU" i="1" dirty="0" err="1" smtClean="0">
                <a:latin typeface="Bahnschrift Light Condensed" pitchFamily="34" charset="0"/>
              </a:rPr>
              <a:t>Relay</a:t>
            </a:r>
            <a:r>
              <a:rPr lang="ru-RU" i="1" dirty="0" smtClean="0">
                <a:latin typeface="Bahnschrift Light Condensed" pitchFamily="34" charset="0"/>
              </a:rPr>
              <a:t>, ATM, </a:t>
            </a:r>
            <a:r>
              <a:rPr lang="ru-RU" i="1" dirty="0" smtClean="0">
                <a:latin typeface="Bahnschrift Light Condensed" pitchFamily="34" charset="0"/>
              </a:rPr>
              <a:t>MPLS</a:t>
            </a:r>
            <a:endParaRPr lang="ru-RU" dirty="0" smtClean="0">
              <a:latin typeface="Bahnschrift Light Condensed" pitchFamily="34" charset="0"/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1835696" y="4869160"/>
            <a:ext cx="5616624" cy="13681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123728" y="5373216"/>
            <a:ext cx="51845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Bahnschrift Light Condensed" pitchFamily="34" charset="0"/>
              </a:rPr>
              <a:t>Виртуальный канал — логическое соединение поверх физической сети</a:t>
            </a:r>
            <a:endParaRPr lang="ru-RU" sz="1600" dirty="0">
              <a:latin typeface="Bahnschrift Light Condensed" pitchFamily="34" charset="0"/>
            </a:endParaRPr>
          </a:p>
        </p:txBody>
      </p:sp>
      <p:sp>
        <p:nvSpPr>
          <p:cNvPr id="8" name="Стрелка вправо 7"/>
          <p:cNvSpPr/>
          <p:nvPr/>
        </p:nvSpPr>
        <p:spPr>
          <a:xfrm rot="21292422">
            <a:off x="2999684" y="4819095"/>
            <a:ext cx="504056" cy="2880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 rot="10456668">
            <a:off x="5665224" y="6045699"/>
            <a:ext cx="504056" cy="2880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90872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Condensed" pitchFamily="34" charset="0"/>
              </a:rPr>
              <a:t>Сравнение </a:t>
            </a:r>
            <a:r>
              <a:rPr lang="ru-RU" dirty="0" smtClean="0">
                <a:latin typeface="Bahnschrift Condensed" pitchFamily="34" charset="0"/>
              </a:rPr>
              <a:t>методов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661248"/>
            <a:ext cx="298376" cy="464915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 descr="2026-03-21_15-14-3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5536" y="1268760"/>
            <a:ext cx="8392809" cy="28803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462" name="Picture 6" descr="https://i.pinimg.com/736x/de/56/82/de5682bb63a45fd6f895ad5521f6ce42.jpg"/>
          <p:cNvPicPr>
            <a:picLocks noChangeAspect="1" noChangeArrowheads="1"/>
          </p:cNvPicPr>
          <p:nvPr/>
        </p:nvPicPr>
        <p:blipFill>
          <a:blip r:embed="rId3" cstate="print"/>
          <a:srcRect t="47272"/>
          <a:stretch>
            <a:fillRect/>
          </a:stretch>
        </p:blipFill>
        <p:spPr bwMode="auto">
          <a:xfrm>
            <a:off x="0" y="4509120"/>
            <a:ext cx="9144000" cy="198884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80528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Современные технологии: MPLS и </a:t>
            </a:r>
            <a:r>
              <a:rPr lang="ru-RU" dirty="0" err="1" smtClean="0">
                <a:latin typeface="Bahnschrift Condensed" pitchFamily="34" charset="0"/>
              </a:rPr>
              <a:t>Segment</a:t>
            </a:r>
            <a:r>
              <a:rPr lang="ru-RU" dirty="0" smtClean="0">
                <a:latin typeface="Bahnschrift Condensed" pitchFamily="34" charset="0"/>
              </a:rPr>
              <a:t> </a:t>
            </a:r>
            <a:r>
              <a:rPr lang="ru-RU" dirty="0" err="1" smtClean="0">
                <a:latin typeface="Bahnschrift Condensed" pitchFamily="34" charset="0"/>
              </a:rPr>
              <a:t>Routing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-108520" y="1052736"/>
            <a:ext cx="4680520" cy="58052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 smtClean="0">
                <a:latin typeface="Bahnschrift Light Condensed" pitchFamily="34" charset="0"/>
              </a:rPr>
              <a:t>MPLS (Multiprotocol Label Switching)</a:t>
            </a:r>
            <a:endParaRPr lang="en-US" dirty="0" smtClean="0">
              <a:latin typeface="Bahnschrift Light Condensed" pitchFamily="34" charset="0"/>
            </a:endParaRP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Работа на уровне 2.5 (между канальным и сетевым)</a:t>
            </a: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Передача по меткам вместо анализа </a:t>
            </a:r>
            <a:r>
              <a:rPr lang="en-US" dirty="0" smtClean="0">
                <a:latin typeface="Bahnschrift Light Condensed" pitchFamily="34" charset="0"/>
              </a:rPr>
              <a:t>IP-</a:t>
            </a:r>
            <a:r>
              <a:rPr lang="ru-RU" dirty="0" smtClean="0">
                <a:latin typeface="Bahnschrift Light Condensed" pitchFamily="34" charset="0"/>
              </a:rPr>
              <a:t>заголовка</a:t>
            </a: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Поддержка </a:t>
            </a:r>
            <a:r>
              <a:rPr lang="en-US" dirty="0" smtClean="0">
                <a:latin typeface="Bahnschrift Light Condensed" pitchFamily="34" charset="0"/>
              </a:rPr>
              <a:t>VPN, Traffic Engineering</a:t>
            </a:r>
          </a:p>
          <a:p>
            <a:pPr algn="just"/>
            <a:r>
              <a:rPr lang="en-US" b="1" dirty="0" smtClean="0">
                <a:latin typeface="Bahnschrift Light Condensed" pitchFamily="34" charset="0"/>
              </a:rPr>
              <a:t>Segment Routing (SR)</a:t>
            </a:r>
            <a:endParaRPr lang="en-US" dirty="0" smtClean="0">
              <a:latin typeface="Bahnschrift Light Condensed" pitchFamily="34" charset="0"/>
            </a:endParaRP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Эволюция </a:t>
            </a:r>
            <a:r>
              <a:rPr lang="en-US" dirty="0" smtClean="0">
                <a:latin typeface="Bahnschrift Light Condensed" pitchFamily="34" charset="0"/>
              </a:rPr>
              <a:t>MPLS </a:t>
            </a:r>
            <a:r>
              <a:rPr lang="ru-RU" dirty="0" smtClean="0">
                <a:latin typeface="Bahnschrift Light Condensed" pitchFamily="34" charset="0"/>
              </a:rPr>
              <a:t>без сигнализации</a:t>
            </a: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Список сегментов (путь) заносится в заголовок пакета </a:t>
            </a:r>
            <a:r>
              <a:rPr lang="ru-RU" dirty="0" smtClean="0">
                <a:latin typeface="Bahnschrift Light Condensed" pitchFamily="34" charset="0"/>
              </a:rPr>
              <a:t>на входе</a:t>
            </a:r>
            <a:endParaRPr lang="ru-RU" dirty="0" smtClean="0">
              <a:latin typeface="Bahnschrift Light Condensed" pitchFamily="34" charset="0"/>
            </a:endParaRPr>
          </a:p>
          <a:p>
            <a:pPr lvl="1" algn="just">
              <a:buNone/>
            </a:pPr>
            <a:r>
              <a:rPr lang="ru-RU" dirty="0" smtClean="0">
                <a:latin typeface="Bahnschrift Light Condensed" pitchFamily="34" charset="0"/>
              </a:rPr>
              <a:t>Упрощение управления сетями (</a:t>
            </a:r>
            <a:r>
              <a:rPr lang="en-US" dirty="0" smtClean="0">
                <a:latin typeface="Bahnschrift Light Condensed" pitchFamily="34" charset="0"/>
              </a:rPr>
              <a:t>SDN</a:t>
            </a:r>
            <a:r>
              <a:rPr lang="en-US" dirty="0" smtClean="0">
                <a:latin typeface="Bahnschrift Light Condensed" pitchFamily="34" charset="0"/>
              </a:rPr>
              <a:t>)</a:t>
            </a:r>
            <a:endParaRPr lang="en-US" dirty="0" smtClean="0">
              <a:latin typeface="Bahnschrift Light Condensed" pitchFamily="34" charset="0"/>
            </a:endParaRPr>
          </a:p>
        </p:txBody>
      </p:sp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273" y="4379192"/>
            <a:ext cx="5442727" cy="2478808"/>
          </a:xfrm>
          <a:prstGeom prst="rect">
            <a:avLst/>
          </a:prstGeom>
          <a:noFill/>
        </p:spPr>
      </p:pic>
      <p:sp>
        <p:nvSpPr>
          <p:cNvPr id="20484" name="AutoShape 4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486" name="AutoShape 6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488" name="AutoShape 8" descr="Picture background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1412776"/>
            <a:ext cx="4079863" cy="2767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2" name="Picture 8" descr="https://i.pinimg.com/736x/48/51/75/485175dde9814cf46a11f336dc2f8144.jpg"/>
          <p:cNvPicPr>
            <a:picLocks noChangeAspect="1" noChangeArrowheads="1"/>
          </p:cNvPicPr>
          <p:nvPr/>
        </p:nvPicPr>
        <p:blipFill>
          <a:blip r:embed="rId2" cstate="print"/>
          <a:srcRect l="33334" t="5682" r="34848" b="1291"/>
          <a:stretch>
            <a:fillRect/>
          </a:stretch>
        </p:blipFill>
        <p:spPr bwMode="auto">
          <a:xfrm>
            <a:off x="7631832" y="0"/>
            <a:ext cx="1512168" cy="6624736"/>
          </a:xfrm>
          <a:prstGeom prst="rect">
            <a:avLst/>
          </a:prstGeom>
          <a:noFill/>
        </p:spPr>
      </p:pic>
      <p:pic>
        <p:nvPicPr>
          <p:cNvPr id="21514" name="Picture 10" descr="Изображение пина-истории"/>
          <p:cNvPicPr>
            <a:picLocks noChangeAspect="1" noChangeArrowheads="1"/>
          </p:cNvPicPr>
          <p:nvPr/>
        </p:nvPicPr>
        <p:blipFill>
          <a:blip r:embed="rId3" cstate="print"/>
          <a:srcRect l="7143" t="9524" r="4762" b="7143"/>
          <a:stretch>
            <a:fillRect/>
          </a:stretch>
        </p:blipFill>
        <p:spPr bwMode="auto">
          <a:xfrm>
            <a:off x="5220072" y="3933056"/>
            <a:ext cx="2520280" cy="2384049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16632"/>
            <a:ext cx="7956376" cy="1143000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Bahnschrift Condensed" pitchFamily="34" charset="0"/>
              </a:rPr>
              <a:t>Преимущества и вызовы пакетной </a:t>
            </a:r>
            <a:r>
              <a:rPr lang="ru-RU" sz="3600" dirty="0" smtClean="0">
                <a:latin typeface="Bahnschrift Condensed" pitchFamily="34" charset="0"/>
              </a:rPr>
              <a:t>коммутации</a:t>
            </a:r>
            <a:endParaRPr lang="ru-RU" sz="3600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5868144" cy="5733256"/>
          </a:xfrm>
        </p:spPr>
        <p:txBody>
          <a:bodyPr>
            <a:normAutofit fontScale="85000" lnSpcReduction="10000"/>
          </a:bodyPr>
          <a:lstStyle/>
          <a:p>
            <a:r>
              <a:rPr lang="ru-RU" b="1" dirty="0" smtClean="0">
                <a:latin typeface="Bahnschrift Light Condensed" pitchFamily="34" charset="0"/>
              </a:rPr>
              <a:t>Преимущества: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Высокая эффективность использования каналов (статистическое мультиплексирование)</a:t>
            </a:r>
          </a:p>
          <a:p>
            <a:r>
              <a:rPr lang="ru-RU" dirty="0" smtClean="0">
                <a:latin typeface="Bahnschrift Light Condensed" pitchFamily="34" charset="0"/>
              </a:rPr>
              <a:t>Устойчивость к отказам</a:t>
            </a:r>
          </a:p>
          <a:p>
            <a:r>
              <a:rPr lang="ru-RU" dirty="0" err="1" smtClean="0">
                <a:latin typeface="Bahnschrift Light Condensed" pitchFamily="34" charset="0"/>
              </a:rPr>
              <a:t>Масштабируемость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Гибкое управление приоритетами (</a:t>
            </a:r>
            <a:r>
              <a:rPr lang="ru-RU" dirty="0" err="1" smtClean="0">
                <a:latin typeface="Bahnschrift Light Condensed" pitchFamily="34" charset="0"/>
              </a:rPr>
              <a:t>QoS</a:t>
            </a:r>
            <a:r>
              <a:rPr lang="ru-RU" dirty="0" smtClean="0">
                <a:latin typeface="Bahnschrift Light Condensed" pitchFamily="34" charset="0"/>
              </a:rPr>
              <a:t>, </a:t>
            </a:r>
            <a:r>
              <a:rPr lang="ru-RU" dirty="0" err="1" smtClean="0">
                <a:latin typeface="Bahnschrift Light Condensed" pitchFamily="34" charset="0"/>
              </a:rPr>
              <a:t>CoS</a:t>
            </a:r>
            <a:r>
              <a:rPr lang="ru-RU" dirty="0" smtClean="0">
                <a:latin typeface="Bahnschrift Light Condensed" pitchFamily="34" charset="0"/>
              </a:rPr>
              <a:t>)</a:t>
            </a:r>
          </a:p>
          <a:p>
            <a:r>
              <a:rPr lang="ru-RU" b="1" dirty="0" smtClean="0">
                <a:latin typeface="Bahnschrift Light Condensed" pitchFamily="34" charset="0"/>
              </a:rPr>
              <a:t>Вызовы (недостатки):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Вариативность задержки (</a:t>
            </a:r>
            <a:r>
              <a:rPr lang="ru-RU" dirty="0" err="1" smtClean="0">
                <a:latin typeface="Bahnschrift Light Condensed" pitchFamily="34" charset="0"/>
              </a:rPr>
              <a:t>Jitter</a:t>
            </a:r>
            <a:r>
              <a:rPr lang="ru-RU" dirty="0" smtClean="0">
                <a:latin typeface="Bahnschrift Light Condensed" pitchFamily="34" charset="0"/>
              </a:rPr>
              <a:t>)</a:t>
            </a:r>
          </a:p>
          <a:p>
            <a:r>
              <a:rPr lang="ru-RU" dirty="0" smtClean="0">
                <a:latin typeface="Bahnschrift Light Condensed" pitchFamily="34" charset="0"/>
              </a:rPr>
              <a:t>Потери пакетов при перегрузках</a:t>
            </a:r>
          </a:p>
          <a:p>
            <a:r>
              <a:rPr lang="ru-RU" dirty="0" smtClean="0">
                <a:latin typeface="Bahnschrift Light Condensed" pitchFamily="34" charset="0"/>
              </a:rPr>
              <a:t>Накладные расходы на заголовки</a:t>
            </a:r>
          </a:p>
          <a:p>
            <a:r>
              <a:rPr lang="ru-RU" dirty="0" smtClean="0">
                <a:latin typeface="Bahnschrift Light Condensed" pitchFamily="34" charset="0"/>
              </a:rPr>
              <a:t>Сложность гарантированного </a:t>
            </a:r>
            <a:r>
              <a:rPr lang="ru-RU" dirty="0" err="1" smtClean="0">
                <a:latin typeface="Bahnschrift Light Condensed" pitchFamily="34" charset="0"/>
              </a:rPr>
              <a:t>QoS</a:t>
            </a:r>
            <a:r>
              <a:rPr lang="ru-RU" dirty="0" smtClean="0">
                <a:latin typeface="Bahnschrift Light Condensed" pitchFamily="34" charset="0"/>
              </a:rPr>
              <a:t> в чисто </a:t>
            </a:r>
            <a:r>
              <a:rPr lang="ru-RU" dirty="0" err="1" smtClean="0">
                <a:latin typeface="Bahnschrift Light Condensed" pitchFamily="34" charset="0"/>
              </a:rPr>
              <a:t>дейтаграммных</a:t>
            </a:r>
            <a:r>
              <a:rPr lang="ru-RU" dirty="0" smtClean="0">
                <a:latin typeface="Bahnschrift Light Condensed" pitchFamily="34" charset="0"/>
              </a:rPr>
              <a:t> </a:t>
            </a:r>
            <a:r>
              <a:rPr lang="ru-RU" dirty="0" smtClean="0">
                <a:latin typeface="Bahnschrift Light Condensed" pitchFamily="34" charset="0"/>
              </a:rPr>
              <a:t>сетях</a:t>
            </a:r>
            <a:endParaRPr lang="ru-RU" dirty="0" smtClean="0">
              <a:latin typeface="Bahnschrift Light Condensed" pitchFamily="34" charset="0"/>
            </a:endParaRPr>
          </a:p>
        </p:txBody>
      </p:sp>
      <p:sp>
        <p:nvSpPr>
          <p:cNvPr id="21506" name="AutoShape 2" descr="data:image/png;base64,iVBORw0KGgoAAAANSUhEUgAABIAAAAgACAYAAABeuEj2AAAQAElEQVR4Aey9iWLbPK+1C9H59v3f4/n3/t6pzehZps6zQFKD7aTp9DZN4HIJIAhOS7REIUqahvgEA8FAMBAMBAPBQDAQDAQDwUAwEAwEA8HAe2cg5vfBGUgWn2AgGAgGgoFgIBgIBoKBYCAYCAaCgQ/AQEwxGAgGPjIDEQD6yGc/5h4MBAPBQDAQDAQDwUAw8LEYiNkGA8FAMBAMfFgGIgD0YU99TDwYCAaCgWAgGAgGPiIDMedgIBgIBoKBYCAY+JgMRADoY573mHUwEAwEA8HAx2UgZh4MBAPBQDAQDAQDwUAw8AEZiADQBzzpMeVgIBj46AzE/IOBYCAYCAaCgWAgGAgGgoFg4KMxEAGgj3bGY77BgBgIBAPBQDAQDAQDwUAwEAwEA8FAMBAMfCgGIgD0oU73NNnQgoFgIBgIBoKBYCAYCAaCgWAgGAgGgoFg4P0z0GYYAaDGRMhgIBgIBoKBYCAYCAaCgWAgGAgGgoFg4P0xEDMKBpyBCAA5DXEIBoKBYCAYCAaCgWAgGAgGgoFg4L0yEPMKBoKBYMAsAkCxCoKBYCAYCAaCgWAgGAgGgoH3zkDMLxgIBoKBYODDMxABoA+/BIKAYCAYCAaCgWAgGPgIDMQcg4FgIBgIBoKBYOBjMxABoI99/mP2wUAwEAwEAx+HgZhpMBAMBAPBQDAQDAQDwcAHZiACQB/45MfUg4Fg4KMxEPMNBoKBYCAYCAaCgWAgGAgGgoGPykAEgD7qmY95f0wGYtbBQDAQDAQDwUAwEAwEA8FAMBAMBAMfkoEIAH2w0x7TDQaCgWAgGAgGgoFgIBgIBoKBYCAYCAaCgffPwPkMIwB0zkjkg4FgIBgIBoKBYCAYCAaCgWAgGAgGgoHfn4GYQTCwYCACQAs6IhMMBAPBQDAQDAQDwUAwEAwEA8HAe2Eg5hEMBAPBwMRABIAmLkILBoKBYCAYCAaCgWAgGAgG3hcDMZtgIBgIBoKBYKAyEAGgSkSIYCAYCAaCgWAgGAgG3iMDMadgIBgIBoKBYCAYCAbEQASAxEIgGAgGgoFgIBh4vwzEzIKBYCAYCAaCgWAgGAgGggGLAFAsgmAgGAgG3j0DMcFgIBgIBoKBYCAYCAaCgWAgGPjoDEQA6KOvgJj/x2AgZhkMBAPBQDAQDAQDwUAwEAwEA8FAMPChGYgA0Ac5/THNYCAYCAaCgWAgGAgGgoFgIBgIBoKBYCAYeP8MPDfDCAA9x0zYg4FgIBgIBoKBYCAYCAaCgWAgGAgGgoHfj4EYcTBwlYEIAF2lJYzBQDAQDAQDwUAwEAwEA8FAMBAM/K4MxLiDgWAgGLhkIAJAl5yEJRgIBoKBYCAYCAaCgWAgGPi9GYjRBwPBQDAQDAQDZwxEAOiMkMgGA8FAMBAMBAPBQDDwHhiIOQQDwUAwEAwEA8FAMDBnIAJAczZCDwaCgWAgGAgG3g8DMZNgIBgIBoKBYCAYCAaCgWBgZCACQCMVoQQDwUAw8N4YiPkEA8FAMBAMBAPBQDAQDAQDwUAwUBiIAFDhIY7BwPtkIGYVDAQDwUAwEAwEA8FAMBAMBAPBQDAQDMBABIAg4T2nmFswEAwEA8FAMBAMBAPBQDAQDAQDwUAwEAy8fwa+NMMIAH2JoSgPBoKBYCAYCAaCgWAgGAgGgoFgIBgIBt4+AzHCYOBFBiIA9CI9URgMBAPBQDAQDAQDwUAwEAwEA8HA78JAjDMYCAaCgecZiADQ89xESTAQDAQDwUAwEAwEA8FAMPB7MRCjDQaCgWAgGAgGnmEgAkDPEBPmYCAYCAaCgWAgGAgGfkcGYszBQDAQDAQDwUAwEAxcYyACQNdYCVswEAwEA8FAMPD7MhAjDwaCgWAgGAgGgoFgIBgIBi4YiADQBSVhCAaCgWDgd2cgxh8MBAPBQDAQDAQDwUAwEAwEA8HAkoEIAC35iFww8D4YiFkEA8FAMBAMBAPBQDAQDAQDwUAwEAwEAzMGIgA0I+M9qTGXYCAYCAaCgWAgGAgGgoFgIBgIBoKBYCAYeP8MvHaGEQB6LVPhFwwEA8FAMBAMBAPBQDAQDAQDwUAwEAy8PQZiRMHAqxiIANCraAqnYCAYCAaCgWAgGAgGgoFgIBgIBt4qAzGuYCAYCAa+zEAEgL7MUXgEA8FAMBAMBAPBQDAQDAQDb5uBGF0wEAwEA8FAMPAFBiIA9AWCojgYCAaCgWAgGAgGgoHfgYEYYzAQDAQDwUAwEAwEAy8xEAGgl9iJsmAgGAgGgoFg4PdhIEYaDAQDwUAwEAwEA8FAMBAMPMtABICepSYKgoFgIBj43RiI8QYDwUAwEAwEA8FAMBAMBAPBQDBwnYEIAF3nJazBwO/JQIw6GAgGgoFgIBgIBoKBYCAYCAaCgWAgGLjCQASArpDyO5ti7MFAMBAMBAPBQDAQDAQDwUAwEAwEA8FAMPD+GfjaGUYA6GsZC/9gIBgIBoKBYCAYCAaCgWAgGAgGgoFg4NczECMIBr6KgQgAfRVd4RwMBAPBQDAQDAQDwUAwEAwEA8HAW2EgxhEMBAPBwOsZiADQ67kKz2AgGAgGgoFgIBgIBoKBYOBtMRCjCQaCgWAgGAgGXslABIBeSVS4BQPBQDAQDAQDwUAw8BYZiDEFA8FAMBAMBAPBQDDwGgYiAPQalsInGAgGgoFgIBh4uwzEyIKBYCAYCAaCgWAgGAgGgoEvMhABoC9SFA7BQDAQDLx1BmJ8wUAwEAwEA8FAMBAMBAPBQDAQDLzMQASAXuYnSoOB34OBGGUwEAwEA8FAMBAMBAPBQDAQDAQDwUAw8AIDEQB6gZzfqSjGGgwEA8FAMBAMBAPBQDAQDAQDwUAwEAwEA++fgW+dYQSAvpW5qBcMBAPBQDAQDAQDwUAwEAwEA8FAMBAM/PsMRI/BwDcxEAGgb6ItKgUDwUAwEAwEA8FAMBAMBAPBQDDwqxiIfoOBYCAY+HoGIgD09ZxFjWAgGAgGgoFgIBgIBoKBYODXMhC9BwPBQDAQDAQDX8lABIC+krBwDwaCgWAgGAgGgoFg4C0wEGMIBoKBYCAYCAaCgWDgaxiIANDXsBW+wUAwEAwEA8HA22EgRhIMBAPBQDAQDAQDwUAwEAy8moEIAL2aqnAMBoKBYOCtMRDjCQaCgWAgGAgGgoFgIBgIBoKBYOB1DEQA6HU8hVcw8DYZiFEFA8FAMBAMBAPBQDAQDAQDwUAwEAwEA69gIAJAryDpLbvE2IKBYCAYCAaCgWAgGAgGgoFgIBgIBoKBYOD9M/C9M4wA0PcyGPWDgWAgGAgGgoFgIBgIBoKBYCAYCAaCgZ/PQPQQDHwXAxEA+i76onIwEAwEA8FAMBAMBAPBQDAQDAQD/xYD0U8wEAwEA9/OQASAvp27qBkMBAPBQDAQDAQDwUAwEAz8uwxEb8FAMBAMBAPBwDcyEAGgbyQuqgUDwUAwEAwEA8FAMPArGIg+g4FgIBgIBoKBYCAY+BYGIgD0LaxFnWAgGAgGgoFg4NcxED0HA8FAMBAMBAPBQDAQDAQDX81ABIC+mrKoEAwEA8HAr2Yg+g8GgoFgIBgIBoKBYCAYCAaCgWDg6xiIANDX8RXewcDbYCBGEQwEA8FAMBAMBAPBQDAQDAQDwUAwEAx8BQMRAPoKst6Sa4wlGAgGgoFgIBgIBoKBYCAYCAaCgWAgGAgG3j8DP2qGEQD6UUxGO8FAMBAMBAPBQDAQDAQDwUAwEAwEA8HAj2cgWgwGfggDEQD6ITRGI8FAMBAMBAPBQDAQDAQDwUAwEAz8LAai3WAgGAgGvp+BCAB9P4fRQjAQDAQDwUAwEAwEA8FAMPBzGYjWg4FgIBgIBoKB72QgAkDfSWBUDwaCgWAgGAgGgoFg4N9gIPoIBoKBYCAYCAaCgWDgexiIAND3sBd1g4FgIBgIBoKBf4+B6CkYCAaCgWAgGAgGgoFgIBj4ZgYiAPTN1EXFYCAYCAb+bQaiv2AgGAgGgoFgIBgIBoKBYCAYCAa+jYEIAH0bb1ErGPg1DESvwUAwEAwEA8FAMBAMBAPBQDAQDAQDwcA3MBABoG8g7VdWib6DgWAgGAgGgoFgIBgIBoKBYCAYCAaCgWDg/TPwo2cYAaAfzWi0FwwEA8FAMBAMBAPBQDAQDAQDwUAwEAx8PwPRQjDwQxmIANAPpTMaCwaCgWAgGAgGgoFgIBgIBoKBYOBHMRDtBAPBQDDw4xiIANCP4zJaCgaCgWAgGAgGgoFgIBgIBn4sA9FaMBAMBAPBQDDwgxiIANAPIjKaCQaCgWAgGAgGgoFg4GcwEG0GA8FAMBAMBAPBQDDwIxiIANCPYDHaCAaCgWAgGAgGfh4D0XIwEAwEA8FAMBAMBAPBQDDw3QxEAOi7KYwGgoFgIBj42QxE+8FAMBAMBAPBQDAQDAQDwUAwEAx8HwMRAPo+/qJ2MPDvMBC9BAPBQDAQDAQDwUAwEAwEA8FAMBAMBAPfwUAEgL6DvH+zavQVDAQDwUAwEAwEAz+PgUzTPwI0EykYCAaCgWAgGAgGgoHvYuBnVY4A0M9iNtoNBoKBYCAYCAaCgQ/HwBREyjb+y2ivxtFyPtrxGaisgDanHp7VjJJ/Hx/utMeEg4FgIBj40QxEe8HAT2EgAkA/hdZoNBgIBoKBYCAYCAZ+Jwa0IZrjS2Of+57rX6qr8pOdJJZQQ7ZyWzm6+sxB9RvmLs0mWUI/89LQg4Fg4HdhIMYZDAQDwcCPZ8C3Gj++2WgxGAgGgoFgIBgIBoKB35eBlzZIL5VpxsnfupF2CQV+hFJSgjSut0Zdfjn843XGg9qpmF5BIvqDLZ8sz2AeeML+rBwb/Q6lDeI7moiqZsFBMBAMBAPBQDDwgxnwbcYPbjOaCwaCgWAgGPhtGCgPai/9MslvM5UPP9ByLnnqhwnpiDeZNLYfiW+d5JfG8Np2r7Vzve4U+JmXE4w5343V/NxL+iIsdOHDODLw4NPzUi7XStV+AePx4FDJvfbo7Y6BJlahOhnH8tpWwi8YCAaCgWAgGAgGfiYDF9uHn9lZtB0MBAPBQDDwlhjwJ7QvDkjBIR7n8JP/OTCPqZWNBpRrNszjg2Erf6tSY/0aTPPIPBF/J+xa/cvRtD7PS5r9X5bMm4GzZOhX+sW5Ph/nC3mauKg+t3nVueFrdK/8wqG0pbd55mBi1CllRSd7llTqJimCB1QUWHHr5cF9zM43ZYuAz2UtLKpYIQFZp4ZTttM1WG+n3DP0JS7Xmv4W0clbu/bWEK17mUsCP8WHIXnSXKnrY5JByrdAdQPBQDAQDAQDwUAw8KMYON9r/Kh2o51gIBgIBoKB72bgZzagh7HS/qSV/NcdVbuh1Wx5yWu2ub2Vv1WpsX4NmEdzR/1S0k14BEo6Bw1g8sBAk4vgigIs9OdiJnky5wGfytj+dZ1ulcauUabxKSjwFSBw4gGG5ySBh8WvN5G3bwV9lCBGCV5MumbTQBntz/uUPvkyt6vtqD5EzE7G094nAAAAEABJREFUynXZBdqVGHGet/qXgZZtjO7elpjCQtAnCwR6MoGeC5x6KMp2xGeJHltP0EhQW4KCRJklNwN9kaOjOhadXGyXCw4XuMjiS1LZr0btw9v/6spRIRgIBoKBYCAYCAbOGNB+8swU2WAgGHgzDMRAgoEfzkB7oJoe17yLZn5OutPPOcy7/Dk9/Autnk1Cj87zoMA1fXEDXmS+fryJB+xrffxKm8YkmB2ZUMOcqKYTZCBYYSOes5/7tXzzV1iiYFrdU9kXbQQyzt+CIfJB0pswDdfbm9ejAl2xAmhvegOnBFWMoEtDKat2BTiy+iDwgzzN6hoBG+GELHVom3ZORyQBHr3NI/1IeQY99bPQH036hH3Jy97vLQvyE7BlAb3496a2FEjyfhnfCTAxEhwwvpbl5JIYCwb5NODodpdUoUGooVQBoQXwoNybfE56S+fnFmOkYCAYCAaCgWAgGPgqBr5zy/lVfYXzNzAQVYKBYOBbGeBJggcSHi1oQDrim5Lq/r7IPFX5wyAPdkVOD2B6IBvxUgAh8VD6UvkbK/M3DhYPmNOcf1oZHMwfgctSe27dlFKjzhfxau5bm5LP9fs6ux6z1crX4bm2FaS5ViZ7w3n5M3aCHi14spT4E/hQkKShBC9aEGMmCTLlF9DqS3rg43SwIvsqlf8Siq+PgQBNzgcCH4zB9XMJ29iPR+o4DiY9Hw/W9xWHvfUVB+ThsLWCte22W7C29W5tW7BeI7cbW68fbb1FJy+b513HjtwClRf7o22pM2Fne9Xd0Q9t7tQf+cN+a/uG455xbsHBjnDUgk8KGPm54dp7AuX6y0pKnOMR5BfppeuLmb8Vt/CPTDAQDAQDwUAw8H4Z+NkziwDQz2Y42g8GgoGfwAAPE+PDxRWdoMdYPPZ+xW90eqlsbKAoM1fvhvy/JRfDLaN54cjjF0GQEmBgkIvK8zwPzzwQlwe1ub3qemh7tm71+Y5yHn+Zw7V2MI/pWvnvbCucL+ZeF1EJ2FFCXjqRA1go/sZ5em3wwoMPBEW+RSrgUR7q28P9a2RPMEDAl+DFccTeTgQLhONRAYMGBRAaZGt6kcW/6EfqO3ryDXmmN5sk9tNLoC21/Syoe6zIyJdx5PScQW/RMA5/u0bS2zjzGYOxS3uPXVDdnroFBF3gcl9x3O8Iwhxsi9wS/NkSmFEwZ4fcEdTZ7QjwbAj87Da2XRMI2j4R3BHQ10hsW2xrgfwabPFdU2+nYE/DYe2BpS3tLkC/+54xHHZ2UICK+WmcmbELJmlH4srPfT9ZzrpePHtdUfmE5AHQko8Na+EhjsFAMPDuGYgJBgM/lYG4n/5UeqPxYCAY+PEM6MHiC63qytbwBdfXFdefUNeASjaCK8D+ZajfsU+NReBhq/yKDWPk4UsPYEImgGAEDBwnahIM0IO9YOhu93LxKbQgg/Qfi8wDn4MxaVxz8ARN7In+KHMdXwycFmxV97ro83ov6ef1326+Z1ZLLM9LK6sMcB797YorUuf1lHuKCbiwDk4vQj4VBBpOBC0K9nYkrwCE0PdbcxyQr0G/XvgfCCIcFCg4bAgmbOxAMKFhu9VbJwWyzfPSd5QfgPQ5ZHOsS92p7J5AB1jf2/qb8Oj1Hse6t+QF2ntEjri3x0fZhGJ/pEw2B/XVhjCOA38vq3KNdDAH+WyRc6yZ95pgjs8NqaDObvNowsYDNI8EdxgvQZwS5CHYg76ub/Hs9hvboe/E+25nO8fGdC6WNso4P+673RFUUjs7AkxFbmljS1suaWtLoMiDRASe5m8DHRUIcvTW622nvuerfCQIdLTTCeg6077fc8m3/DK17z0luoYjzK+zrpwd5Htmimww8C4YiEkEA8FAMPDzGBhvrz+vi2g5GAgGgoEfxcC3b/in544TDycCYQGak708YBBAWQxT+YbqSzlV6lHar0IL1iCZQHbw0EU4oYYKGCNlBAo8MKAHsDFQpAcyoAczUIJH87/PQj33LzKhC4aEBdr9ljnTFsGJ0ga6t7WUibELUx9TuduZ40V9BbLO4PM9Edx4AUfKBL0F4m+WHPf2vNzacf+1WFNH+Lp646/X0N9+v+ZBfDvCx0BAZn8NBFp6BWgo6/udHYCkgwf3Xug3JnlAVyBgBL7yLzgQwNk5DnukxsHDfhmLxvMltPGuCSbIlzxBn71weLQ9AYTt7smEA3JXoXzTm9xu8AMHsGvAX74Nu90DwQ2wfrDN+glIVjye57E/voQ721C+dtyZ5OPjHcEesF5ifZF/IFhEHewqW1Ov4KHUJz+21XTGrD7WyMczrBm77JKPzEtyLemgL8o3cOKAE/Gz2WzgouAAzzsFdsB4ng8HAkDAAzWcW857WR/YKJN+QMrfA0Z1nbiu9ggQ7RQQmkN2gfOrt4R8nbBetlo3rW/1t9/bXt8xrjf6VTH/jvJ9n77r9ZqiHemIYtORiw7eumZzPSbonR2ldjk2L3m+E8Q0goFgIBgIBoKBn8SAbrU/qeloNhgIBr6fAW1sA5ebfB4E/KfCSB4GrOmjnDOPz2iX3sqkFyi2UFAeMsYHDKgvdhQeQZbjOLd9ZZ7gjF3Dop/LNjPBkxbkyQQ/BEOe48TD1mkM+uyZ9BRQMdpo0MOY1/V+WyCoSfgRv4Jz2OwvyExZRUYKeiPJxrFQfqHTz8J2Pu9ZHc3LsWdEIC9RfmWHYJi/iaCAxiUyD6W5PgA3qQfgC/AQ3OtBtl/bgYBMwSP6o233L2FteiDebvF5BuvtPUGDJbbre7vELbZbe1wXrB/LWycLST3ly5sopfzx8RPBB4F61Hm8L3Lu1/wn3+YvKXwmKPKZdgiAPEoK0p8D5feAIEcJgKATFFHwQ8GOuXz0QMsDgZbSVvG/I19tqlfhQRWCJAqKTMESfGVTO5sH24J1wxNtbCiXbGhlVT4iL3FnG+ptKHuqUvqzoO2N486eXD6Y573+g3kb2J/Ib55oG7209WQlaFOk9Dk2uyfbeUCnlivIokCPoMCPpGNTgj6sU3+zx+XOFPxRIMfBOldwr6ztA0HAQwkEKdjD90BlDq3zOepbQzv1rXbn/ckmzINBBIi2qtPaUBBIgR+BftrfM9L1QNdXXfu42nJd0ncd4Um64Jl6KFc7ovbkM995lQtcM7gu6fpMAUk2ATVSMBAMBAPBQDAQDDzLQASAnqUmCoKB72FAG9EfgSnkoI3uV7dIBa8nyXQQ/piPSmIDzXYaZZaa7UfJWdPfpD43jtqYJlTVpZjXg8OFnzJfC7V+Xke2azj3q3kP9hCEacEagjCna6BcQRnBAzOz/Om0t9PxCCT3duyPQHJv+34GvQ3iD2IbHvZ2YGuH3XrCAX2GLbqCFXuCFQVr/yOw0mV3zH5NZY0+x/zXV9yXdtag6ftta68FRibpZR5M2RBU2dCvgD8BF3+jwOXOyt8+2THPHQ+xGv+2zIuxHxzKyz5h63XP2yLPeLYC5aMP49V8F1C52xnb4cnamyeSBx6IhfbGyih5QN/xwL/zt1OeeEBveEAv2BC42IH19oEgUMMd+ohR94CHghwNqjeH2+8IENEOgRcFWR7vyTe4jUBMDeDcSypIcxX/2OP9P3avsgfqgHvw9GrcEQgRPiOFpksK99jvCZI03M70Uvb0tLRtnua+Kmuo9g1yxCMBnDPszvKbRwIzszpj+9iemu89AZrHq9hQf4TarthVuZHEZ+dYc85pB9tO3z+tU/1hZb6fehOr7zesYdYzQZoxQEOwxAOUBDD73BP3OFT0VvJcQ9zOdcWlfND9yp5NmzoHB//jyS79UP6YclGLzuWLrNdBJU3tcNWc8txEFIaRLdOnxtH3jMdxsBLc2dnhuLP9voLrz1ZBIkFvBYG9gkHYD8z3wPWqV97fDNqbvxmkP4JNXyf6KGA85CHAx3LSHLmOlqs7ZViNe5hcXPWD7NfghXEIBoKBYCAYCAY+PAO69394Ej42Adc2Sm/R9jVn6S2M/2vG+5xv2eZqgzuCn3gudOVHHNmfH/nBaoUCBf6mBHlJ5QV/K2PPnloPDoL0I3lJ5a/jyKZ8ATbr87weDM7R/pjqUh7tyBjmyOSvg8cO+i2/4tT02fgIoGTBfWZ2z8u/AGIg+XxdYHoxPed/bleehzLGYQ7lK3hY4YQYERt64vzwsHJqGM8b5/lCL7YTdkFv0GRxxAOXOC4PYAfTg2J5+DpYz0/c55h+nWjtQZXtfsPDWcX4k/sn224n+B+GJe+BCQUn5iDo4MEIpL+RQWChvbXhQQfyc9nKJOf25/Vb87dT1vcEM6TfEwS5gkeVP1AG6HPt40Ff3xUb+dLHg20oF0r+rr7JUqTGJVwrk+2euoLeVFH+OV/ZRyjoQj35X+Kh9C+fJ8agt0EEgkUb8u3NEZfY9UaJ4Hn5LHBHoAOoHnZ/wwS5UdBJAagacFBQomCNf8Fus54FJR4nnYDFhjLBgxdjG81fUpjVcZ9refkJlNGmgh8Ogmg7Amc7giFtXEWX79oDlMpvKN/QtgItGouk52UbwXzcb5KqW+ZX2vM+mJekt4G+IVikNoXNGPB5hJ+HArjfwGEBNjjdzLCjbI7i90RdtVExjvHeNJedOCD4s/Pgz8YU/Dn4/+a1J3iyNw+GEPgpQaAdtoND32993yfwnecaM17zFBAZYTWQw7WHnR2pBHmIApHsBkO6wUeQfgXeAHbTH2g+B/1wNeU6Rvt+fe25Z2icPWPtmdOhYudvIO22SIJBW+TWrzfkx2DQnmvSlusRc9WbSKBXQIiAdk9AKHOfylw7s4Lf9MvVkKsmXUtB+DUVe7muu8Fz0p4H436+MEqCgWAgGAgGgoEPw4Bu9R9msu93otrYAP0Y7Dn49gifC/m7sHJt7M/Z3sKctFP9DpTtLhOpc9R5bedOusCDgAnaJDuy6a2RTGAmHw91c35gc96wdV1lR3yWOLzwN1D2XpZ9Y763HunItNd05B7M/46K8u53xG8RnFgTrFhietNjzUPBObYzm3SwxQdsX8QjwY1rWGMHa8pewHq9JqDweIb7i/yWgMXiDZjW5oPq3uEvSC/YUb57fDSX6GthS9k1qKyi9SF/6ZITGBcPpmvHA30+2Wb9RB8PBFUAQZEtWM9Q8k/uO9r9bRL8z6QHQRRgacENghgKjpyjBT3O7fcz/8f5Gyjo8vU3VrztBw+S+K8LaayzcSj4NI7Ty+4IFMn/HNip52PhYf6eIMnTHA939vT0GdzZg+zKP3x2XfmGp4dbczwhn+7xv7dNlU9z+UBZ9X1w38nf/WqZt4Xvw7xu0wlMPAkEJFyib66Bco3BAxfS3Wf+tsqagI7whBQ2SOXXPJzPoEDEDB44IUBR3qSS3xZ/gE9/2FrfghVI6Q5/YOd6UG0KaLi95ot+5JqDT/XNPODnvPdrUwlqHNGXULCzoFw/uapxHUQnGGoLEFAlKFp8mz4PxNIu19FMHcHQG9Tmuc10LT1HmrcnnevxhU12gTHo1xjpbzlOxsj5PAoAABAASURBVK6+x2u28pngTIGCGIlre7IBW0MpSwRhkpdlOMDG0fATFNQZN3AoJKI7OKCoTMEcVAnaLXaOJY0FJbs8qq+lZcplRjMDc8oEg8YgNEGsg6C3fIT6K2H6lTT9LaESDNrZXr9SpnLWlr8VpDeB9gfbU9ffLKLNslZOUAmv3N8ugj7QSClDa+NVTjDGCDAzPNYXLmPCOOqhBAPBQDAQDAQDH5MBbQM+5szf+Kwvh6eNC2g7moXEmyKOJHZF2mye49qm1G1srrRp/RZcbL5p61W2Z8Z4PuZ53sdKvWty7jfXR98jm8Az6CeMBCxaUENyHry41LcEQa5hj/0c8jtgn2NHvoKfih7PcaxlF/JgJ4I5pxNSkA6OBFV8jGycj/6HX/WQtvWHtt4f5NC32Ai8TMGVnQdeDmy6/aGu1asys/nO+QBX11E2+TvLfUHL9+R7NvPCASm4bWZXfk9+BPPfvxprAkA7xxjw0a/mAP/1oUUQ6JHgzgwET7YVa+QCi4DLva31N1kEAjproMBO8aeMvN5OWT+ij7gluHJPwEIof1/lUX9r5Q5dePxE+R3lFQRBFOi4Q94R7Li7/2zCI0GQR/TH288m3CMb3E6ZfiWn4M5/PaeUv6AT0Li/+2y34AH9jvFM+GR3dwUPyIJbe8DngWDFOe5kU5nQdAIZCmg0X+mC8u4vv3OovuPe5Oe4a3qTtwRd7muw5Q4JNg/2BDYEczZPBLake+Bjbf5mhd6u2KE3kD80HXkgiCF4kIN8kVsCI1tzO9+XHd8J6Q3u4w+pG9tJ6s0FAV3fH4e3u+Y7R9/U3wG3S7Yy+pNNZQ63b73f1tfzkrZVv6KMaerL26OvJtXPwce3IWCzc+i7eMBnAY3h3EbQ5uBgbPMyrg16O0XoCeJIjnD/vb+9IttFefXvCfoU7Lm2CEdkg94iEQ7YrkFlX4PWriRBGQIJLbAzXduW9rGce4cCQ4ZMjiPBk5NDNvPAC/cgyiwhBUINLUAzSgJEyUHARgGcEYMHYm5uzAQFaW443Nwk8skS9pSI4aTO/YpOXnaAm9tvvHzmQ1nCmeTlrhv1aIvBo5DxlDkC9g7TG5UK5sAv85BmyCWoUtO8uaLTFv6qNwK+FRASenQh661F0HN/ORwOrJed7Qj2bLn+KyC01ttB+m6xznf1Wr7n3qV7her0qsu+Igu1v2mMdXDYm+bnSvd+nacKpjzzKOOe/EMLBoKBYCAYCAbeBgP/1ih0H/+3+op+Xs1A26DMJZWVRZTEBrRubuyEPgKn0xX49gf7KHuaEbD57ugb5NgWdb9Kp182h0QS2Me9Un+p/Tb+uY/a56e5WXA+emgCBE9O4Eig48gDyoQtP6mu4AGo56FQOCAPh0d/yNND5SUo230BBA/K2x53tlt/trXjH+QMj+gL4EdgYO2Yyh7xeXz8y9b3n+zx/m/wp93f/g3+tNvP/7X7f/60z5//tLt//mufb8EnbJ/+tHtJ5W//tDv53WHH7164/5Ogwp92i7ylXLhHXoDye/q8/0x/SO8f/VG4YywzyEf2u7s/CTb87XiclxMcuQePPo82F9po7S4kgRHy6tuDJXDySFDEgX4PXHfbHZw0UE9lL8Hr4EdQRsEZB8EZvT3ib6aorpfhIzu63mYp/c36we511R4Bl0dw/3BnQtE/oxc8UfZUAzMP6A/SBfQ74LaHfwiS/GN3SKH53N1hx/dOgZSHT/D6Cb/bImUDdwR1HJQ/3N1R9pngjnw/u37n9aWrrEH5hmYrUm2UMdU881L+jra9DCm9odkWcpwXY3H9jnFXUF/ze5Kk7ScCR08eYHogAPTgb934Wy8e9Hksv2rjgaCq8/0rb8soOPRkHijhYVKBlR3fZf3ajXDY7UvgBds8INK3QMZM9ocjAZT9BK4VvQcysPEg2yuf0Xko7UGmbAHZeAjNFVZl5pr9GvhDrAccBq5qIA9cK+fgmk9bxW+ul2txeyA3rn9U5Fpf7K4TkDj/FZ/pTZMSL9DGYMKsLqPxNs7kGPzA/pJOlGc5lnEOzK3O1xZyPjfpXx6LMYYJqnOiW8kv9ZGJl9C++BFvLsnTns9JQR3srlfbGAhSMEhYjL3U1VicX9orEo4h9wYo6OMSXfKG4M7NqBe/KbBzLU/gCAcShUrKQzFtcKypjgORuVdqbWhMQuY+6TaXPTxRil+tiCiceHM6zOGlHOCitKW6agMQtMmOg/Xca3t9Z6r0IJDeDCLoswE7QUGgETuCrjs78MMN/RrrUXVpy4NJfK+MNUNP6riiDpi5aRw+nFoyCc6/voOTAU31BNRIwUAwEAy8DQZiFMHAv8KAbuf/SkfRyWsZYGvDnkR7mawNi+Bvqxx5htjb+KYKP0E7NrBBOh52VnBAClvb86Azgp+stbclpjdC1tb08X+02T4u36D4Yfk17dJfG4fe3rgKxu1vrZxL6o7+y7Ij/kcFdZyPrZX83vSGzIlN5JGfYh/hoq84ENTx4A4/gTzsN2w0hbW/HeMc7R9Ncsvc538Q1jnCJvsI+TZs76knqL5wb1uCP9sdcnNr282dvxGyIwC0IbDwMv6xDcGegs+2UWABrO//scdbcP8X8i8CP8IfBHjA5z8IAv2fB3/uCOzcEQxSsGcEQaEHgj8qu6X8VkGgO+p9Ev5b2nD9D7tFnuMem+MB/1v1Cx7A3V92O4K6tHkLPjEe9bXEXwSg/rIHyoQ7/Aqw08bdBf40D2gx3kU7BJPuCDwJDyrzQJOCTXP8TcCjovou2vB6Kq91lJ/B21U99TXDg+ufCGD8XSG9guDLgwIv4AkU/dZKUOMW/4qnT6PtSb825EGPW9u4/EzZ3Qz3BELIP90RDHlwXX/HZB4U0d8zETYEQ3b6Gyv6H4QEz29s52t9y1pfA0lBeoPyDc02l7XsWCXtHS/eVtvxndvw/bvEHv8JG647l9jxPXb4w+Gah8CtKYhzIH/w4Ax5vsMlvyMou1+g5xooFN9S1lOv5/vfK2DjONqBYM0C8hG8fE8guOGIXlCCO3sr8og8LMHDbV6Ah+DxobroVOD59HUB7zyr6/UIPNgC3CT8Sbc9oE95OuFmQz/uP9l1s38RFCqQIBAJIZowrzv1Mw+ANL30OfmfB5hKnmHRhz0TJDGfDz4vpoHS68gKDOh+uQD3U293NraLPE2SfGgEaaZxnPWjIJyPfWqrzV+SJgpnasMbK/VLWamTxvqUyU9jaVK6lw9oBVbzknmme186UNe7QndJHvUy0X2m1WUBxqWBHLazNrAUe6svg4DVmm2uU0aipPbIZiaP4LvgwRx9f3q+Xwe+j4Dv7sFRdF0r9HbQQW8McQ/fgzEQRH3/HhIMyqeeH+xknXlGQK+kMiYpc1CsxNowvKVOaH6TJbRg4NcxED0HA8FAMPDzGfA9w8/vJnp4LQPsk3Dlp1VsUk4nNjba4GA8sekRjjykZB5WsiSbop6HpoI9AYyt40Cg5LDdWe/Y2IGfrB0IvBQ82mEtrAlOPDrar7tsH+/J35vy6/UtwYrn8bh4e+OTTW9yPKf/jc/fdu9vcnwicPEc8LutwFdvmZQ3XKiL/Vb452+7BcX+yW7v1dZftC2gKy/g6/01ycO9Ah8KKHxWcERvxHz6r312/IUkeEGQQ4GPT5/+z1z+/X/2aQ7sKhuxKPvDPnl91RX+IKjSZG1bY6BvjeOWgMzL+JOAzgQPSBDoeABTIOMvD6jcfW7yb3tQEIW85APBIpf+5sg/lP1DYAH5gPRgRdFLoKLoTyp7+IzfDP43U8gj9fbHAz5FfiaogZ18q/dwh43+lH9QEAT9wfEJ39KH3moRih2blxd5h+5Q8OXzZHuQ7virzLnO8w7bNP9adm4jYHV3+4fducRnlNg+6dwDbJ/PMPn/TV3AmrwDD+Du9pPdsc4eFrjFNuHh/tZGPKI74EF217HNdWxPj3e2xO2UX9/ZZv1QsH2wrUB+u31CfyIAWbF/IhCDTuDlyDXieNjYkQesIw9Uz+FEIHmJo50IlhQc0A82kB948JLM6Jc4WeYh6xyGjeg1z2b6NdGZT2uDcrUrnzwoeMEDMkEQKnA95AGN8tIGdh4t0xU0X5U1vUiawL/omdjGGbgLKujxEjyAoWYcjMflCwc9RL+E2XjauC7lS+0Ta6CYoXNU0pjmGDAuocfxhsu+qDsbb+GQJryDZTs2D0QkyhzVV/4C2cuEr9dVCf0tOJBNOLfX/Dg2fGi/nStrbWitcJ8c883eJPXnb9+0+hfSm2ecmlOrey5VJvhc8KWOkjgr0LnJVvpj/KMvem1Lfhprk9LVRpGT37W8zqGpb3goddQf2pg/qw8vpQ4+nlo59ahzjQOr43R3Dl6DgwdyKFN7AkWeZHdFh9YmepmfKxxaDTWkHpSXTlCIMfbscfSm0IFr1A4cuF6VXxPb2NbfEmLPwj5mu92a7PLr2QcJWX/TTnsloJYn0K0n+mHcstMVlrLHQpkl+cyyv0qNfoOBYCAYCAaCgZ/MALfqn9xDNP8VDGgDcjIFfvRGi2+G9Pca2PTshDUbIII32/U9wZlHW2/ubfv4CMg3m4I4oPytklv8KOOhcs1DpX6tZcJn22DTWyjr9usrj58J0lTc3qE3FNv9/WeCLMI/9ng7t/1DQOe1oD5BiftX4PbTPwRhSrtNd0lw41bw8r/c55b2VHaPzduu8pYH+ntwy0O+16HeHUEY4XOVTVf+8+f/2mcCM0X+n33+DP75w/75R/LLuHO/P2gD/CX/P+zur/+SB8g7t6H//b9WAk/oCkD9jTzHJ3yw3YHm6/rftE2g6XOFAlX3zO+euT0SFLkngPJIQMbxyLkimLMWOL9rAndPYMOaeCLIt2HdzOFvkfiv2tzbZvNguwb/+ysPpr/DskNfwH2e8BeoswMEJHbgAHYEJAueTDZBdgUmd/uNneNA8MJxXNuhgTZG/bi1vuGE7thZfwLHBuyjjq3f2WkMcKDzcHFqoGw4w4n8CPfb2+mwHXGU3pe89J685FG2M8jmZficCMR4v/P2pXsfuxqk2SDnaPYmW9nOeur11G84oB94KDowBsliP1hPoEXIlC1xtEyZoPIlDtQrUPkC/sBNoOZCKsBzJAh0Bu+DwE8PxmAOD2FVz7ST0QfgP6Enb3rIrQ9tNkr6HHVdL+dol1oevq/46GG0YWpvXr/U001xCdlp243yR58nt589TFNezQScKDvPnxdSfp58rGPggjHM9Yv5qfbAoUJPuReoZfCar8D0hkuFyg2fApr9YpraLnWu5VsjjcMmm/0FKVcHB+aVK16o8R1FXa3bTlLNusDGEJx+z187yGFun/JZFeF4KVUuS4GO89pz/dkyhjX3azo0qUeypQ+rOQyvTPN6L+lXmluMSXXlM5M+uGw9suf7Lhy4Rju4rrU/HK0/Hr3jh1jr9Y4gdwkGHbiW7gls7/cH6vdgb7p+iB/tn6Z5qj9BfTfgRZ8lxzWoKHEMBoKBYCA2CIpLAAAQAElEQVQYCAY+DAOLW/SHmfUbnGjZ0Jod+UlWr59+6adcBHvWBHMe729Nbxt8/vS33f79j336+y/wh3368w/7m4DC33+hg6b/udD/z/7E588//mt//vG/C/yXvPDXX/+f/YXu+Ot/7Z8Z/vrr/9lf1Bf++eP/8CMvKZvkHzXvusorVH6GfxjXP2c2tSvI3qC8UPz/YDwC7VK3+JBXUIaAigdrFLBx/U8CNn9a+dWnqvtbJH/b8i2Rf8j/VUCw5I6gyQO4u8VP8Lc78EHe334i6PU3wbB/kOf4a2F7uP/H7u7/sjuCUQ8Ceck72pF8pK/7h7/tkb4eabfhnj7PcSsb51t21z3/J4G2v+2e+vfMS3i4U3vY6FcBn/u7T7RfbI/o64dPJuiNLQWB9OtGkmuCQVsCgC6f7mz7dG9bBRQJCCnAuN8+2H78dTfKZr/etm12+WLfOh7df0+g0rFb277iiJywsSM/zS14Qr+GuY/0HYGXObARSDnOcOKBwEHg4+TYEPDZVuyRewIdwrbIjO44lvwiMEIQg7w1uN+eZwrsucKo5zoPEAQtBivS0M+RsOmPynpgwx/AFMQ4QyIPrv/x2N6KvclMHtBWOsMN+QIj8DAAyQbVaXqT2Fpggbrn7bU8k69XzQH5Eigm6cayAJn2RsSyzYx3tsRDsewdudaX8okgRPJxWZ0LvsrzACd78VUbqihZoXIBX/kUX/kUMJzaXmu3yFJa26h1m01teL00wL9AHQwkb6v4nR1bYZX+tkV1qSZyAw0VpDTUtkvemD8Or0j4u1fmQRig5wtghxPda2yc2+Q1aVT0VC2sD04QYyR/rl9p57Jtb6weaKNqP1RAJsnPw0KSIbn9df3JW54dBwHhtRPHViabyhqUfxll1uUccRbqOULT+YBDNBooXiikuU5Wybv3g3KgtCe+aYY20ag213GqSfXmqGZmZT8Avq5pfpJk1K4bWl+lJ5nnqJ6TE3xoMpmgUCYg1I/Y2UF7o/2Oew3BIK7/B+4tW7/nbG2vPPeBnuv/8cg1/yT0poDQ6ezXIWGKXiCLY7kut+5la3rIYCAYCAaCgWDgfTKge+/7nNlvNauy6TidTux7etuzedmykdH/QKQ3du4fPtsDwQP9mot+dekfgh3//Plfc/z9B1L4P/vHdSSBob8c/7W/8Pvrv/9rf/75v/Y3kPzzz/9n//3v/9mf//1/Ff9HGXl8/xQULKKPP8HfBF3+FAjw/EkwyPPSCRiVgNJ/zSVBoz/noI2/z+B+1PsbuK9khQJRpZxxqD8H46PPP4H6/fvP//Nx/v03kvK/fXx/2CcCS58ICH1i/p/+/tM+fSq4JYBy++kvu9UbQLd/Iv+xW4Iy9wRN7gmMPMLrAvefbP146/9rk+SaAMnT+s4c2Df+xsytTfIeHRAA0Vs0CpxsCdrtyXtQBF3SAyn6Wyx6i4WfZO74yeXhyGZ2v7HyN4jQlW+gXL/Wt/TBt5b3Bza2bIqH04FYwxEQPCDIkEHZzOrBQDixzwUKTgxV4iO/rLVGG7k/Wn9SGwQ2ZKtBDfmY69i9Tm+5vqKfjwfrBfp3SRvjWyXUyaDU1bgq2IBnh9b4kXU+xzVb6dfoW22pzQnMxe3nct5m1dvYGFOpr77mwA9+8gKXNvEqH0lH7T8TCDJBedrwsmekgkAFA88/z+Er7GMggjpX9PLHZLPd8NAu+LMYV/xzOb9UUszYyoPapZ4pex1YeDSbz0B2lrx9DiSs8kXwQMZw6WcAyjdkFKGJgS4GfArI1IKMSpkHTpAeWEJSSgFHyunj63WqemptKdN0yTlaGTb6n3fnD+cqHjEwh4nv0bxQaMfzkg1u4HCepy0I9XNMKeqifbfLSNkyXTNesy1rvS6Xn3Fr7Tf5jNurzLRBmiZLRpNd1MW2yF/PlFBPOZp1ZiCBubSrn4S1AbWmMvt2VKhHGLgGIrluKCA3whdLrdiaalLmpiPVYkNZz3J4LWjAyTI/iqpmafK1LRW/VqtJ2kUlebGk+vDOmKPnKXHpB/yxl3nAi+4VfFkyQaAWAPLgz2FHEGhnO4I9O+6l2wr/u2cKBHGP3XL/lK/X03Vf12f9Oj1ttvY9oOn9MQiX3EukBoKBYCAYCAaCgQ/AgG69H2Cab3WKZfuW2QTqJ1Z9vzP9NGvjb/18tgcCFHd3n+3u7pPdff7bPt/+Y3cewPhk9wQrbsH97WfX7+9uzfEg+ckeJR2faOfO7l2n7AEd30favj/DIz4Ogh0uKX/A/0l4+mySJX9bdAVIHrG7vLOHe4Eyz3+2B8rOcYftjnE/3H7C/5NpHg2azx3zu9M85/hE4Ib8/Yi//E2Yu1txUiB+7j3Q87fdwtW9gjwO6n7+x+7h8J62H9Q3+oNAEOjBcWuST8xfnD9h05syT093tnm6BQR5NuDp0Tb+61GPtkM6FOzxv8HywLkDmxl20p9su3niJ5ZrgCToc2SD6iDQp/N+3O/N87ILBHqOgnSHyvd2av4KvggEZLKCOKwfraESLGEjS971FohgI83ThmWCQANBnsHrHWvgpzeiOZbZaCtAYviY/gZLawOZgakcez71+B7JCvsiFUBSPfWHb/INNd85ghLa8GvjrwvNDZkbmTGQbEKe6XoQKPDNuiqCyZeya3naVaKIXvAh4zoHr8uYNK4JM5/m+wqJC4nxciztongq32UfM329HemD8wNUuCyHabwTJ5Pte8c/b/MlfeyHwXUEbdwXXdxqnKjj+TTKJ6gUaMiI1MoUcCF/mQZMM2httjpfJWlmkdTmwkDm3Kb8c8D9VUn1547KC3Ob9BljM3VGIk7PFlB2nq75fouttau6TZc8z8v2rVBbDa2NlpdstmtS5ZdI1q5aXLky5SABO4cTbC9+fKlyaMGenmtlz7W570/W99mkq8wl1xDpFHO9NceLjb+i/xfrM64Xy7+iEJam0ZDx7zKSWXgrrpYor+fLgQFQQCKLzvyNgE3WfQcSet2z8gGeDh4AOoyBoJ3tdhvTH4zeb3emvxV0IDikXw/rua9m3R8FAkHcQLlD8YMFtU2bGs85x9WsoiUY1SK1ISJLGwStvPLCKzLBQDAQDAQDwcCbZKDcb9/k0N77oNg5MEUdT/x0ShsdbVp267U9EnhQoOWOIIWCIf73bQhK3BO8kO2eQIXwSGBGbwg9KmBDoOIRu2xPTw+m4IWCGBv0NcGLNYEJQfkNurBD+k/O2EBpE7VHjiBQofEcCEAI++3e/H/iIO/BCQIUJ8eBfVXFCUkw4ERwwsGm7TSCMjZiA2WDfNz3YBk54WgnylTuYIM8CAougMz2rcHIG/mCI1u6E49xBD/00z7smXoCHcCyHpRguhv4OS5SD38Ctdour6O2YSu/plKCA4ZNX5DRxqY1UUcwpHW5tEd/hq8Ng/eVeQhV3w7KXPp4yiYxs1Gcw/Bp9TNtXIJ5MV+1U+ZD3utIqs9Mv5dI9GMap8YmaFzU80AQ4xl48MigJyiUBXTl1Y/n1WeDyqmT2ZD38mND3bdgELZMXu1O/WV/CBB/HYeOp4Ai4ZY8WUMw7uECXkahS8Y/8o2OM5ybeVtmRTc+zb9JTCW19ukXg7fpPtkW51Xn1oGfl0vOfZQXZFNDINJ3MwDVnAd4HVuSZcxUZUAOdb2gjimjAa3zBl8j2OZSWTwX6ZpNdWo7y+/nVedFc28zIy6v4VeP9tqYfrVtzklH5gxZ+RX2Ms7EalyAgJDyhr0A14vE9d+vw1wlWWdaY7qW9q6fCAABAkGyY6pBn2ntTRr1ve3Oj997ULvX8K3ttrau1xcHlLiTH/jWSWJTgl7SyOJ0vVahIF/agKDM3iKzp+jBgR+eeVCo/nqYgkBbAkH6gZrvYw5rDxz1KmcPI9sReeSHKifuY4L53kHc0j6jkjaC/vyENFnL5alRTSjjG+tVv6k8tGAgGAgGgoFg4JKBf9uie+2/3Wf0VxnQVkEP9Hqo3vd7NihbW+8eCN482IOCOfd3NgZ3Hu/driDOmqCOB3LWj6ZAzmbzZJsnQEBns3m0LXKNbQu8DLmr2O6e+CnZGjRZdAV+FAQ66I9OX8HxsLWCPRIQyDmy8WrQJuxEvm3IejZnPT49AZ6C3jyPj3xzT7DnDJkycdF7QOEENccCBReACQQwSsDkxFaan+bhi5Mp+JAJUAzAdQIX8lPASLJAjA8EDXKFIZUfTBu2js3auKX2YBBmviEdxqsoxTzAlq0/jZWNK3V84zqWGz4vQBUFOkkLUKczSx0NYTd8EplLWG2fcbS+kSaYPlmHAjawWVBAB45OcDpwrjLnQgGdngCcnzvORX842gh8+mMP1eWcaMM8EAg6qR2hH0ztemCO9o2zUzoUt9I0BqHqVdUQl+jk8Dq0iniXWjMDahLEmYA+8UGFMdWBLPKyCc0oveGarZX9TrLN421Inb+k88RwElDS+TO+k9IbWtm5vZVfl5wX0rNl3sfkMGmlhi/nM59SEsf3x4BWIrPSIpgDU0kqF0ru/Ditz0k798lcG3WtnKMEgbJfQ5tda1xrz7FohOv8WX6RffMZ5sn3qR01zwVEXYWuASVQPz8Z6Nz3M+h1nxLqG0GH3Y591M72ehsIHAgCaV+znwV+FPwR2q+JZe6B4vzED+L4CRTs6QcrJ0b4Zdi4H6EaSecKcSUxZlpczNPzV1zDFAwEAx+RgZhzMPCvMqDb7L/aYXQ2Z0AbDbZBbEB6fhql32dXoGajN3bWD7bzP8T7ZEc2L6fjjofvPRvEE9tH1QMd8E0EMp0IAgwO8zcZSr5DX3kwI1taDXbjyEgjb3bTCdTrKAed3pL5IoxHtWEBY1QdkExm1jZtifFNoJ/qIz/5z6EH9OJLffySjxudBn0juELvzIiBmI/T7RnDgC2b/r6K2rVxU5YZiXBCDgDJHIuP8oLKBekF3nZn9FFgZx8fi/dNAZIj8zX6R+tAS7WsZZ+V+M3bnPSOdhsM3fgk5HOQz1RGDv+WNEetNeaoN4EUKBMI3vQKBOmnoASBTofe+uPRcSB4d8DeO452UrmCPgSDMlLBokwbA1DQzbxd+hjoSzthoXU/yqwXp8gxDs4xyix1M/0rVPiTt2oXyCBglRBQI71FBpJ1+uaw6Em+tq3TGtaZNEsy2vKTltlX5vIVv2u2K24yja6jImvg3TFAIPvKnHQpE7id1dKuypdEXalaMg7ykrWK2lM2c900MiSaV/9cQylQvrpWQX19VzzXVU02e5efF2e2KIQvmMsEhAQFhQ79znqCQgoEKfjje6vdxn9dTAGhA/r0dhC+/dZ6fgh3JJh05AcdJ4H73omgkGDIEfRljjnt7C3qviPrfrhA8eaUziu4rpFPpdc83C0OH4KBmGQwEAwEA/8eA4vb6L/XbfQ0v9VrE6BNy273ZJvdo60J/vgfFNb/toTtcFxbz8N4ZoNjg956mTYbJdih1gTsBIUSAZykQAdIVV8R+OkIqHSc8YLBVqNuPHMphuYNRQAAEABJREFUP7CpzFdg2ObAj7b0bCaUPzZr1qQHbni4T+dI5o2ojvt4G2rLxroak9CtzFZdB5DSMa7oYHVDnqjVjYA9gRug9jrKOgJeyeedrXADJ75ZOzGHARug3KMQLjHBEU+hNsL9Vb+BOszFKrRhbzDfvJ8ss1vXebSxrpWPJkvP9k0oTSyP9KK+GBqCfunxqo7RxzKvrXkorzJkFWpE49evsCmQo7d6BjawA0GegaBPgeZYYAR4MqAFOueBhYEMIFMnw4dLyiWJWuLOOcA+NDiPqt0GIN2gfwD2uo+qztFqJRTQIboF5xafN8dAKueb70hSVDfdmGRKCVmgISfKBOmOZJxZDhxxJIOe8CePxhETjnOdLGm+YKRjihQMXGFAq4NLmi6NjuYi+3RZ7Zp5lF4+5qQsV6HKS7sDheTIcEUvfaC7IjOdIDhyifUj7mNq/WrNj8bfQNGMvn2YYnJRWwZA8u98KYNNeMz8kOJAMEe/FqaAz26zYV/1NMPGtuuW157rkTy2/doO+nUxBYQOe+tpI7PvOgl+HpiDgkHeGXqzef65g+5/oAaInvMyL1CbrsQhGAgGgoFgIBj4aQzo3vnTGo+Gn2NgdpMnYKFNnzYZmc1Gr//mlJ9c6X+AOh4PVh6+e3aBQBsIHrI7SX+I1iZSqJsLBTR8Q6L8wKboBDLPSAMDIU9fafamkIImDtpSsMaQRlBmCapSz0Cibceoq331JZQ+1EZHGwVmnVaYoLZBGmGMrWFwv05lnZkCOMR6zMdGXT0QKshzs+qsAJ+VWQkGlT5W5BOBHMHGz4AmaHwZPdv0ltBAvqGUGfMrMPyGGXAdyzIZQW0SEMHOltMUOLH693twWCSeTZkLbfpcXi/xXLSzzGgML4GZUFwCMgrSCGoBo4SjzV9S/sxEm2fWWK83g8D0t4DwYX6ao3GeJtAegR0IINaj+nBCPtOGOMlsnDP6CUiOILhUxgaP9Gnw6EP64iHT+zkMW63IcLwpuJal08FRDa7H4c0wwJcjEQZKfNtQLXVoBHza+NJcx6/ZLZklMOalKC/jVcjhFaANr/4K13B5rwxwreMaVq4q6H51kTyf75lN155zl1l+WdxRwmJjIbPiTYt5Dt3zHPLSgsQPldQBJdWV/N0gFs7xyjnMpixVtIgj8SaZ2JeY7iXcc/Rr5Are6Ne8FADa8IM0BYH0K/HlLWt+2LYpWBMI2m4JBvEDtx0/gNv6/ya2s73eus57mgT6+0C0y92tDrbNoWb9ptNs1yR+mH14471wbkMfE46jHkowEAwEA8FAMPDjGdB99Me3Gi2+wED2rUJxaDf6bKdTz0aj5ydOR9Ov4Jz6Iw/UYOjZh/KQ7EEfJAEcBWO6lpck8OG/tsRGVfaOHiSNvHwNH22OpuDLie1kBpKANhN1Cgbsc8gPaOeCjwnSL8DY2Nior0HSy4utI99Rr2Mc9hzwYcJmQ3a0QMHkj535dAKrtgMk0/NhGgNf8hHo1/tp+gDdc1u2MtcmjfywABVqykj5yQeV/hmglIqBLPBc8c3ug8Gz2ZwK9K+VtPDNSX0xsLP6DALStHE2gnRMeFbOHPTQ48BPDYAs+N/3OTEPOCSPQtUMpuo6XwPn0ANGkg0tiKT1PQfrOte2svfZRjvMH/NLBwynKM8d5ZAb65MTc1Wm0yHwdhnQeRIuz7xx2RjHrbM8ZqqSqJO4CEhW01XhD9lXS5oxocyQqEEWYcK02DHi+RNSNPlWGPCFpkNDG9iAMgfZmkZPKdU2F9kX8qywLSNJrV8WmYIYN2llN1VnBdq0+DqaExDTYlTmQ8Hpmg7OhLKFBDS4KzpH7i/ZMVjmHtZzT+r5wUPf9+yzDo72htBmo18PIwjUgkHrR1MwaE1QSAGh7XZjB70VBPZAfzz6yP1M+zahXKh0fgX6vkjYGZ4P+KKsGBhqUfyIv8s4BAPBQDAQDAQDP54B3ZJ+fKvR4lUGtAkcb+tsRpqT7OxQfEOSCfyc+r3pV74GfuKkB+usYMbAw7fgj7no44byxCOQWhVONMkGVT8JI6jTCdRV0KRsUFQuyFfA19tDUkd+He1OsFnb8p9D7cxBAMv/21ZseqCnHWttu1TdgfYGM5Vr/nO4P0xg05yNAIEx36xdETbpGpcxzkTASzBJAhnpDOb9MQ7mbiPodxjousjig+6+kvaFj3yEuds8T9veFuWMOTNHzZgcSdq3gurfkLQPTv5g0fEMIRhSjxTlK584EwXYrX4SUqDMqDuh+CS3N5+EQoJTD9rp/DHnQXNvQR/fbJ9Y2gLrg3wWOJ/ajHuwSOeYc52xGSgsznmlj9oV2pTmdI7W3M6AaTiOseytKzG+iYHp/M/O6FTsWsd67sza2kD6emeNpgq7+KQLS2lA3ws0itMc3jiGhbzSRJjeGQO6uMyndJbXkpgVn5WWa8+s/JpaVxwrC41Fp+BP8mtuzaskoUtqPXufOgjXWvwgNp++H/j+I8XRHE4Ddk4KtyLz+3CfrWcv1Xvgp7eePVbPvabnXtQf9nbwPxT9VP9DjQd72jzYZvdg6+2T6dfE9Kv5u8PaSiBoa/t+RzDoQDvs09ir5Xy0EgzK/CCPjv3G06QPiItLlQvR9iiTUWOe5VBbO9ckxZGCgWAgGAgGgoFvYIA75TfUiirfwIBu4LUam4+iyQa462fHyfrhYPrVGXYS1h6KUXiwxU8bC/yMnNAhBZPdoQcnQb7qQTqSAElHeVf9uy7bAl5W/AyfAvLYdew4lLpml7qNHy2mRP2u1pM+IeMHGH9HUKZzP41voM3B9PCveRZ5QhXwJzjgNvxdEmTA2dtK3g8+C9k2VbRJP5myPHBUoIG8jTiv91yertS3BEiuq20Bw1k++/hkFwZ6b37Kv4CfXcTDRXKYb5wTJ0swbEJCYjIHB1LRGZd0o9xcwXCRmCMJljk1J+JBJ/NAjwJB8N7rfxZD7/mJqYONt5fzPejZnIszP0esDav8dfThSMk6wZAA8xdSXpwRhuX5L1SK4l/JAF89nXqd+8w3RnrmMIHvka8Lnc02UGxNnctERkDME82xNtURVgTdoCgpg/Q6vuLIVMmaZ+m9atVRKdI7Z8DXgq+TaaJ19VTDLDdTS6EqCsppfSGVZY0ZKyxxF2zhHuW5SOOg1OnA2k1Fnh0vujkrf1tZzeEavnaUL82a9kn6QZH5lV++FboIgHKN4aigEDgcjgR09gSC9qZAz0G/LjaDB4IUDCJQpGDRwX9FbG36n8R6/do+yDUQpGCQ3gg6nTI7jdqvLjZSJa9Ote1ZSiFDtC8CV2bgR/N21cFLwDVSMBAMBAPBQDBQGdCtsqohfh4DujHTugQPvWgkMiS/d59OltmIZDYSgz8cH/0hWm+9DNrE6OGnQXlqm0s9ELVG5lJ2QY6SKpMEdT+pktJG0cwHYmxFBzCXVWelKPiBqOWyF3Q00bBC942yt5fJNRj1BgdGEmNhDh0wYf4mifI+3xpIIAiU+endQCDHxB9BBXGT8cv4FeBLWdbOyfsm722WfuhwmVRGfe/7Wakqqi854RoHyTfwmuPkJy3pMEJtfQ1KxfLT4cQzwYRS8srjchBUyqCl2Xj8YaSjAEifA6uSmhLMOVY7gkpoB06zwDkYOC8nnQ9fz5wLfkqalRcIBmXOob8BpHwD59fPn+rrnJSOaByFxOIpOkfXR5sMc2hM1zD3Cf1NMMC51vdYTzw69/k08BXvybJmtHZUzndf33+H8sDHzhrzZeiZeuC0Z+zepkye54Bjpp5DulDM8irLuWhnR30XzJfbWUFkPxADuqctpsu1R8tnsrVck5TMVHIXias560rHWqROKoq1awVVImiTZczqfWHJ4vYRkr7LlyxAkE+eE+T3L0krPDu3VXcfHTL3VdXJcMp1x3rruVf1BHT818MI+ugNIP3toM3jgz2uC/Qfdaw3ekvo3tbjr4k9EkTaEUTaIrfW7/e2P+7teOzLG0LHbCf2eWXMpU+NYEILBL1Ccs9kwEqOqY3nNPX3XFnYg4FgIBgIBn4VA7+qX+6Ov6rr6LcwwKZAt3B2ddmlbv66WQtGWEFyQNrsM1Sdss7Y3DQM6ILykkKuvk0or/pLaCEk9d/cRim/milOapxNE6LmExuthF7+cDN2Ht7J1rEMLg1bbcXziYd9olyYc4H3XfSB4MAcWdxgUwBBduWNhzwFgRz8rI1GaF5jBbSdCUQsbN4/ZVVmpHyugaJaVf40+8XUTR5w0TLioOmlwSn3Wk3Bn2u+sovza2UXNmiVzecMz8pm+BPIqsiRmLjadGDR+BvIeiptiJcGzJwfE7wxWod7BXhkG9ioOvrBFNx0yEZe51N+LrG5rOe51KWP1i7NevN0932pzKhjFV6DYX89LD7fxYBWE98MznH29Zh5+NID2GA9P0HvZScI1FMmNB+tjawyrQnW7HNDcB8tGvfN0sBAdUG1ZFMjksqz3iQu0JmWhVbORVEY3h8DZyda18PFJM/KF2VaKM3g94LODJm4gyfJtOLeSXgnJbw6oCQdlKVoLFIlFTiaWRnpkgsHN3y0g5gAnjg4IZLioUhRXAC3rphzb2QLip8T7vV7VIJA+WC9fs3roEDO2nY74dGeNo+22dyBB3t6erDN+sn/VzH9mtja3xja2JZg0N7fENrafr+z/gAIJpU3hPYEt7Pp7SA60kBBGwPqRSq+8j+deuoJ1ebjZa/IfdPVi7phCAaCgd+EgRhmMPBLGNCt8Jd0/LE6Pae53fSr1AOK7uLIxkvXFKT2Lgg2L1bgm0l0djHnLcvPzh+KeIAqNvrj4dxG4C0d4eUUqz0PBGCbpPpqGOiVwpqKv8q6amli+TCVspW3stvYOjbBc1BNbSGYnS0gasr41CaAJ7ZB5ja153PAPuoUeaJTr9wkY8Cufp4DxSS1hVCaqcraYmSdGfmprc650fmSzb73441o7DREVx2gOzJTUl/e6WS6omkSAm2RzNeD3GQD2LwrmZ5BKce3lVPH2/G2ZAfS3c5B56i96aOgzhyys3Ed8Bmo428CnQY23SdHVgBPdpXTH1mdWYf5+cT4pcQQ5JppR7K4J6dPNJb85VFlr0GpmYqI43cwwIny85xN56qgRz/xsHSynpOfefjJ/OS8x6+vAaGMbDbXlQf62x7Z/XrayL6eetaA6hU/+vFfOzxRNuAjYKOO6mV8zVca63kuNczvmGVU/Q0Z4Ovt19c2dPJfvtY2Z11FpHOfo1IJ2N9YkWpo5bpRJq8GlplfrliORbaCkFcZ4JtrfIlJaJDGsfqJyaoidB7FPWpNrVwycxaQ4yYF3dnvabeg7w/oOzv43wzaIxUceiI49GT+P4wpGLQlILRVEGhjuwNlhzVBIAWCBOrSRt9vue7s/a2gEtShL65vZgSf1CeBb6vgNslYKcfO1OifLDoTNv3MiyukDAANt+bznMQx0ptkIAYVDAQDwcC/z0D697uMHgsD3LGllLs89/Sa5wavwJk6j/8AABAASURBVIuKdHK0fXSdDImNCltGFBIbyKqTKRucmlcFh9oc0IDvCgYbeMDhmQqZgX6ChA82usVPibzEM6CrMgbKL/VuLLPFh/7rw9RlHcYs344SkARaIcdRBbXcVcbGWJkFuYENEfk28NYFJUqp2ZUB8/ZsDAN0Zq7blc+sQalnHqW9jjHShiIzDqsfSkkUmvFTXxv1Wvxq0Tpmnpy0AXDSqE2+zo+zSF5+LwEXP/9IPw9zyRBH29KuXEFru+RK17LV/FWhcp0jQcs7+/nSyE39MRd/2K6BoIzMfBcEPaz3+rU/2Xio9zJ0GrjS05xc6ZNLVj9TFu3SgvGbUvdNtaLSBQMsCBKnVuemZ3lndNYMQZqeoI+CNj3nvidAqLWRFUjkgalnPfu6YH1Ib5BN68frUZblO/4NqpP1rLGeNiSz2lc7/jaa+mUkyjuMccxwMfAwvGsGlpeSL0yVdXPu4fX9YAo8pNSCPyvyQqIGd3fduOs9iGXnC65IV30N4ljSvBtVL9YPctTky3c0Q1CDCMIKB6Xc85Rj8CR6nX/PmRXa5Ct+JUEN/CS/X3DfSmdQtIWbXiZI4/A3hA4EgfYEerYEgdYeBNpsHvztIAWE1msFgp5Mfz9o528Hrc3fDNpuCQrtqLt19P3ejsKxt5NAP6cKRlhHzbgZYwKTjXF7aZPs5XycTXphHIKBYCAYCAaCgasMlPvh1aIw/mgGtBkpbYp2oeTKkbzfy5ss1nLsXHixNIIgEheQQwObiPNytjXVJKeqXgj6l00uL0E+I9RyQzW2uspKl3wB6nUE01UgyDo2yOjatanMfIOmxuhLwvNqVBlB+gTVaZisnZobYf5RJyg0Me6x0LGMadoTdpYG+Qt29tF4BaP9rkK6TZ82oNdIamXm+BJwKem8vWLlqIkIqLSlY+GxaKpWNDgtCkfpc2BqydeeypqhSjXUgl1jP7XM87UOm/MyGvIeBCJHmwMP+cKJ8l4P7X0/PqxnHtoz9oyfMF/aHV3MQfYi0cPMJjZn2W9UGT01ly1jiPQdDHCKvfaAorOkc52lO1gPCth4YOhkCgT1/KQ8u408wR4FfnrKs9ZPDfL0rCu34XdiTZ2q9HaHwTJt9N4+bWh9sbjIMg6d2+dAcaR3yoDO+TS1Mafr22SeaaPHZNN1kKu/Bx488LOydAPSym5ubkbIZqkz+ZklEpCkpalVbJ5BJu4tDe6HzSUVPnKCH31nHVd4gDK4rQWiDFXff+O7XqCruZBNQZaEvcHLtSlIBFa4lnDBsF5/Iyjv7eC/JrYhCAR2a4I/a9ttJB8ICj2Ql12BoAm73YbAz5og0NaO+4P1Atel7P8z2dF0PeOgEYKWmGBTXba85DXIifF6QEh6QRZBRfWjsg1M2W1xCAaCgWAgGPgYDNTb4ceY7K+dZaE6sQlcjmO1zHI/z/qJYJZ/x/auM310ozY9oADlv4iMB75eD3UAi+TlCwt91bzKqlrEVFtFDg5q+zmUehzxM83nG5Cok2zFuMRBx+YMyW6uw46R1Nn0SZPqmvKCMpKC9OdAW75xR3r7VS7cZauGiRIMaltgu4gd2tlP8XBJ4MMfZJE4leR8FPWnHjUc4WonHdyZw77m89zYR96WjRX3SogXoUtq0UiKFz2E10BQhrjMJnugPBP0KQ/0JzbcPUufB/Tmp3qlcW/FJ6K5Cp4p5ulIv3P/i7PTztI1aertAkYbU/uhfTMDfs5Kbb7aRZkd/Yz4uuD7hFRAJ7M+egV6WCu91skCR9YLa8XLWTf4DvgN1M08EGUki6m+aZQ5i6wNjmOXbZ1ICmPBT1Oi4TfOQFkG5bgc6hUb65nEvUqeCdmBZDdJgZ//oK8s3RR5k1R+w4U4FVy9dp1fafCtftLMP5Pm2Xd3mHiGMp+9Zixcm6r7UChpupebPhgkRqjN8v3PXCOkOea6XxeKn1fzJjL9F1virlBQ8jpTWW8Jcb3pPahz8L8BdDjsCPrsCApNgaDtVr869mjb3b3/3aCt/90gBYe21n5NLPd7ywSajICT2ZEhNGRbrXp2RlO/6huHkghqn0acsAkIpVqFaSo3QuZxuqM1lGAgGAgGgoH3yoDf0t7r5N7kvPxO20Z2Rn/ZsbRCti6U83DdjZaiaMPCzoB7Po2Rvnjjlk+pWo+0WzUj0DTLNWuRA2IECok9D8az1Ow8zJvgxRp1x2apwJhNgZ19ip9Rnpjrs+iSPID8zdu18ZNG7VKZyqQJc5/zPA2r8bmLm4ye7fzj86YFlxRKIpYJ8rXbatDJavr3SrW17OwylxgfqUyi83Jl7WI+pcy+6tPZonmbPlkLxR+2J1vTkiq1zPk4nK7BBrgZBh7k9XDf3u5gI6w3PxQcymyyM+0PcEBciO9CaXCcBZNMWk+0n0CZf/H5uiMDoo/SwVz/ulae946SlMzXEUcno9NxpJqVpLUwQ2Y96Pz3SAWCeh62hBM/RT9hc7A+Bq2P2a93ZdpwcD6zymrexmtWOcs6qnsNI/BBGWBtaB1MeA0PLGRda/xio+BOx7qW1K9/zfViM4JCuhYmo5w60qlg5nrnkgNJ7SI+XNK3UDibuOh4Bkn2mXvLSwqlqLTpp1jXAuD7KcmrUC3VAXobCJ8EprWhG3/mrFGOPWcFno8EcvZ26PWrYrv6ltCGIBCBH/9VsSdbrx8AkmDQDhx2a9vvhS11DwSyDwxLbQm07QNGejBIQR3pDXWMCvwwhmls2RQM4iAHSrLDM2cHtXRmimwwEAwEA8HAO2Xg7Hb5Tmf5hqZ1eZPVKdCGELCF6Pyh1SwhtZfskso7n4Hq+h6AnHTEC2mqZ6idDmrQYUYHYAXQ3dah4JglBbJjUl6ohqFKibk+tqOC5zBrx/2LHz0XxcepnKDxrazrAHxog5y6jqGrDZUXlCN2exlGuV35JOwvwSi38ZPQ5iB7NekMAdLV4mb8Hult65AXrM1HJ928lI7IpNSZCWS7ClvMz/i0EkmyV1PHeTA++JCsS0bz5MvWk10mqWw2dTQeuFWYmpMyF/3KONAANfDPPZtXPcgTBFLQp+fhvsemX9npeWjPfBkyflRQuEmVHZ2PpHYkIVh83jYDrz9JrBAbOPcFA+cesE4ytguwCjVvVpSWCSqavjLVjmGmKfclvH6cX2opyt8oA6wPUl0vdYyjwZVqnAvWhScduBZyofP7lcvOJp0yBXzcPuk4kMinFVIX1GTlI1vRylH9C8vhlbKPfISn8bov7oQv8DFz4apQCfWrCxWbRPUrhDgHJFkKWibT84CJPNcgNZQJAvUCQem+31vvfzx6a4fDliDQBjzZYVfkbvNk2x1QEGi7wWfjgaDjfksgCGQFghp6mu+J5yDHQJDeDFKe/udjZUQ4+/EkO/dRz/ih+XpmPMgqV8doDSUYCAaCgWDgvTEwuwW+t6m9vfn43mAcVqHeVjJIT2z8ijS2E8XaIQCbRdPDst+duaVrrwH82RfJE5A5rH2o46ralF7Q0W5HO3MYeQFPM9etfjpkA6qnlkfq7+AIXoe8l+uALrvGpew5ZFe51zNGVFCOmr9R0hFPSABJDg1uVhQk/IUVssMGKDeHvfLT4XcOTJ4Sx4qMvApc6nlA+3KimS87faPHrG1tYJ+Dne/mfOHYcsm8Ygi+DJ3rDu5t/HR+NuzZj86YedBJvM8G7SPwBXExmPIgP1hW0IeH+xMY2h8CxqYNdj4LAo3TpAv11BnKVVh83gwD7RyVAXXtfMlsr/nwZeTCyvEFZ0o9aa3JjYzEFZQ17ivWfCgLn1cPalErMr8/A7q2zmexXEGsC5Lp2ogswZ6Oa6QyK9aR5A15ISEraiAIA2llRv1SN5FXtSJt9lG/DTPzO1OfnyFfdROWE4anpaHm4B0t+b0HZZYSRSQspa70nLjfYFmmahuH1BRJeeZymaABtWn1DSEfJAEgbmCoeoNHAZwmj5iPdiAw5L8e1pegj/4+UAsEbdcPtgF6S2i7vjfH9tEOwmHtgaHjcWen42EWDCIQtMpsKYUyNh2NG+PKFY1Zbw4BkgmUedG1g9yv2cMWDAQDwUAw8N0M/OoGuG396iF8pP4b3eV2zBaPySdu2NJUlthMFClLAS7zG/FAfpHkXw2zwIqxmbTx042a0YN5WWc2yvJCc9kLNLvZWNxhc9gLH3y8wsyFsWrogluH2VgxlJyOgE1aR/2O8SX9FFSyg49uZSWvks4MP8NvlNK/Cnb2SeQbUF/blt6UWkB1G8YZF0Nr/kfL0vrXHWvwp1XiFDX1VVKbXOGqc2fWptjKOYPFiOG5emLLMZTHrOyBISqwIN3OmPU2UE8QSIGg03BiA8zPNPve/FfCeCLI+GirLlCt9MlgOoGmugpEpDfDACdnNhadozGrE0/mS+tTbpnzb0BSkE7VMVE06r42ppxry1G4yXwhu6rSBjfE4Q0z0M7Ua+TlNLSasFI56WKFJDcmlRaU41iAX+K+oTrJf62rsyJXSK6AtEWy8klFGJKkTKKuy8mJbALLpF7dIkXwjA6LjAzvE7NpLr7Ts9mKwjlmRaOq8+RfcCgmjfZrivfDvaXck3Q1aijerf5Clko4ZC5F3KMIBPkPLPQmj+5Z/cH6vOMeJmzN3woiqLMTdgR+/FfEHmy9uTMFgBzbB9tRtj082X6/cfSHLe1s6eNQgkAnvQVEVGclZPaVDQxlvPBBIsXm0R8UkgJE8rgK3K/awxgMBAPfy0DUDwZ+KQPtvvVLBxGdwwC7FraK7Es6toYFNv9cvRG30ydZMahSpwNA6i0WNPNNJnnTp/pKpTcXtE9ytRyaz5nsyAteD30uZW8ojZg/y2tMLfhTy8tcV2YEdDrm3iFNgZ/VyhLBprRKlrCnm84wkDpLzEEwfTTYb0Yy/e2jAhob2+mw1zzi6xJ1r1bwyVPyNqSmymBekdp4X+GKi7yNM4RaBBRzBtE7rCB1dv7RWMpeWVppoa0Xf7tnwEZQaACePynoUzCgKyCkwJCX0VBmo37eh9G7koPCDkR6mwxwthmY1kKBB/OwvJRYZsaFwiFd1wzPzypxGfFc4vpR1kEiLyCUuN5IXGLmc1kYljfGgJ8tHV4JuU1T0JqbckWrHhJtEZWCcqz25OtKVzvAdS6l+Zs+6Jbwb0AlP/aGP1mWrMpLGYtZygj5Cv4M70otct0P1fCxxDRzacJz8y9XFpXOTyNnq1IN917QyQVIFiTOT+L8CoacYDptVj4K9Kh/rlh+D1JUhftUC7LMZLYjpxH0wp4gUAXBnAPBnd1uTaBHeESCzb1thKc7e9QbQY+Sd9gebL19si04bNfWEzza91srbwX1BISO9HoCR4aowJDGdw6K8FCaNj7MhRHO80SYyKqu/AM/joFoKRgIBoKBX8dA+nVdR88TA6uiJp2OhmJaHrtl9moume9BfLMiB+pcBIGwebn6avd22fD3vZLsyhckfAVKn09yxc8cxodxcNS2IbNVkiRLkiPwuXbWKeiDnvTFBn95AAAQAElEQVSmT5csacN1s0Kir5BuX1EvGUYkgiM5+zakZ+p1z9jVn+o8B5XbM5/hGfsvNIu0a93rBAlexkYWqayDA/GVxbaQ4jEV75rt1MHK9CCebuCM82mCFyc/0py3VQ4yyd4ZiwGYWddRRXlgZjqqD7E5D/YMBIgU9MkaHLrpQ+Pym9qWcYKXTdnQ3hgDOj8Nrx2aVo/7plEzVp6bygE7qejG2ixah5iZyUX6nRngq8/NjBlIaSB7NVFOulq0MPqaqqtEFRrcqdpd5zD6yl5Wl7Sy4FzDaZ7ko3wra1K210CDeY3fe/NpVwjJ+dzExzlaeS6noWb9VLnOORhpl0Le7dIr5Az8nuZXFl1dVOaO9UDgJCvQIkhnHLovmfIVKgdZ/5mBAPqsANDW3wI67HbITQn87B4J8gj39vQkPNjTw609PN2Sv7VHAkFrx4Otd4BA0FZ/P4hg0KFfE1jaWe4PlunvRD9G4Mk0lhPj8pujpMYlWQJW5pGgomf0JZimz0f+AvlIwUAwEAwEA78tA+d3sd92Ir/1wDkLvrngQVmSPYaV3UpXNrRXJ0elK/Zya25l1HcfyXObCmSXbN10pt9qKhaOPh58kGVM6JiV5LeAjDOobMqWUfmTvIxqD9mxqTIe9h3Yytw1TvrBztHk02HqKKcKiYwJqF+dzut5D7QiibiazuucO5VyP9Zpnnu8ubwGO8dsgNrjCaa5KJIojK/lzBxdrbwNnhkPqeusBPRWSDbLXYHNP2q/5VNpJ5FP1pmWhQ7UMrI2fhiYupqCQGy0BxrCzpFFTN7H6jnyqolO0nxUV5bA+2agXEeMJcQKYjEpjzbljZzWHGUYZ2R0ric/xuF3ZKB+1fV1d5TD2UxwIp0Zv5CdVXDVD7WOLxg/VINEyzcpm9DynSl3DWp6jtGnVV0YLoxj6btTNNUZpJ7PkVsBQQ8u/RAo3fx+sPTS194tYwNSuCaMRuU9w5XCRrhFRYJn2oHOfKHp/gO84xZIGSg5MSagoArBmBKYOVhP8Cf3e4I1wha5Nv81sMOTbXZPBIKQG+GBoM8duAfoD+Cp5jf3tn588F8V21Fne9jYfr+zfr+lzz3o6b+30zgmjbmM90SJYMgFCBLpfw5rUA3T2EHRdVQbkoFgIBgIBoKB35GBi1vZ7ziJ9zFmnQpBs+k4CFa2L6+81y7dSlt5fIJWe8nbG7AN9CAYeoEtP1QnWdn9oOmBSR7ILHkNuMl/LO9s3Fqom6wDPr4B00GBAvJGm3pIc4lNbv5gJh/vR07mZhs/sn0txsooDI7jl1P+skv10Gh8wp4v7Lr6Zg/iQCgDPJ+p8kIpXR5lb/ASn67aWlnHeSuQXmB+9rqJHs65OVaIZDd620tvg/nbX9goS4Ilo0FqI00f9VrWlRobWNEZsNNVVg4OH45r5VDyqisUWxzfHwNtlRgrphNYQx0ob6MlS6yxjnyXpIOus9R0+1c/0dm/wIB/2/1QO0Mn1cwrhJyF6trUJouZVUcy1hWLyUy6ClhXEosLkxvmh+ZcbMt2i21xlPscXiiDK+/+oJkmvteCIe2rPmfs1mzyNjhmrgfg8lfD3YEDPn5ykTq3CIykUeHGpDvNwCnP3JIIvmSgv/vjgZ8jQZ4jdsmDteBPkUfKDtgo16+HyV8BohFHygkUHXbmfzNot/Ug0WbzaE8EgfSW0OPjZ4JBd/520OOmyPX61v+A9G57b9vdo+0Pwhq59fYy7Z/sYKdT7yBSRJhHxFwD08snxs+UPcnHlTgEA8FAMBAM/GYMzO5cv9nI39lwV5wJ7Sm0gXTJ/NrtVVsKsleT3rRp8P1Qh5uAyL5ZQfECSYGOJBY2GWoldc5GNgGNxbpknYqQJptckw6CRshGh+2OYSs57OgcZTXzuuafJLu3kczbTJiVVwEGqaaGlKfIUzG6atbxz8ZPh9aA6qnlJd3AQXoDWVLn7XSucZil67bs/jM3z8t3bpOeNOss7e1CwxPaCNuet+UlF+VXZzvNflpnyTrOV+IhOymQ478CtjLDZjqnXaLpriJhXnngZ3VzY6ub/9jqP8gVsqK0sTJvr+uso43OkunjRw5YyXaGUy0hS+rA204xup/DAIuChjsJ1kuqWKWVdazJVUrWbKk7WyWqQ91IvxsDulo9Bx5amY5egHCgX0+vO/nFizU0Xm1qULt2r19Hbf24Tme6Phab3x24Q7R1V1rD5TuTOv/OJn7H6pW+KuoMBuQcZGFcx0u083jtfKjVGXSTnDWgEtMaKEotUb/aD/UsOgI/Hiw5EjABBHX8jR8CLr1+Nau9+XM6WA/ycLA87IEkwCZ7fzpSLhD8Oe3tcNzbTkGg3cZ2m7Vtnp7AA7j3t4MeHm79V8Ue7+/scX1HQOjBNvrbQZsnW6+Fe9tuH22/X1vf7wg4HcCe8QI7Evxh7PpVMYfW1TUoCCRo2iqXDAQDwUAwEAz8Tgwsbl+/08Df41j9waRjZjyk+DO33mxwZD9SYsXO/dr4yBdxLS1uy/UsD62yNi5jJRpJHQ9FZuYP7J2lFbYuWYfsKDPQJZPgQEK3cxgfbBo6Gk4kMj4nyfGPOVO6ArSZgIYkgYUKHNt/o4qqvxs9MPNh3MANWEvqihiPygujAUV5AXVMyne0aTMo39DsLS//Ujkz1AnmYyr5Uj6NreS/cHwTxZrdHGVQuYh6VHlVXSgveGY6dJ11nMhyvju76VaOtFpZSivKVtU3GRnQWWK9dTyU6+2fG4I///M//7H/+Z8buyEgdIN9Rd1Vop3arnWdjbDpQ4s1k1iW+HBUctSSEB+EARZDV9dLSqwHx8qk30hnTaUVedaSbA1mWjfGJ4FIvw8Dy6vV5bhV3nBZurRM577VaNL9WD8sJCUr15bOzboVuJ9+XdYVzFUq8EOORNuyxTqDix+UnM9yJy4tvuYenG06J+ilIo3Uc1lObLNelZzJamcAJCqTZ5dCwx7067P1HvwhCNQTKAG9vwmE3uyEWvKgXxMrAZchH2lGeaQHX4rdCMoYvsKAHKg/DEdTYOhwPFh5G2hnGwI8u80jkoDP5h4JngD649MDwZ+7igfb+f8o9mT7MRC0NQWlhEyASn+jyOin9K0JCkxRC11ilBqvDK1ceiAYCAaCgWDgd2Bgupf9DqN9R2OcT4Vn3HFTmXh40VYk1TPjt1bpaSBkMdvgdCoR5i0VfWGlrmoN48az+JSjekLDRwNIeigC0rsWsEmdJQJBhjQGJWHuY2ZebyZRlXCblXVU60x10sqMjHVqROjM9ABW2hkoJI1tahYN5nOvHtb5BqSVfY2k/a9O6rXhWuWB8Qy1QGNhToy2GqpQ+begVv9JQqMVxuZ1TpiNTkGxdeXUYDOVCVY+qidotublyc9lWq0srf5jiSCOg5OeVtgkCeok1lJKK9PDeIdMBIqS7E3vbqhPECj9x25AWq2sA/JRUEj1BOVXqrNKlhLoOrNkjk4SNdJHZYD1wGJIrFdfXyyItFpZWoGktQW0PhN+wFi/Luzyky5NYXnnDJTr2vkkz1dC5w6jLwrp4s4kJ+ICEqDUMdYmmR+QWo8/oKnfsonze+q1SWQ/J8axaa5PJ4Us1wGv2vnRnj0/za+6iX7aNQJ/mfYKFOQ5WlbQR2/9CAR3FFQZQeAnDwrwnGygrhFs6fSDL0HtEegx30O0+amjzFXKTH6d6ZM59HR9MrWr4M1BbwYdtrbbbQgACY/2RBDo6enW/3i03g56ePhk9w+fTb8upj8k7W8J6Q0h/YoYAaHtdm097ai9vv7qmv8tIB+X+hTo2vNG39KFZpceCAaCgWAgGHiOgbdiP9/VvJVxvc9xiG3h2uxWbC54CiGZ3+mNj/tq26KNwJQfyzG9nF5xU6YPejZvE91uUJE8O/HAZGYrM40pdZ11K0BgKKXOUifg2CV0SUOaeTte1pEXsFMvyYVDl6qtMyNr/qHMdaTNNj4ZXSg2eWo+gvRvgep+C1pfOg/nKO2VoJT8VC7ZcJ5v9tdI1f0RuNZXNzNyDk3kA5JxEhMw/+CXjNLio6NyXqSpy69LHFeWVivzIA0BHX+rh0CQv83TAjkK2Dg66/BJWie+nqjbEfiRDdzIh7bSakV7CgStbNUB7Cse3Ff4rChL/p1ZWWLxFHTWoZslhicgIn04BsoS6Cx1rFYyNzfJtKYcWm9C6iyNsPqpa6YKN851N8ThbTGgE/RavDxytaJrR5FzXyykYukQgpWHX66BPPuXx2F0V1zqgOurkhoXXuX84Z20JyiYqJjYljbH5CMt+wmSxvmTkKvkiHJuTb/yJZjOS4GOo1urh1SbU/CHoAzBn+zBkxKcyQR48gmdoE8m+GMe4DkR/KGy68t7fGLfkxhn6rIVDEgDuXYveWICAzjZ6XR0HI97Oxx3tttvTH8Q+ulJAaCHEgR6uCMI9NkeCP48PCEJCikwtHm6s0cFgMBu/WSH3VP59bDjlvWtIFXtS38Y2ntXXlBGknFIdSjvShyCgWDgeQaiJBh4Ewws7mlvYkTvehD1BpnaTVN5wFlIFYYcwSYgsxkolHCzJz/p3Ps9Q32XrzzM25euap2ND0Ndx0PTqrPkD0noqYLAUNIDEw/iXcJG3pR3lPpGexRZoiypfkWXknUr6nS0uzKcO0v4WEronqx8NMcyr2lWmVkrJxSvn3dU/9egvp+DRjOvQ55pmZ832cn/8vTSOHywsxGSb+eFc6tzlDpsnDubw7DhJ1a8MlmzzixxgvHrCNR0PHinFYGd1coSdgWFVuhCYh3J5ujwoa+O9jqXnSVkSskSbSXaSgR90op2VtiQ/jCfVnbjPthTZx26GeWmIwelcYDKBN47A53WoNZAxzpgPSTWRWKdpNTyz0jqiJukwwx6uJ9lQ32nDPh598P5BJuxo0BAXEtcZ0jcqwzonoXEcLl+WnutkfN8s4c8ZwA64ZZ7WVGcYAVeiFRM+qySu+kEAD8jSBW7TkteT9JhfgXQ2UhcQ5JfN+Q9QdVHqA4ZD+70tKggj+cHmiVPYMfHpv+lUpC/7wnUnkZm3K8GYHSsfIECP1hIwwTVH2gXMFHs+JJG3duWQXUk6Z9AU1bAKe+t9783tLP+sDX9ythhh9ytCRKtTX9EeuNvCT3Yo4JBj0iCQevNk/+toMNhTf0Dc9oTtzoyK8TYH0MhMW2OkV7PQHgGA8FAMPDrGUi/fggfdAT+uu/Z3BMPJ5gQxh7Eykc3dUE3dlmkT1JWbvfckqfjuDFYnN1WT3Vn4EGp7Hw669CTb3w6MxKqCbYyZLKk9gjc8DxlXdeRFyjDSWWCfClUAskh/4SPqS5SeevMBLIupQv6g9bj+JmV+YfNj2+eNIdzuEM9nJd9bb42s+hLti+1Ix8BvwS8vvJvCRrXM+Pxc+GHmUNC55xznk0nNZGvwMp66CgHnexInTxUjCQpsq2s4wQreKPgTyKQc3PzHxNkc3T44mOI8XSjd/SVsOvB/abrPNCjYM8Ni0dQW2m1xwf2OwAAEABJREFUshJIUl+Jfqek74VymrVWT1lTsgTeNQMsgzRC60bBxWRaR4m1swR2w1lAqJ7Ud83Ph55cuyp8iQQWgy8ErQ9j7XS1wmS3+naIHn7Vqu6+fv1qhlqjiazrozJZhwa11/S4Qk1MPKP5r0uVMvFdqCyajmJQQZcGohbu7GU4k3DhyDniSJnuDogx6Xw0yNjOu/Q5qK02GE/p62RZQaDxzR/uOJQbARs0KuLvewLJbIbFPC9FNqurTXlBNuCBH2NZqRXyapM+MeBE3pVsHUMuyNg1J0m9vcO4PBB0Mv3NoII9QaCd7Q6bEgDaPdX/RezO3xR68DeD7uz+8c7WCgStN+WNIP3havV/ou3280t6K+nCUMxxDAaCgWAgGHizDHDreLNje/8Dm7Gvhw9h2gkMbBEEbV+46Tob5L2ObvIyNCn9OopHOcpDLU2QXTmVALUNcic7Gw8FqchTUnYonRnP5OXAYLuVWdd1HMwM4TBrwmxRv7RptW3zT5nb/EivNjWgOqCNwa59KIcpc1wrv2ab17mmz+tcK3/GthineH0LOJ/LPN8G3BWjCx0A5zUB03lOnXU8PDcYeTPVTX5UZTGSyWnGCEyUy6/WSwr8rP5jqcIDQp0ezlfFneNALd/TSoIOW6INf2hXsGeOjtJE/zedGbJLxscPtYls2j9bzVEY6SMyUJYEM++M5YScp84m2+g4c/DVPMuH+hYZ4OtvI54dYDuXTT7r6AVaDclvRJ3njYWSqqZLirfiB4ySoAQDuOK4LnupkalLjmolL13tFVmOVCnKq49fX+PVTf9wR817jm/vIMOieFZwJ+sPKxOUUP4luC/1mnTmCKS49H3DUAdULDVTRVelhMoZgfc50FzTJ2neHn4Ef4w+S+3WvtpYorEyWalLvWWenMyI60mFgkol1Z+gwIxw5F44IQ976/XrYi0ItHnyN4GeNg8eBPK/G7S5R3+w7faJQNHG9Otlzre/A6Q+Wl9FhxIZAsFAMBAMBAO/CQO6//wmQ32vw8xle6gz0aCpul5ursamIgOZpet/xzK9aeI+g006Hm4rkhKUckRZbCuUH6E6Xc01KRum7LU0DiCbgA/P9Wy6ydyYdTykd6g+EZf0KWn61HpSCf6QQ6Oc4/OJcnyncvKar3OA7nIqvdSaz3PysobN5/lD9Gt9/GobJ+5iCMVWzsuyMPsJpZynq8Q5dhCE6fTrWAK6aSG4HwyyC9RPQnt+SnjKJzadA0ZQm02JgA3+ydtaWZHJUKpHVyU2aYhObSMTD2OlvtpokL9KbPbRTASZmpQeCAauM5Cum6v1h6+h2m6IH8HAxbm7MFzr5co5rfV0TTKuTwX1OmNIYEDadL1S26XiZYvtl3lKuTwnLG2XdZunSp5D8/koUvcRuNA9hvvzSwEfL5OPcBYkwuT3pLavoUU3LVmUtVrGU1VsdE/gpwV/evQToDXud96v3MpPHmoDEp0OdfVoBQkdednVgWD1M9eLabJIU51ivzyq8wKtPv39ICbrbh1VO/ZQktxKLWl/pR/QEdDJoM9H06+KHQ57Aj47223WyC3YEATa2eFwoFzz1VzN/A9DE1s6AarThxTEFTZlDQQDwUAwEAy8LQa4LbytAX3I0dSzIKGtgfaf422en1RNnGgTZLp/W/mU/KQrP6E7C5SkMa9NgvxstEgbuHln/8kVGjud7H2j45WBfLwvDVRKG6TygmxALQ+j/6BWC3xjpHzxKO1d0w1/7NqkeDs0qjTrw+Z2lY2g3qhfUzT3a7jmK5va+xqozltHO3Fn42SajZmxRJz7gmRlEvBJBHBuVv+x1erGVgoCqaw6D6ydXhvh/mT9qbeMpEkv7fATVjedJdUT0srMV7PGI3BW1Z/NPp7n4KmzhL+D9oxPqYXiSaNHkRBQ316KEf0rDNTzn7mOlf5YibqeCW4gr2sIfiS3GKurKmdi8jgriOybZ0DnTnh+oCm1ss6VxDpIGG9ASjfm0N8zE2QzPLBTgL8qk8fmecol3SIde+KaZS5xP0vPj+z5krMm3nA2MTYB8V1J39VZA3ynMzsEIi8kNOXnoEzfe4d0gCPHtveAWxIGGpWC0LVAQ1VQBFlPHQX0TR6FJqa+eu+P9lzWIBD3v8wep7WoOu28J18DnVknmFmXrHzIu9LynpkdsOfOV08ySat6svGjDoULQzbdJlMnKVCXPVVijgJ3W2oQuCFINhAA0h+TPp4Otj8o8LO1DUEgQf+r2H5/sOPpaJBQ6nAsKRP/KZ1DRTHFMRgIBoKBYODNMzC7i7z5sb7zAXIqSCa0mfp9dSDXgHqRXioztgzG5zmfYveNkjYv7IgGbucn/73xTE4bm4F7PmCDlB00hxzH2SlvsqCU9pTLtDM4BhvYGQhuV9u03FOWRwxYlqAxbBDA5kV6g3poutoruqwNslCP2nYVKm9odV6S8n2pvJXJ7xV4Iy6ZE3iNpTY8lRWdRxk2q4lgjXBTAzfS9fd3OrfXRaDzrHXEQ3YGvTbDsqEP3hiLmwenjt11g6Eb5oKmuPN4UOudHOa+5N1mfFQN0U63+tJqkinwwRhg4WbWXGYxZAUj0fu+t56HnPLQRgmBSfehjNwZQW0xnZlp79wS+d+fAV1Syix0lTEuR1zvMCauU0nSA9Yd9pUlW+GA5Kk6cWf1cvk4Vl6eTAEj+SXygvkn+ZEDvhw9sVRdXh6eL7n0fauWccY/bIBiRfAGUUh8KznyPWaT4rq+z/puK1/AnYD7T9YOBVfZJKa9gVqTRSh3DsPX/ZFGq6WOygUCJrL53iWj0b6aaL5YzHU3+kG1XNFBXbB25KLVIZYS+YJi8WPm6OiolUCTN+jKU84KMwcmJeZpAo1ngXux+Xg0ggqCP6Yyt/NDGrgbmItpX+bXS2ynk//Kl94G0ps/h8PODvobQPo7R/iT1NsSomVpiVwwEAwEA8HAG2ZAd5I3PLz3N7TFjHRPnhu44Zfs/LR0ZvwEyNgkGB9yHGtSfYFsebtHu4tLLOpYrUCdKalONm2cykPTUII2bCCyNgZsEFRWqsq31mzDnHVAK7ixG2Ajkh0nz8s+sMGgZRsIDAjZNyLDWM5EaVjjayDrqeUl3TA7zMZDS6WNWqzxCTVbhPwbZGn6S1J+Av1rA3UBypLqI5mTjr8VNHTA7FgDnA/Om6ahfJlHxwOQwKazW5n+fo8CQTf6o86rlXUCgSCcTB//KWjdLPYntZdp19SkuaKGBTmPuDhRY0lTOpSODa9gfBiyt8lyMke10Qla4huzhFG3gOJI75KBQSuCtZV17eJJRW+hZdZz7gd/I63nGjQGglSOb1kvrlROUpXnYu5zXhb5X8GAnxEdKjils2HIOMvW739CKg6TCOSYrhLIRTCHIPcN1zN/U9EDQf/DpY3Ajq53idqyoaf0H9N1MN38xxJ5XQ9LHfmwhpLQURdpDeaf85G50Q/Pl3ixmnHl4x64mzB5eNLJlvAc3299z4EB/867VKGcAPsDHcv3HbsnWV4AfXh/XDdy3QeVPRJW2Sg3QI7W1A5CSWqD8nNw40qsu2JKCAHhto7hKY/0PGsJOa3PjpWkMuMjPwSJJjkq0Snj0ZhoyLL2b7oW6rrI+GUzq38gmvGbbPKBGxpWQtNsBsu00xMsF3K9n6sH9bpyz5ZDrkCkYCAYCAaCgWcZeGsF6a0N6EOMh3s0d9lxqtxnR90UBNLdXEEf13Wz77jddmwDOjOOpo/akASKRyDwsatQWUeHHY464QoWCbIbG4MBZG2WtFHwB/YTPzFnE8DN/8QmYcBmKqMNpVJvdqTMVJ9Cb8f1gVwFeS9HlgcygkJMeuAnTQObj0H1eYLPDiavPGPS2ApmfWkCs+yz6lU/2l5UOM8vCs8yEH61TblRJuFjduUbD+rgW/HaLruZ46TPZyBWWt5Yb+Pmk+BPecBZEQTi4WelhyJ0HoRSl/DsjJNu+mTOYTnXPWsJC+fedM5RW1I/RU9FPHdUsTArpydyGuU1GGMxO/8ydJgivSUGdO5+zHjmy4MrF0uNI9etnuuLfh3RkXuCQIBrWlZASGuSBcuyvDKI2qKGKFzxCNPbYECnp2EakSwtp3MpmCkmYwR8jCuEdF3bsGJPFSu7oUD2m3SDTl4BIcGDQgr2TLZE8EdBoBsvw+51uC4iE/2oHbPSdxP2rZ/azLdWfy/1OFNMBTJIKKTpTkJG32hHuRmVdaCjUGzyAuyHOE7JLwR4cZ3gQsE1hGsFARIP+KjFVo6+aEf3/fkQaGJRrrzgPWnQyVsw1qCNH+za7wluJ+8LpsPjTE9iQPYOD8qo06n9Cg1lYEyDX9+U4wdyXAe5IjKnExgANuY2DJqjKsoPSXMae2auA3V6uOh7fJDNbvWzovcVuqSZNDLYdAwEA8HABQNhCAbeFAPpTY3mIwyGe+xymjoFgJt4BmVn0OGCjaPyyW+qysveoEKjRA1ml2VbUfKlVEfK2OiwZyAzsLUYkCWpRfYJuq+bNgsDD0YK+Jx4cMpDtvIrPINvFlRuPNSXmvWorlDVYtlc4IuP6jYY7QiZzUT2MnzU/okabDKyfrJEoEl9D+SNTUnWoPCVcNCHUmaWkvoj2NeRbLTjOABPmqjA7D0/HrpRe1lhotQn+QgkF/4Ua5o6VwLZRfGXM2pR+LLn8x6qfw3Xa8jTnNyRJTPfMGr0QrMjOS8Z4EAarFNlkHjAuel4SLrpzB+CVitbAQWDUge3KZXOOZeqn9U+7ZTzrCL6IW+CsoBaHGcJF3HqFjUneGZ2mPvMzEW9VqGU/Nij+mn4sS2/x9Z0nguyfyuLbq/S7ZmP2Pe1xDrTdUUPL9kfXk7Wc23rCTj7G2nIzANNZt1lfFnUnlqz3o4yWYc5SomOPxrzXkL/UQy0s2SmS1FKHQ136KlCgRrpTa5Gu65nKZG/aWXIqvubPqnkS5BI18D/MenJfcjTV0q0zR0jmdEuh1mSbZZF1WITUC8Sdu7hZZGiX5R/DIM4E6AUQpXgF0Pyq0bjYOJHWkMrHWVqWqa55pW5fBAg4b7Yax+Sj+R7cACSJ25F7F9aVaQ3o3Pdkbma1HY5c9b2dzKNOhX9h31In4fkipYkBfUA3EeyglEnYNTxdebrcWWJQOUqJesYk2DzD/dhAwN7MYfvwQYGpwGZt0Y1K+0ls65zm9UPl0vXirerHPDjqDRpygUuGQhLMBAMBANvh4G4Zv+ic1F+/jLvXLdzToc2ncbmkp+odAJ5s87/JfKJW3IiV2DTp96VE5aCjCcgQ0I3S7qhgxXous66TqBCS2pD0DZHd3v0zIYBgcXYFpnLcqiVBqQeonCSLzul4uQ2NktIPWQVsIHiQSw3aAOiyIn6wM/UA+3Y2IEap/3vSIsWnIjOIALQaMujLpMGMQN+pKVLy8nN9VFh+PSq7Gvgdb/9kKz75spJVQXx7tCAzVtMpk/Jm5cxJ86T+bkZ3KfDKdFI6njgIfCjhyYhsWZTYqWqXM3UOqLuEYgAABAASURBVF63nuehri8v5tCR96Ggj6l1L0PTqxxk+ybUBr6p7rKSxttZsgJDFtj8o+4a5nbq2Yh5QSLzI0FzizS13dF/g/2Ln+6ir0bQM5K1Ua4rpbzz9VR0X1OLvJnW1sCaHVhrJ0EB5opM4KenveW1ahqQ2JlyM00PbGSfLafse5LaDRgr8vtRzoPYbG11mLrStq5LaH59crmyGwLYiWvWGNjhmmbyE+TjMP8k2SpuJP0PQ3O/lp4kcStdozyXytotbkW/7jkra6rkuN6XtdTe92LZ4vfkfKDf0MAX6jFBUjkjcG5oNUl8dX9qq1QaYFW7MgWBFOwRTtb3CgKVfYvhoeuHpOrMuic7tUSGq4+NUJ6qls+mln3Eqie4FwfpFfnGStCoK9L9cfE7DT4MIPmaW7FcO0sd91xH082StU9mPL3DuAZqHrntw5B0YGq2U5tqg++A9LGFev0jLmaXn1U1Tb1VQ4hgIBgIBoKBN8pAXLH/zRNTNwDaZiy7TaZ/utlKJg/0rLBNMN2dK5LhyYGEDzp549ZuPOy4RPcyDiTjXg6SacMqaBN7ow0vBdI7ZCdH84NpsyIMxkc/eZKisQvoEoZdkqxJ6oFq4MFqYAyO08CD2PNQJW1JJEuH6gsotc2Gz1cGwADr6JR5BpjbHKS+iI7SCuZvwtifeloi2zJvY55mPKm8c828HeVfC6sf1X8O1WUUzU8G6ZLPg1OzLDyrksqJYOTD6KfR62E7K0hHA1k+yAE0J06LrdoDVEcgKK3Mg0Cy0ZqxoXRfNctCKW1gYZ0Y6xRtSt4uTuqnYkCq6uTUaslvbn1juoZX55h9nsxCtjrMDikgLpLsPwdJZ2TEvOOO9fxtfQ6093UoZ3CwIhHfkDTW69UqyVpLVzDonGDPAgHNzMOQXzfJm1AbTVUWkWDHHMZsfwi4frK07cvo8LkCH4dNH037d8Y0k+/WdO4K4E08cQ3yMyg5YsWlaWU3ntd1S8GbxLWrw443dhTzk1513SsFGSUFvfVz40GgUocj1TpTvWT6TCeFE4lBeYSnLLcRbvKDfATPvHCQz9TGC46vLtKYfwRKhxpf0X7IkfMgfiGYhKZ8hen+zcCxfn1X1Gsj9esCAZGegHHPtSFLB5Iqa43TrataAwxGiSHQkKyMpbPEyivwxUA+GZ/WEeqYZNOex4HVpbw7MoJ0VPnRKhpJdgGVtq2Tj/KSYkG6ygRVFNC5/vn9yKVsguzmLau2ajIFtWplnlg9cXCrXY8DWXyCgWAgGAgGfhcGdEX/Xcb6m4+z3mgvZqGbNUbOhDYTyfipT4eNB+nEXTh1HTfmjtsuDmZIDjoumhtkdOhNcfesf5SY6talBLqKZKskdJa8j2SUmtGL+SdxFBC1j0xZJqvkPXHwPNLYSOghxp+dMHqW4I/y7JvKToGIV9bbPoKCCdQbePhSXW1G5OvPyOoA1N4ZFxn6VnJbV/MSV+EOlMhbQH02Ud4BL1c9oGxCus3mQ3IL00N2mi6ypYSfKtZ61E/w64NHtwtQT+4NZE0TdNgLH9rXQ6P7oVfPMiZlZBPQZZzB+cU8puqmvA/D86wDMonxJkm34aETygyzJMiDTiZnTSeXvJNBX+7u9WiHzA3c6uGKxypWdLFRbAKtjqmjbdzHfGvPJd6dw8qHfqQU/1lLUgUVOuaZWqkKL/7SQb4v4Vr9WZcdYzb/XIy0nr2Zs/wWfSkj48/Aj2ybLzHn7ntH2b49YuQaLtofpzDA5YTybR2qu5wACz+fwcgPPNxlIN24DmUWW25zobw24mexjanYOmys5VceDb8ZbNQZGhlS51BWMGZ0CXvhU+rLoY3z62VmlOr9OhLcfAmGz+ugkQpt3DOpa9tzuMoLdV/0X5muwykpuMM5c/kfAj6yr5DYb7g6pbmNMl2tuABSwxJDbUAdE8W0bUBexVz6kg2wllRv5EQ3ZTgqPKq81CnHifdSrvNRfNRGwcBYrqH4jf3Qx6/Xy6w07qJlxDkwXaTmc1EwGtRm4RneyTRdLEg3rRPZYcue+1DuxXPJ+RJvGf4yoQ1/Q5D72xgE8l8j1fgGb1Xnn5NP6iqMIXQ0y7g6NWyeN40HKxnz8ZWKdIUPQZ4E/A2f6iO/AuPTASV8JdznzKYheR84aGgCqlLmuubTUmZEcfAW/T7PeL1d2TPu2Rlo7hqzezBuSXdd1VL6ZjsHWzUfIhgIBoKBYOC3YsDvBb/ViH/LwerGOg283UMni3FvTQ4OpK4W6fQkbswDzyq0wQN3dnD3xcpOovpJ6CaOn9ulm3VqRjdv3exXZgnD9JrwylYt74Eg8vh2qbOClctEPpn+dWbW8c/KRxsMtgslU4+l25pZCrXQoJKu62i1IlFCXv2imXmfndnYWxp70sxfA/NP4phgZAkz7B1Far+TDmRTXmbkAKQOOqhDz3d1HKp8DhwZt3k7OnZVMz4daEn6OZZlib4EQxbYdKp9LOSfS2fl8+zs2dZrJz+Wg4ae4GKUmMdyVSTwU34KyhpDZ0HiodYH5lngs6LSKnEWhW5lifPq0FyScUxAssD8I5Yb3PDFg/dlausaavWMbED9kUn9t/YSCjM23zAzb7LWITsVjLPt3GbmRrk4OnHr2vygQc/z36qXdjzmiio5LaRvabOdI8lWn4b9W/GVUvMWvBm1J3hmcdCz8/zba3ybjWvgoktqdDOgjumybh0nfecKQ5b2VGacIUlhbAZjh93qR+fwDJxvnCiXHUGSdg3FD4dZSr5OZoZXqgm/5HU7tMuUMD0H80njQBp9mLZzXiVFX0xjXTy/pJuP1ernS95TuX+/OANJAZoKI38NxUc1CPLo3mYrAj6CAj7/Yzf6w80EfhJlNx4EwpZUJqie+rXZJ9NTg6HPinDVqU9wKUwlA+oE3MgrQWz1lb/sI1ASP7iZQF+elzwDTSW+Cz8X9On9XEqj7wk4janMz+ocR/OzSvNfOkDFzNChNxj8UwrpOlMmCdzqsjMcgHyohuBInqPrfiCj1PTOvA6mXNdnRvc0Kp6rB++ZOtRXol+3oGOkKSmC3DvynVlt1+qnldbsTFz6Gi1MDq2mJDgbn18atexqhUWxZ/wg2kqrNEGq3gg1wLnrUD2lDl882hxVK6/wsPFzqmGg0vJoDiUYCAaCgWDgDTPAlf0Nj+4dDI2wzeJmafVmuWJuAoKUbJUE4/ZaTknnVg5K3NAHBVxA1sM3T3J+n8buP8F2u26/DebbDZrk5m3GPRzZgWQ3N50jYdQGeJUS5V2BdLeTd7kySg3VktXP+LBkxjD82cn3gl6MNz+VTfSeyAuIKbmhs67raA9oAw5WXWL+K2wgYTcgn87MKLP68TlX/UtiYuLSU7TZoMZVJgk6wAiMvgdg/pGtM+U1Vz+RzM+8fCqb8slsVjbpZuZ2mz5tgAs5UE6AhR4zIFMTfcGLNXhb2FzKpelI+bgdHZkqzKXNPpnpzDtXkfJFqpQzzDlGg3j/qaj+eG5/Mr09oT+oeyI/+Gvy8qGu1oaqg9K70av5p+WNXkfIn2qjyT3FgSscVIj4IUltCT+gMTXTcKW5pO+R22EfXUu4QyZsXiYdkC0JfotSj2rbSan5bxGVW1+3s/ol7x3MrK9R5+dF/pkVet6OfF6A5tlAbRM0znGutW7zkZSPuqtwDtGvSaurra21wrty5h/VKX0OtJq5drGW6T/7G4vMRf2R13A8CEKtZPyjIqnmDMsZKCSZTqlLPJ9NdJPoQH7NJ9VxJwxfC6qMaVk3M046oy97BnN/yMDt0t95wPw1Ut2d+8smTHZ6p13ZHOMsmkI5M4B9G9+U8DcmKK/1VEaOcXOsNrSSp645r3hxYjiazlrCJr2AgA9+iRKVLeHGK4fSUTmHhWOvrwNITNDBpCYfNTPQU4UHddDPJauSJvArI7Gz/LzM+1Bfi37aeL5Vln6nfhijj2FgAktMPqoz+aWFv8oydZdQXWPcBRST9LVDnCV5CtUsVfc3oPOnL9woOcfKF3TOoXp3qMzmH2phI1nmkN17hUNZD8aeJDn+Y4lgYSJYKJsRSEwJn8RAVG5IR0ddpSalm7lbUaejqpATI4gracAmIDzJUyDjdaVz7YK/chz46qJhXnDY8khqkhIrv0MyT/jrNG4GmMwYZ6ecGftIa586BFwInnaAAjLyl3PSAZPSCl4kkw6BYCAYCAaCgd+Cgbhm/0un6Vo3J4wnvUfLzRy1Jt2xB7ZRA1bpDQM26YZdrtz0EW7pUASE35d1VpXXDVuBDW74umEnpFyEJB9B2wIyCVneAFlZ6ho6dK9pHXXJmVkCJXWIlkvU77rOOtqSr5GfQ7bO8Op0XFnCT+jUl3TDTh9JsjM+yaEjijF5F197ED/aGM1h9PH/s/cfjI7jSJY2fACQlK5NU95nue59//9P+nbaVJfJa+Wp7zkBUtI1WV3dM7NTtSslDyMQEQgEQAeEqJt1fuOGHmJLjAokCbtDbClvRSgsRGxnKGwdpZHQjoB9sg26SCI9UVZBDxkBa68GbGzm6xHR0HIaqIZPkhjHB0DjeoodPfBEbweUiOTMQFB2oZN6ZE44bvqN/LOZeCV+s9KaxE+/XivKK77/o7whMbnFfrtZ46oH+I2DtmXUzIOxXw/oQSEOku22NG4q/NhXhdBvH+G3y+yr+mT//DaG8rx2kBIb/fI+BMTTc0X2UMcywq5Cj26kITu0Q+erOvROPuDXfPi28aHtv8rb0TNIIYsT4REXxXfsIqIDnYPTcFytG6EHH7dihLBWCXbcVR11rTvsH+OiHUbrf0ZTnN72eQjxSQhqvyngtx4rt8uR49zuSWKK89dyh2KrCiqyiZ6aGOLD7UoPYBmIbTAyMUIWOzy7j7QfRXbWHwJR3R44t0UV7/aPRC4aO/3QhmUZfsR+TIkF+a5MXNVWjCHjwnmYA/b4yPaw3jv4/IzcMkP4tVejtlnvZk/3jsVWvw77eGDhcC2gT+Ka6uN/mey1plz5jdbLjZZr7mPLpZZzYLqcaz2fawk11sjWywXlA6zhR6C33Yg19R5gjb8Ry3vaNJDZjnYe2Fr2BEv1tBFxrJfca6k7+jN9oMMWm/4/jTnJ/Yp1b7r3SzBC+RRaM9przhujh/oAmCKOY71FZtTj6VObjB4y6wf0plvvDsCRZQtDVzJqYbBJUdrtBr3nFNFSPAP18LPzN4oHgUk4SlIkeJzkcfKncJ3DNwC5SPrIfkl4RDvwPm+phMN6dsMcbLmqDiTBIhboSeB5LMwHQjnuPB6GywyQbWM8OQQWBaxHFzz3MvRxD/O5HjLvEhXcGHzOSoayC9zVBNBH2bzEA1fxHOeLyrDC3n0NoLap5WaFrjAW3mo59sfdcQSOI3AcgeMI/AFGIP8BYvzvCPF/3OdmFwEPcB+FEUyevfAWVH6gsxjHYme9RSZ0VcYEwM/vUcsD2Q/qlBLPZgAVj/iYpNi/6sd1DdyEwKpEXaMwyTlEomxknvLZE55QnGGFAAAQAElEQVQR+JWyEvqcMt8QlYqSlUnqlNKolKKSATSnRk0abOKPZjZKlLP9KUvYUVMwAyB0jzm8ossUpSR/mN/o3UjoKuREixH1XLfCdYVsu824PkTVW9cT0yFEWYxBgJhtExj5TB/wqd0ny/UV9azbKQYmQQ3Is9uoc939yCj8uUKVm6uysWxapbu9YzQexDdqtyMDrbzPjb7fMo4DSOz0LJA3LJY3axZQTv6Q9OkjGeRE0Iq1waaCenJSkzqcusOxs99fgetEo4TggxP8VtuQU2+gD8ocOTvHikrYDOXnZZZiNm7hn8JjiqhuB/6GtrWjWEQ9Wka2j4n+E3s/QBz9isEe4rKn6QHsqk8r7BAapLaNd3r07+9FbSNBE64DnBo+TSFxFpmiesC77HoPoWdsqqXinEryx/4OYZkRMnbPtW19batyj/f1KuppPwbnsRq5Au/yQbPok9hFpHbgOEyjzuC2EvYcU/ZVHcfQ7Jad4bs2R4+EUf8MuAAUYPHUDxDXjPoVcs6PQbbTUdZziDq0NdLHNqM86FY9tGINz4Kcstutsr3eMtG/J+AciTio5/OXYBWUctR53H7Yezz+FTCEbPV4wMTmUjBuco9B9JsIB8tejJ29ry0KtQ/0f20w/r5vLdckU5YkZJYkd1ZQMAfLVZSX8wV0xLLaklhZG5F0WVAHkAhaGySJ1stZyJbwv44ZvgfMoSOGemvoiCU+jfCN3Zq4Rt0DHjvb2PY/DdpZGvis9O4g3kXwayeqSED1jEffL8UAcdx8znEguCYocKn1O7jMoeD624Lg6o4DtrsOzVdp7CkGjR1u4zL0MTWiEJphx7NxqDD621Ff8YMujO0rmBpVFL3jCx2TGmBR9lyEhE/OnXJuD9Aoq8Esi92ABK3+gmFXfVnGvYJy3eh/ZdjbwrANxegT5UjyQMdyUOq5ueDtj/Jw/e0tLbcfw8aG4zK1zDB/CMuwYbAS4gS1JBD3CHO9UOnxHzmXpSiKTQIZCYLgj7vjCBxH4DgCv+sROAY3jMDxrj0MxH8XeX6Ah0e3F8pDw7YzatEPdCatuwnPVp7LaPhQgkPPfre5spGS5MU+D/RMJQhlWyXvYhphpuch38dEwqWksGWfqfAQRTkmRFASIDmAL9rI9g8K+kQypxS0mUQP35g1ucj/Q0omEWTqcm6KCvqwTVkZmx2IO6UkGf55lqGDjxM5DFsMSYix1a+jR/8YQmb0TPrkjwdzBP3vacd1BK/B1rQfy/RbKnoA+qHQZ+QjYB9s75InrJ6BzcMn6tgsMOqksUdW4SVylSGqW1VU4SEf2mfaCrl3VZej3y4byOzD7NY7kZhRLBDjHGKR2JMM8ltBAb5ZX3qhFYmilVaUV6u1Viv4A2yQbTZrGVuugy0Jpi0Zo6GJaIiWlRjvZ0GM6QCCN56XWfOvIEmDvz3Vg8+hxV7h6AdwfcXFNo6d6Q6DTVS00Eyl9utSwKJ/E24hfAy7nMXZxI69tx0GvcmgNfsAlo8C8xlnAZxEGaUp5J9vNnwOcS9y1Fu8jnjo7tlqg4l1Ch/u50PYJPTsEt4Vn15xfLyLY0V5Jx95+zHfYzViA7/6dbAQ7kn67EGdB2XqU16/EwcJBicZuIbWwG+tLCkfYr0m+YBs3bvOUl6YR2LCsh1WrNNH2O45oCeeiJm2TCO+zULL1QHCJ8kL2l3u8NCf43saw1KWV8yJx3Dsz4AEhJMavwnEU30u8FkRZXw4ITJf3mlunsTGfH6vwD3UmN/qPnCve5fvbx/pB7vQjfxM83tjKIfPedRbwj/ETEvaXT6R3w/yUX9HmTjDdpQ9okMflr9mc6Bbwx/iXfVss9MtHdchHMMdya3ZAI/vXL0TVYx7P5wnnHRcSySBuCr8NOIy40rqudIGkNiwLHN9cutQAAtvO94GCAYC5+sOwlavPBhvFhvmeTaYGL4f+WodaTRihbF3Gs8tdsSL1x4Qc3Vno0zMBomeSPwU5fgJGJRnfAb2awu3VXHQAI7YLOAZCceGe7ZxrjYIwsK7sXxAGSuCQznIMkldErA9Y9fj6YEuypjutjRwGWq4bFooJ/q2h+L5JmRG2lHxSaC2I7pL/ZyZt5migNi4wMa2Y6J03B1H4A8wAscQjyNwHAGPgG/npkf8N46AB9nwg/NBM/Hw3FSxeRsZabAa+JySEg/hVLJSqlBKEtswTdBzn7UnDRgwz2HOwySEhU4/QK6ccZAlBU0SbbBTfvAvUUqS7QPiYwuTUS6qJlCUU1ZJRQlfRskJfoCycsIOPxl9lpThIewTJCltIbstwQGSMjBs8FgqkCVq//ugevhJMImpVIUe+CzoRmRsRj4hN1w2fR75wD8Vhi1DD0ExNmSMiUZEHFbYt2kFh7My79r/U4OMZ5AOgC9aZ7/f8hB7RmTQeTimhSRpmN2ycT6R5Ok5udYkgeLnYE78rDaKRBDJnrX5wFqVZ5EZ8pWWJH/WJIF6fLi+/Riy/7Gx/LDvEcA7drY0DtUuG5bR2+i32I8YZQ9p1SYqBeg8Q6VELIcQ5QyEHtMnm8WZ6+8QolyxN08543tElUe7sCkL3b8JSZljmIkxZ3h2bAqEjl2cK94BjmM/3hvguWFoRO8y5gjYV9vQjcfJ/UIcRduOqIJax/woN32uPMi80KngHMN3v0OPxTPAX8QIFediP/QjKHVlRHyxE04CW+y3ttWa7mzivO2R9ZZxXvbm/ROi8LnBZvWbsO6XO7s1SZW1kzNQJ1WegEX0+gA9C+u1gX2ttyCuBddLpevNkvIeS8pGyLeLsFs6aTNgDd1jTl1j9PXrNPysl1oPWJquliSEkEHXO8yR7bFe7fl98ogkAnLrajwkFzbYvQvYLgfMoXPsjCV0lI/UPke+0nviudd8MYJEz+JG97NHuBvLV+iudTvD7s64gQfobx/gVrfon4K6g/weusOuPXza9wPc0OZdxR004DZvo42dj0N/I28/weMj6t3p/hG9nd3h56n8Obu97JZ4bqkHDf934df9vXdy7Bb5LbJdQuyOZJhxrzkJJyeSgpKsqm8KLdXzTAhEUpRrl2tJXF/yNXkAblHcr/zwN7hleOP6ExerdS7qwD748FM1ws7wFV4le07hZ6+1xqh2w34ncGs8EbhRZpEIIqrMl1YVlhdupknyvVX+YL+rS5nw2WA0RDuW6DtSm+45BLHZ5gAZfkAfXmote/TPxgLR36jMjhiGfR7iyhr/JTijSHA78AVYjnKS52zxoFHVQmJjCIbnRY5yYW/OgP3jbsfIjyNwHIHjCBxHQMd7+e/hJOAoREKkZB64FWLhtgtt1PNEzgMePqqr5X6a4IVTr57F9JoJRM8EKHA4acCna+WYMNCmjMQ+SZalpBwQ1DoNnzRQy0AWMacDWEaZJFCdWBRJIMqwokLAPHDQEML0/AYu0Tpk3EKfKBmZmkaBpn8LCu/25YSPYkSiCfEJpup0YFf5IjqJfT6A61NmMoVSO6QsDchEWZHgBmToDkWZbxazy7SZH0HxSex/KzClJT2HiNMxg63PD7ABTKTXoI+fSnDumI7njOUjvBgGkbDZbLQxSOLE2zwkdlZgQ2JnA3VyZ32wsLWuvgm0ZkEJlivoRk4W9fjpaVO0aXDauhMOEtATjou/GM1I/z24FpXZzI2g+MxWtfWYHe6JA+uqrTxFRjkBl3sogdIHzgg9/aDjzHH/Roy+Gh/7HfCFgg1/8Dj6t/ihUs70AeAm/Jnu4Zi2jDHH3BcgsW8DW2055oYsp0LcPzBHLXdD6I0e2iPkLEL8aG95YKOehV8f32TDY4nAXvFFnbAZKDr7C30sGtewg84+RvicOcAGfo8V56ax0YYE5IZkzoZ6W2LdYtdviWEE5c1yo/Vwri5Jaix3b7ws5eTDcjHTcpdMuNc+sTDwS6gRNiyIV5QNysvVbU1GuGwgmy/u8FFxv4Iag+x+NaNNAzntzg0W1H6bpeJeS9raY07ZsBy6Bss95vAVMwWdz+VF+gPgP3Q7W2zgl8iX0FF3yI+y30Jdb4eIbzbEvI9zp6e94G23vtcSrOBX9NlYQBfIltCAebAeYJsVPhYkJFbLOy0Y1wXJnxlJk5npCJIzUTZ9hDvbkviZkQS5e4AbzUL+bnpn/ejP/APcUf8Q9nOL7AD3lu0R/uzjBtntAWxHUma2AzrLbGtqW+gdemNvR1vIZyNI6gTveiSRZgdw36MeSZ+Zx8HjQmLpHlpxRwLofo940wnZ/G44vjOO34JraxnouZ65mNm4nrnOufjrPSB42N3GPWnHm9kqc+0+MQtBjxv8cQ+BYVsP2NKOf0aJHjss7Aj0Yvdwi7oPRVQZBL6Rjvdh7qVIva+31Kp7emN1mxj+po04sXtcw2UD1X6L5oaxCd4WI/ZmD7kwHEQJakAebO7RA8GDgvvKFOWBLAol9rX7h81U8XF/HIHjCBxH4DgCv+MRON62/9sPzqMhHorDs1POjUQIlseTFgbKPuYgnvdY78e8qUgQyB8WjFv4rXnQx2M4wXlLLNvwkFxO1Q9i21Q/CWtAUkZpb6f4ZHTI2GsHK0YZfI9POwpUea1VVBecpkaV5pTwlCT2Ofbs2DLxQ5iwxf5gl9Ak5IkaUPYKJAkNjaiiQP8dZOqB8Al1YsQYyw/o6D9JbvsxPAYi1KDVJmGzA31PKWGBnwd+afffKGfqPISQHCAnhiZJxLCH9h/HyYSXjW9nt/HHUZ2E2TiR4+TNDht5sbxfVG9ZVPcVq15jMsc0kj3Ut5/lkPxZQVcspkf4bQHrjBXJH9dbYbNmgb5mge66PSf7msB6L9ZZmG9JUm1ZqG/ICBn9xjE8hGXGZtCZP4TlkWDCn+nYH/M70J7b/HVsWVA8hw1yo+pErO7HA19OfNA3AfdnRLXpZSpiMProf5VZvi8jsx+uZnN70PYTGdo4zo4JBp80wma5QR3GvAe75MhmJf8h7zoma/VbFlIefxKE24hty0le0dOPHp+GoMYWusVuy3HYoq/YKGSh6+EB/mo/N1QjPsZLz6BHZmyhW86BCurvYoKnvc0A98WIc4l+Vbpi4Qk4p/sBa2Kx3Yi1Ez/03efiarnUinNzuVyQLFnIbzT4b8LMnTQhqbCMpMOdFk4sHCKSDKP8Hh/3WrAIrnYz7GdaOSGxk90jw97lwE0t22eUB53LTzD4IzmzCtzX9ohvAUJGAmsFFiSTFiSQRszgZ8iCmn8AYqI82u4o9jt+1Fv2LOZarPZYwa+e2NEOcse2IvFVQR9Ijq2eYC77WCJfUme9w0yrTYX9VNR2l8iXtLne3MtvC61JHvknYWu/VQW/Xs85J+bc98BhOfQLdCNW8Ev13MMCa/j1Ghnwve4QIV+is81Ka86h54Fvzq31AxAHx209YvGojHw5At3ynVhouQC2DRt4l4OfoxsxO+At25fn2BpL6AIsOd5zztu5k5azmeaz+8ACfnF/L2OG7B5Um/GndPNIMvraWQ997X2dMYZrmaftFwAAEABJREFU0DsRxJhxA+Cewv2J+xcMz6jK1yfjluca9xtmMqFGGzZcv/t6CF22QY/WPODO4IKVQXtkuzrYIcR3D6oJ+4MtDHblGsuw97xsgFzb4p2lvR4U3sni3/UM921n19OLPXbebDcCi2q+hYBRPlKkz2+PDdJgZmrdUHxCrPNsoyqeTQJV1XF/HIHjCBxH4DgCf7AR8B3+DxbyHzHc54e50JVCBiiSJqaUzRcW8azimQNsmSJsmaxCmcT0LKyYPjANyFiOGw9x2+8W/NVrYoKS7TMmLAV3AJsMZPuUlaHZNsqKt3WU5U9vG/8NngP0VVHnUUQ1FIkFDiXhhU4kh0T90bf/9o+RmT3kjH9gSosSdmmAom30BzRha3nGpoJa9rMrW/vr0LOfhNSAEDt7mexh3QhrMzuDQwI39nVPe/reswDYxrFy0mGPTbyF0LMo7f32DLQuTjfY//uwrwpiYq3uOfUD0Jk4X3zOBI8di++eRMiaRXpPEmfDonjDQmYF1mD5CGsnZ6izDhBr1B0pCyHqr6nj+saGhM7ob8WE37I9VoxDhWUbFlauu2EhsMGvx2dtajBOPYNrWb/eqtKNNozdyI90OyYAoD3YgFFmfpSZN2o94sCX/Rlb2tzSx2fhhMMTbMhZHKKnvK7gIGxJnmwP69g3sg3j5XhGuLzdEgvtbwbUWFbVF3W2u+QH7VG/6s2PoF3qPpVvFD4ZX493xZJjsNRqsWJhvQBLrTlmSy8UY9FKmQXamjrr+GO5K87njfqIYX0Q0yqSRU4YbUieuJ2e2Hz8/HZYUOSVbrQO3Zq2AL43nFeus8Fmw3lSsZGPxWP0HKcn4BhHO7tzZKNxTHvGwlhDR7i+7fu4FmzbY9/Tt4EObayJZ03iZByrBefogqTDCrpiQbwiQbQAyx0WWpI4WDJmFZRZ8C7BGpkRcnw4GbHcLBmLpZabhZb4rOU547IEpgMGu/W/QZf0YdmvtGRcfRyXxGHMB7ocYnG/RoQM+Zy+78GC3zL6bf1oGxSZEwRPMdNhsmhMNM2dSCApMzfMk7iaP8A9CbcRM/iKJTbGGmosd39zaE7/APKlEx6BmWwb5bBbcH4DxnqzmXO+AsZzFeWFNg/okrL1cxJL5gHHZ2P4fDW4z0WZ62XD2G4PgWzLuBsb2uh3WKvn3B+xgf/tIAb8bJ7FmngH39wj+gfYqOd67R/I1mFf297APwPOme0ByHxpy3W25drYRtyruHesGZMYY86BJZiTHFqAGQkhY+FkkN8QurvVvd8Wuoeiu7+/Iyl0PwDex47kkn2tuZ7WHMM152hvxE8ol+q5l8oQD7hAfZD1vu4p9xwX6102pQIPORIj6CuPPU/2zHxlD6k+yXmQs3mKsYPLgT5sHtuh2m3WGWG4k5pxm6bvgBvbqdKOe8LYubFTjH5HasWWnQHZbYflBw6weFxGNG6H1UYZNMJlx8yL0rgRQxl56K+4RXvcjiNwHIHjCBxH4Hc4Asdb9//IQXk67DxjScjkiqZRSolpS2IesxVfglfKc5dSRFyf19XPVp5IgFTrJydJ/HaPnco26Ej2CLmR0WX4BBRy9KOPoNHEwx2JHc+rmE8xyULlAvG4HOzIo5IyXooS/isaFfgcyaaChfUVtjVqKemQCi+J+FJGSn3B2/ZfQdbz/+QPfRJt9MB0j9rFXTs95UCGiS2Ox4ZEyoaFvumKBeeKhcBqsWQRZCy0mBsrLVgQzuCNxRyd+fuFZsZ8rplxDw0McuuibDky6lR/9jmU8WvfjzGz/JH9wr5mc93fz3R/e6fb21vd3kBvTG91A727utHNgDvKlt1eVf0t5T1sR52r66gXdjc3uh5t8H2P73svAu7udG/EIuCe9u/p953uiGOO7A7Mbu+R34V8djeD3qO3zV3IvXjYwYuKAHVYbNzf3WsOTI2RNw1gM35z7fI95XvGYSfzIibKM829OA3M4QegW2Kz5LhWOucb9MUA80v4kcLHAmmpuqgZKIuaZSRUKHOOrEewgFkHVlqzoOyB6ZpF1wjLRlhW+Q3rHWO1pyzW+h1IbIx+3Zb9ck6sSfIsWWxF8sH9cawjNX+ANQvaNQu/sb01vgNDbD3UupCxSKuxOSZjjGtNv4yN1iR91lwjxhK/SxbUa2OQ1faw25UHfmz3Ee2xM9Zcf2sWvAHLbBexberYuGw5cKw912zPDdX2UR957/ruLzFGXIxVjJPHaoSPIeOzNliUrwMcN4+vZQHK9vMYMT7rYSzWu7h2xyve7NpyKx1AzH3IuOkgjTvOwW8guR0Ot6YkbqmBXLjPGSiz0VDmnuk/vB8wb6TCba4olVyBrVIOmVKCJmVoPCOwzaUol6Lyn0AuBZ8GvmnXTb4bW+VcIegD8ETUIbLCNmwO5cOYpdTTpV5KUvxxOfy5XVFPMZ7oTBnrvV9kro+t4lPLUYXymEjY22+RApKLGrCFVmy05ViOEHwF1wfJlv4xuE59TVX4PHkGXDM952KP7Yb6G9PfgCdtUfehbKOe+A4R9yLsgtLmmnvKiuthxbm+IFnoBOCK5PFixr1zTlIn7st3mnG/X8DPfG/nfrtY3MabQ77fz7nvL+OnYrNI2Dnxs+R6W5NI7Y1ob6metnquGxgR2ADGg8RPyOJLAsox+SBBROxi3Psoc/8LyqFB5sMJN2zbevgpxTFllzkpIJxLo9C0l8+RzPlhINnVM78DZjs+zkFKB7IUjpHRRjiAxXHsazlV/sk+hzrHyftE+UjA+ReSkUbhmd1BYKG1vWWMV5QZ5oGaZO9GRKHI3ai7UXGkxxE4jsBxBI4j8EccgfxHDPqPGXN9oEtlCN9Db9Si5yvmci5qSqumaVUabOOJSyKIZzXTHPUkLWB5UiNjctB7mtB7Wopoi4zn+TbkCXeZuc8AbHp0G7D2AojCxm9XsCBaD+iZLPWWgfUjeLHUs9jqsd3gZBN0w7eJTB4o92DtxRTyNQupzQFWTFpXsVDasBBcB1aLtXZAv3hUtm4Tsg12K0A9yuvFivoj7O8dYBG4foCeBVivNRNHy93P2u+Nom9D7D3xBxinnjF6DLqpLTYbmJ5Jp32tqbte9XzjTJ/cFxbakeiJyfFCi9mSZFDFnGTPnOTO0tSAdznkLnsyvcOcifNCoSOBE3SX2JlrZr87rKK8k9kXtuF7qHuP33uSLbdM0O9I0jhhc3N9o5vr2wpkNyRybkyR3YKb2xvdkcy5I7kzwnVub69rnWtTY/CDnevVBNO9aiIIepCkuQ/+TrdQ+7wlUeTk0jXtXd9ck0jClxNRxHZ9faVr6O0I5LcGdrdgtL8lbuN6oCN/je0Oobsm8VXbqLZXuh783JLQuqU/t7R5O7YHreNzPfT3Fkp82NxgexPU5QGMl8fw6uZKO+D3hjZuaP+Gvt7R75kXRnwrPuOYzA0ST/dg/gQcf86jezDfYaZqV3Uht4+Az5mqHxNWh7YLzosVCa0FvhZB51xbCy0or0gGGfVNhzXXy0prkjVrEhqxIBsWZT7vK7bDtdMr7g0kUpxM6bm/9FwTva+RwEbV/iFdx/VlGX587+F6emiH36g/UmzDL/SBLfrwNdJDvWUu04bvXzs7yrS5xc+G+8QhfL/acL/asNBdGSR7VpRXjMWKsVgxDofYUN6wWH0Ayw7xWL8rb0kSAJIQW+7WBndyNm5AsaDcyrd4buZsfWUTbCRpFGux7GdETvDAyRYjFeUyIEN5lmRseLjI9tkywzamOQ/yjNMSiMSR6wVaZZ5JD1GQ/bsg1ua34F3+93Ub+tXga4+ihphHtPBtw5cQbVHZoVXhORto4S1nLNpDIGubopZ+F+geSYX2Cu0+D6nkp0jIKvKz+tJIGZuKdMAfyMvIb+NcwPydVA8+W0q/BvxiMfqDre3D7GU9JcA1xAUN7+uqIq4jro2ea2TN9eIE6no1j+T4nOfPgqTPwve8B8mgez1ICPmNIJ5ZayeEDkFiaB1Yq+ea6kkSGeLaDXD99hHTmrEgPq6jGvOWsvvVk8sBRGy5uK5MY5wHmXnYwd51KiwzPIsSfivv/SH6UXUoVHIjDySHAvOAzSaObsSu5ZTEVE5PP7T3RLh9InkoOKzz0PZQ86AOg5IDVQpbmeP+OALHETiOwHEE/vAjMDx+/vD9+K0d+B+2yzHBeBLE7gmMnqds15EAYnKajVQwz2IdJNZV8J5rkOjBU8/swKiJoSzWN0xRcszNtlso+q3RK3T24YnShiTIZrUlYdFrZd5Aufk1kBDaMNHaxAJsSxJmBD5Ifox1VyRpFmDGgnI2W+huNteMCaBR3z6Z6f52rnu+HXQC4JZkxO3NfSQKbuPNFBID14CkwzVwYmDENcmFaxbR11e3qriGXuuWhXjFDfwAFv5OAuyBHYvw28ANi37bXbOYvz2Ay5YDFu3X2NY2saHtG8tGEMcV/A0JgivauoK/Io6rt1e6AVdvrxWwzHoSBdbtZehdZ4cbXYUd1D4H3FD/Bv6WpMw1CZJbxuQG3DFmTuLcjmMGvSe5cwe9w9Z6j2vV3+o6ZIyrkw7Y3cabNhwLvpGdgfsBszheVX6HbMZxuqPODk5guOx2OHZ3BryPo9u9YZzCliSH6S2299hU3MfbOjMWAvYbMvzfUsdx3rl/BuNwx/je0e87dHcchxvgY2caYNzi7STOhVvsA9S5BdcDzI+4wabiWjfUvaFsXU0OXesW/1GPNq8DVebYbHuDT+M2KD4e0CvdkPAJXME/wI1uOIZxfnIM7hm/+/tb3dHvOxY8C8bYiT0nZioWWrAIGjHDxlhADfOPYfmCxNHCCZ3Bbi+b4W+uxRJYx3UZdkFpy3IWW6uR+pt9kh5+S2gFXTnxsVxrCV1z7Rs9NBA3nK3Uk7YI9PL9JcAiqwcKxG1L3Jz2+liwuR7i4LHhPmWbPapv2Td+7O8xrKugfmzUCcpueLoNhIasc5tQ2oQbZNiysdySF22JhX3iPmxaclbJRYXEQGGFXrgnl6ZTBUkF891YPqCWgbbr1HaTXwF1OmA/kWho1bRdBe01Bb4gC8C3jZrGQIZ9ExjL6EPncqMcPHZRl/Loi7ZyABk2tqtwfYM6JEX8/KntI4tY8PuAWv4cqB9tPkeLGsbSvnMpyqWWLXseCfvnsK+Xi/1kfBmDvIU+QuexG+F+jHqSOw3IHXWMhrgpW9YxDh12HW08QMIWWVMy8e2Ri4gjKXMOPUaTpT3yAU+dXIE77ZGCT+ieQP5wHnNd6B3IyEfY+l3AvWyXMAggcAwQZXYjxthz3iJ321TgYs0gEjG0tyUpE/BPW7l/bLivrCIRNCMZdKsl97sF97/F7JYvRu7Brebw9zwT5twT5+gq7jXn2eG/QbTkvlUx1xp/a+5X6+VS6/VSvcG17BgIlX5InNWMbQZpQCZeIIU+9zDEKuodIlscfcHgkS7srHsOmJNhitreJRwZ5v85MGaOdmhnd0LGbU+Gnv1Uq1FlLyO/pw9t9vI6DmoZpIIAABAASURBVIflyvuYPleHsfNJUI2O++MIHEfgOAJ/xBE4xvxoBJ5/bjwyOhb/a0cge5a4c+lDUJFzo66banp6psnpqSYnJ+pAYUFQmLCmVHhygz5pw7N6w2612mi13LDAW8uJl/l8qdliBZaaQxcGC7gZWDBpqnStWfAr6hlrLVZrJmjAdASJnCWwX+tX+FihMza0u4EfYZmxYNK3YHHpOO7nc81nTibck/SBknSob3/c6/Z2JvO3NzMW3/ckZMD1iDvKd8gByaCbwI2cELhhcT7ijkX4HQmCG5IGFTcstgf4TYywvUX2HGx3q1tsDC/6480VyqP/6vOa+te6dkJn0F1Br99SnyTCleUkFJxIuIK+HcGi/62B/u3VW11Br0gCVf2V3rociaIrdOAX462ufhkw6N7i4xpcYX9NsuPabdPfK/p+A702SCw4wWOdZVfIrL+2LXZvGSPH5+TMrRNHTLRnHJdIPCyWHHfA+bBcrjiXKpaUPclecj4tSUgYc5JDc/jF/UIzkntzjq/9REICfzMm91Em+TOjDf/kauHkX9TjXGAiX88JeGRjUnBGPSeSbunHXYCxhd46sRSU4wS17h5q+T26u/sbEikH4JjfPcCtXMeye2zv0bmu4bLlIzxuTu5U3Mr0OuxvOFcBY+nzxOeG6Q6M7y0JucCQ6LolyXPLmFdc65bjd4fMyR8vchaM28rgOllyvaxJuvjNmxX8yvw/BceIhMxqwAK64NgtOGYLfIxYUV4hXyGr/lckchZxvKMd66kbvG3WK60or7muV/C+ttd8477mm/0N3+xvkPUkgdcsjgzzPbyhWBhxU4qFFZR1hOUPYBvkJkbPrrc998I++HfvRTvGA3/Iag23vsWDgTNv3FLZZLg4giqwfSTExerK4ZgijM32gVjAZ/lenVNiIVkqSJg03IsrSH60Y1IEvlR00I579gNYNqCBPsHOfqKmwQ/oSAw1BnxDEinK5kELCrpiusNEpalIAy3oMmiaqRrsG+RNO1GNbQo9BG2jaybQaM+0q/Vc9zfD9YDbOgQ+o33i6Qz8HfapQfavIDetjAYafcNfw5cn2UBm3SHCDnm00XXqiCdAfzswbSeMB/IJaCva0ijQQgeEH9roAjyzfU4Eijr8B1p4I5JEnDtPKOfUE1lWUx6jqCu2PUCG9xtIgcIxf4yELCmhTxkKygNIJe9hm4I+IztEoXyIRNkYZZEIiuuX692U5I8MbdRz3+i5X8RPJrnPrZyg5hmxmN+R9JkxL7gDt7qPn4rdacH9fMY9suJe94tb7lP3ms8rnABax98NWpAEWpL8WdDGSn5jULQHw7Xea0xSVZqjnOlblKWwcbLI9uL6l+PmziHDNwfjkB/LT2T0OXRQ68I3/pNog4Gi/GDzjcZAa4uKahFiJQqHoPhPt1ozElqVPajxRDDoHC/sYYgh6msvhmo+ztk27NiowDYwBfa4HUfgjzcCx4iPI3AcgcMR8C3+sHzk/4+NgId+AA/WnBsmbZ1Opuc6P32h87NLXUDPTi91Cn9yeq52cqKcOx7UhQlQrwUJmfvZUjckVt6SJHlLQuLnX671009X+vHnt/rxpwE/X+lnyj//fA0dcaNfkP+C/S9OPvx8Q1LiAJSvSHK8HRIRVyQgrvB/9faWhMWtnFy4cqJhwDVy44Y6V7/ckMi40lv8/kwsP9OO4XZ+xs/PyN/i17zpW2R7XBHH9Q6/vH0Lb1TZNbbXV1cy3sK/xc9V4Jq4BrDgvkIXwPaKpMxjXCO7xu6ahb1xG/Safhk3UGCbETfXumGxb9trxuGG8vVQ/4a6t5QjgTQu/J2oYGxuoTdOEJgyyb2D3kH9M6tbU+xvBlxDR9zQVsjxYXpLvVsSEk74VP5O19Qf+ZFe2w4/ruMExjWx3US8t8R/qzuSFHecL06++G8PzUnozJmgL8dE0AO6kHVhQ8Jige0i6FymTggtSOTM8edE38zf4gZmmpHUicQQSZ85mGG3iPoLzUgezSiHnERRxOS+8O2v+3EDf0cfbu9uFAkaFgZ3wD+fMu6Q3xiMUU0CYof9HX1/COSMmX0ZruO6Rh1f9Lt6N7rF3y3HyrZuz3RnF75vdIO/G/gbYryBur174g4Q4y3Jr3t0d8jusLXe/L2/zWYBNAMLxtCJFidYApuNnGCpi6Y1C5vnwAR9PeI5/VPZ2smaWIht5IWSsSVpvNnixz/XYrFm2S6pQhw9um2PL/i1kz4khBzbGj9RJhm0Rb6l7gbU+qN//LIoYs89alhJPL6fZgQjBlaxCKNwuLE465+BkO1BBTdDmwoMZQgBVBH21Q9RYbMl5o1lW5JFXvgYLL6SsjILxZyLGi/MU1Fm8d8YJAsaEgIVU3UkUzoS9QH4BnRNt0soNCQWmsPEh3nLBnTQJwibE7X4HVHwO/It+gLadiojYikdsU7VlQno4A/QwhNTEz46FfgWvuC/0H6l+OpONPKWt+hHuP3nMcHfb0C0M1EaaCF+t1EYzwB92cvwN9qNFPtEQuVdKPQpYH8j/ys0DbqWxI1RhnZaaPR56vEwOo6D0arB1uigTuw0xNO2LcdgBHHvyg3yEdQvrcpOV0LXDG8W2c+eL+rIUHTouq7Q5gFI4tgudNYb+GxAF6Bu26h7gJbyc7Ct8die9vBln4FC2WgHah50oClZDdTXSuF6KY2U8gguxiEbgUi+rjPXdvbFSCnDi+uv367ke8iGpHNPEnrN82e9e0vonsTPTCueCwuw4nmyNBb3JIysq1hzD61YkBBaqF8bKyigDe2wVeZ6j5sBcdS4eq72Ab3gAVSj3vaOdcTjsuXcS2xPt2KzXwNP4naCT+4neuYT7Yxy1wAZjKKBhvuB3xNXNvaSTMz70sg9tBml76aD/dhoHMNqHZE5PsOikZr/o+EY73EEjiNwHIHjCOxGIO7vu9KR+T82AofP0aJWyo0afwN5cqqz80udn7/Q2cWlzqAnJ2eagI5vKRMzri3TixULufl8FYvp29uZnDj45epWP5H4+IkEixMvTgD9ROKn4ko/kYhx0uenIenzM/QnEjZvwc8kOt4ayN4a5iOxckNiZcS1xkTKWycWDnBNMuRtAFuSLr8Qwy+0/csvb4cEzlv9DO/yz/g13kLf+q2YSPJcYfcI2F/Rn7eBt7rC7ireprmCv9I1ZeMKP1fwV9dvdYW/qyhfhc1V8MitD/4q5Nf4vCbOqye41k5m+9Bfx8+GrhmTG/p4Q7LnJvp+S9LgVk4U3MWi/17xUyonNwIkUExJfMxJekSyZOCXTHqNeGuDpIvpcrlSxZLk3korJsdLsLDeb+IsBhnllXkW50tjrAe/Bk4uLJHZxtS+F9RfWUbSsF+xwCc5sN30EgthbRNn1ABm89kzWIA29LbrST5sSApsqGfaQ7eUt+OkkUlyEh989eFzyyR/y7x7G9R2Pe0FSDL0wAmEAL42JBg2xOY3T9YsDJb0e0U/TZ9PTi1ZKCxJUI1grD22B4i3llxezDVnweDyEro4QCSpSMo4MTP3sWKxMTNI5MxYgMxI3JjeReLsPv7A6cw6vrleDPWcTKs+F8Q0Izk203yXAHMdQNn+3Z/VeqkNx2lNMmVDMqWn78bGP6U8BOO12WEdSSLb/+vYULeiZ2EUWHNcOGZOiGw5hhUbjheJEtrcjnFxjHvOl0hUQdfYrjlea8tJIm041lsDXzI4Bf69bbuvhp849yzhPNk+QZyWnLr0QQZl27IY2hpP7Pt9/9H1jp1xELac5uLk5/ablEsJxOK8a2MRHfdkEiwtyZMRhSRJoVyaE7UkUIwCLc2pWqOF/lOcazI5xIUm7Zm6yZmmB+jaE+LYy7ruVN0O5+rgG2C6x7mmHcB/N2AKNU6DXmg6udApmFI2HTE9OUc34ORS0wGnQZFbf0L95xD+0D2gZ7Rzhs9D4Gdyqilx7/rqvkdfT+jvgMlUHXYBxrMjYfRraNA3TnyVTs2vIKeO42ybJuxy2E7gQQtKq6bZY0z8WNaRgGka6u1QVJND0IM6YeNzyIg69lfUkqhpW1OjJUFU9uD8K6DdIWFvu3ehQW+00D0a2jA66EO0jO070Dj+EdiMZSek4JsHSIxVVpOyckoid6U8JA2SxCXFtUzZspyFbqtIVPiaM+J+t1If98El98KFVosZdB50yb3Vb/zMocZidhtvDa3m91rxZYLv4Uvu6cvVQmsSR7ufhPF8W69X4bd3EhtQkK/z3PcS9y6D0EgKERcax5W534j7SAaVohg2wif2oRCkl32wi1Ll6S9i0fNqn5WT4pORBRO7MArucIe1GKSKA8UQru9SO1R1rwzjfoQidvY9AlfWB2xrUHh22z6SHpaT3FC0dWhVDgtH/jgCxxE4jsBxBP6II+B7+x8x7j9wzOOQF56tmX6AklX4l3OnCYsKT8LPL1/q5cv39d57H+i99z/U++9/rNfvfRR4hezV6/f16tX7unzxni4vXuns7KVOmJx7slyaCQ/uhrlJFnMtLVlULhYb3ZMEuCMRcXc71w1Jo5ubexIbt7omcXR9dUPiA9wAkhtO6FyZP8DNzZ2MW/8NGXANKn+n4PFXy/cyvWOhbHq7k9/p1jL8+E2LCmwtY4F9SxLlAZDfILsbELqoW5Mutze3kYCJNzdu4a+NG/ltHiOSNPTrZodr3TiBs0O13cmc4CHhc7MD9geyW+TX4DbqU5exiRjcNjHO6MPMC/3APJIOcycgnFgwBQuD5E8kdUhwrAwnO5i81gTNisTPWisSPEtkS2jllySFFmApy53UWboeiYRdvYGPOtRdoQ8bU9pZIltj4wV8z0R8SxKRVTTnIachE9WUkvdSysiSRDKH9bJN1Mciv1fP4nkDemanvSfOzBcTtTIz/ZI4i01BwkeC5pQkpfhnKn+Yp2Yk6pMEb5GBK8pb9eF7Q7u9tvBbx/pvYLOrg59IVpAEoUM9CY6A+R3Q0S/3bQcSHZvAWhsupA2Li6AsLLb2oa1SSiols2As6ppGbdOyIOzUTTpNQNd1A99q0rWDTaPSNmqolzJjoPHDYHhWnyWGTpB/CaOXPd3CPgfEbCmQVamC6uDjmowcxwPO48Tx3jJGPWOJkA05Y9z7IKKntKvtMyjTiX+GWmGMoJai0wO7TXngTEcgiiqJmA1Bqy5ROblOQPFhVIN619MH0xFZ1M9FOZU4hg3Hr7RemHcqTae2M6ZqSPp0JCw6kgxdOVUXCYkTdcUYy1NFEoIkUBf2U3Wu8wymU+qEnMTI1DiVZU7cdE7eoDM/nZ6H/F1+HsintGe/Bwif4eNc3UBPoUb4PsV/4FLTUzCtOIXa5hSdMQ16qVNsniBs36Eb7MM3PqLN6O8F/aJtYrGsI2bTadA6Fl13pmnglNgB4+Kx6RibdyLG/pTjdaKmMSbKOaActFXOQC2ngFEOqHnOBT+LOR+yaS4SyOIf57Nyo4fnNPbWA4G9bpQnqhQ1JFAy94cKdFG2vFVDvSY3atA1Guk/AAAQAElEQVTvMeg4H5snQNdh7+TMCPy5DcP3oJZyAH27Q6OWem3TqAQKdEALLYdoVYZyi64deWgDusYxJHVkf5oW3jLQlCz3p81ZJReQBihozmIkjS3Ud4wN9/yKnnvsGmxIDK2WcxJCi5rgcaKH8tpJH7Ah6bNxmUT+cjlTyEeb8e8DQXvu12vu36Y9zxFuWLTVi12FZXDeCMskEkPWZ+5phnnDvIEYO3y4btxL4JHsNt/Pwxm7BHaK0W6kKHh2yFBiLGxb4VGpqPto86Ca/HH7ps/AXqr4YaXM86rKH+955kYjemgRjrwzfMwqfVz7WD6OwHEEjiNwHIE/3ggc7+j/k8eM0c88+v1oVWmUGyaDfOt5wrerZxcvdUmS5/X7H+n9Dz/W+x99pA8++kQfmDc++ETvffCxPiA59Pr9D/Q6kkGvdXH+UienF+r4Frk0E6XUsYiuiaDVaktSYqPZbKW7+6Vuh0TQFQma6+s7XYEbkkE3kQC6jcRQLTuxcqdr7G5JHN2S+Lm7m+FjxFx+C8LJj/s7Jz6WkaRY+o0OvzUAlkzsPBlbrTZas3her3sdYkN5Q0IClfbYynMs/2RjC7Nl0rNlwRmLUGgPohzynn7usdOxYLX9drPWdsdvKj/UF/UDLGKDUu4DG4pGD+2Jq69t2E/UZYJFHduiYBv01N1GvNuot43kyRb9vwDq9Pjo8bVhQDYem/VWPRPajUEMa4+l4TJYM85rU+vo79q6EZZZRzJwzbGwnx5Zj29DtMcGYdIJUxM+W7kfG2KwzWY4Rpb1xIZZnTb6PGaym0AGKYdA7PdXF27HQlYKNrM3IHXDYYxV0F6biI/x/09S+9nQz+0IjtnWiPKmngvm45hShm5I8rwLW8czJEEcf2HRU3JRy6Koc5KHpMEUTLqJppM2MKHcoWuN0soLpUSdnGrX7WcPzqsq/pf2Y/2nlTz4RtWEHbtM4xVFOecKTDJyH6IhNCSuaziuLYuErXrGj109/kgwchWT8CN8ZCT2ld3Pd4Exy3loe6A6sC3whfEqLC4DLYvYtlPbdZqAjvvl1DiZaDpiMtFkgh55CyaBqSYkSE5OT7g/nurs/Bxc6uLyUi+MVy/14sUrvXhJ4h3+JfzLV+/p5avXJNmRUb40Ll/p8gDnl691Tvn8HLkBf3n5Qi5XmN/j9HzgT01fYffyWZxyHw+cviTp8i5coquYnkKnwPQ5xFul6KGnh9j5R/e4nu12+udiGOrY7hCP/ERsBzKXp9MLTYfkzyF1kirQnQ/6M7k8Jenj5FAHfXcSaKoOfdOdkJiYklCZKjemEyjIrXKecI62j1AoV2SSPiI5lNVwChtZ/qdcZGSf1/B5RGgzOmxz1k4edumgXOTESEV7wCP3c79piPcQ2HCvaEZwnTQjkHXNaIud5SR5dnqXw6d1I0b7SrumYYxa2nT7A97pAz26DriNFt9t26htW2DaaNK26ojL971u0siYtkXdCK5f8y20RVaaotIktYyTaWnEWIlRF596nxH34S3ojc1K6+0a0VJrvtBYk/BxImhFQmhBImh+f6/5zLgdKDyy5fxeyzlJIieMSCz1JIXEc9D3LvnuxbMtKHwG5jMR7ADDYUVSN4qV8d51eQ7KlLrWVST6YmT5eZi5D9I7BXAWZRI/aLHjvElwqSjbDn2CU3wSd9YUXOw8LMGMuyeCUfFfQjNejAiHuEwLsuN2HIHjCBxH4DgCf/wRiPv7H78bf7QejMPO4zQXZR6uRmEW1DYTeQJ7RhLo4uKlXrAAefXe+3rv9Yd6/fojvSbh8/57H+kDkj8fkgR6P5JCn+j9Dz8J3cv3PtDLl+/pkrpnZy80PTlTMzlVwa+Y2G77mgxakgiYLzckhFaazZa6jzeDZiSF7vdvB93e6eYGXFt2rzvKt3d3umVidU8CyLiD7nA/w9ccnwstFiuSQGs58bMkcbAKbLQiIbEiUbEKulEkKULXaw1dsxDvA1uSD9phw0QrEhDYeDHfQ41t32NTF+2eLI7wpCz8MHncMOGLuuZZvG9ADx/6aKvH3NiqJ/nQe3ELIklw4J/ZpwLohFzYGtmnn9fHpkzZLLa8ggncFnhy907YQ0ILmBimBKUk1wvgGKdbxiCaZdeTENqCPvieZInjh1Le0qetddSpMezrb9Fv0K2xWTMuMf4cizXHxNgc8C6vSRZtjBgz/EM3jP2G+saWmMa2tvI/yTIh7w3serAlli1tm/bw1hEVW2JeWZES/U5ZKUFVoQefROnXgPrZbSsRG5HhVRW0UQwWJE1p1DQtixWjg3aathMA3xitWvQjOhY7U5IQUycapthCpyQX9qDuyVQnIJITJCDCFrvJpFM7wR8LqIa2cy7KXP/sxEDIuwSTsrRHgk8qXiwV6LuAPoGwg+Z3oNDuUzQqJQdSoo2om4lEsh+NH685OK4eyz6uA058y0KfsCdwRjhn6hqpKOOvAaYVlo2gTt4D42gvN3tZzkUNC8bGi9bSqmkbdaWL4zTpOk0YX+Pk5FQT+JZxN+3gY/yHY3MyOeGYnOnsjATQ2ZkuLowLXb54wf0SvHqhly9f6PLlS12+Jukz8i9f65JEzwOcIwtwr72sOIeen7+nX8MlSaLQ29857UDP8bPHmBB6rXP0vw22fUUiym1Dxzb+SSznoa/2L6hziAsSWRfoL5AbLyiPCB3lqn9Plb6CDrBuh/c01jvH1x5jP1/Kia7zGIdXuqTN8x1eMQavK0L/WpfQEVGH8vnh+EXZ9d6TE3OX1hHL5a7tF6oxvIx2T0+hJKciKbV7Q+lU3dSYqvObXJxH3WSirq1ooI3PQ5B34HzmPPW5mjnvlRtxIj9Cks/vigKfD1AwH8D1mbnG8+E1EzL0piEvari2mpShA9A1IJesQzSUm4J9rshcSxVJDfwO1u/K+GxGNNhVdF3LmODH1NejaaBT2zaBCffGtm3VTlpNWmhpGbuiDt9GY0r/OscUsWUSYkmwSrlXlgDPs0iybySeU72f1yRvep5FayeD/DPh1VzrxULLxb1WC8897jVjPjK7u9X9/d2QCJppTpJoid16uVJvH/iCkaBO+mSS/eLZFCCRQ/OxZQJhI5a8A5XYuOHFPRAaluNuG0ymYmC8Dybq51R1yLxlNcoeb+Sm2XUSdlbSmozH7vXf/TloMNFW7bwKsWSKsXHMRDl4C40oHHfHETiOwHEEjiPwRxqB4+37d3G0ClFkHqscjpKZCDE5YGFzQvLGSZyz01c6vXgZyaD33vtQfgvow48/06eff6nPvnijL778Tm++/k5ff/1nffP19/r22z/pm2//vKfffK+vwTdvvtebN9/pDbZfffmtvvryG32Oj08+/VwfRiLpQ70igeSk0wXfYp/xre709EwdE+CGSV1mIqdUtN1msaYn6cDcjDnDekgo+O8SVX7LnG2LDQmBPqlnXrQlkbFVYe5AH03xk1IjGUyEEhCTIAxUkViyV8iTIvwENY8/jZ/eTGL3CGHDLvRbETQTt7GMOSz7/ebylt0B0sgTiUYMsogM/oEN1cOMHapoEnZXVYzBA7gvoEZe96I8IpnHZ/hyP2C2DGadq/bachD6eCuoZy5bsSU5s8XACRavz7fYO+ki/DigHt02kjgb9UysN/DrzToSdTXhsyIpt9Y6JtpQ9GFnW9C7Tftg8rw1JSaa0DZ2oq80hMxt7tFzrvRy2xgSCp3BDGPJp0NOEsgc/2yKm5wS+/2WGYtMMYDO+h1GOTawDzdiSbRVUX26XslZhclskxt1LFIiQUOi4JQkwikJAtOTkxOdkUw4MUJ3olNkJ36LhATCme0MyqenU03PTkgwTIGpMVX4Oj3V1MDHlAXlhAVT2zYslhyDkYglKTmmnJQLSFlNaQIdtkYb9SaaTIwp9BHwfzJFN2CfkJpqOj2RYzwljpOhD2fE/RBnOuN6N06Ckig5P9UJ/OmA6bn9nCGzHNB/+5vgf8o4TU8mjNFUdTyJhXvHBLTAdIJNjd86wHj4/hJou5p0a6ccE0CdSODQ347kzYRF+cSxc4xOzk50QtunHIfT8zOdn53TbqXBIzszLs4U9PxC5xfnuqR8fnYBb1zq/PJc5+fgkvIpPrA7BRenF9QDpuAkgC/o2Q4vGK/Rxvw/g20Hm7NL+We7Zzv6cii/g14gf4LXOrswXuoi6Oug5i9eVFnw6C5eoNvhkQ79aeBlPGdOaefiDHtT5K57Bh1RfeLDbYxAX+Wudwjs0Nm/9fZh36YjLLfswj9lBqaHeBGy93TxApDIuQi8pxckigIkeCwz7+TOJfJzknGVvtbl+fs6JzHkxNH5oDt3Yuj0pc7Pgenppc6hpz4HOL5TaLyZFPSM6+dUHddXgHPWX9I0TauGazKT0GhyUS6NlIwCTZLyAEhsLgcz7BLUgLBxV5Qfc0Gp2w8Q9BBVLlW7Q7pFtsXTwy3sEHMHRh8lDEwhBxu3H+2R4N+FrAbDer8u8ICE7ZjcaRiPruHexb3VvFGQFe63pS1qoS333Aa+6xpFvbZVg7zaZu6FUk6qH5JC4qlRQdw8e3ogP4+gPc+v9YrkzmbJswssl9osliSF5nwJBeYA2Zok0JLEUf2bQSs5IbS23EkhsMaXAmtpTAoRQSSJGLkM/2TjGZiNQZHFv93YmE+WyJ8cHUIWyZ/E+MJn5nqMVc6FMkhZwg6tYMDTDYunwv+0hBPEPh44Jz4/UwuKbIUBf9yOI3AcgeMIHEfgDz8C/6/c0X+HB8pDb4yh8ZTNrbInByWr5VtG/+Hnk+kFC4MLXTKJvrhg0vvqA716/xM5AfTxJ5/rs89IAH31tb56863efPMdSZ8/6+tv/5e++eZP0D9FQuibr+FJDFnv5M+br7H9+ht9+dUbff75V/r048/18Yef6P33P9Lr997XKy8ULl/S7qWmJKE6FmJN0ymRAEqJOImyJ5lR50pbz8O0JhGxJvmwJkGwJiHUB5hHxYzW/RxR8HOIRsmToB2K5DYM2klASkpMQBKTpKSsxCQpQzMygSgnJANcNpAox2SK+gnAFxbXJaEx7GME+nwI0RLlYsCXEZRTwhdlJ4HExNQ0RaJhqzHRkKSw2NM0lJ9SW2r8bGFGwB5aCw/yZ9D3tOmESoBJaN+zAEAGcVjAhtWDxroSU1kJs0jQbXy8OG49WDOhXvsNIKjLG2Q9+g0O7XtrSkW3C4sP2uM4b2l7Y5AsCmqek2MzAn/me8vxZ59bslP2E8EQk7fkXaByGZIpG5Ddhjh6s6Mcj1GZrXG3A95ZUy0zdoXjXkpR2xQ1LOC6SUeyYqoTFnWnJDFOSYqck2g4JVFydnqmE3BK+YzEw6i3/Ay7SD6cnZJYOR3sTuCnB3D5hGvoRCcsHk9OpppMO3nxU0qnwoLRC56ci3yeNiUrl6ScHRuyklWwMVynI0EymbRqiXlCUiQwJHuCD9lUJ+hPuGZPKEe7tO14T+jfycC7PyckUpzEeoLzU52x8K39PIc/f2XhvwAAEABJREFUpU/g7Ezn3A9O3WfXZWxO7JOxOjk5kTFBPnGyBjpl3Ka0N/VYAdMp9tPTqQLWUW9CrAHqtGDicQLV34ns07Ge4uOUtk6J4ZyEz3kkcs51TmInkkCX5zp1IocEzuXFC+6ZB3hxocvLFyQCLgec6/z8nH4ZZ3JcE+KdeDy7ibyw9z1vB8a0aad6Nzp0hm1Mn4N1Bro8VeaemnOnnJtfgfVABnZ+PgQelnGmzD89gPjkZ9BghjzvUXJWIY4RoizaMc34DBTa34H2OYfzCM7N/AgN5XG8WsYukoDNVC3X2qQ71aQ5AOWmO1cHDXAs/NOvEfH3kNBPT85ldNA9LjUlkWb5ycmlTuBrYu1SkWTzf6ZwxvPsAjh5dPqC4/5C5+eVng7l09MLTQec+u8UnZ5pGvRUXcRzpq4DnCMdaDiXm65T00yUuZdUFMa2MGxZ4n6jJD7wjCGpC253TicIeohEGdg+KkQl6tWt1tvbV+lv3PsWaNDCr9VwhLum3XwAacrKhqABsU8B3692yI3ifso4mDaNy0ZBvkfXNOq6Eph0bdwL27ZRyz256xo10CYnOcGUoIkQFJ+eNj0SG0rbPXim8M0Cg7MhZwN6EjuREFrKyZ4NiSBjuZhr7kTQPdR/k292ryqbaTnHdrnQer7Qckl9kkE9zy4jfO/GricGmj7YanjDnnhzzsSelOEb7uM5c83A5wQFTSroDPrKWGVsbNc0yBibnFs12FmechYjISkPqByF/5Zta68eYlPadKuQKHlHOCZHHEfgOALHEfgjjcAx1neMQNzj36E7iv+PjMCjQ8CEgBkCGxMGnr45JtydTNt2ogATzgmT6I6F0AmLoDMWO/7G9AWJm1ckcD54/aHe//Bjkjqf6eNPP9cnn32hzz7/Ul9+8UZfffm1vhgTRm++0RdffqPPnQhCZ5tPP/tcn3xKvU8+04cffawPPvxI773/oV6996H807ILvm09ZyLtybLbnpyeM0k+VcuizxP7hhhL0ymVtoIJUKIPiUlNMm+YB4LP9DczKcKY0S4VUfa4FNIr0ASYCmUjZ2XAziUlbI2ckA8o0JSSUkr4S8p5QMID9tW2yDSFLAkLYDqAusGZhk1WCppUlJQl4RYOxpMmg2gVQFY1MAm8Y4sZ1zt0z4kH+y1tkIeJpnbzX7c/gNxKJGd2LqgXUZC0k+Oi3JPB2QInY4y1kzfgkPY4t24LxaEwjzZpfqBEQmMbJ3VIFq391hDfxPrb2OBdNvg2tZY9uV6rZ3LtOjUJRNCDY8LS048jNw400fmDMuyhRRwbZKKvmeNnlJzVMMHuJp0iOcKC7oKExgWLvDOSCufwZyDo+ZkujMtLvbi40AvoxYjzSxaO5zrFdkryYkqyoO1arstGTVuUfT4/Qkzuc1JKSfWTsYMjppSSSqFc9nVdTgk5+qbJatAVAz6XEmXL3J77FGhr+yFrW2JxuVHHIqMjPtt02HSDrhv4lnLbdsQPJgO4t0yCn6iFRnImkjTWT7GdaEK5Y/HbkcTpuokqOtoDXQttiQHaUi7woKOtx2gssx/QgG7AlBi60S+JLB+3Duo3gk5JBE05Zqccu9Ogp/L96JR70Tk4Pef4gHODpNA5x+7Sx22gl9AX5y90dn4BznWCnxMW89OTiey/mxCz+wdtRjSdGpCBadNMKT8H2z2UZ2xz7pQHNKb4cbmFH+HyUzTK2cgDNV8h5EbolSU1A7LUg5Ah8sZlFuvYR9SXtuVcwiSEtQd1vdS2fEUdNnHZPgvZEHs9Qk95RNURX5zrxE+smfhHuB+FcmE8HqJRyJuBDvpxzEaaqbs/Np08xg3jXnHK+TkFpxxfeJKMJycc9xFn8Mb0UmenxoVOfG6QDIpzZKAXyE4DL3TK+VTxckgomr6AN8y/gjde6vQCe57TpycXmtK2/+e1bnKqQHuipp2AVk3TMkxGAy079Nw7eiUO07sh9BV6+Elj8dH5MIqh1kDYzGXt/wkesbfELoBNMijv2kTB/UrI/UxtghY1JSnnArKaDLh/BUXWNOgHdB33ia5R8b3NMmiOuqIu4IGTgQLi0x/AJ58TPwP4sqEngbM2lms5CWT4bwUZCyeCSP7M5zPF3w1yeUESCBr/q5gTQdT1W689zy2f8H4OitGn0dgyewMSG12LcbKMLhJzpr+NMudskwtleI5hDjC6GT399Nh4HExz5viHre1BynS8SDHG8KIoU4PCf/mWDjwObQTJysR7oDyyxxH4g43AMdzjCBxH4LkRiFv8c4qj7P/kCDw+DGVo3PKH8IRaMRFosWl5ODdMNjo1LFgmJ2d8C3+hMyacL1+8pxev3td7JG4+IJHzid/y+fQLffrlV/ryi2/01Vfg62/19Tff6pug3+mbb7/Tt/6p2Ld/0nfffa9vv/uzvv3+f+nbP4HvKX/7PTbf6w0JpC+/fKNPSSx9/PFn+pBk0/sffByJope0efmCiS8LrFMmvZ5oT5jstsTXNBMmecTNRGebmNKRkPACgzmb/NbQmkQA+QKNIB8hY7tJTP0SU7CK2n/GBR+KCVKSDqinh9tt9X8of8An6oCUoFFX8SGl4VwH2FIGbBTColp6ryjLHzdGdGYJEFL1MGwjP1JEj7fwj/BdFNWDbWdHpCRCts/A8UZIo21E6xhAyCrt+y3JGKNnntsz1ns48RMIG6a/7mfU3UcTotBTj8nymgNZ0XMMNw/gCfWag7nh29kNdltWkxu/PUT89U2gwTn+di1wfhDpUESP7VBQ9HFXqMzetpY5Q2CSCse45KyWCfmUxdaUpIWTCGcs/CNJcH6u0/NTnZPUcWLn/PxM5xeXury4AJe6uLzQi+AvKJ+H3dnpqU5Ppprgq207tW3DuW0UpZSehYYPoQTn+Dy5NgrXRGHhY7icc1HOWTllpVg4FOVSuNahoUvK0AabPaq+2cmxLdgl5AlfyDO+Ss74zCoNOsqZci6ZtrArFZnFaMN4NblV9mIlyixS4C3PGTvzUb/IZXZSFh92CSJfr4rLwueKkw0PYBMjbM0YxFGduFDBoa/1OK84P9YU1k44DufckvNpvV7K394b6+Fb/CULueVyU+XBrzSHzpdLzZZz+Y/HzuZzzVgMzu5n8t8yu7m7073/7tnNrW7AXeAe3b3m/gP34D7eIJhrbuqF42yp5Qh8L42xPNLFWstD2IYF6uIAa/gRS/iH6OnHAbhJrkEPYiwYjyX8u9FzPQ7w+P0z4Mv+wze2K/yvkFX0JIpGSJEg4kbOJc19hONd1+SqiSEfQs6HOKamDYJGuRidVCoytMLyQ3TYDuA6y4cgGZQHtNA9pmqbignPnYpT+Tk0IQFz0p3qZGqcQw9wBn8CoGdnlzxHLzWFTrkXnIIpz1U/W40Lnm8jzi5J8ly+0Dmyc9PLS5I/FTVJhB/uMVPj9Fwd944p7XckHRvuHw2JTsPXXOaay1xryq3ENdbHuDFm2WP3bvj6YmDZ0gDIuI2ioPhI9Rob99wMFFD92JdRS1EJdqSwB5vv3VySiucNV3ofGAy2lUbolZUoZIN+mTbmBzRkT0opKlDLjTzWw2+wNGaZgTNEAxeEBv2MGBF1kHH+inrakiTyM8jn8WKpVWCuJfeAeDsIuvTPxLim504K+c2g+UJrX6tB4bl/rAP+mRi+icBb7UtD98qApCbujVlN3CcbyuiDt03GzkA29D9ny102Bcl6I3m0tP9k2BGwB5ulB8X/BGtPxujikB9llfqYV+53uj+GdRyB4wgcR+A4Ak9G4N139SemR8F/7wg8PhSF+Q2Q4ZatBxvAdAClSs6gVWHC2DYTTboTTaZnOjm70NnZC7188VqvX31IEuhTffDxp/r408/kn3x97iTQm6/15qtv9dXX30QS6A3Jn29I8Hz93Z/0Lcmfb74n+fMneFMngkgKfW39m2/1pd8cov7nX3yhTz75LHx/+MFHevXeB3r56j1dOgHEZPn0/EJTFtkdCaCOb/QbFt+5tMqpoUNZ2z6xKGGdQCJgvd7Ki4w1EzWD9YRYczBvS9qQCLDttqfvhhL1DcpMkpTgg1IWfACToIlpYA5IVb+1vdWh17CXPG8cdlFwcqWWFWX2/2RLg97UcPGQmv+fwOM4XP4vAPNfDleMzZYVg8erR7Dtez2GfxrWb7Ycz63CLlYMW47LFm6LnHioy54Nx+xxjM7MWIbnIG2RGjiyYABk3A6G2KyYiMdB5rhn+ORFBudLJjmSUli4qbG2hMyT9/qWTaOuZfLetirUSyUr4UN8to7eHYf29HkEql/dntiFvyEOQSnnrAhbUFG2eHRqkdixKeQpQZ8ip6yMo+z6IFEhZWSSMmVzYVMS5cJChcUHC9DGixSQd3yLroRNRt6EHNs8Ak8ZCKSsiKnu9PjDacJo6RG4PqmXBwg/Rg+t9j3nB6NNwWO3joTPRsugaxZoa/jVQ5AEWjr5w2KtJoKw8UIusNB8vtI9i7r5/UL3JH9u7+90e3uj2+s7XV2bXus6KPwgv7m91c39re5u73Vj3JMYCorMvHGDDNzAV1j3EJbfYePk0s0dPp/BHbJfRdQnDqgTVYb9jYjyHbHsMLQzI5ad7F6zA/7uWd72xoEvfNxjG5iTGAN39HcGHXEHb8xIks1mtLPDPP6jgDvkRtVXWeWX6A9xqDN/oONYznZYk9RbqybUllqQEFyw0F+QdBuxWq0V4MGyGuD7kp81O3DObYDPP6Nwjld08vWQm04NyCSW/KVLQxLYz7fJyZkmJJBP/PzlmXcyvdCZ3xwCpweYkgAyOmRTkkABEkIdfMVUTUcb3YT2JsHnplV2QgiqXAhrRFa9vk0bLjWuPY1IlH8Fh/eMuFYPbakam2XBHOyqLK7N7Sjecj0DyrtbOBJrHU2lxEhsUWaX4/6TiD8p7rW+r9C3psnKpai4XKwXtbjwuef7rsGdQoLPGfkIJN6qbsw+UoeEj/petvd9oydD2fsnYvGW6lLL1VxO+Cy4D6xI+vjtIGN5jzySQTPNnRBCv+Q8W3JPWQc26rn39JxDQzeJkbjdJwKrx6RRpeWAjjy2qjy9QG9bI8dY5Gy+wGOTiqQMvEHp1q7NXVsZiwpbvQs8og5UdjQW08Dgf+BG4j4I74SL6JHeLgw0/RgU/HE7jsBxBI4jcByB3/8IPLqj//4D/r87Qh+OEYc9LRQMk1H/TyiTA2YWPLuzSratJxUtohGU205OGnV863l2dq6L85d68fK1Xr1+P/4e0IcffqKPSRx9+tnn+oxkzxdfvtGXX3+tr0gAfeW3gN58p6/89hD46ptvgndy6Et0X7x5o8+/+Ap8qc8//0KffGp8Fv78RpLfGHr1/ge09Z4unDC6fKGz80udeILMZHjCt6N+a6i0ExXiTEy6U2mkUqRUsWXiut2S4AG7CfxWMecj11ApSaYtoJJke/mT2IEE4IS8QmJuWQFrHndRrtT7A5i13QOMPi085F3+n8IYxyE1/8/wjngf9SEj8SMAABAASURBVNuT/vpNsBcBPXkZwAHZjGDmud0iA7Cy7ZZK2y2OoFRgqF1XTCOhD5rFhjK1Bx166oUP14LfQsdD6EOaEv0KSJwaUQ8zClt4O+uJoSex2Gu1WbMoZME4LgCY+C+Y7K82K2w2WrOIWFN53Q92fCvsnw/MWPDe3c40I3ngBIK/QY56LDL9ltOWvm6p9xQ93a3Y+NtoY6jTxwJlHYsLJzmWjN8a3YoFy8oxsRhZAC9K5rOF7onZ7c5ZoIQMnRc0FUsWL3NguoAutJgttaDOjG++F9jO4Bfm8bUIfo7NAtul5oxDxcizYCKGJYmTudtbLuQF0Yg5C6M5yZY5sRpL6HNY09+H2Mrl3n01GLc1J4lRF22SeWNJ3QAL+yVt1VhWmhPL/CCuiIV4lo53gGVLZKYV9JN6TgL5+I24dSLIuL3TPQkf/4+Ht+YtA6Pd/Rx9lO9JID2HW+QGOpJE94cgiXQbuCfp9Iz+wPYW/tZxBB1sOffuqX+IanOLvwrrDmUu37ue/VC3tl9tbVf1lA91A+/YbeM6o487fAVIBDlx5CSPqWG+JnPmelw+1I02v06X2unvBn+06cTVc76cVJqTXIq3tUxn8/qmlnnqh3w555wxOLc5P+YDltAA59ci0GvBuWisoGxx/+i9IDb8XM08k0iI5gBJonaqxogE0am6k1NNzk7kL2VOSPqcnb/QKV+MnINT8zz3/L+gnfLsq3iJ/hJc6PTS1IAPe1OXzzUlaeTkUecvVpwwajo1JI2arlUmURQgaZRzIwQPUGXMCfIBBB/g/jjcTL22NyzBAcQ2kNCbjkgwIGVlns05EiFFuQCXDWQoFRjrJ1fLUqKeoBmKXTZSkpMPOVku1YHfQra14OcGpVCEieWodttYhvrAyXTEhnsKIIkTCR2Shb7PruMPRC/jebDivrjkXr/0ucK9crlYRbJoCb/eLLhnrcBGvkdFGNEugdA3euHeALhsJEViC77JRTmQqZHhU0XUa+CNsqfVi4ReB5+Mr1qMQZQYs1rOlbD3sTsEov1mxT7wvXxfHdlQgBRKNQlk5hAk3OzLOBQf+eMIHEfgOALHEfhdjwC39t91fP8PB/fcoYnHMGMy6kyfIotJRKkQ1Cg5q+QmkKE5T/iGCTBRPeHbS09Qzy5e6AXJmBevXscfg37/gw/lZM0nn32qzz77Ul98+RX4miTQt/IbQ19/+62+/u47+O/1zTd/0rffQr//Tt/Ez8X+BAXf/llff/+n0H397XeKP0BNAsm+IjFEcslJpvc/+CjafPnqtS5evtIpsZydX+iUb1M7EkL++0KlJRlUOiY7TGpTYfqSWcQnsW7UaniDaLXqtYT3G0VrJokbwDpcW5JAdY6SJCZTWyaYQc1LTA+rXInxTPBB4dGjtoG8mO/D3xZetA+lZuhjR72g3h3yLv8R8VwfLAPbEfSLeTV7xVDAOzljxCBZGAcANbqwe+cOAzarfaz2sPApenwbEG+uVuHDVjn2+3q2dZJlu+05Z3om8GttSCQsWPgZcyb9C5ICKyb5SxIvTsL0LBKMDSeZEzFLEiUzviG+n7EYn92xyL9ngTnTgqTIkvq2WXMORt1I6GxZJIzYwPda882x9WsWmRXIaWeXEKItt7chhhXYkExZsThxjI5vQQwLYlywqK3JnHm0vyL20Ed/FgredgNm0NmQ7HG9OeV7fM0DC/ox1xzZjPKCxY/bCJ52FshmAzW/oK/WjVhQz2Owx5L2D7GmDOyXRMwCLEcwDkuOw5oxCMS49SzSQMi2jNkGrCLpNKftOe0ZNf4lcc9rQoz+zTkWAcZhPl9qSXJoydjMwRLdrt2x/cc07FckCVa0twCmS3mxuMTncj1HRpmF43K94H6DPqj5EZYB+36sC9mK/iwC1cdYz5R6jMfSbysEOD+gPVgb6NaBDfUrfF6HznrGL8bRNpR7kpfrwJIxXZJgXO8xyJfRF/TQNX3cgfLS/YVaNvJLFsausw46j/EYZTFGlgeWjOMSvW2MkTd9BM6N5YA5dP4gCTn6qXROjA9t8E0d19+9FUT9+hO/uWbodiAROgsg55yO8zrKS82GN4aWXMNGvVadhNyj3pf8vkmj+iw1JflDEiZ3nZpIykwHeqpueq7u9FxTvmQ5PbvU2cVL8EJnLwDPuYsR5y90TiLo/PyVziMxdKlTysbU9PSC8rmm+JtOz/B7qmY6VReJnwntOQbomABqGimSQIU4jaQcz7MkxWq+UC6Vzxkqnmnul2kUY9djFUzsql7hx3ySrE9ZmSRE9hs8Y/ueZxBDzkWZ53VO2ASokoCydxWUo37GBsiINqpacYffQrbcQwGRimdxIHSiCnV5dmcg6h54lyIJVI+c+ORDPeIeve/za5LMgbjnrrQi8bPifhP3Dc6hOLd9f4j7yEJL7stLbAO+rjkvwzb4FdfnmmuNBpl/xDgwJn6DMvsNJ5ApB8Zxot85kJQ9jzNPf0YZvVR8iNlDoHEMTEPhXWbHWOCh7imOW9Tra1XzlifvqMMmxkXRnhhPxc4+aoEyPkn57H/dadEAhnDgjuQ4AscROI7AcQR+7yMQt/zfe5D/78bH4WECEA9f0xiIopi78SDWO9BjojAqWLgASoso4yGr5D1aEkFtM4k3geI1dr6xPIufkF3ogonpSxJCL1+8R3LmA71+/yO99/En+hB8/MkX+pTkzSdODH3+BYmhr/TllySH/LeF/NOyb77R119/S3IIfPOdvvoG6vKb7/TFm2/1xVdf67Mv3uhT6n786af68KNP5CTQy/fe1+XL17q8fKkzJr0nZ+eaElN8u9l2SkwuU2qYwDD53JIAYmLF+lHrzTaSQAsWzysWjRvoBpnnRZCYsGyV1KfMdLGOw5bR2CIzYCV0YsQC5lNCJuyNLfmMLfMtwAyox/EWWFOh4UMdfA6F3xFxXI/DsWzEY91Ytn7kfysd6gxEHg/G0pPYkpPycP6lVPmUki0kqJLqx0mjYeQ9vi5uKT+Ahch6EDbU5JSIksuW99hsmZluYlG8ZsK+qskC/0Tl7l53d3eKNxnuSeQgiyQBk3gnXIwF/IKF7GJcTM5m1F+QzFhqxSR/xcm3ZtGwAf0At+UEmM+RnnZ72q/YquecCR1xPaHWBTbY9cB0o7qYr9SLFLe1ifO715Y2a3l9YGe+Z7EP0K+fADmJpZWvE1P0kWSKt6FWJDrWWtK3WNSgn4PKr+TEWMD6QzAOIcfHMmDbDfbEjf/1Br/I1wYLpvVqw/VasXEcJG39lsUaP70TZB4H5GuPHbINcLwx5rS7YDHmxf2ChdjsfiZjYcpxmpOsmq8WcZzmThSxSIukEe3ODSeC8LFkcbfv10rWjeWRDzokcOYDXbq++R2dkwQ6AOdLJEagu4QJCRQnTIw1CZWd3jacY5Yba+xC3y85nksWjxU1gcNxjYTNmnPDQIddD9agR1dhOXoBy7j79XEebtRzdfQuD1iHfIs/dMFvqHWAQdaTSKq2tlths6YOMeJ/HRh4x08sjmcnR+a+LTmGlS4Zrz1qn11/jx4fffhdcx4PoL7Pjx0Gve2M2h62j+2ivG9v6fF+hDllY8nxmHMO3QGfX36jyAkiU8OJozuSRcGTGDDveoH5WsvlWvMB5qPPy55jCVhwc2ozbuI41GeQSAAYuemU26n81ms7mahpTkjsnKjpjFP4UzVT8wb6SDJBeXY3gVaZZ2MDnqM5kg3VxvpDNE3DPXnQOVmTXW6EwwHEmivoAndZePZ93Kzhfd9mvpHlegVfpo2aiKVAkUUbRRrrxHNWTz+0k+MZkZRyxldS1vjpGbdePIgZQ/M8iJF4Gy38bKGWcKFoSv5s2W2pA6E6e+19uoQv328Mnyu+N0CXcd/jvOHcWK3mWnBfWXA/WXDcV9xTVtw/Vk4G2d7g3uJ7ytz3Bco+T/vlhnbdvmiTyKJPRU1mfAKWFfppHPAxlinkouaILHPewzy7JaQGJOodUvM6HC4ECSvaTZnhqlB87CPJ48lO48cj/hw/yo70OALHETiOwHEE/hgjkP8YYR6jfDgC5WHxQcm6Eg95z3WMvRpdATzyZTAZiYe7qcsB17XNU2Qmh8XfKMZktVMzOdHJ6ZkiSXNxyTeal3px+VqvXr+OPwjt/4ms/ozsM5JFX4Av9dlXX+mrN2/kN4G+/vo7fRNvDf1J38Ufmv5f8h+e/u77P+kb4zuo/x7Rt7b7k96QRPryzTf6HDh59PFnX+jDTz7Vex99rJfvfaDLV6/55rQmjvy/k/n1+4aJst8cyqVl6dMwd0xyQmjNZM/YQDcsxllPy/B49UyFFPDlARKg3Kckf7Z48uKdavhThRV/CNQ+PA3V8udgy8dyy55HZpyqZl8nM24pJVWKBeOZOOdSMY8dOhkaPnW+vCvU4pZzeo+q3HIkKhf7bMuK3hoOkC02JBE2LGQ3JCGWTNxnTOKdMLi7v9MNuLu71cxv87DoW5JQWHjByqR/AZaRSFjKi8K567EImGOzjEn+Wn5LZ0MyY83JsyHRsdn26k1JXmw40Xye9JYFtuqJiTNGdGYPYu0NdNZX9NhiUrsT3fOut11fudhz/po+D8ZWI4oyY26E7W68racd5RB7Rxi0shUho3BjvXraCY6xDOq4bGzg16S6SBDuHchyhgeirZyKcmFhGGjhKXM/yUDUEHZYwzZSLFaLMgvIWER2rQp8wPwBEvJD2CbqsbjK9oPebWSu/5xq+158VRltFFr1PTFlQsgSVBka0KOPe75Vn00ZE9IgDBA2mzo+HiOD0euBAl4yPUQ/JF9sU+H61abnxKhY47dy3gv5ISw7hHWH5X4Xm6Uka3b1zRvIOZauJ2wpYcGepIqTKU+BDrv1Tr8hMWOs6LupYZ7kkN88YgH9MLGzJgmyPMB8xzsp5MXyc+jxs8PQtmMIDLrg0e0p7ZBAWhtcy7s44N1WTcrNSUI9RSRyuO7nJBjvR2r+fql7U+4R9/dz7geUB3p3t5QTQTVRtOReAkgS3IH6RhFlkkJL4jWcBKrIjB2HWZxvauq5H+dtp8KXHf6D1w10vAZqomciP9MansGWm+ZIACGHjnylnTLXSrVD3z1FRpbjraUu/HaUG56Z9ut62c/7XAjSSFLwxC3HbCR00LhezDfKXMvxUyeuvYaYKlplyplEkNBLifOtnn31alL99PaBP5fSyFOOOoWqWVRV9i6g+OSsaDdjl+OP2xfKRgp93W1p88GNC5ss0Sf21QSfcf/jft77vu7jRqJnzrEM3M0085cGN3fy39u6ub7W9du3ugK/vP1Zv/wMfgSmxtUvur661i32tzxn7m9nmpOo9jPEcDJy7WSRwfXYA4KMWDK9NJrMnrFgT6wJnQFh4MIcGnVi7JDHZhtj3zOLbWrbuLfjn+5K+LdOtKEkirSELANKodrToXgkxxE4jsBxBI4j8IcegYdPhz90V54N/v8u4eED2YsWQ4U+HsAskv3mQ3wINLt6B3Iw2kxAAAAQAElEQVT7PkB/wDMj4PnfBHJu1DKRa5koTvh2sjs50/TsQvHW0MWL+PnWi9cf6NX7H+n9Dz/Sh59+oo8/+UxO1vhvAn321Rt94beE3nyrryO58yd97Z+JOdnjn4796c/65rs/6+vvTf8Uujf+A9T+qdnXf9IbkkZfOgFEIumTz77UR598Lv89odcffCT/r2cXL17r9PKl/Nr85ORc7fRUTTtRYgHITutt0ppF2nq9ZQHSA1PAYn2DnI1lmyenSUoGYxRj4YHNodvKesm2XqxTNfgt2q2F+v1+trvQ6NuO/zXmwM5sgB0bw6CA9h9PMDPjlnNSDpqVclbJ0JI5lbIKNKWsDJSwk53p4LOPUuitTSmFffiEDzk0JeQlKWWgPbKGj2fzA+tjtWXG3DsZBLzg3LAoc9LGx37LzLjnGHoSXm16rfkWeOMFLcmjjd9e8cJgy2KdjtIknpMIDOotcVIID+YBbW0DyLDHvXZwgCMwfbDZNgR1HKJYWaS0wR637B9u7qrNjKqxLePM2OcI1uURtoB3DIqd7NNtGdEJHG5hvFio/djuwndt2/XUNRVjH8j4oq3s+1LKyskLQu4dTsbkomyYb1plw2WQchZKtgSoFzZFGeqFaOOFrEGdKJu63DXa6Vy2nGs9gyaAD9PRD/po9xENH8gaYsmlyH8APCfXBTmLoNiIq7LwiBqxY7OsYSQo5xGZcmDQhw186PETP5Wp5YYFq5GhGb3/XojxmM9RJ8u6x7DuUOZyxlfAbQMZGj8cNeJTgDjQRTdp49CP+dFXg79debSH+qTOnBlG9ddT8rkygHtiz/XWR+LLuj1cNyIa4ogY8ZkJprY7jtWeOoYRYWPbHdwXbA/Ko8+gRBbtjTuGwaJ6zRMXF8HI+/7ghI1h3jC/JHuzdGKAe4cTRiGjPKds+dw8qPxSIR9+WrZY9VqYx4ffeKM50moeOTodATLIphy4kjs608mJoFxMuZY4CDm3yiSAMvocCRaXjU4N57DP70pdnijeng07+Ee0o9zF20boeKY7+WOZ62TaaLhusq8JQKOMmmNNQdkxdC479kHGtS81EvaOwcjE1HSddr7UUDUDnqM8jzk9FJBliGMzbyQJn1lJpkamHHRnZyZ5p5x97ItyxJ1DNu56bmQVW+IepUnUoF4JaPwQ0MZJfJJAK740WJD8W8xnuid5c3d3r2sSOm+v3urnt7/oZxI9P/7wo3782z/0w9/+rr/9/e/661/+or/+7W/621/+rr9T/uGHf+inH3/UT9j+8stbvf3lF70lMXR9fRt/t8t+/eXD0m8M0a7DqH1JEVckrRM80So+Q3/hM9htPp93hZGxhVHr4NCjOSgtNzvowr9lIDMyJiHDhsfe7nqlWLdSCTaYD/yRHEfgOALHEfgfH4FjAP9kBLi9/xOLo/r3PQJ+/h7in0Z7eMhd0RUsewqWMChHOWxslEtWBsqNisEEr2Ui2RhMIickhgLTM/l/JYv/HYUk0cnZC11evIw/+vzi9XskiT6QEzf+O0MfffKxPvn0c3386Rf69Isv9PkXX5IoIln05qugX371tT5/4/I3+tz8l6Zv9Bl2n3z+ZSSZPvz4s/gp2Xskg169/6Fe0kZNCL3QCe13J6dq2xM5ztS2UjGKlOhTSix1ExPDFHTLFKlnUtMPup7ydmcjsTbGTjFx3VJgC16/2892F9nWfaFU6b6/z5dFP7EZ+l5tBln4MA8zbskMO+xTzsqg5KxUMudKUS5FKWVly1IKKk/oRR1akj9mA0kZeU7Yg4J9CZplmkvBZ1ZCZn8BeGGnbAeqH8opJUTYIs/Y2LZk/LCg6jgXJpNOUxKF/ga8pVzwncUndlAlldJoQpJhOpnGzxKnJydQeMoTzvsWXWkbRd1cJPyzU6JNgwCUS65IDbRRg8+G83APZPgYyx18RzzNDh3ncEVBFsBHwUfBttAfI0OdzGjcXnKbRbns0Vgfi6Q25CV8NIxrq4JdAsUy7BJ2pUEOn2mnQZcLvpA16OwrQ0OXkJcmfObcKluekQH7CeSGMSkVJBxSzgxTUWac2LHBp6yc7IfxiDZbNaXTfhxcfgrH4DYbYsuOF+oY80Atr8Bvg7+A+VZRr8MntsFDPYbmM3EGiDFnES8bDJtyY97oldEZQjYi6rk+ihzAlmRPMyDqWw8aMJYrn2VaoeB3/sKWcYJWfeWtb2ifpmgoAwHH1gcdkzSmmcRLBSqbjnB9YD873zjMyB5gsBfUoAXuoW5vjUNAekMhGTVblAbE8qGeS64f40N/cpdV2+XYdO9GR2Jhj0aVH+wJvkHfuL55/B7yHqcRTeg537CxTKaZ8oA4sA4wMPSILrHxhQJlmEjmsIsEEgmetXmGYA1fk0R9/ERs6eSQ3yiZreNvDvlnZTPKeyC3brbUEvkcfknSyNTJpSUJAiehcOsRBAyi41RhzIsy522O83qiJviJMvenKm8HfTvoXK51Gl+vkVRCxvWacxP+qBBt9PGGSRZCnnWpyuQEEHxvii5okutIiWErAxpoC2qMMFFf8UnsDQj+FEiYGFnZ95SD+0iO2Ea/tjGPneXYcmOhjsvWZYk4ODx68BlPwUFofc9uy7c5fvNnuVopEj/LhWbzRby1c+8/oE7y5+bmRtdXV7p6e6W3P5MA+sdP+pHkzg8//ECy5wf99T9I/Pz17/r7X/6mv5ME+uHvP+hH44ef9DO2P//0M/WudPXLlW6ub3R3c697/PqPl8fbQA6EWDwOObsfRhJ7hQwOBjZBDAh99D4QdYNjN+phYxvK+JXrbDlucVwlwWdkOe5xhVbcYhYMSnG8IE4CjaC42zDb8UfmOAK/ixE4BnEcgeMI/NoIHG/bvzY6v0Nd5oh5UvCfCw0nZfQwMsjiSf+Q9sgeAHOXY1ZQbGs/UAeGreWeHwQbO3RBsQs2q3iiycTUiZjuZKqTszOdnb6Q/+bQi1ev9OrV+3rvPUAS54MPP9aHH3+uD50Y+vwrkkNvIgH0xZtv4o9Rf+W3guJnZH/WN3/6s779/v/T93/6/6D/q5a/+15v3nyrL7/6Rl988YaE0Rf66DP8ffhJ/Ezt5av34q2ls/MXmpyeqWmnSiw4t6kwyWXSwzeBayaFa1MQb4psRaqCzqSs5ElnKSo5KzMeickTPf2dbQT8JKKExID86vZrNntdbWEop6SUshLIBZ5xKbkou5yzEuUEZcRoOYGnW0aEicTOtoFSqFtR8FFyRl1kPvSUU0rKICkpPsHDmeaELiuVpIRtwV/Lwq9l0T+ZTNRNJ5pMO7mcSyPZPvy4XlJhEeIF5sl0qlPO29P4n3hOqHNCnYnatlNDvYzPRN0R8icl3BXlDPATi1tsS2kViZu2GajLRoM/U6ND11GegFYNiZ/OoG4HXG6o77YPkQttZdAA4inwBVmh3ZSKCnWjTLwZGy8WxwVy5760tIVNVzrabECrrmvUNC5P1KFrbGdqNK0yaMJfq9IUJcoVTe17LtgYmbJhHmTrjSKlzNgX5ZwANPy5XYOY8Nk8APXCplWmzRhjtxPIyNDnkdpfUa1vagw+WSSHvGvVuY9dpyZgve2Ix4mBEVnK5jO+dxBCtl3ZOpcHNFASP6jpm3UDLMefQPU5+qmUPRXZk7Cxzbtgv4e6w+SO5bjHyeDKBSrkADL60uzQMEYjMnxR0wHGN2yo04CMfQBfFOmTKjR8kDvRFBhEEQdyt7vj7QcH9hX+XeaYNl2m7SbOu657TDs1yJ6i4/gR+6gLP0M5eMbc1LCNKci02QRt6INtIsihQ5XvCdjr6x1gnPBZs2iPhAxlU6N38sdyCvsk0Dr+RlAkgYafmPktIv/k7AFCh+0cmHfSaLkhgQQGfxDhnoU5sRGXsuPuiB1wffhazM1ETaAd6L6cc4ttQ/+6HTLHV1w3yshUJKEPmuFrsqAnURDj0DvxA7YiBkDf2SKmEGTqZuoFxZdp+MOPUvUn89hQUsiQ037GNkNTaZTdF99f4n7UKO455iedGtCC0nbKrdtIytw3xCdigSrc4zeZMeCRx9tAfrb7LR8SbYv5XP5p8O3tnW5ubvWWBM9PP7+VEzY//uQkzx4/kcT55adf9MsvYEgGXV3d6Mq8Qd1fXBf89ONP+geJnx9++If+9re/6y9/+Sv4C4mi/9Bf/vdf9B//8R/6K7K//vWv8ttD/yCR9BMJpV9++Ulv8XlLLPezufz3yPwWms+3GF/64L65vzlnGbLAIBEXNg8GARvrxnEO3k44dhxDcza3D/syzFdY+wfDMdzjCBxH4DgCxxF45wj4afhO5VHx+x0BP5wNnvo8n30YDcc70se8y4fArlAOsCuGy5b/CmLScDBpK9gOspLhB2yQRSIIl3VDh0y2bxu1TNg8cZv47widkAC6vNDZxQv5j06/JgH06r0P9R7Jnw8+/JTkzyf6+NPP9PHnX+jTz77Q5198HW8FfeXEzjffKn4i9j3Jnz+R9Pnzn/Q19Ovvod/9WV99872++vY7+Wdjn7/5Sp+RRPr448/0wcef6L0P/JbQ+/FG0snFhaYnp/Ir8IkJp1LRhomSJ9mr9VYbmDUUon6btE1JSlmJcculCZooK1kuPp5R/RZg+t+6OYaxAWLTISw/LD/HjzamI2w38Lhnk9ixIUTHGCQm4dmJFsax5KKUsjLHPqWknLIk7Ew0fra4qB4UuqSEXclZhfqFhUnL4mxEgfdizSiZ84nyaFdKUc7Ug5aUlUvGR1bORSX8tCwoO00mE01J5sQbPfCTrlPLsW84niVnpZwi1lSSCrKW8zZsulaFBYhlTSnKtgMw1MlKqSgXo5F9Ndh2TaembagHSlspMWfiCZsy2B7QXPCRLM+yTca2DEjUTfCBXFSwNRL0MUpCD3Ip8hhk6jVgpE0u+G+Vi9tqg/e4BhiTpkMW4wIl9ob+WJe7Rjn8tCroa2wtY+AybSHbtZfb8O82smMxxngytjlJJcV4Rx1l4VzBW4+vxuiI4RDIMghdJv4BmcV8hq8ouALhxzYd5QYQE3Vd3wgfXRfnRtNNoBM1bouxbkD4Cr9ZjamRRZxsjn9AhlZUeeWTciR+oNTJOdM39I1h/hDIwkYwLMngZVCsG7IHq7vnytXyiRnicOX2cQohjiz3r+FYBuhzB99Bo/9BGTfGoNq1w7gU6u2RqdPgMPpm25EfqceLMWjiONBfyk1ulLHN5gfUstvDpoW20DKAct4hq0X3GBmZbRrsGvhmgg/aiNg78x3Htgk0lnfIQNd1agxkwTfYgSYwlWkXPHbP0dwwlviCNviIfsDnB6Af2UdgwMD3yupZtI/wcatHdbBzQQnxUB58ikRNBkGJKQ9oGuKNv+UDNQ9yoFPYuA62yq2yj8cAqVFFkmhDKpSJDRoxOk7iUNAcuuCdFIqEkG1FnGnQlfC/88W1IdoS7fSDHw2+7F85Uy9JYcd4ck7lUtQwnhWtCnzbdvI92LRpGfPSqJRWCXscxFZ3CZJxJ64AFQAAEABJREFUO/hNlNkQOkie6xutVqv4o/5OAPmnWLd3t7p+e0Py5Ur+mz5O9vz0488kcX7UT/8AJHR+Bj/98rP8c64rkj3+Oz8319e6entN3Su9/eWtIgFEPdf9keTPD3/7Id4I+ttf/qa//Mdf9R//+6/63/+//w3/H/rL//4P/e0//qYf/vo3/YMk0Q//+EE/kjR6+/PPJKNuNLu712K+0IYk4LrfMr7uAf2S0cRe3jN+7ml0ziYDnDe23nCNikG5rXTrbGLweMAPg4Z5tcwcfwq0Ox5f6mzEHAl63I4jcByB4wgcR+APNwLc6f9wMR8DPhiB3QE044e2daYBCiEfKOTXt4L6MRDFw/85+eC8QA0mIAV4ovAsBht73CPv2Dzqib3krJKNRq0nqc2ESSA4YUILJtMLnZy9IGn0Si9evdaLl+/r5esP9b4TRh9+oo/jfyn7Up99+SUJozf64s0bff7Vt/ry62/05TfAbwR99Qb9G336+ZfgC3306ef64JNP9MEHH8fP0+LtoBcvdXp+QVvnmkzrmx65bZWZcKZclFNRSlmKiWWSNEK/8eMZ138nfi2M3xKrbexjpOaNWnbkLo1U9D+lpMyxS4xNyVmpZBWQzBvJetc3tP9s7WVLXSmlrAxKKSpM6lsm/aZ1EdDINBYCB7oWvtietkyz2ypZJRVl+FJy1POCYdpNNB2TPycn8ts/bdfJSZ7Csc3YZmUl6jWpqGkLulat3xBqWzWlKKckdopPTkpmErWokzMx4qdg23qx0rXU79RQ7ijHz5nQR2In4+tdYFGc0CX7d3sB7BPtHEAqEnb5AA18w5jkEUPZ8lyK3K9cGqrBYzPaNk2LrJFjL9gVFlbBN40SupKLCnzJ2OQWvihTv7adlHMWu4D5LMryJ7EzILGhSUajiAN/ORdpqJ9zgs177NooyMrOjoIosOVAn6Fjm/hAyYYMebY8ZIlqlKJNjhX9aYDbNx6MBTFF/zgW2T5cxkceQVJDDU1bv4PLtIFcoyy7vT1CHjJsa3jEpKcfr95GsASri7seOwPyr2y040YqGWKJ+JIaqMegaxgProWuadQ1nbrJASjb5jEytpZ5nBrGI3tsOF5NzjRX0SBrGngj00bTKMNbVusO5TarKdhB25xVmhGNSoYf0CJ3fbd9CN8r2ibL+so3aidZvrYnbaNmMgC+G/mRNvSZvjf0szMFI7WsifJUIcMmZAc05Njs5OaB5RWuO1XTGZ2aPKJR9CFDBzg5VoHNro2JGq7BB+gmxIN8oF13gn/QVFmDPJunXjZyywnXcVwaKFDDWTUu7NPAuzzyBTvOmFyoAxJ1UgtvP+gEn6DZfpI0+uP0dE4hvjRxcghNz/VnKO6WGYK972nIBUKXkbstzp+Mz8IxSaVVoCXulvbQNciz7QDBELe0HZIj621PQo1EyVgmkJ7ny3qzIeGz1mKx0v18ppu7O13HT7puSN6Aq2v5TZ7rm2v57/Nc39ySgLmV38K5vYWSHLqnzt39jKQMuPdbQ3P551uGkzRzEjXm/UfB/UbRneuBG3xekSzy3//5mcSQk0g/kkj6xw8/ym8H/fADCaK//11/J1n0j7//g4TTD8PfDLqKWOznfnav1cKJoJX69YY+0s/ouUdPBx/GkPGvqoQ8KTPmmWtQcHsIky3jBsV+q/oJWxXl0mCaERqQgw1z7TJAFNgOtEf2OALHETiOwHEEfs8j8PSu/nuO9hjbsyPw4CA+KDwy/zXdI9N9kYndvnDAWf4ITNJUssowwRipZYFBzowCP3kAZJA/N4HgSybmGIMtk0HlibIxYYILJiencjJoevEi3uS5ePGeXvjnYx99SDLnY/nvCn365Vf6/Muv9Ybkz1fffKev/ZOx7+obQt/Gz8b+HH94+tvv/6zvwNfxB6dJFn1JcuizL/TxJ5/q1Xsf6PLlK52dX5I4OFXjiagnRykTn8TcMuDePEZC8F8J3P3XbREYu3QI3FNkvqgKF8RnpLCxuWxIiXEQyDkrpaQELRm+FA59ibJlOSUpJx1+6nFn6hli7wB2yfXxWUoOH06WFCb+OzD+CZQytAGfsU2ZctkjISsuD3VbFkFt12oyLMwmLrOoaNtGBR+lJGXapiPKJSux0LTcC44Wu2I7Fh8JfykTK2AvpaJMvVyKSiFmbBpsG+q0nC+uaxr1o51CFZABddJzSEU55QrBB2iNNhHKyNTPbvcADfpMfDl0RQ20wX+2P6jL1jfYNPQ/c+2WEW1RIfbMQjFbh41pg8z25sNv6Brl/BjEKyMxJgfQw092MWJO+CgVtGHfIn4EEr6VBx18BlWWJRXJdkrwYiFT4UIv9qEzte2AkGXlPJa152X5076437bPYxwNdamfDfig5nfAp32NQE4jCO1/BEVC+02bL5ABA9n1db/8syficpu0lxmnrKEvHlPgfkTCgePW7DBR5TtVHQvs3MjXWuaczW2jlrIRPik3yK0Pah5901CfNrqgnUbadC18q10bg77pGmRGrWffTUvEbcNQNSqMa8kNgzSOl2kURfcClGREr9lZLlOkYWABqMenUcan0easgu9CvEYLDSBr3D4wDUS8DX0g1q5TM5RNO8qPYfkO1mPfgWYyVTOhvkG5a/AHtW2Gz+azY3wM6ljXUB8avoKnHEkkqMvmG55LEwNZC0beepBBk6eq7RWGzmigQE74DOAk6+NtJF9PDCg6xbU22rfKGT4V5QQPlcth0zD6ifMza60EBp+qNPwgV87Y4UNOGqFLSRqBrRgL4TPH2LRqOrA7Z1vUIGzwk6kvxfOXPI/iDRkSP2sKcX2Y8oDe9ButNmvNlgvdzf2HnG919fY63tb5+edfItny0y9v9ZYkzfX1TSR97m/vNLu/l3+CtZgvSb4stfD/2LVaha81/jYklfzTcJqJGLSlLwGC8ubx3PSK/y1ytdaS+qvFMpJGszt839zp5uqGWK70ljj8d4J+/Mc/9MPf/qG///Vv+vvf/q6//f1vJIl+kJNFP/otpF9+iThvqDsjCTUn6bRcr8XA02JmBME4PpS8EQYJI9QPNmKVcSikzJjKcEUDPnN8s/lD06KY/xyKjvxxBI4jcByB4wj8/keAp+fvP8hjhP98BHwg34UHtW20EzwoIHV5AA/8mAA8R2MSYDuqPNmYEbDAZBPzhYqwQR6CKNR5SmVj78mJwm8U2WUmFm7jIbLjiUmhJ8odE8MTdScnOjk508nZhc4uLkgEvdaLF+/r1asP9Z7/J7KPP6k/HyMR9OVXb/RFJIL807HvSAp9r69JBr353vR7vXHyxz8b+/pbff71m3gz6GPqv/fBB3rx8nW0MZmeqrSdUmHymjKTvhT9cR+YZ0rkMuhAbCn2/7U7+/xX8K+3bu+Pa40y04roZqq8oCklSFIuRSVnpZKhJaj5nJABKbEZkln5EwtzZJlCSpwJAFnGRy5FhSREYzDmsfgMmtWEPivTXlNStFdKVmmyXKdtitqmUbGPqDPyRblUyO2krPrxUcwiBGX85dAVmSZl7T5JyimD6i/bN201+Cy5KBvwpilhpySMqZ4rsmmCB2xCn58D7Uc9+6NONuhbptwYLIqy2zVKw3gYXBctCyaXoR2IxTrj0HTom1YZFOJLqcZfclHGR6Y9+865UR7aqWWCtI3lmf5QNzNIhqBPUehSlvQrsB/7JK5oI9ovyiHPUGLICZpxA+xr0GmIA4Xig52UpAcQn7EebGyUMxh9jRTZvl30u7JjGGOBxphArQ9+1FsmYgWDz1pATruj71H2ToqtN5+Fz8G6p+jj/uNmwy+MW61tFkRFTeaYg4bj3jDeTdepaToSG6ZTxfnBPS23jVpoydABGZqp0xrwTga11A24jH3UL/iC70CDvgONkw7QznRos8FP2LSNGuA2gyJ3uyUTfW5U4890911AxRbjxM4LcA8ELNLntsFP+Hcb2FgEkWCQl2z5CMcHX4gFxH2nzYwlcuJrRtAHx79HJ/fPiHHxeIQt42Ma9vCWw1c7fMY4UZdx6A54j6XHrFLqoQs+w+PD45cZe9OCrKDfweWwwRZ55hhkH4sdJmqaEZwHlscbRBN10M6JpemJOjB1mWdfN51WHbKuo65hH6a55bh1oEhqQCbpYMAKCqocPWOtuG7hse0DWUoFcQLIc6PMOZsZk+z7g+F7BsCAw5a1/3AdcBL024GSBHJiZsNDeUVyZEnyZUHixQmTOxI7NyR53l69lX/G9fZtpVfQq+trRQLo9lb3JH/8Js9iPtd8sQArrZZrrfC1Xm3kn4b7b/IYW9re0qafi4bjqv9BxJYxAE4CLTckkdb4wddsHm8R+e0iJ4CuafsXJ4B+/DESPf7fw/7+939EAujv/vnY35Gj+/HHX+S/P3R9daW7iHFOPCv552GOw+2K+2BmbDPjlLPHyBAfR5agI2C9cdEQvnz9uJhV/5UMLYCyoCpoTV2mQDUEx+04AscROI7AcQT+aCMwPhX+aHEf4/3PjICP+oh4kNuZBabggKX0dNvpd8xTGyYHeoDRJGYQFErMNTyBMBDUzZMLg7gK8GbwhaT8047ehRFMTmolTyzHuUtGlCXbMHmUWiajrRomkE3TqZmQLGIiOz05JVl0qRevLvXq9Wu9//5H+pBEz6effK5PPvtMn31O0uijT/QB8lev39fF+SVJphP55xCZSWj4Z5KlAVvTrQ4+yZKD8u+PHb+kdNj/DjT2MCUJPkNTSUoJcGxKzkocy+JJaDKfpJyUNX5q4swlt18VSQlBwi7lrJSSkuuTcCiBrML4F3j7Tgkb2ggearkXaiU3KrbjuFda1MLHedA2Mi2lUXYbudDiwZbhB3lKRcVtJWwycm8psU9RN9NGLvgDpok2csnKpSi7D9TLuYiCcvyD1fDJlricrIbJT0EdhOiThD/7Mhp85lLkn3E56eQ+NyyUjLZrVDjXS9uq9Vs90DKiTFQGWRP2jbL7YGTzjWgMEJNAJkZDlSKSov/CpsabrX8A/IxlJ0kCRbt23JaRkeWMn0ST9j+2bZn5JBRi59YhCb4CC3g26rt925nuQJs66E+OtorCDm+mFNiqpx5ZxXgfwfewWV5Z21Zk7KlcxfXmREV08NUefrCJ8oObnKtZbwqsG0GdsIdW/7YzsHuwWVaR3U9DHvdCgqKleyCOb6eGc8HodnSKzOiUW/SlUZs7ldyATjt/lHe8fRuHMvjG5zt0nxSqPlr8GrsECOVDPlOvJZ7WlPoF2EfOjCy8RN/gNcLlB/1/WhiH8DF9ajlKaAu/tU1aHNoqOTMO7odp5r5RUe0a5fYhHHf0w32hT5OgjOmztMNfo2Id/RzHYEK9Oj6NKu0OKLIJ5RHDWGZo5rgZ9leCb5TzAfCbkbudgn3rN4OMSPQ4kcN54IROJHbO1DmpA6ZT82eaTs8B9PRCUwP56anLp8jB6aCnTsdztQlMlLPPIz/jixhZnvV+RqfgxX1MEaN1jtXHGh55zqYuNzdE1iMAABAASURBVGGbudfkVKhCOXT1mdHjsSfZ0pO1WIMNWLvMty+waKUNiaD1ZqPFaqEZCZwbkiVXVzdysudHEi2/vL3WlX/iRTLo7m4WSRknd/ymjhM5uJJSpm3AvbaAhvtWyUVGQocB171kW/JMMFJ69M8S8SEc9t62Yc83R2zbAT3JpK3WJJYiWbVc1v8B7n6mu7t73Vzfxt8Wij86/fPPijeWSASZ/vLLz3r7y5WcuPIbQbaPhNV8pfhfxdY9CSiuCjb1yQHs4LEScrZBlqEgD6AkmTcDhWc0pELZgAhZkL2TKB53xxE4jsBxBI4j8PsdAd/Rf7/R/fuRHWsejMCvHuTHysflAz/Ps/9yhQM3nkGMOBCbHcSl2H+F5xc9M48HYKLSxwRktDEVySI7AehL26iwAG6Hbym7k6n8P49dnF3o4sWr+Hs/73/4vj7+6GN9+tmnJIA+0cef+qdfJICQv3z1GrsXmp6cyIuawgJaKTHnMwSlHSV2BoStcnVP8fe1OSzjX47KlYynFRkO1SFISrkCRikl1U8dK49WHEdmyz1g9ot6C7xVW5e2MarmLB+p+WpjPy4FtcNaqHu36RhSUcoVhQVH4lzKpahAE/oMUqaKXcLDRaumFbRr/QjZsGoyC4GMn1yKvPhKDedYaeRkTM5FRkqlGg97hzliEAnDCuWdyIxLjq+iYJYBlPaiDVMW+KUrKm6b87sg83necH42bVGDvkFX0Q5ly0Euyu4D+pyJ22XGIAfQ5SwadChg5JOyALpsUApqPlCoYtgG2H/4tczxGw02A9Ar9F7coXvgL0mUA/iW41KmaKAiDlk+ykaKLNOfioJ9wqyADJ93FIYNmUZo+HihasjrokBVYGff2OMFEWX4eqMZeMo9oCH0Dzcf94e21lNvSBi5nm0Ma56CMdOA6B9RQBuQQZNb5TjenZoGdFN1DYt70DWnlUfWUG5a5KWT72Vt7lQAlRkP+ycmGQ2LRijx1f7Ah/wxbVADjeiqn4wvUJAX/JeRj3Ijy6XRl+uOvKl7D3XbI3a2yP8FnlHC2W+vY/sAVbIx1HashfJTILQhMY31YJWRRZnCSO0Dd2yDxDaBJuxbkpaRTGKs2qbRA1g2Al2BP4QoZ2AqxjgfYpBnzgvbtNAyJIPayVQTnw8TzhHOj45E0BTsKckekj5Tg8RPJH/gTU8j+UO9SP6cqesmgYbnbOZcdBzuc8+1Ws/vLHHkpaZS4spc/wJ1RCzPVUcdy6M/2JmviSD03At6rNYGGYyN/xYOzxLYuF577uJOtvQkhFYkVBb+ez/397om0fP26lq/XF3Vt36u35JYudHt3a1ms3stFgstV0ut/bMuO8N/xEV8hRh8X/X45dLEc6Xk0GKV9jcLJ1gMx78DJmxYsfeW0ICUlOFGJCnKhB/+tsP/ULack8AiEXRL/DeRwLqKBNCPP/2kf/xg/KgffviHfvrxJ/Cjfv7lF5JBN7q7v9NsMddquYjkkseMBqIVtzRiW4XI65bdL8Z4KFXy2EZlkORBfyTHETiOwHEEfhcjcAziN47A8e79Gwfqj27mA/0col888ONpbgMEJr8GTOrcIRjvbG06wuXHGHXvogVFRWZyoUOwsEVZtx5iQOpWVGPPqhMXpPSHkhntqxJPEeWsklu1TKKNBtp4cseENZeMK0B9Kg8b9cy5TYOJpl/r9uQyJmpM4DQgM6GTof/bPls6ZEBiS7F/sKPfKSV5DHI2zUoFuwQoKys+9uLkzkOE6snOtg+F+BoEPhRigl9t2MOHinYSyLQbceSkxscVFJCJKdsAvdAJHvOoqp378F5lsa/lbENsMkxOSSkXlZLx34CihoRGzg2yopSSpBzwWuJdiBULVg+3JOWEKCvnEr4ziw4vQHy+lljAtarJnk5N26rh/K0oyhEH9bJ5+2jwY/oIoqyELgkWZLED4/awXEOiTjaKcvyxX6jbCVjutka4bBzapGjP/YJhs94oNJ0k4pHM5wNdkhxgjv2Ol22RWZrzaF+0j8syx5IxMV9pdQWvp596pC1/Xm8NziDWj6DItq9LwY08Qui9C1CX5IZZW1cge1RnbIvoYdlnIPfJKIyR0Sr7PsZ50WSSOyR5OvNBKbedWhb5hhf7LTojk5jxvS9nfKkhhEPk/z97b6IYx41sbR4gs4qkdsuSLO9L32Vm3v91/pnbe7fb+yqRWcj5TiCRlVUkJXm7LVlZxkEEAoFAIIAqJoJFmbYTYcB+AhX6l1DVyYzNttHgNhA4kEd/FguZgD109u1l34vzRfgIju04Usey2m7zHtPjOSc3EVOYoVpEGsWtKq9WQzhVhTf2MeJWP/WbtLHmqwUkeUIV1iE+JGD5GXJZv8bAsXCfKUPwopqwLMAemGboDJ8H2pEU6racla16zk7vhNB2q23QU6iTPfVbP9vTW9qSCIrEkOmNs2hvnQwy4ptAp9ixLaNTnzfK/RZs1G/BlCjq+eyqf5rmfgNdZH2caeu53TGuB/R30A7qzxx0Erq5Q2fD5zDtvuuVsJ+7TuJDqxC4+DYQyaDz4VxPzi/01N+wiT/lutBAAmnwn2dBC7TsJCdf2o8U+XPG4DM9p6yUEsiSjCT/J2q1F+IEX5HoSVMLQqE7RmZ6MrZm0I5nCm+cnzNwYDcM+HqhJ0+ekND5Qd9++52+JoH11Zdfyd/++Zwk0GeffaZ/TXBSKP6kDZ3vvvuOxNYTklqDCnbiMMTMOHGpZCQgA3SyiDFUl17uJ64hz1dqRNdarRFYI7BGYI3ASx0Bf5q/1A6uzv22EfABOMbzZpz1Yfy8YMjVDCzQd/h0YAHy55TQorKpw/FtIE9nAn5IMhBnLowGrHKXA10nLuKWANTFg90Mj+dpaAcGPxD++L2+/fpLfclD1D/+/hf99c9/1l/+9D/68x//pL/89c/6+9/+qs/+9Wl8ddwPVf4/fAw8UPlr51hXSlkpJbX/YCx+KTAuvUg0DIgLLoerC5HFYFzIR9qtmF9CSikpZ4CRlB2HCVlCJIgOXjzUOnGzB72zDP6q4ilDPjPRqtUYz8zu8W99q8wzJ/lh3Uj41XEueg5Fl7MSfDa1WpaE/9RHxYerYd+VWVVGv8udbM+Xms52uZBU2hGPhjau2hlxcAlx/qKHijuKDGFf8crYSbhmyly5U7cxuBCR8Nlut1yuuPBw0em5APUkffqZR85FKCPLuQs7GNLVEK8ccA1DMQcoagi/qi/VZlafuSRky4yOea6D+zPz9wtY5naHLInBlAyWNt1OQugSlEr1hT2YjF+Z/ZjRe8xkwzHImSFVNhmBWObBpkuEKhV9UeibA1D5Eu3o9PZNTL18x8DFXno/G9jq0PX4ijYcu5FcOaIxD377IhZx7vDb2Mj7Wvd8q56L+pZL9RZqvof3nxDlbqsN6Lpem7xlrGPS4yJUe+iIRwE/85Ww3wf99pvxB7Lwm3mQ5wUE39Dkl8bZnhE2dMUrI7sMR+kqXLIfdu3bs2wwxVwWeo3FRptrVnsew5mI/T+m2LKPzV6llthgm7BRy47R+hqt/ftpOJfEsxjMNe9fJgaZ2QKcBdrZ54b3i8+P+c3JVpsNODlVfEsIehK4oRPo2dkNBU6hYAtOb9xQ/ZOxG9qenqrfnkzg/PUVcW6Re47G9ySCevrj82u7iTEZGvBnGJ9vGUS/aQOfg23cZouv2LWvW/zzn2p3yDo+mzM2IqoO0/R5wRtCifUHEh2GMj9LUnwpNX4k7UYeGQC0IPB7eQclNyMUpZKwlgg6482FvWQOWZoAoSSkAqaBRB3ISsxdMcnEy5voSUzB6GcY5rYfO/zxN5suSGL53zP67tvvSQp9Ewmhzz77XJ/63w3656f6x9//EfA/Iv3pZ//SZzzffPXFF+h+re+//14e+/TJUw3nPAl5cUybUlJPvDJnIedemTVJHWul83klP09h7V8jsEZgjcAagZclAutH9suyE6+4H9cepGs7Li84HjbigcODsvwfTyBV0Q9ylZsuyn4iQsDDEbVyJ9DxqGKExNUEKwH/ai9gni4eesrTp3r65AcSQN/ocx6S/vG3v+nvJID+9Mc/6s9//qP+9pc/6+9//zsPT//SV19/pe952HrKb+P8m7mR8X5G63ho6pQkKEUSD5GSu/7twI2Dgpd4J1U/Nb8sbx4HP/WYn1czErcZIxqj3J8xZkQc4FNIE/0GpEWBB1i3Yh4/RQdsc6zi45qu0LUc3WhOtrJlwDPM/rkvlEalSSHlpK7LoFOaaEZWkTljkt1FpHjlMUh0YCNndLqsvkugU+ckjM9i1vRiQnyToBTZh0DtZjhMVU442+A56bii1PkL9mzOEHz448oG7Sy0PqRnZXiqI1tMNkmqjalxiVTf9uKpPZG9XEzBXCGA5g5BQtZNyNA9aAiFivCvXibsa4MIQvCsy9RjTCtsN6nJTGlEQV3xylFPsv3cMT4SQUcy/KAwyAONiYXUYhljPEFlJ9v0ug2xoLh/RuxO9Hibal9tuj1xleUiHow3ZMk3paCeqMKeiL3O6pg2EwJiyMWsJ6ET8KW5gcv6CQmfDdQJHyPOB/05LnKMlYFt2hgLm0GFDDADtXV6PJngb/wgRRmZ11p1axudWAeyJZ31kU+8bdcxh7Kr5PGnckt7jZ9sHfQ32QtTL2PvQ/XJ67Lc1H2Vd+1Wg9vPRewtWktK87jY5rGstt1ToxJnpQqpkTeb81oRzzz9B7z7QBPDHpaM+dbZKPvJGyRzPuyBqcw3cPZyYIu4VyRfOG/+v5udxDfMttqcGCR/en9jaFt1WsKGhExvcCZ7J322G/oBsi38FlnFRtveY903YbbhNn3o92BLEmhrHzYn2p5stT3dagOqbKvcbZVSD+2kZLDWlNXxGZ66rJQ75ZzRSRLvNZSIC+dgFMkfKMmWEuATmZ/3/qgPeC/kV1L8x9igiXoJehVwTR98rZlTRm25tkaF4uUftfLPkpiQX3Tw83PkF1m73S6+tfTk6YV+fPKjvv3OCaCv9eWXX+pf//oMfKp//oPkzz/+STLon/rnp59C/8UzzGf6/POv9M3X3+q7b76NbxSdPz3H1gXPVCwYf3Lu1Ruxzxk/DEVM4vdmlUO+ljUCawTWCKwReJUjUD/dX+UVrL7/JhH4OUZ9mK4EQp6x4kHLD1vX4bo5OzowQQ0HY1tSp4yk8jCRD9rxjGKGp7PdwBMcuADlgoc5Y9BuONePP37PQ9CX+vKzf+of//yb/kqi5y9//B/98X/+X/D/6U//8z/6Mwmgv/31b/qUh6evvvhc3377jZ78+KMuLs7lBzA/lzErj3NHtZ+jLHoFkPDRkBfDQ2YC8etP2pY3oMY6WRgPoJohZFKeHnZzl5XYDCNk9GbVVzJhS9o8nsP//s8M5rMsYPtMVZ8zzbTB8O6zrkXQZj+ac9X0hD+Sfckp88Cf5X8wOXcp+A4qXjlJsx2YhEwkgWCVGZc7KaPk3yJ3m6yeB+Pe7ZSQi9cnCPGiAAAQAElEQVSIJ14c81ankbWSgskYowTfqtrjlseaVrhVsBimvF5uAZZF72QkY9CoMizhTyHee4jhIzANLSr7B7lUyizZc7NoYpiDEo2YGy4oFyvZqSXoo2TkM+ICj9ATzGgGkduW9Ql2Zi05/rSM0Rn72bRhr+vgOwaBGIsP6KIhmkGWVSEabeoaFbfQmMheZoFB3xWlXpsP+5l51qx8rZd+sIJZZ++g9Qx3mRr0OgbsZ454OAa+lG25mBm0OYMZxEVt02vDBbhzrJBl0wahK9s8gt33nlzVN8nC39DBN9MGN9EpAE9pHdk+kPf0N9jis3RbZJ9B8aGAOi+mD+aq9l3X/mfN5bFLVN26JsvdrlbcarDURyyAMNrQn128D9cNZp22v+zer61JDzV2xMM//Wqv+y6jrnEvtwtGHeOa+COg8I5x+/CdUSX78YpgsMfQ3M4d1GdyE0kgkkHbG9oGTtRvK7amc/8ZcnB6QgLnbMKpTrfwgTrGYzNJor7foI/u9lT96ems37u9OdN2c6oN/OnJqc5u3tDNO7d1++493X/zTT149EgP33pLb731WG89eqxHDx/p/oOHeuP+m7qLzu3bd3Tr1k2dnZ3phERSx/sr951SB3hPev0jwak/KkeeK/icpRG/V4pEEfFiE2ob3rrGLvGpbmSoYf4QCvtJminjZ95y4k6claAGfWVM8SN5YG5/K+gpCZ0f+AXV99O/GeR/5Prrr7/R1yR9vv7yW+jX4Bt9990P+hEd619c7FQGKfO50/szh/VuHWP2MeesTpn/7AtgbYpXjtpV52rfdGvFGoE1AmsE1gi85BG47mP7JXd7de91iUA9oFPNk0b244gfUiwyCEQm7SOD347xREaCpkDA4KQPSSF+cydQhkGD/48gP3ynr7/8Qv/69B/6x1/+oj//ycmf/6M//r//R//z//0f/ZH2X/3Nn7/9VZ/7T7++/lLff/+dzp8+wfZAnqLw6CWQJGqe6OTXCDOagQZ56armIV7y0Cr8HP2YH3yJltyG87J4HpRpSl4nbMSbsdBkIE8odV2WkyVdyuosAxmIV7KtIswwTn5VynDGCCSZF6+UknJO6ozONNOXQNWotbBlJCUE1jdiDOPM545xKSmj0HVJ9q9HZtrlTjln+YW6CbBPBmztkiexmnW7rptsmDIvNhOdSVLKQMsXi42m7RnRkNCjTI0FsXCJqcu7UdiL4viBajVJdpq5FQ4mNOqO6cqXdxcUAz3TsEUb/WoT5gUKEd3PjQ+OCwIKPfgTbagMeUHNaIJJSCqV/Q4IGWOnWpPN3CObLh6VX9ryGMAcns/wfKZL6NqXV1zmmJnbg/gwrmrAUDKann0JxFNZak6iiVR91qE9pi6IZV5DklgzAopHQCgZWayl75VBb2x79VC3c79Vz6W073ptoB3tnNENYDtjiyIDe0wStavmcaMsry7anRNaHx+Xk2QyZGKEtGrV2F0yERrLecOX8Mv+HfSErs0a0Zgqt69DVXFv5WwRyzQsM2B/Yan2nmFkMc2CfcaAa7pqKGtn401DcuQFEzmMXm90u0LXd/JdBNkC/zSsqHoMmvvcX/eLYbURffWkW3aw7whaG5aBS1vwdoZzF/OYLpA5r/5mkP8k6+SEM0tCpiaBTrWF77eWnagnEeRkUMVZ9Ll/S8Koj+TPGTqWo+ukhOEx/YnmMZEEOp3aW/RPtN2c6OT0jATQTd28dUd37t7TGySA3nz4UI9I/Lz1NskfEkGPSAg9evhAb75xX2+88YZu37mjmzdv6Yb/nI0E0nZLsonP/8T7UikRM8DHun95EX8OxmfqjucOw/8Xsh2JmF20R55BDEGTEGtXEs8OV0DIJggq9mScaJwA5k0pKxHvRIz7Dp/6rU7w7+TkTKenN3QGTk5usOYb2van6uhPqYv5hmGnJ04M8Qusb0n8fP/tj/rm2+/1/Q9P9OTJef03gkbP2qsnvlv2x/De9djJfCaLucUrd5l6LWsE1gj8jiOwLu01icD6af6abPSrvsxuWoAP7DFqVzyiwkL91AoKN5zCr7YK/EDy5/zpj/zW6wd9++VX+szf/vnrX/U3489/khM+f/vrX/T3v/9Nn/7jH/Fv/nz95ef6+puv9P133+npkx9JHp2r7Hjcxl5iJiNzofbjG03BBnlpKx7yeCLEzWDwd6LEaeRB1kkymVqMllhgTkkZClG8CD5NKY0h7+joeTjsclbXJSWUDfFKoJYwyJBKl7LKJ6ZKwaaUsQFMU1LCXk5QpdofNRVNyzv6jJSSUrIPICd8gXYdtFNN/vTK/GYzdyn8zujq0sv+eV1JOedAh42eB+B+0ynFN1M65IZ1APPmJGXxigr6jDKrmAGUGGt6PKwg4KjJYLPYkeqfz3OhVeWK/tC1zGOU2NEKmpNzwb1AZUuoTQTuioK3R/1zc2YS4wzIswpxFgFs8ZYy8a2IYUzV+kzpbmLopGcbtC6XyRlsHPZZ3jD1WCeAPDe4D55oEmUajYc9KjH0SHbcnHXM0BkkKhouxMHrJwCKb/dkX8i28iWs94U60+44x9COdoZaz3EJyMYaMLiIiz2vBwXOBwfAoXRFOe5Y2LkUCuxY5iHGgbWFK3s5QuzZ31jrvmPm0Jj5X4WxY1fhGuP7+ffclarunjCRgx04llUbVVpCc3Gq8I/iUM5o+pxy2DrOMTOHIAo/jSYjHh2iqLqol5VHGbZQseytfO1vvYV98lms7drnWex7pUxtZlpLtdFq6wPOaM5bbbqt8oazGwmFrXqSFMfYknhwQsiJn74/kRM8bm8n3Ywsk6CwvaC0e7eh2XZJDGV4j+lty8kRkiJnN27q5u27JHfu6d4bb9ZE0IOHekDi5/4jkj8PHujBozf15pv39cZ9dO7d1R0SQbdu39KNmzdJIt3QKcmkk5MTkq4bdU4KbTbabLfqDea2H3234eeNsYWC/kRdoPFb5Q6gnwMbZfvPuNz19PVK0NR1E9/Rhs/AstyrAx6zIcHlNW69xrMbOmnAz5a4EbZ27M/FUPTk6YV+IOHz3Xc/xrd/viMR9MN3T/QjiaH4BhB6yp16/HLct2en2sJvWGfOvTJ9Wblt7kp/1xFYF7dGYI3A6xCB9RP9ddjl38kaO6/D1QSeiSw5hB9kkBR/Iwg+LssXg56S/Pn+2+/05eef6R//+Lv++qc/yf/Oz19J/vztb3+JhM83334df+a1uziXEyUpJXWg77IyNElcrUfVl6lRW69GPfk7kfB54r22aFOx1LpemJSSUsrEAeSMPPMQanTKbndZKbldKdrKtgEOyjTPLEszp5RogJwT8xjYw24H/Gdb9IZNNkXt5TmkJI/JOctJqJ4DkVOn3HXqAsiD0ib503mO1HmUUpaq0cKFqwLJXLJ96bL6LqnbdOqwY196ZDnA8KRqQrwyIAHjWli8DHqsAzKgdTTWkj0iXCTjqmfUnGVf4H3f3msxi+UICnNXNkYiaSVVJpIalZ1r+2Fngs5SmFJXUA3SfnYJn6xrEF0FtHi1Cfa0xOrdXqjBZvsD3ZdcfUEQ5j3u8jB6ryle93GXx8/AauhAY6a98hSFvWDmmu4RxY69PYTscWAefhWDPxR5+T7LmUtXT5LHCZ6ei1xcnje9upxBr8x/obywZW84EXvJtDGz3BO0Xuw0ttJFZ7AetUTV8rSBqVmJ9a7g9uLaeVTHNAuZ28ZCdMi601hKpzkmsuypoZhiMDXot6axYN2cEHE9WKAnfAE4ns9Btc28U/GUE7snC+GCxSOPrrj2RE1r7Y7OMYPjqFT3WEtlMAO/n7ly7oO7/P7cn2q6KbRxkBKzHVL6PCmwx+IsZ85yl7eRCOo3WznREMkTJ2rAFvT9KfIbAOq2YVlL7GSSJ0B5g+9AXdBMe4YTKv2JMtRzbEmInJIccSInkkC37+juG/d05z7JHpJB90n63H9wX/ffJAlEQuitRw/16K1Hest4/AjeiSLw4E298eYb4L7uM/ZNkkZvPnhLD996DN7Wg7fegYK339Wjt98D7+vR4/f1+G3jQ+iHevvdD/V4wjvQd977SIEPPtK7H3wceP/Dj/T+hx8HPvjoE33w0R/04cf/qQ8/+U999Ml/6eM//HfQaCP/yPiIvo//Sx+BT4Bpk3/44X/qvfc/0XvvfhTzv41P9vWN+4909/5D3bn9QLdu3det2/d08+Y9nd64o9PTWzrxN7BO2IfsmG+U1cvh1tGLHZglV5ymuW9l1gisEVgjsEbg5YrA+pn9cu3H6s1zIuAHjgof3ayuWwyIB+BFe3o0LeVC5z8+0bfffaMvvvhc//z0H/rLX/6kP/7xf/QXJ4D++jd9/tln+vbrr/X0xx/iH0XUyCNwknJK6jKAUqar7Shx4d6DJu0EMSAvecH/+LMvaPOUcCbWaWQWasS6c6rr77Jy15EQ6Saa5aRIlztoVkopkNHXM15p6kvivxiT5TEd47oE3+WwZ94Jl0RbOU+jIL5phO9SlSal5DFdHbfptOGy0ePrxhdmLs9dn5WZK+ekhAllV5p4+mhnoGtfMUptXFWl9iCQDcZmLOagVbXxiJ5fjpRTjKh1sK6sYwochsKZa3Q66kHorsX6Rm1dWdfxOhhnWZNUfjm0+jTLZ8ZyY6nryY0q23O1va+9BxWzjJjKmAVLBkv0URR7QvNaGsMmJ5teyK6rrNuwjEKTPYtis83R6EFk6Z/bfu8ZS5l5x6FX7zObe+VNVgff5V6bnJV7kDEOqD1gQsGygc98DlJow0+9NVA0GCfDLDiIm9sNh8abFOoOYBtL0FPL5AON4JojtGuZ4oc8+qvwxepp6CVlbEVylBWHzdCL6pLqXtD6JzotqUbMsr3mr8Z5jp9ljIEeZ9LgNujAQZldn5lY0qK1UK/SWocaEZRauyoeTYjQ/QbsojQ9J38sntqc2/h8DMp57rfqSCp0JIE2m1Ntgm6hS762u+g/VYb2JIKyEzuMzUDqOdLbCmzKfYGtMskf6/bbM/UkkbanN3R645Zu3LqtW/fu6c7dN3Tff/JF8ueN+w90n+TOg4f39ejRAz18/JDkz0M9evuBHj56BG88QOeB3nzzTZI/b+re/TdJBNEmWfTw0WPGvM3Yt6Hv6q1H4K339BaJn7fB43c+VODdD2oCBvoueBu8894HeueDj/QOiaB333fi5yO9R/In8PHHJH/AJ5/ooz/8ByDJ8x+AJNAnH/+3Pnai56P/0se0P/rkv/XJH/4vffKfxv+t//hP4/8J+gn8x+AjJ44Y88FH/6F33/9Y7+DXo7fe1YMHjxXJoLsPdOfOfd26dU9nZ3d0dnJbJ/2ZemK66Xp1XVYno4NqhnfayK5WrBFYI7BGYI3AKxOB9XP7ldmq191RH1WjxWH/CNo1Uaaf4mbmESXTHp5eyP9+z9dffaVP//FP/fWvf9Gnf/+7/vXpZ/rqqy/1zfff6smTH3Vx/lTxf/Yi8TMC8gU87ihge+KyXU370gYKUWyd4AAAEABJREFUcCLCoM+l6VX6stb43VyDTXvHSV8kpVSRnSwBuctyMiV3XX0I7Lup3QdNKSsFErFK8iulSs1fhdbLSMU86OdEi7k6z5Ntu1einVOSIajihdMR+2jItmzD4zv0N4z3A+tms+FSYfTKPMDmLimlLFHqyFqnIBZmuVtKylmCqL7cqNyytvQQ1dJS5xK/P7KXuq4UMEHGGUPZ9nP1Dflen3jsG3vuQMfiSwLV2x5OUcxPxMoTLJnYIJONpRhRJliZ/hmTz5DqL31XlTAzVfFNPS7y11Ff8C8Dqx7fQPOXFRtaWJibZpZY6Byw1jkQXN1gnXPHxGfHkIB5r2d0WV3OxLACRnBAAc9W2LgaM7YTW+bhMF97K08zSo56rg6a6Nf23O1JkO7bz+WatqlRZ9/7CIcYN/H6ucZ+okIzDD2wftw+Mus1g5q2sO5R/09qYshBexa8n9F/jWGbOOiaBBNpXZjxcYiDwDHhnGhG02nRD0rQfTYO4R6vmX2JmMGjtx9fueK5G6qo1ksnqiSsTCw8gzCpWC+8ero4wXy+Z0N7XrSPka2PvAP7vg5zRh/2Czaqy95Bz9EpZxBJoA3DtkewzODnQt+pN/hZsd1udHKy1dnpVjdvner2rZu6c/eW7t29S4LkDZI/b+j+wwd68NZDPXr8SG+//Y7ee/89vffBR3Oi5gN/Y+fjP+h9U/Dex/8J7zb4EP7D/9D7HwOSMO9/MtEPP9GHMeYP8rj3Pv5EHxiMD3umtD9C50PGf/DRH9Dz2D/oQ+x8YBl9H3z4B33EHB9gf4bbTW7+/f/A50/0ztsf6jF469F7evPhOyS1HunevYe6QwIovgV0eltOnDn503W95H0gzlIHf7nkfFm2StYIrBFYI7BG4OWOwPrR/XLvz+odETh8wFgcWf+Be/wjCChR/HjS8aDS5awuI6BcDOf6/rvv9MVnn+uf//yH/vynP+nvJIC+/PIzfffNNzr/4UcSPxca/b/tmJIhKSWsaP9ykmfkYdnUOk5AmE5wwkjwY4Bh6FK/pCVx1cS11JBoA685kJWIXwYdD9JG7jq1P0Xxn6N0PBQ6KdQh73iADv2UJZIUCWtYriVVUutFUBIdIKHfQbvUKWxlaMrqu6zUJcwlpQy0f9mKUYh13C2mrpSl7P9gEj51+GY7uevUWZazFSbtiSCauMvEkyAtXDPk/SYpaBbRNWVkdg9qWKgVeAPy4iUp2+eUpAyfpASl1vNel6a6cp32s1mKVdJgZIHnRgV39XLdgea+4JjtB6js874zuCqiT0aIZo7ZVIhv8ZwDLdPAgLy2YSjweOTpl6jWprp1TM09meZ1P8KpBfeMMulqmnOp2a6athOwrrFUOuAvd8Z6WeeBGoGKPcdo7rIoxInGUe0xtmgbF8OgJZzEttywXkURpg+ASWLK6jBkNxqq/qL29Msm7WNb0V7o7FmMEz9mQdR42J9dmo2r6NLosr/Jl7LGt76radNa0qs1f6LUMfQGHOAqGyhaPBGzxrK55N334ijasTfxI5QFzhQDix+pCheRoYJ2PfmcJvjFruKE/70gy+sABIxx8bgmyxyUnEm8KPMfNHiolvBYJx2g7je0Vfa/neNv/hjoSx3mq57nLS1Lhb7QyT1jeuzOiaBOOTcwDl59Fo4gh8D3YNsSQTfO5P8b2O17d3Tn7l35z78ePHigh4/e0luP39bj998lmfKxPvwEkHT5+A//qT/84b/08Sf/HYhv5fjPtj7+L32E/BNgGn+eNfEfQz/+5L+w8Z+MIaFDUujDTz6hDUj6vA8iOUQS513wPsmi94z3P9J7732sx+99WPHO+3oMHr3zrh4/hp/w6HFtzxSd6H+HccB/ovbgwdu6d/+x7t59oJu37+mU5M9J/OnXicTPeRFrto0YdUABamJPnSuisVZrBNYIrBFYI/BKRYCP8FfK39XZ1zQCfgg5WPr8lFoZPw4u+y31JejJ90/0zVdf6fMv/qVPP/2H/v63v+mzz/6lr7/8St99/72ePn0a/7DzyA1oJMGTMJJJLiQYCq1RQh5AHk++SKP44jryiEu/x7o7EJ0vY5VqesaLg8tABu0MlLJSSuqg7WG56zoFSKr43yTpgnYynzv3ZXU5K5GwSSlJhhoVsTOIISRK9Es5J2X41GVlkHKW50ldp0Q7J2xmdGwLmtRe2CLetQVfmVpnCLo5JeWclFJWggpkSQbkUkkHkpGLse2aTnvrfWZjy8iViUShz9UMxqIVx8J0ZhijBsaidlAOfOHsURRjm9akkPE6kBEEVCU0YZq2hRV7SXBWk5KufnmdrSe8j4bHNITAwz23G+4w/cmw/XLgsrzoEBdYx9vxNb8HHRTaBMfqNJjZgyBXlUv+HQryNPRQepWhq2X7cZOhiYR84q8euew031C1Hd6K2O0qnKIVtifJTBi+IyDlYtAQOJf5shtkuQ+Tz6j1bdf0EBggptY7xl5/qXM42q2Mor01H64eOMpY/NvvF+1QNDWiMVceasyCmbFuwyy8hnlRvTa86ft8NZnpor1XiTB5SQdhs/qMpjwLrmdYLOHTEpeV7QdgUu/ljCNFTB1Jmh+mR12z81IX3a4O0bUhlwwv9ZrSgk76ldQ6ej0smKmKRcMHRS/ovp3nw0Sf+eiHzyR0gAzL+VyLT5SW/AmZ9bCQjaqf0Tf2wU4yjwaE2roJ2if1205OAm1PNzq7caqbN2/o9t1bunvvru7ev6f7D+7rwaOHeuvRYz1+10mgD/TBBx/pg4+cwGlwQuc/9OFHgCTQxySHPpxQeZJEH/+3DmX/qQ8/rnDip+Ijvfuh8bE+eP9jvWd8AAXvkPwJOKkDHr3zAcmfD/To8Xt7INsnf96l/305URR4y/9G0bus5V3dv/8Wa3yTtd7X2dlt9f0ZP4u36uT4dRIcFYXYKotwBRCsZY3AGoE1AmsEXtEI+BP9FXV9dfu3iMCrZNNJnoa930X+Lfhw/qN+JMHz5Tdf6NN/kfz556f64vMv9NVXX8f/CexiuCCns+Nqvnw6HZHxwE1SZ8dF34iH7kg4jDz6KB58Ot41RjwIxcQj9RI0X8piH/eOlT0Ll5SSQFIiYZKSH/QyfFaXu6AhS53czgSgy1kJPaUkyVB9LdgqOKwZhTZKjHWip7MtflvbdR2/lM3K2Es5yXoo6uAVS6BycoUOOGqxj0H26gk7+JdtJ9MHFb1mdd1rERDv+8i+F+YpnIfR1IAvTgS5j1kLl7O45DY6X7BszGiTNU9be0+rVq2b1H5m4mD/lRNi1tNqdwbfKmjMa7rHpKagUbW+5VxHflnPCFXP6bmjcbkKM8vxIbik59BcEs4C3m8oOI4VI+GsgKHQ77XZtPU8zrxl8HY1U81gtfZa0AqUpoJa5WJ8ZWttgVFbk+mp8QyyGPIMrSu6micTnZy33xne6DKtqXtvgFg4Bg0XRQP8UAb5/3LYsEwCeWx10zXjWVxBn8CamyG4iv0Ic3sXPN4apgY8c9ui9WhVEnXtP96Cur9TX8wXymKpdauYzDykdsw6HuOZKupcVXbIT8OeSY7HNeVqu9aWocf6zB2DnvAsKBVl30a52qj13j86nlm83wahcAAarhoTfrVZq0JTz3iy57EV7aZrWvURwyzatFw6V4aNmP5EeP/mfZ9seBa7fAg8peNQRrQsizmnwWHMgn07W5adnDCXOD/0eeIG989QvDBLMNCzvOmZum0Nd5leQoxkjsTPph5k5Q74FyF8Lmf82Gy3Ojs71SnJotObN+P/HGYaOLuh7empzk7PAiemZyc6MU7OoOBkq5OTU/iJWn6AU/X098i2/Zn67Qk407avtEd20m/l//vXEmFze6YTcLa9qe1pxan5M3hT+rYT+h4bGxI/Xa+cu0ANR4YYkLWsEVgjsEZgjcDvIgLHn+q/i0Wti/h9RiCe1w6W5vTPUlAf1kq5iG/2/PD9d/rmqy/j//D12b/+Gf8A9DfffKXvf/heF+fnGrnQc4fX/CagPSIYd9S7Ev2VH3le5qKbpJTSHvILOWMERmBJRZPX1stS2yuRvLC/lzF5mcQaG2jEg25SZu2GCFhSkmiLl2UHQFaLdeCsNyErKeWkSPxAU0KSOnU5x8N1gqIhKQNKOAxtJSU4Qyqso14qdyrsl7EL6vYuvglR4s+KRhX2lh1lHxnuMplv01iElkZuJNUuLScBd9iyDLozhoEEYwHYp13AYJAUGkCMtV8GRst+Ri3noitKPbHBUh22EMQYxyoRKwVCOldtGbPgGmav1+ZotA7Y99f2sua6I/ezNUHd57bpcnnRDoFtVxRix07RVdswB8XdoQNjWkhOBGLfdljjADA0+mixka7DRvhgp8Irt4zoCknlar3vqe3ZyNQMwjyX5ZdGhuplvSp+8brazfiflfCXKJs3usp782nKL8LD0jlNMI7FjjgdJH7cHs6nhBB6vA88LmI/jfG4wvm9QNd/NuZEue1gmOV48R7BWBMkQQ4q+rAV82LDNPYK3rZtJ+Y7GLNveC3GXuI5jb3EHLNAmrxRRC9cPGZCZtCzEOucdFE9KNeNO1B6dsOWq4a5F0HV9tSVc308DplFkBpvNxpCeKmyPSM6rBqM4rsdHXwDrBRfk7OSEZIXqmb7nOZ5wOGGz+LK7EfUtuurZfYvYzd6sZmBQKWJniRRV8DOJUbQahQ2Soq6DrHlqY20xM9xPnc4G3MEYq6k3HX8nJoSQX2Wvwnbn/Q6cZKHpIq/MXRGEugM/uyMpM+ELQmiLUmcoP6HqQNbbUke9SRgIqnTn2CvgTlIyIT9foPc6JWZM2doZj3QTlldl6VuIyq3Zrgd8uif9NRLjMs5aw9kHtVhByuKU2HGbcP8ijUCawR+5xFYl/eaRWD9dH/NNvx3s9xuv5KOB7W55QvKxbmc/Pnyqy/0+RdfkPj5l7786itk32u4uNDI5ch5BN+nTQMYSLwbElR+APTzH5d48/6HkunimqYF0KTILz8lNrjt8UFfxmqs3sX68G9JadZSF5ZS4rEwKaUKOWAEgpYQClaZPv2UlwcxJiWs8BDadSkeYHv4xANo2IMXL4cUMhX0lSoPsdsiqSP2aCRhV5ysYe8bdbKmkJgZxxL7PdK3PCYKWxhSey1mQzcSOdgvtoud9u2Kc/+5zW7QAGx/B92hP5KwGIeRpNNOvgwXT4Zvzfr11CthT5gLV1Fb+KE8/SdlYtJajpGhWIPoBGi6DjjGwfy0aj9smglBTtiAamaEL8hacV/jTe0+ICTEwYLL8JAZMPnShYT5vV5jXiMyhbJrjMJTu5hrcLvBssYfU1yUt+gAx0pz25aMWfAzmZh1HjtbNANij6FVYWaIo8dxoiCcLs5Y4fy5vUecz0jEDCokeXwGfS6rLfRYaKHfCZ/2p2KFsxt69LnUgHgEE3n6BouArXj8jrMeySMSTk4m2a77DNRqYSzbx2GhCU+9KNhftCrr0RW17brquXZP9c8t9x0DuYGXGuEAABAASURBVBMXAfo8J6DEebmKorUvDCfQ0b5K90A2Nxjk+SJ48Kbt4C9o9T1M/6TK09RkzPGwOpf3bo9jnavbtul9qYjWZcVqfgq3G/ttbCOuopcNWeLxz0LTMTWsa3oZucOP3omRPCVhemXaef78SPHZlGXvdPl1yXRCx4C4pDoux2fOQp41WRw5IsZAonWnYTDOxRsyFCI503fabHttSNRsevu3gV9gs1G3REc70CM38kSRN70OeYcTgV4Kil7XwQN1yjkHqNQwy+jXhI4xFRt1Ma9pJ8uajsdpWrHDsuJ1icC6zjUCawRepwjk12mx61pf/QjwnMMi6rHteKjpaB2Xp+dP9e0338j/8PMXn3+mzz7/Qt9++7XOkacspZZ04GGt67ISl9uUkUvTo19SSvAT6BYsoKYoOnX0qhd51fTKUd/L17S31Vdzo68u5FIqX731QuGICwVmasO1cul5unVcQ20nKdVHSwdVvCLwSaKdc6dUN5iOWuY5PBgkxAkbCepSiHchc7JzEojE3i6wU/02EA/otAvJlUIyJlY5G5QwZxMTpha6EQUucB4TY6ckUCR7sLcjIbTj8jxw0R64DPsiPSAr/gYQfoyMFXaKo8q8Mp1mWZKC79GefRqbJJyLUNitYBDBT2wMI2TQdLgO6+ytaPmia9nc8+4wkJgY1WgKSaZhWUWt6dDel4gYy6y0rqvywpfa9ohDZAwcosNmg+dOtAXsgXgdU/qQLkteNuCz9wLqEC+BaFGOR01dbcDUPJzt8piQtDGNzmMb444rLCEu+EqZFBHAtbb7pEFC4LMNw65gZxFD1OkuEwbeA4CkzwVjdpzVCycvwTm8EeeXthNCTuzUOeq8thXrMRPnt3DPnWz77O/OSaYP4Fy2275R1BJCOEHBFnPDhJXDij4LYhLsmjdC7MqwgDUyv9UavPbaY52GKlnW1q+6Tcd0r1H79+3KHepcHu/+hjriReq6wjZuSY9Hu6/JSuxxrZqs0qVWk8T+Od7Eq8qeX3N86vsLhnLVVOSgLs/2fMsvomG7RtN9Bs9mdTnL/7B//A8JSK70Bskf//Igk3CJzxJ+NsQi0NXRy9aNCE8wKJiWBOPPFibxYMaaU/B0Ubx/gd2Fzi+eys8ST578oB9++E4/nj/Rxfk5CaFzjvqOI8N7hUl2QNrxvgHw0ebnBwphkWoqjJm4mDP46oHi3zeyIPO0owU6C2d47xtm4U9l0HcMIWtZI7BGYI3AGoHfeQSmnzK/81Wuy/tdRYDns7qeg2cgnuSmh9/h6bl++O47ffnF5/r6iy/19Vdf6rtvv4uHNh/4LiV1XVY2uEWnlHhsTH7cq0DJc0CindBBQUamylLIIfVZjktu8DOtrZe7HsPbEScNRavVCKMkakB8YOYS+pHYmEXPZTJxU0C8sEmdiavlGfsppbmXroOSaeXoTVJOUkbQSmz7qBJJoEE1MbPTRVxSd/LFd+fkjBMy+DzyIF6Hxioqu7CHOWEM+SgncgpjfOEuHh/Y8aA/qPDb3x0P8yNJn2p/h7yokCwq+DKia4Q9rGGUejEnrSgoHEgZV3Wj96BCdfY+Og4GhmQxdNkJ78GTSiXToicSsuCpKG6bZCpDruBb7N1sOqbX4dK0KHpsrhVmeR+ypzlg/hBts62fPT8OVIoheNcV7jRqK+r4PIC75MSRHip1HssnXBoTSlRTP9xVpfU2Gjqt0ejBLjIRe55nGe1Lesjo9zd6fBZjky1CLy6/BAQ2puIAUgYNJH6MSMhccDn1+8Eykj/DQDswcI7hkdvujngVgAFseYIaFRrMTpu+SHaiH8kj2zofdG5bfOb6H6OuyaQiJ51KjGKcDcCH33Z0CfqqBjX2QwdZLchiXG3N9dH4WW71ufEMxuOn7pk1YyB3DJ6HiJH9NZY+2sYCbE2cUoswPRe7atT1mttHy1yVt5phNmDAuphtmNuzwIylPw3P1J7XWX19pm7Eo+k9izYrTae1L1M+FeKzonOiZ5PVG04AuQ2tnw+sm4Dn+Fmhw1f4j8hTQaJMfI6G66ScTMXBh9ZCg8J71Hs+xNm/0JOnP5L8IQH05Hs5EeT3QLm4QGUg5TMZXsaBnwuRDMIUCq4vw8MOgAMHWq3dHUiPG8dn97j/urZjeF3fKl8jsEZgjcAagd9XBNpPlN/XqtbVvD4ROH4W4kHLl5Mffvhe35EE+uGHH3hAe8pvqi/iQk+eQSlxIaaIy70xcmHXlACplE4/8IWsJgIqy6M5ur7gwykRZT8vJi6vDYh+H2X6ZPAa24IqX+smc/xm/hpmMiUFk+TABStexI66Fm9O5aj9JLwnMYb+bMbI9FHYHVygJhnjhMwQdKcdSR9/M8F04OF/pF28p95z2vFszvhsW1C8oq7FM4cK+iPnaUfDdhrKbtTAORiwOZAIKtZh3pFkkPnCuEK/oCNji+espqk5W9SHJWbk6Jkue0oNWXMWWzJsb2x6lcmtaTqZKfXQqg1312WkmKOOp6aIV5A5KCl0dM0rdN03M25UWGTUlsT9DDYHNZ/Zf188ZjATvfs60wIMirK0FYK58qKNWRBMlVBTQjBX11sKleWcHnuMUPqZ1RVTh3n2tizBxhUNbHmRz2C5KPC17U21Gcetx9clJXg4hkXb4lwe28QIw6utgQttcSKnDHJyZ8ecdDK+FexYBmEEXdS2CzzWaOPNB0g2RSJomPz2HLYRJjEEDd+R1cRXlSGmmGcO+mgcljoolmf2sLOOw0HE5iGtWHkJy1sb3iyEwjjWZRvVA2rac/zwCUnVoz4sjKXf67G9hmMdjzf2e0BrmqPJlvObbwjbS8MTz/ZPbyzeK0RnEsMhxgG3m41KEU6l9rlh/00N80tYBiyC1OLGMWrPpXo/yVEX4/0ndO4/gOWohmzJ1/VtWHCX4TtgGqrwQdGHshWuDxDmXBGZShjD+PgwmjQLn9ux35xdU//s8L5kPqesl7PH1Lg6liU+/3lPkmS9KP4G0IClCzD50RyJCRE/szSlRpvyst014S+idR2ZJe3xiwyug9cIrBFYI7BG4JWKwPInyyvl+Ors6x2B6w6uv0x9wW+kf/jxRxJA38Q/+Hz+5Il2/r9+cVFPc9h8cW6wcORRbWrzQK64PPshzkCObIyLN7z7zENTSqJMSApGL+8ryf8panMV4gXHQlJKPB5PgBdIPPxmaPCSyVTphV6OYMQzGOJHMUtIebYm7sTSsQ3YojtMAc/b1AlMBTZ8EcwkqgSj7Idt+MG9cPEdeZgfTH0hxeZIwqY4KYOexxSoYb7h0rmyo9GJfcYKjJwjJ3ZMfWEYSAgV7BfLg+cajZ77rC9OVp2nGcNW2DyqlkuyKrBdhe0CIVYHPHbQwXwYsu9GNCwPZlkdCh3bWV9cBFB1u3LiHCBYlDzFPC9kjZ1lMJQm3lOEvnRYEPNS5ZyYg9nyVWB+jxF0BgL4fWE9lH3bkZ5axGnignik75rRmCtL58ZlBr/2s1/u/kWSNjX+e48ruEjidyRioDuDi+iOBIq/XTNAq57PAgNxwC46rvHnMNtefT/Fkj60ODPYjANSiDVCl2nu6Me+7ca3gpp960xjgnVF8NpcldbIOOLVzqCwcX6u8/MnOh/AxRMS7+eKRCxJJvseZmtlqwt4PUYVTS7WhuuFoGrVOhblvgbrBsIrZoISR899GcSGNXv9Bep+f2Oq/jkbfvNzxJf6ioGfIRWhg75pG+exBJsyzVdnrnXM77mmPrfdg4063n0G/SFnbehgjPA2HpZ1WSM4r5d2K24arb2njMfmvm2uypp+o+4xjtsx3yUb1jxGtXssjbaNzuAstvNE5yx+EZ7D5/NudAzktCtbxth9GWHtC8R+B4uym3FgYOYxlhuskp9DNeyjBj7Ly+DPW9tCn8LHFXNx7hkr/PfeDSR9Bp4tLjgrbpfdBTN6wgYPBMvSLRtL3mOWbfPVN2Z141eB4/WrGFqNrBFYI7BGYI3AKxuB9tPllV3A6vgagYgAz067wsMXD2LnXEKePv1RP/7IBQR+54c5kgEjD3ihG5QHO+hIEkAgKE9/JS7uo+LyTr/1E/3WMeiBeKx7eCxLUo7kSG0nk6jMvFxI0wVe4W9a+J2Uk+KVBUN/StCcFG1kCWTLDHhNL8Je4zG1ryPWKxFHaxC/4KGOMYi4E38BpOIp2ooVySThi0CSmD/8ygkuuan5xf55nwt2CgmfkX0fSALt4C3b+Vs6JGlG+g/myJMFbMbzPc0mkn31ApCZBJhHoNrhVDBPwa4vDiPzFZ85+r3mEWoTB/OFAIMUVsA6YChpnhSb6BTG2u7o3zRPGPC9xOWxYHIP0cLEXLijHIv2fTN3FeMVLod6R5gHX+S5madAq0bVtZXZdTeuw1KJoRQ0bRtr2LTdqzH1t7nRhaV4rEE/lhDANKsWNFRZ7W8y06VDbh/CZ6FKMmevcr9GvZ/VfoEWW+8rSZnYX//7PCQvh+mbPwNJFKPFp/qBX5tM4sfJn17+t1D6jHVDvCJO2If1pdXiegF0zIyBxE1FwT5ZDjTRp8DUgrnKUHeSx1fQptifAb/t2zmJn4HP4D2w7T7eEzv52xHN8JJOvOcxsLkv9M0HGX7aQDwPFasvEcKDahpDHOxnxBV/TC+Is5M4O9qGEz/+5tKwO1f8Y+8X5xqe4j/7MMCfg0jETW3revwF6/Wfmpqf5yCWnsMxNfWfxLnfeobHuH2Ic1le+we5r9orrHrgrcdaWAeN6YzTntdq/hAeFZIYA9fowRg3yv5sR6zZY8QtrrAIaFGCf27FXNVJNC/zl80c6zAsiuXBTJXbrKqtA+r4EBhmo482DLGZ1E0Qm3jOzCqD8iYIPvs906nPFTl1cbatP2Ma73aMSdTZLabxzy0+k4dIAnFWfA44S/ZH7e+8Jt06Quq6xl1Fl8pL/irdnyfz+/bnjVxHrRFYI7BGYI3A7ykCv81Pmd9ThF6Ttbxyy7x0cktcZM6fPpW/8XP+lIdpHth3XMTFRTrWl8yNsGP9syHLaY5cvuLS7ks8+k4aWLO4P8CQmG+cL+ruRwoZIYACU8uSr5KXombVB34snm1Zx0HXvkHMYulR7cVL7sDOsuMK3j5YP2LOA/RIQmbHg3sh9nUPCJ7lV4xtoqtdwdFQYDx7NmIj7JL4GZlj8AUUvnDpK7SL5+O2ABEkRiYuCIoXtjxJQ8iaWrXPARLHBiEr8pmxXajtDqxnZP6Cgts0NVLFeYJO5ups04XLMmY12cPOoV9sF99HkgE781w6wjZ9CuyHPI87WtIz1Nkl1mD7hTko6BZCNSKizy2EE0drUZiEO9ZCoLpWRtPVGlM/Nm2Hi1M5QJM36guw0dp7ills4Ql22BD4VsMipg4Vs54//pSGhkNfkZ0bqUC56izcRECh50UKhufZCuumTVmIkFU7yxixGlRqbCMOTjIQDydVBi6WlZKMILEQ7UWfExFece6y/G+jRBKohweZSaK9oZ194YWigYASAAAQAElEQVT2poA+O1PXVj1wzQbL9vYgFih1mTgZnalllc56+BRnJXxsvlZa14R19ih4VkuLmqkulX3AgosxaEPDt0YZjZTR1oLMxW2AXvgz0R3++TPBiR7DfuwTOvjJzwv/Wy4R3ynm0eaXCPv4n/NzxkDfF3/2yfEfeG+aOmljxFzEwbxRJl3rGWXS95gDIN/3l0gC7Sa/7bvXa0TMWWJQ4lDpHICQtFhZLeA4WAW613ePhexnJZVhv302Kthn+g5Ei3a1ZTvAtg+A4lym90N4h26jS8ML3ZkNBn3ses8Mx/SiJUaJT4nPXyLjz1zbRd2kLgYD0xzZ53dC78SP3wvbjXqwBX3Xqe87Zfq89szQKIm6NVJjPN8gJ/l8Ti44P/atkOikR/5A6RiGyUj8mNL8CaXNM1F8wnUZP8FIqGYGGdFYqzUCawTWCKwReO0jMP1k0WsfiDUAr3YEuN/LD9JPeVh3AuiCRNBwfqGdO1hajm+uSL6YG/LlmgvuyAMjUsqIyChyv8GwWuJdMk7JH3ScYAAo1mfMsaq5HZiaLyOx99VHOw2ijHUdOMzqqZclSVPsdPBi4EH7qsakQ5xjTlMezCO28E6O7HajRpIaO/Zp4AF/BOED/WJvUI+9oQof3We43WZMSnKpFXwdFCrF9rA9kkBpSaDd4rIg+sNLxgRVe2GnsaacAQqc5Uk+T9ms9i8fqXAS3wu+jxZARTucYQKmYUCtYZT9Hw/n8VRvauEE2ygkqwbiM5QLDb7osI4dCSCjIC+2H5NOgw74Jmu0rqC1Dql9Kow2BDUqbz3PU4iVIeasczPGMivECLGaaER1tJyQRcWwoH4Pha1RpVH/2UVgx8VqQusznffOvmHI80/ACAU57XCH7pjHtCEEriwwbXBslmjyaU3u2ot+EuehS1w5GHcKfgdY40DyoJwPJBsWmM5A9NE/TEkKj/H/HsgXvJxJ7GyynAjqO06X+a7neGVtzG96bUF2cgj03iQ7x9zyC7ojeESR2oJp/bBWwyS2kMG0oZbTjT6jOJN+HxefVXz05XjmkfnivmOO8BnqU+bxexAIGwNVZ4h//8hjdthz4sY2jLCLDesF8IADgEn7YXgs8DgSMP754G/yNJw/fUJ8Seb4Zwao8TzX+Rz3c8wN8b5zn9cysAbH3+0h9ND3PjDeSYBzfvGwhP+HBMa5v0lkvQbGnuOXx4StkDMXMrfdZ3qcoIr1o+v1G/bJcMzDt8k/yxwT6+yQOXY7YsWCKMQ4ChVx3pci78O+zT4jOZbt+4lxxByJTYEqWdYD+9GwlzPicrF/thdo3Ril7bU07Jz4ceKNdcUZ4P0S1J8PtuEhjGHiMMK7IFaxpD73Pcmfbb/Rtt+qhwacZEkdZ9zaSQycbARBXkWZz66ineLzebjgHD0F57IfVCgXvyVVK5q/tODX0oTfe8v2yq8RWCOwRuBnRmAd9ppGIL+m616X/buLQOG3pSX+zYlzHsh2XJIHX5b5jerO1JdxLuLOZSRu7oknKNPcJZkqQZNkPqVEM8lvjiQpTf9B5FdyBUYeAn25L9g1RWSJyUuN0d65wu9YQzwww9F2l15kFR7/QnqhWM1SF4/xgzpzjUGLihM0XBx9URl4gPdWoTqX6h52GOPhjnXIolHVUtuc2oxn8EL/yBhffAYSKSNnoZ6JXSQGC8mn2DsuC1ifRnrXJzZsJhoT6KLEuUB4VGyBGGLL8xbWUy8sY0gKaxWc8CnI0ehmN8ecwn+vsEAZz/ktYPCZBsX/zgSXnxGbhXgVKIpXmT2axc1MZUDqFEx2zNOBXRt0fAp8Yb7iNXn+4K2Db/S1ufHWQzDmQn+0Gq3xsS1PaNrg8UZrl8n+3OZSPPP4ICeIWHOJix+zWh/eZ8d6ddo2r31ZwOJF83q2xqjWaL3wOHR/bvEcXte8noGwNHDZjFib1rh7rYN1Dd5DjqvR5awuV0DU9dIGJoMuI++zIkEEn+Ehcp/mVzhCa08zLR980w7e1O0Abc87x509KuxR3Q/8Z//sp+EkjPdX+DyPifFHldeKwR00xnDhH+L9iz14r32HXdvhBDAYX63LmOjD/g54rhjHmIHEycCYAAkbt/3nwuf+szX/u0WTzPKKoV7qGeOESpWRMJrtwHsMsI2whZ0BzP8OErbPrY/OsEDILMe2kz0Vk72Qw19FSTANXkvgPP59JSd5LtCtyaGBn4MT/I0U9CJ+xK4A6+6mGHG4atxox17QcvHeNrh9COKMfjGCDQ5T7Avx9n7NYG3eA89peC8K71Pvz4ButA8otryHBzLsYse6tuFv2QysNfZwou4r8b4Jh3DXFELxOvZnFMFR8bnPfVLf92CjfnuiLTjdbLQFfd/JiVTeIIyc/PPajfDVsoFzAprfJIYICPr+FwntSwOijMxOgfq+Q3ZQ6LimfdxzoLY21gj87AisA9cIrBF4HSOw/kx5HXf9d7jmeMTiN+QX/GY1fjPLJdkPnzs/pHF5HrkgFV++k5RSUk5ZHcjwKdHuUshTMhX9qu2cYCQakswD2+GBU2DEPtcxJGNAr8Sr+hqJFtYgPHcJ17mn+9LvxEk8VKMUbQc4FK6pSLRc2UM8L8vr/NVu0Y45dt4jx9KXR9rFvG1O/nl671/FZNFCs/4UA2ynBA1YzthiYGck2TOYkggq2Pd8Oy5EO8/ns8F84qG+woOvQlLYnuZIV6nYJ1CYS9gcPR+XHjHniC+mZepzf52PAdhy7fUpNmOM7oINY3DihRgNBj6bFi4cIzbdj5o8wDZgsPaihQ2fVOtY5qVte9VuUfEa8LlMcSox504FpYKvxXGDZxjFVgzYRbFubWIfXY+Z4TaIyzxrsu4l+BJooFdmHftge4Z55nU//sDhHzOagdQyNSZSZdfXOTab/hfUR/MXlDaJo+L1cPH1WrzvEe/WX6cojjvnoCYmBkVywRd+YrMDbfEda8ge4gpQkEi++PYkf7Z9r22/5dLbcwFmxb6VWn8Bz1wcU+y2f8vGSQjPHaCvzsdZmidgDnz0WWxjrTtM38Txn+84YeE+6+zhiS0t8jo8z8C+x6Xfn+3wTpb4WzXue0qC44KkyFOSATUJ4qQIyRNicQ6s47ExN2MrTz9rsSzOEu/PwbEMsAbiLSP8H1ndDlSfivckMGiwjQZshz1o+Is8aLQ9n1HHxDjkTT8o+vbFfR5XWI+p/b1MseVkEjainxjEOmdKv9ce/cxpin3bLnzmeZ7d9GdKsR6HfInFHtbDQqdlRAFuUWpMRDx29O2gYY+5nHQamMt+mTcigcP+7/DHe+uzFPrEP6jHBUpNYqF3QV+Mi7WxLmSx5jk+zBzvkQG/6kmFiRIu45cb5g3zDX4PVPjsd5x/3gvbDe+FmgTamicJlHMXYajjWDOf5fZ39Hkh2VNMw++BUOCD+ZgXfkn996ZhZLewJ96LXUj3VYZtgHXBFMVcgFAH/VWq1cgagTUCawTWCLx2EfBPmddu0euCf48R4DdrPCHxeMYjl2vWyLN8vViYMaSWj0gp1QakvgmS0pQEygk+V3hAVooHtqzFKxq2CXxZMBbdLz0b/o7TFcfesg5IlRA193PpHw3z1oRH5cpC6OXERmDWSJUjnpWptXXZJI3tQdqJBbAzeLJ1omFkrtLmNTXqcGp8PWh7norEXsmI/VF9oVvwf5xsO/EzkEjZUy4R4Qt264hn1J6hQj4jzOXWfoAjyApdpjWMJFAGLjIDF6LdRdGOC4vn3tmHi52Cwo9cJOyjIXwVfgfw3fYxCSkqJLMKugNjfKELe1w6BuwWMDC2uA1MS1yaLvgtNTifMEADgwq2yjwXU0zzmeMk0M/Mtom8sJZiu6yneBy2yzCGTkEHhiHWr4QaM7SpKx8MlWUGbJQlH4KrK+agMA36MJ6zQayhBGqfzxjRUkGPKqaPdu3APnrmAzQpvqP56Bg0LxXLjUsdP0Xgaa3fqPkJdtW+llgH5xJBAVP3ROpAywf2YJj2MRLfXJSLz9g0puZzsuyz0ZgNHZtNrx5sT6D9NnjuutMckLDhuYB5ULz3zDFAB+89MsGLs2HbnqMBCxTeU6FTImHiMUbY4f1e14p9NGupO7RjzP4fvz7X/I2Z8yeR7HLb37iJb9s4GUASqP7p1RNZbjgpFtT9Bn7Ge4GYlcDI9MSYSzyMDMe0eoBP+GBZHA/2Q4bXOYMhOF3mNmOqMh3w8/gl759TnrOg2WDZUqfJodgo4Tc88Y73dtCB9/MyIdLayJwoI0EUMWLdpo5FnA+P9f4BJ+CcXKkxwb7nslemM/z5MGHqG8KfYZ+kwZb/sexIuLV9YN5hguc3WtIu9DyGJJW/0WMfInmHzP/HOMucMBronxG2pjV6/ti/GreCX2wDhRhSu/gMNtp4t9kYCiNQjb2GVjnvEd4T1PKfh+W+IzHTA9Msn20GMhPnmf0uwG1OELICdop9mhJr7kOCaXykfn7pnq+Cr2wL8zxfddVYI7BGYI3AGoE1As+KAD/ZntW99q0ReAUiEM9OVH6Am5GUSTzk1CmlrNRl5ZwkAYr8AMcF3cSynJLQCp2UQ0H15Ue8PWJc7ZCsl2k0CvtSl4R3BkSOg/YvP9a21ui4EJhGD9bclMJOVE3ybEp8lwoF+zw1UxNb5vO3gAoXQsMJk0JCxvNXeCQe+gIWcPsaTC55W6wxxgxwjCueBzowz45kzMXFhXZcOgaSGaOTKfTbJ7SvLAmjKVOpATWzkLSMJw/qI4a8xjJdVHYkTnYke3z5HZh7YL4h6MBFrnCH3qkgK+iRGcNrR70ExRQzUHj6L/iPIoUZnOzhQld2F/IlbsdcO2RlgQF+QG5Z8CQLLsAQiSDmdD8ovlQxEVMwESUTbyPmYy46QsfUCSj8HDyG/irHludxv+0ABbDlMsXJrOqqgs3oZGddoqWI7MReIgcmiDGFyxA1cwo7JSjDQlSQDIijEXrVT+ToLXkU66DKMIbmFYVPkFl64MssfUEmBuNXm28eZllrLPkqi2GwmTM487RdvJ564R44T4BzHZdpzof/N+atr9A2fOneEQepMJy5OsD7ohiM3VmP/R1MgfVtLy7ktIsv5O4HxWcAK4eBwx6yWi/Oj8cyZgCF+XcANYo12Rs4NkuF90ZdE2vxGNDWMJRzeQ1z28kOY9gnh1pf8VnnfA8g+HZGY/56Pgo+eGajrqH6YlcqWhuKrv2r4D3C2s2HDfhygB1dx2CWsEFiAF8UsIwY8b4oDWGnjS3YmZIwEYeh7nHw5xNvWuFky/nct5dFTIjTYLiffR6A93YX8fA8z8IQSR/vmcd4rFHnYx7snrMHTrrFn8CRrNvTmsRzn/2Yqc8RSSMnkCw3wh62zIev5kFBt8Q+EquIoXeLPambFLXfowfvDd4r0RH6hTg2EE8+9wfHIRJmFyQWiSv7UdAN8P4ssQ9tDPtNsT3PkbCd3EAPwzhDJ++fHZj/L2DRv6wO/V32SN1hM9qWGRLTgfyzcGR4boNnaQAAEABJREFUba4RWCOwRmCNwGseAf8ce81DsC7/9xABH+TMr6+77N/a8ZCUslIHUpIf1LoEDdTVjlz2Rx62a6vWKVUdmSpVIc90vpCHavBV7N6KNGmm2vGS1ym8TVKujqZKLtWOj7xoP68Sq1AgLjnGu3XdSPc1OGCNhzKeelHox773wfM5CRSUBMMukiF+8EYHP1wvBv4kdu8pVljL6Id67A9gx0XT8EUg6MjFgAf4EpcA9NGNOHhGfDW5DonYVEjJusBJp8J64uKCTSeCRs/JxWPHBSSAHwOyAVqQDb6EwMe543KBF5p9oI1Z+eJYSMIU9AYuRQPjC4mgAey49O6QFdsx3KZ/dJ/1J7oLuuPuYjAL/mE4jkZmRgMylRE9gz2xD9YlliUujpMcWXG8AvbyGDaFLAyPMY8lhi83plWIL+x5tKmsHv0wFCSlgvlwyt5AkNEuQDE/NqDF60dmeQX7u2gzmOKxmKTAUVNmBp5S54UJB93iMwanMtBzwbg6RDGcZisWN77SKb545b0wnCSrfQxfDGhsXdeORADgouwL9MBlOeBvUXDBfgpdwhf3wpkoPutAIGaO/Rw00HfBGMPj4tsbzWbQQWU+YwSLmIbLdtSOgZbYoxdp2w9mCV1LG1glLD0wA67AoVMmXyrdqcR++qwZbpf4VlHtHxTvg9jv3YFvxbZwzhQjzBGT4VMtuBrbckxRrArX1U5cBlCIwdid6cTT9WIFfXzc67pdW4X3giGoQqewjCl5Rbuu3zLA50dtsz9eN58zxYAfiOeMaQ8H+nwWDCcK41tByEx30IYL9C2r38wZZP0Yi85lSjII/UN5kx1TbIWu5UP9ppcTMpZxluMM8/k1BHasu4Bpbay9Roj3BQzvSOqJb+9JS1h7JcQU3uegEKfq345zQ/In1mHqM+U5GIE6NcVtzi+/lKBRi/cZLt7/UDTwpggPo9X2iQalGWrUvSQA3YMIl+Ba6WAaYKfi5dSVTYKVrBFYI7BGYI3AGoFfEIHpx9gvsLAOXSPwb4qAD68R0/OE1OWs+Mcct1t1mxNtNhv1W+Cvc3edUkr1Tu2LKw9zcTmH1/xKcMZEzM7gAbDxdL9yBd+TUrhNGILKbV31Yq2IHZrCpYNnVEGQUDCRrx1HfxSPN6JxbWW7YZ+LncDoPeFpuJgyuR/Ux6DYquXAFqKpvef0LN+YMObD/o4L7y6SITvtuOzu4AsX2tFyXyLR8WEJfcY5AMtZ9EIvBrqwtliT7cZFg2sC8xTmLZHEGfBhp5G+8MO+OA7APtSpCHxlosasCnYH28TGcMHlJS5OUOwOTu4g2xnYq5cd+qaL1NAo40f0C9T2qnFbN5fIbTBvVrzyHNvaX7jy2L/CxbJ4PPErwdODb2GvqsqqUwVpQkfUsMh0jDXRglqnymJyqgx8Uw9qPg4lOswVTVfEjNmZjtp8YIe9CfHnaubdPyA3zFcgqGNdMxZiqxD6qcM3aLToL8BjXgyY8rIaaLrs1+PW1bAOH29Xd9of/KixZ23srZNADcN8mX7CZdcX7YYhEijDvGdTm3MYY2Za9W0vzhF7PQSm2Hl+4Nh4f+yk/TUNGX1zvNgzx8yofdaaAgKxPN4X+DRMKDGXLTCfpsRHrHdH2HesqaLg74zoZ0zQAT2AH3VOJgqeue3oEoiizDJ0Z56eJX/UrF0lQlD5IwWa8/xNYUmX/Qc8PuBvrXmPEEMBVse6qGONEz2ID7LQYwwxRJlCHIhrjdM5ibK6t7HfJAoj0UfibwD1T+rOZWq5aT0DdUzYsK1LYF7ekyXgPWJ++zG33Y8f3q+CLcbv9xo5be/5frxlHlMRoaE6Dl1r0yUWOoNRNG1j4KyA8wudnz+teGLqtkEf753Bn2OgUo8bJX4eOP5iH5awbc8Xc1N1blwJRlOWXWzb3Iz3NuOXh8eyBkXHrL4yawTWCKwRWCOwRuAXRcA/cn6RgXXwqx2BV9f7/dHN08NRzr36k636fqMtiZ/NdluTQJteXe64vqZY7siDaEMIporHvIkTj6tLkDhitPsDmBmj3eQIYmSj0Xj1KpItsXAeVM1GBMa6jBIdlf8t6mY/5q3VNM3kwNQ6JGP1Cn9n+ZF6Yp9k+LgY4sWT92iQhBnBQILEiRdj8KWEhMgO+Y5LU6EvkjScGV9IRmQNQmZUL44mZhrfFWIeM8wXdlibk0EDdgdkAxeNgs1injkLc4/2gaROwX5dWq3V/J/siXEjqL+l32kg6TMwfiDpM2BjieL5AlxyLkDwFyq+8GBj9Nz4IMO+G9N8OeKXVOcfQ6VMPhT0i9dkGnC/e/HZ7bpDWKNNLY8zjb5Jxjotty0bD2o9dKyqPNapo9GqGu+q22SlMh4H3Ff4TX/Q1vblkthEzEkGeQ9q/8DU+D3rLfnahwKFOdCBweXn89U2tvDM9TEQH5Z82KwLn4RM57AwMcUNb0mlbVTYx7+6vp2WZ6D+GzDnyAzOQEsMnXPJbzyxicu4KbL6p0TWHVgy1r1X2MeBNuURtT9GFU+eLxr7vohNLAi70MLe7LAdcngmZBrOU4xejEM3RK5C7Mo2UKfP3BJWuwQ75m/vHHeE/Fho+8cyx/6y7JkSzzfbv9rmM8ezNq+wwpp+D0wgbvt4TTLtUGWeqa/wPi/sX31PsKfEuJ4PzsN0Bs7jT7iekBwBBzw6nIfBQDfGkbw5TAIRdduPecxPiKRUOz+W7XB1R/IRzJ9/VVZ9NG+9AT2DNXjt0zoQsnjLIJQIaVRTA8LCqW0DPcaFv8w1OPkTa3DC5ynrBCSBBhJCgz8LSaJ7TQO6xfHxZ9si+YM17FLMBMZ4i/qbQAYPGuq65gx6zykZVcNqsCbVXnCtaj2tvdI1AmsE1gisEVgj8MsisP5k+WXxW0f/OyMQp7fzoyFeZOVN1iaSP1udkAg6OT0hGdSry73852BKSeKBLh6PeVDluc5NLV/uW7Ylxuj49aKy43GvRrvGoNbV4yVfJb95XTxDu/yZf1Fc4Wuck8WeRbvac/JiR/JjICHiP3G44MH/4mInf3PGiZQdfQEuxLtIrgwaTMGOMYYTO2Ocq0K6w/Mb1X6rQ+I1cRmpMksMxX2mIK/YaeBg7vCjRBJoJ/s4cqmCQbmOrvViTZ55sl842wXfCnZmMD7kzGMj9tQ2Cn5X+U5j6OxU0DGEHWHXeg2Z90POiktKk4l3oO0EjbG2YeBQtFkntmzTEDLrmrpduCCaRhve1CjYNTVK8wM7Mo+NGDPrMEc4xJzIos86wduXhoK5JZA71tYNDCTFlv2VZxCl8rZ9AM9xDYQ8ELbreAyFyO4iMakgrpXZ1xY53nsJnJcImY0EP1X0+eJq/wZfYH2pnbGTL7YVXICXci7GVb7UmWJDfAafDah9D5+ZJ3xj2kZhFwWFWPvxWbHKvk+8v+zrDl93jhHvq+a/5dY8XqfnqzL3GrZZ5+GnQJxN61yFubMOofb4BprXlqazp0vOMalonh22qvTY+N7CYf+x3O3rxk5ykqTy+4JmW3dEpDUmauKEalh0vHm/RZyJvxMfl2C5weff0OB2gDVCfSaYllLfgz6vASSNwlI8q8dUqjgftW0fwo67LMe32k8NH/2WB2JlYa+uJ1grVizXRJLKiZ3C+a3+c7456+c++06UGyTOz/m8rAn0Cw3mxwE64lL1D8Yl7NsXg14mpuBE7jl5OSmzYIrqi47K7Guvr2EvfQZ3hY1naK9dawTWCKwReMEIrGqveQTWny6v+QF49ZfPbzmnRfAIxgNYr+32VCdnN3Xj9Cb8iRIPZn425q6ruD9aH1nqpJT0K7x+FSO/gh8/xQQ+T+9+uBjo59JgHCyYQrBGeMeN5qLUB/2F4FdkPaOYFTx3muY50+MrdYwznTGtcSKzuDEjl4vRD/xcbndcPv1vnlxwObiA3yEP2i4+F4OiHX1D/NnWzkmauMRyDkm44PVlH6bA1pUxM3NSo+oFVoyMNXbt3wuiXS/EOxUuL/ImhB3rx+ioklLQWjEDcRjRL8wxsKbSwMXJsqpHja2CpxAxAYV5WIsTTzEubAzIrTHGvZlR2jPRoiqMh9g+PhZseJ6KkfHY5ZLY2sK/IsuMouI+f0sHP4dyQfLF8gotfCisp0R7GkNbHgtFggPUth2gydo0w+2GGj/bEz7jAPU0Fh8sL7bLngc1zxzDhBI+2D+PqRjwf4lC21jKBtubUG0RW+th13M2X+xPAK+ax1dT4j517M+2ZQYd2A07UNsP2CbtJjcNeawRf6COaUOh3WBd+8iKMX5NmRyZyKRU/WmyRi2tc3Ma8Cl43ldBo40/sX/WrMfOY43JcCUWXAIC38KvQh11Te25jGu6L4mtayw73DaWshflPc64St/yhmX/Qsay4/1piopJRrAE4qmMnAbeC7xfvLf7uLPDEf+dBs76EoV2g8cEJmvZe8WEc8iRm4+dM0MfrsxNuhfFa3DT1DC/Rxu6lyx1zO9ROLN+rw18hp870RM4l/lheKphOOd48zkTZ40YoO+1K9bmtuEYEBsi1OYsrK8Qq4HPiAts7qBuu7/nF0zb+MXTqfq+V85Gp86d1yETCnDYneX/6EHsTgN2LWsEfpMIrEbXCKwReJ0jsP6EeZ13/3ewdj/6+WISS8md8qZXv93qxtmZTm/ckv8dIHFJ9uPcGBdUc0jI/KSUdfxKs8CcMQuuYV5E55qh/5viuuw645iU4AyRCIONtqlj5GRD/UYHEmImHnwt4xkYwRzt4H+ryr6xRZp3CEGyl/Y3ILcCml6j/QwneYifZI3Uc5KmZlbKeeJNHJwiP9B7/cUXIJI6O1AmmHdCaOck0IyL+MdQR1/sSdgU5i9QW2xoM4o+3ydG/PNsI3OEDvGtcxJXZLZR2/anaIxxI0PhqWPMpWqahUViQoXK44w6ivH0HQ5DQEFZBR88pvhSQ9Jr9GXI/ICn2CpA+F1xaMWtgl/WMZX5Zm+6XBXWUGxzbqOJzZAxjy+ZxX3wJfScYDH8773Yd5JrjnGMGbiYevxOtitsK+TVE9cKX4UntXW5Zl0IC+NCC1o8f1DbncD6feGLuNg3MJC0qeCCHG10obMO/ns9RoE/hNcCrB9zeR2HwK1aYm8qax99XI0qcWflWp2fsdqm4zgFQtc2jLn3hZjlu8Z+VTCUDooMWouyl+x9JP6x/gF3hngPFd5TA3tgFCjdYdqjc1iFowS7sB5LWbYPeK/vGAcKr2jDazp2/UjWYnUVXQz1qML7ZcZ8ZulhE/weWYINY18KZEfoDfaS8Ta5nwqO4r3yma3svItWvQLM16TBRoWkUdip2J7ZoFHhEt40P/2eHUj0DCSB4k+7/OddAT6vLduRAILWc8b7kc+QNjYsEQMW6OJpKsUN6+zoG/gsGqBuWyH3nXp+6bTZbNX3IDsBhGOdextoNxaan50eQuN/oaxTrBFYI7BGYI3AaxuBw59Kr20Y1oW/0hHgfuiHTfG06a9gnzgBdOOmbt++qX5HO5kAABAASURBVFMSQdvtifquX1z6k5SAeEGLWaig9XEWhq6ry9RnMo3xuKt1XzJpXdzCKS+CphMqEE0P8jzrwo5yIoK7PI/WHmiFRuHd0TCNQ/orF/sHwj9T1W2OgKd5LnuFt7Vt5wOWIgoeSvGHXWZs9r7RTpwXZbE+wCVgHHfxrR6v2w/3hWTOyIN+JH74jXF8M4iLg+kOOnCR2IGBpMnOl3r0hR0CR0Sm+T0PmEv44z485oI1Ak0oHos3VhnNY69gyX7IbXg8rabwuzJiReJV47G/ZNuKhAn6XDyn6RJFnrOwRq8hwDrqn74NijX6smMZFGVp9mNpZ+JZB4UGc3M2Cv4WBHuM8lxzm2RK8Ng/kHuM48Bcpf05R9jaTeOh0V9cA69toI95aeEkPshbew3SLF+oy+PCH88/AaMU5pnatd9zGcdy2l7TtfAYAz2vjbjv7eH7NAcT4ouL9UwN+k3878iYHqD2+UgEONf+HDxQWTasPgOGeZfdz+NjDgJXKXGGoRwNy3wcG7V/7vRcMaXXxu5yrgYSPr5UF/hA6HhP6yiWgy3ssGuH82AIPxwvn3v3vT4oRMNwXBrcfnHUmB3pE0DHG+NhlGZjg9YdmWqH3/EPTLIg0RFcrdjrSzq1Z2m/Slwfj7dsAQbZd79fvffxHoqzs1MkffzZfE6y5/xc8adebht8Vhc+42PcZM5rxdzUwk/OXtiDTkLIyDSFz0PsX1zoHBQ+8+ngXHbyt362/SbohucM8YuoLqKVUemAKWSSeU63DtF0DqVra43AGoE1AmsE1gj8FhFYf+r8FlFdbf5bIhCHmYcv/0PQpzdu6ObtO7px65ZO/G8BbTbqOh7GfPlPUkpRqb38yBkIubhu1n/gWULvAJpelps1BRS3Xn2MLH5k/YBLPI2pjPURPmRHq2TIkeQXNkfmxwRzFXNclgVvB7xH9NQSG17ZWtuRETXTKqk1bWwsxzoJZCQeynPsr8RAKsajC0OB97z4UKC+GOziG0FcBLgAODFUaI9cKgqZlpFLg+co1RDjryrYtL1QnPyK+eApBb5gx+sNCj9aHyjmWNjM8AYkjt/EW9XmpwV5GBouTGASMG/gLXMUkhGDwSVpINnlC/k5fPzJm/80iz7rhE305UkOEEapmr0BFfiIGwkbxhQu+l5TCVsjlyriGPxQv9UTcdzJsZT1iWMhHsHH2AEWmzEGvYM/JatrQQEfXGoEzFU4QiAbSBwrA1bM41LBOErji/04Qu1j1JE8dOnEw+vrecxyLTUWMX7utxN2DmuwiMOmJZcxL0Ra3C7NusfwmEbNSzoknoAZDoWt1RxY0NZlGmPN7BEXdNTDpKmZoMQtePaLcbHmuLwPXN69VoN4WCewt9k4r8tWWjvoZDv4qC4JQvr7q7zOhl9vdT4rASrH26jW21wTZQ8vy6uk7hH72ZpHFNNHEjdt13QBKwL7YCx6eLtj3+eHz4Rh+vd+hqEmfs5JAA0XT0nYnGvgs6xMiWaPt52KJH4EWIQtPObzphjx2Vaiyx75mz9O+pxjw38mPMS6M79YcuIH8Esnf/sn95nnDJztQIxeUk1zdTCttP7WXukagTUCawTWCKwR+O0j4J8+v/0s6wxrBH7LCMTzFEeZJ7rMQ1ffn5D4uaFbt2/p5o2bOvO3gEgC5a5T3PWd5AlGakSLV1kIR+SX4eSQeESsFBVKAq9u8RpZkBcl7uwa/RAM44fh0R2lrm0itfFb1Z6EuWNeEi2jEwP4M5IAEbTYH89tPdMF9iL2w5f9qS/Wx9ipCaHf++yz4HNjXZBS4g5tZOWU42HeicOOB/qMXofM8szYAPqa+KTMfwLuSYKZkXJSfSVleEPQ1HfqQM4dlwkA3+eslLCFTOaVpIDq62AdiDKgWEtiXJJrJLUjVUJ7WeAdLGx5r2t8irzfhcvNQNzbhckXn/iGE3L3eRij51LN20JD7cIaDNrsW/GeMVeMDzstAVJU2GvFHqMbl/6xytAT7cLYEmORc9ErB8mgooKMikI/+h7DxCJ0E9JEHZc95Fd1Hq7NDTvbsMztaV34INB8EX4ZBTpj0d/0LtOdir8l5HVweR2CFlU90z10yRf8x2evjU2mgX+05wXS3Bc6KG5PxOz1aMs90EBIORBd1Yi9Ou7wwIZFn0Wsy+sVe1eIQWG897EMxBqe7li6/V6iWVnKzEcsotPGjWi8ZpXX/XPwYmHKuezDvBzi/YoNOxBGw94Ec1TFnh3JYsMPZFePbmPnMzOdoYHkjM/S4G/7GCR9mszywvuMNxkzjKC+dcw0e+J97LbtVj1a7mR9hffrwDm9uLjQ06cXGmlnPr/7+ObPViebrTa5Jz79NMgDO/hFyccytxf9K7tGYI3AGoE1AmsE/pcisP4E+l8K9DrNbxUBP2QtjjHspu91dnKqW7du687dO3rj/n3dvn1HpySBOh7SxGXal04j7p5qr9QYFV/sDXR1CeK1162Pk4hCz/Rlxd5TTS7uV2GBL9DWgXJpF8EZgWnxw7F5q/2mmOZnvoIPhTmNMRIEI67QzyVbxnP84CiEBiN4tq+XiVhHSKXEA3xmz1JKSgkOiEd4807ydCQMc8dDvWnq1AWflT3OY6BYUUrIaIccGaxytqU9xCuJ/9wfNCuhlFOSkTr6jIQc5NaHrot41RXEanRp/RkFFBkqMVZugwTcI/oqdM2L2EZPUSH28qXHsY9LFQkL4j8S8+hDAwdCu1WexqhtfJwb1WvFXhZGjpiegH1h11KmYyi6lEPbFpAsij8FM6Ud45iDsbaLQewip5Z9D0q7GsUuutTHZXbxuONSO12SRHwnqe0YU/MFyRQDtH3hrDGg9mXWccb3kHPRDOo1IYu1QimyaKqwsi+Hvhy29lq/ARdOVbtEvzJX1l4nnqMfa4v1csbaWpHTuxg5rQHCO20hX9lfJwLeratg60u524qjz1ZASyCkVosDacYIKZX5BpoUj4X8pOIx7WON08PbgDreK3wmONnjbyma8nklzpM/F2IMs3gchDICfInzZb4BcfhuyvoY6M9fFhcCRmBy1MB8TS3xjLHhF01bnim20L7fyv/+IBVjMMBg2zjA1AOhWAeyljUCawTWCKwRWCPwb4jA+lPo3xD0l2HK34MP8Rw3LaSDGjy+qd/0Ojt1AuiG7t69qzfvv6k7d+7oBFnO1kraMXg0fJmU4toIoSRQix/8Kndc73Vajx8lK3+5r8r//bV9HGOl5po/6TA1QFeExDSedhlhAe024jejBLww145kwbgr2gV28rdPhh2U3+D6z66i3zrojpfWY++Scvtkgybxigq6KPux+8XlnBiblHKGZnUJ9J26TRff0Om6Xl2/UccZ60kMVZrRZ1xKEUtauvKVLaWybXT7LivnThn7PReKik497dy5LyvlJDiggOJFoILabyMaU5XwYQ/RqtDlV0YEEoDbF8yXiGuJi0+9pMPzflFgr3rM2VR2FeMVJ4iRUNe02bfSEEkdTwbQUIwxL9Zqytq4zBUgUNxP0qfgwwxkhbGFy5lloo/msVu0sUV9XDLjq8z9DVVyWCeJvag47GktL/t5aLozZV0C9v0QowqXWf+pScgPkiMe7fgAirxmiyZYNLGVeEPsWG1dX1vvUi8DKZfEVwmOxtuPhronc4vR5jW5zg5G05VBd5SlHMGyi+ZheVEnD0etrWdFoOj6qC43Y+Insrd4SfAMe/tRoeSJgY9UQ2ggCxp//jlo8HtkGOp7xTQ+BwZURuD5Dd66eVTYQcqpoxS4JazTwCS81/25i1Lo+j3oX4YUPi8s7/nc7jcbbfsT+X86sXECKJMEYpIc6BiKnVgMbBTLglmrNQJrBNYIrBFYI/BviUCb1D+hGr/SNQKvVgTm08uDVedGVscKMg9g/eZEJyenJH5u6/6b9/XGG/fiG0GnZ6fa8OBmnTJfjhOjxKNdEKrahlGBLTB7JO15OhbFj5yL5kvLXvaTReJtlbseiQWUi6kfeumi0Kb+bUudo5DY2XHRd7LHD/gXJH9Mow1v6gRewT/r4uyBWz4JIUiJx2+vLbHTSCmaX8zFRlLEdIG5y9qMTSkrk4zpuk7+R8Q3mz7OTlCSQJvtRhv6Oidvul6pS8qMUcyDfV1+ZfpySsrZ6NR1GRs91LzpBGx22MypC12hr5S1f+F5u/gTBxn7zmdw9stI6FTYly536jLrhfZ9p5519anSHHL3McQlu5JMZsxM60sH/YoXPvvdY78DFtqXBrcN6y3pxDtx5PFL2I430JQYFPqKDwTtAq8ZtrGcZ+JjKvPubzhuN3mjCcaA/MTiMC2HeHrD+2d/i/0+wKiW3LrUtzQU6zwQHDWYmX3Us8AItGLfYBcF6bPGtb55BCtiDThO+Cce/+BCNKshM29VFM1Gv9tGCKg8DnJU8Ck8bbR1H7eb/HdKHagZrNHBmts0KBHmF5bZBoMmfZ+5Ot5yMDfML8EYN00CVJS2G3x6uPcZQPmot46p9dwVfu1I/AyR9CkkfYb45g/tlvzx54EHMHn97BLHPsVpEZ8NiCWvI2x5XlCFKFLgKWjwjiTxOvK5MmAbATY6dZte281Wp9szbfml0kl/qtxtlfOG548e23kCJIrbXXC1crtya71GYI3AGoH/5Qis060RiAisP4kiDGv1u4jA9IyVc6fcZ223/hbQLb355hskgO7r7l0ngW7phIe2jgtujkt14pHQq0+ugvf1b5TbVyHU5opHx5l/VRiv6tLyQqBYf2RDeIgea4tlVW6Eq2XPRTsMBveLKz9sG07sjDyg73jwrgmfXXwTaIeskATyxWT0EzkzLvcg01ZUZia47b1mjRlMUgjrYJ0KO3sroUqVc1aXkpwI6bpeHUmZzaZTJIA2G3XdRj2XgY6zZOTccQlIMX2WX9gnhgW4pehJ1ADdjnE9Np1c2mLfdI8OW1l9n6AgZfk1EbNh1TGKxrKyasNSHiP2glBhjcqdstdrf0DuWHNG1gNob5o6IpfRy3sDjZtEJobQdNHxyyHmMqXwo8amqXic4XalVnbLFFjd+wTreBbswKJQkBo+DVDkziKUmMMaBmoHJYyJgQfSSw07YtBhchmp7mUsNkkvSG1H08u8Ec3J1WLHfM6hxTTA+ngv1PbAEtEqE530ELImjKA/8/SF7Z9YzT5N447bk/ga8mxtu1cHPluv6ng9LKs26mrKi4yzTsM0+PdGCGRbYaWF82gI2uC20dqmbhvmW1CIc0TXtMkatawBWZ1sORihS9MxdRsE6wHwUZZ8CK6smlbQHDV6nHl8rO+BnQbO/1AuoOYvFD8X+MWBT0tGz6M8NFPteczEZwPvp4kKmg2U8vQeLrT9Swf/X8Tq//XLC0nx2X92dlNnZzfk/9GEk0A9yaCce2X+U5eZoAOmDTTnYtncWJk1Av+GCKxTrhFYI7BG4Iof4WtQ1gi8UhHw85Rx5HRWr5N+o5s37uj+/TcBCaB7d3Tr9m2dOgHU90qJgVyn+sFlAAAQAElEQVTwpcMkkKbXONHfJ0ksawmafsblAh3JFxIjsDLPPcPPyCg4IoBC41cvnj4mYu5xV3igB0w++uJL0if+9Ave30oqPKBHoioGLR3ymuzaRCGZPWanleHZancGPNTXgFIXirki816zkNHyLFwlQr1WnJmcOmWMdSRLkvmUJYoVbLMwKuzYBrCtQFhqvjaqkHqcGBd2Jls5KBX2E8YTc0rmdPDyGqpgslmNVdGzaky72ySnrIz9TOI0/ryBpE/P+ozMGrtc+5u+acCDg9lXmIllVFft0xLWK6zZTlZkWpbaVM7WdcuY9OZv/lhGv4eZJV4FiDMidIIiL5M92EnkAQ2WGrUduh5vLMYJP8IfVFm66oJoXFOsG11mnosUsVYEKiloBMtrM4TfeGafuOSWwfygSndQdpy+EkAOtetoQVxr/4plutqLltyxq9f1WX6se13buiwwyL5aalvqtmlDbTvWDa2HaLRSRaEa1aJd2denvn5Pf8sYOOrHuGo+61T5nqvt59cHI2hQ6iDOeZn+5GuYv/nj98OU/OG9whsHXWKTFG+r+S2GkThX9MZh4p0SutgMGvKpQjfeW8x1cTFogPrPkN277U90g+TPjRs3eY64obPTG+q3W477Rh1JIGbFfAZoz4nKjoYLcpN/N9b51wisEVgjsEbgtY/A+hPptT8Cr24Asvzf0n8f58yDGDR38j/KuD071c1bd3Tvjft6+OAtPX7rcfyj0DdvORF0ptxtMJACXL24Tpqn+YIlL/R+2sjFwH8Ta98bjl1w3oJgTOIaGT8z72VT169MPK8TMEZL+OxIBvlbQIUkUDyY05YVY+7CKQiG6qodSHG1Tsm0QiGRRKKprYkrgwXIuEBj2/PHHNaZF52Yq9pIJEcyt4sGNZuMtU2shK2RxETANtwnv0ZX8lpQgq+zw0izTrSE2/KMYq4qWda2YwjrzUZt24el5jHvfbfM/ktuJeWcAZS1pdSp40LTkQgyemj2ewo/0IoRuu41uRDxvU7nKnluQhsAlCbxCiuQTHomBpJYbiEK8oXOAksili0uSwpfS2jOFTJ5XGCWvjDTfHnRAdY3Qn9m3PLCAf7bpWJ/WJepz0ylO5bqRJCBxP3AqnRQkNlUg/saP9GDKSfZ9cTagDOiJa4YgFaVWi9OSpXU2l17zmcvh16TL/ssayASFK/PGjHElRtN5XWh7GUmFj936b84TMztfQhg7Do/LG9bZB5VhtRzaRNuPxcoxpknueNETIGWQsKHpEzhlwHFbT5jOfDY9ntiF98IKjt0/PNiRAbkzwY0BKpPJY5xO572yvMM2BzOL3QBnl481ZOnT7TDjv3sNhud8Dxx++Zt3bhxSzdOb2p7cqpNJgEUhtDagSjTiksXLZ/ziVnJGoE1AmsE1gisEfi3R2D6KfVv92N1YI3AL4xAe9CymczlNfOA1+tse6YbN+/o3r039PDRI731+G35G0G3SABtT8/U9xseDf0NoCTJULTVXmNjLtPlmyfNejNzecBLIfEajaUzh+22AtORBAhlqfyb8o5pJuuRccm85j1hX3CIwv5o8bIWypPevgNNCqNC32yDZdyt96oeHi2Y5HNjGoKDyjPFcz5MjvnQW2pwWXHTlwlP6vk8l2XGiNCXjDLR2h7lZFPhkhLgglIOnGNkFtPaLwDnFtLwAHVhAMhWLQae2YBtxb41IDMLiRKxjjmSOtbf5cz7oquY+BzJH+anHS7USle/mHtxaJZzXa2PlPmpj0qzA130+BtDdmMhkrgUi4tgcUAcP7ebwszbk4rQC92jtmWMq+4czov4uSUu5phs9LkDUKhzmUlUBqQVryV2lnMS68BzKHWsuZhHp3BxrTw9IcPARHGHBoW2imBerMzjQt0t0GzA1lDZ+4ZQPKzcdSjRpb2j/1DmQQYdV5TmwhVdr4HIgX/5lnnlbh1s6mWNq1ZyqGUNw0d9JLEzxLdxnAgaBhI8w0CHMy6Fo7jjIwDq94GTQ6DpFCeJAAoEzvZKPYN+kzKSUdhxDWLcoPOLcz19+hQ8Yc4LxmU+Dzc6PbuhW3fu6caN2zq7eUMn21PlzVZhML7x04kGcDEPDTl0LWsE1gisEVgjsEbgJYnA4c/bl8Sp1Y01Ai8egXx4Fe040gbSjuROPtnyW7ubus1D2/0HD/TI3wB68JCE0P34ZpB/g5e6XokL7phaIsizJ1dcvYIcVMwgI4SjVJM/MFdq6yV/1XWqphM0v46W4+bc9xsxEVO7Y9gf9sMkpmsJBS67WsY5BmlWk19+xocW69lxw3zD1A7C+MzonJNSyjVxyLyWCZngMVVLrsR1wQ8j+KhszXADRWwlII83RcwM1BTUPNbfaNrtBu0uJnChCR7ZAAo33ZGkhpiLUbVgOoPaSJVEjdGg0+LhrWbdRmM9mY4oTihIBduFOYLCe77CvAW+QK3axs+2LOTitCTBT5U9MKbmEak9tumOoFFZfjVKzFX7nPzxuGthv9Gv2tTR9lqxwnq8JoOVs3Zk1kVOwxyEMeYsi0laXKPx0yubOxrl5Ta0LreDn5lo1Wq24XXYHwT453UYOE1hLYP7ofTV9VGbt3q1dFR7sqvhYYQBu7YxgdGYQuyaxqWyt5VV/xPUJShM9iG6NM4C9C/12Z77roBdCKATFJ1GYQ8LOoeCZ7QWus3ey0Cf4fGv07VcZLW4j8S+z+etYeCQNJ5TVwe1+tJe2kbrvIqy/7PYumCyP5C8KXw2lik5M5iPPs77/NlVyP/uKkgOXQxPtYMOw7lK6O84t37vcBL3C2NGZP6MmBJHu92FLsBgXFxgwwkmqes7bTenJH5IAPHLo7MbtyL543//p88bdZxtTcCUKg8JGZTlUK9ljcAagTUCawTWCLwUEcgvhRerE2sEfmkE4iR3eyudBb1yPlHfb7W9eUt37z3Q/UeP9eDh23rzrbf1xv2HunHrrrYnN0InqWd8TQLxWKjIFyBpJSMwmkbi4TPJD4iGn/A8CiRG/BrAzK9eFgaLEg/FCizEByxL1OjkC+ARmwhM3ZHYgPc6Ib+sEDMMFDCXpV34lFzR66QMfsNJlokXXdQHhfsBC+OCgMf2G6KGaKPtYYkH9MRlJaVOHWcmg5Q7ZebJymqvPYcZHB0nYyUuD2PEEHHQNsY0YaPO41q8rFtU/I2fXeG3yzsw6JzLyjmJICd+jJFbRGERBfuXo5OwWj1KSrryVbuv7Aonw9lRZZqjJoG4JJFEGGOvrXDV8Gq41tYBYaNUW3vjDKZv2fZv3OtA+sQaIIs2rYPSRodw0fAQI+RROUKsJeZCgD8ifjiEpPol4liW4DJZ0DEGqFGaLOiggh1DjMMQhn+d4qXYUqPmjf2akpsVFhq1dVRXC+Fj9HitxAF/LTOE40FRpYTWvjqWuG0bptYyBcRBM5CHCD3bBkgWhc5LsmsXwDj0m21a+Vmq9F9dXmSQdV4E0wy4NXEvB3kRf15keVfpHO1XqEQlPgcXy2efYtehg5MyoFKkyHzWQttjgzmqvIaGo67lEJvymTUGvxf5bBz8HiWRM8D7Pes+Zp2sYNRnHl33n0fy5lzD7lwXF+ckcS4UdrBRx/rzwkN5r0Ass/0L9D1+WCR+Mgdys93q9PRMN89uQG/Gv/uzPTmVkz+Z5A9RwkoGHTA1YNeyRmCNwBqBNQJrBF7SCKw/qV7Sjfmt3Ppd243TvHgI67K6Ta/u5ERnZ7d1l4TPmw8f6yEJoIeP3tG9Nx/o1u07OuHhLpMkUsoqI0bGRNJDccWPeI2jMkgHKFy9i1SfVqEj+gXoWoStl6VijdWVBAEJkPQQqzJG6CipsGZjxwN2JAZMkdfCGPQU0PRiFGVqHBF3XAWrVflBBDGfUlKXs3LXqTNypRlZApl+Mb9Ha/GKf0w4V8FEaoPaY3KXsQf4ze6m73XCOdkY8BtkXce5sU5Oytin0v5VZ3M9kiEzYtNnBRz3mAO4c5JzbHzniksMiaAdsI0RGjJfVHYjOYyiQrzFHD5mHhOwqQUmqzHbQvxclhm8wcxR5ykxj/nClAU5CSEmtLsoVntO4lTu6trKC5htihkmQMXWqcWUdx0s88Vce4oDTIuFefEYcPHgIxsWM1x1DayMMY5dgQpU6qRORf32wu7gYjg47ujWPtvwn5g0f7zbMctPq/DzqgGs6ipxlXkM546gRDuacI3q8LDRI5aIn/judVbgb7TdzWzwjg+aUSo/9UUDHZpWg1CO7R22w4iVGVbnm/o9ciHDMVQRzHNMvMdOskmCqm1wLFhobDFUZrCJNOrrKytf3/uTeuzQTxrwv6l8zToPxF5AQ/Otta+iTYco246xF00ce8N+ea/jfUKyJRKmptP7xn1sdujbhBGN51SX9fCR8+HETHGSiTmG4Zz36pTI8T+KzmclH1JMxznHrzF84PNqx3v6/FxOpp9DBxJG/nOu0f9uELbK9N4xLczBoaMU+Zs/TfeCcQU7drvj5812c6IznhFu3LqhGzfOtCURdEJSqO+36jI/J4C0mYLnUf5EwzWzK9YIrBFYI7BGYI3ASxCBYxfysWBtrxF49SKQuSsZ9Rks89CmgI93Re5P1PenOj29rTv37uvho7fAO3rz4SO98cYD3bx1W5vtqTou/koekwiD0YgfNEcu2SNzVfDkGG3FQ2VR8mU9+JFBl4ulL4oYPU0f/K9SVYMjXldztW1+dGW5L56mblehRpJADbFWD0tUhvWAVUMHPooFwbRqKTB/DZjLl/g6ijlyVgJd16nLvUwTfEamRL+Mqj3X2bZrK1eyr1FPrLFLWf4/XG2wtU/89DLf9x3zcJ5yUkaPErMwFDrZNiFhoukVTVdoTKIFqSObwGozfGZAmTBic3TyhwvNjgtK4aJToONEwwa6QefK9mkUMJWap/EskyBIa1vRsBCKvcJ8Mo15uEgFLSrIRF9QLlouHiWYXJmozRuWL5Hx3XIjFKfK7YZJdEhw61BgbSQTgYsSzahoBvVA/OZ9WHzhw/eBNZSZjqyJ9dEu+KbQGZA1tD63zWPPeqy3YJNZnlEcX2OhwvBFq7KWHaP2yEsw3MycpWzmmTg2VNteW/hr30HBfxZZt8Y8QDy1pwk8NFi06QwbS+qL97INHzaxFcNczTbcuAZNxzQQ1ZXKXn+814O5UmUhtNKi+XNYuzKPs72XAbNDlcEl/7MyS9QO1wcLsABcJUP8E0rdat47JGNKfBNniG8tOmky0C6WW+kam+EBfseBqx9OcdYvq6PpEu/ZQtJnBwaw46jx3mKO0t6H1rMBU8tJ2tifAt2R+DE1GEjxWKPA21aFv3l54W8M4f/gcZ4Xm7nrtDk5lf/U6+Ztnhnu3tUNnhFOTm9o0/fKfk5QZ80K/zyKFcUikbkP0koTt/ZK1wisEVgj8L8bgXW2NQIHEVh/LB2EY2282hHwcTYUj2LyA5ofzCJxwEMbSaCTs1PdfeO+Hjx6W48ePQbv6P6jR7p9+x4PfCfKJiWLwwAAEABJREFUPNylxG/weFb0c2YiIFmuYXg4lIVceBI0IxIXdn8zyKz7LK/8L6s9/S+zcN3oupbRaxqXOpYfgudqjSRkdqy7mDoxAaW5GOgxU3NiD8xOXSaWj8StUkerotWNut9ze0zEOGel3Cl1UB7Me/NAXgNJGmUpACnYPxiLbC7JXEIVMC7ZFuic8Nl06tn7zm3m6Tt0OAcoa/+yZ/uWps42n+yPlq9Ew4BEyeK4iOMTKASSewsXEuzCW+62O6MP5RF52ZWq49hXhcmaFx4s1XKevUdivCImzIGWPEnQWlk6WobdEkkRWqZciMZIAg30WgubYQuKpI4uRMBtt0zdFjK3F8B2m9ceG4veytbhVc18lU71lSOmvjofR2Sel2hhhxp/65qG+Adky5zscd9OxeskNnJcgeBDFnr0E4PaxqF5DSPzGpAoxMvjAorIlOCrnB1X3HcxUTs99grga/SHzbqmiT0gjkQuKdYavI51mQhfs42xDnmNYZv10C7lnHXXbzbJbTWecYzxOAMlFsMYLtK+VA/DUy7h4Pwpw0wvoBfE9RxqGxUeu0f1rfpZ8LniKCCsoM7NhKFjivCg2EYIZiZal6tn9u/nqXO4fdnEyyd55qLC3d92JbZeOBKF/R44BxcV5+fQqe2zFGfNunYJesntvcxnxFp+37Lp9aBYgIr3pnCGi99/JJf8f+VqfPH7lM9Fq4r3GU5RRmD/dnLCZ8eYshs0hj/uG1F1v4EOvjppNWDf/wbbgL6/MbSjXTwv6qnv+GXRmW7fva07t+/O//DzlqRQzv5TcS8uxx+AV19qW/zsED9D9rLKrfUagX9/BFYP1gisEVgjsI+Af2rtWyu3RuB3EQEfa8OL6agAT5r+c7D+5Ew3b97Wm28+IPnzFomgx3r08HEkhW4g325JAnUbxiQpARmw8osnQy5TVQLPA2gG4uKUlg+lIXO/x/x8/HILl+euNhcrQEBRuBxrbXFjLB1OAI2suQDzPB/zYI169KFjUxEn+EWhe9FCP1pNarqHueimGsORSWJXsJ0N9i+TkMm5U4KnUs6enEHht+TfiLtlxD3CTGCyh16abKaU1IPUZdlOtl3awUMlFCkxfOkTggQwpQrGpw4+KYYpSTO0eFVjyXZVXzn0zLcxmnqzhSwIQsBjLVRtFUjnklGl7Ntwc5sxNDmdriuyZ7ACSIgMSBSrF640vmR5vwsXqBEULkhlGKdLFl5wFnQQE49EPsnKRPc69FmFtWjyhuljzlq5Zc/2kP2cUbWeXzOPlSCF92NhrsKcBX8PsZMPcehMeiIR0tp0stZ6UXQMKlgAtmy+gkkqU2v3LVGlUz2yEusbk+hKcrm/RmYfDbUzU3TwmvWQm2cBMgrrEhde76G8l0Bx0a0JG+uIfpTxsYBqNhM7ywt9xcmfcy79RuNNh3NULjBRY2UbDfYhbNhOoNp1bXnOngtno+/FqMc1+1dSbNr+ZWA/9oZRE7ufFkE0Lo9CG2HrP6Z0PbMc6//S9nIyR3fZrvzBDDRiyVQU9ojVzLKq3+r2GXJsdd+unGujnsY2eqK8x2oYp0km8eGeVWG1YStNd6I4Ws8b54nPnMHfOPNZDfBudvKnTlLPKcNiYehpxxgS5SPnO97H+OPEuWjHex06WgYdwt5OFxcXOudMn1/stLPc/biYuy7+weezGzd0K5I/d3T3zl3dvH1LJ9tTZX/7h6B5eq8CgdSpAnKptAVf6vhfFqzTrRFYI7BGYI3AGoEpAuuPpikQK/k9RmB5vP2E5me0rJ4kz9nZTR7q7pH8eaS3331Xbz12IuiR7r1xXzdu3lTv/4NY7qXUbCTJly+aoxavlJSBDNWXNSv3y+r6fxf7ZTYujz7yLppUlL2uGwYSFjtyoS88HO94APdD9OhLM7yQ002N3qQONxf3ueHxps/E4s+2pKUx81kpJSUeujOAUc4JtQlqL2bM5qHhVaOWSWhL1B5rO9VeUscDf9cl9V1WTh3mMxCaFSxXB68s+tKEPNEkwSlemfoYiObivtrIjJnhNSnXjqkm7FJUXku9ckxdE9nrBzerVKbWVTX6YXObwwJgzxFTuGTFJYxR8e2fkfvTOF2OBn77v1PholS4hJXQwzX7FjBPD3KU3NgDfbX9wLSizXQubhvmF8CtRevZrHWNS1reuAbP2XhTtw/g0XaENUz9BZ8LOhVeO5wTIqyxahIfeK+3tt0PwlSVmG2wj0ZrH1P3ZeasVOyS9/xYyzIDeZsi4o/MlPEiiTfD+xX//gn+DyRr4mK9SNxYZh3khbWpJYwsM9xP3xAJnwv52xjmy/m5CpfnEv3wUA4LW+vEkmMAta0rYcfxn4Vm4ssg1ur1Wm7QN8nNXQLjXkjWlDBJCYsL0b7tztaxoBZfB/s8OW3HD4GN68b9XDkmX7AQHE9yhfaBKHTQbYvI8Ea063KaPj183lLTn0EfrD9FYGynwRGNM9gEptWK99mIuFmvimttNc6ez18hOTPEedufV3/WOInj/N4BPDrGTmefsdqNyviQeV/meC+gFOcYe7sL7Uj2jLuBfNEgz3NxMcjJn1KSxM/7Db8gOrl5W2dO/Nx9o37zx/+jiDMnf24ob05DL+eNsnrRCNRouO6QW2o+uqjWskZgjcAagTUCawRergjkl8ud1Zs1Ar92BI6OeM7abLY6O72p2zzgPXz0SO+8/Z4ev/2OHr71WPffeEAC6JZ6dHLu5ExA4ZI+piSegiV48eKRk3aC28Ocoj9FrXgAtebzoEuvdEnyawiOrEYzTb4mTYyWr+KG3fdaSPpE8ocH7LFwyaMtAx1GK6UUUJoEkBgKPSxNodKU3QtPAiSlpJSSsnkluTiOI/OMzFv8W14u6AW+zs0MqMljlOLhW1DxwkXfzeO6UfB/BPI4UOgcQYEfuTTssDuAQuJjx2+TfSlwvyEsVIrRKExon/FxmlA4vABK0X81TdFHRYnxjaIeJYIeHBXrow5RVLWN6PpiPVBYn303MmuIAdNcmYmNpSxUGOcYeWwhDsWXJ+gIgsdmUMfSiQbavvhb5nFGIaYBdBx387IeE7gNoTARJea/VFUnXV/qOhIsdSrv+CzhAUzEmXEcSp2Z2vLrgBb61Li9m+DWCG+KPa8HRAtKB+aR2zJty83GDHasAUFjjylbQq9L8x9+b/JgChHbPdCLMil7YnyIAVymS+CcC++5asLGiaALkjlPp/Y5qpaxVhI5hYt01Rvo3zFu2XcR7QG9wJwEsvwcfetWDGHHNitEOxC+kSDi0u81ZwcCn03MB431uPKaTI+wULJGw5FWbdpo5a6usUWpfWaM2lrUh0LPt+g8ZA9VD/t+ZuuZ8y1tvqDis9Suct+yzOdqJpaZz71Kp4+8Nr+NBqjY4/jMIWPjb3t5n43GB2XPFRg4f7xjOB9DnFXOS5wr5HzukK1Bze+JYhMzYiifNeNoPcbDYyh0s33CjdYWn+slbF9oYJ74t38uLvQUXPC5v7M+P+/7kxs6u3ln+ubPPX5J9KZu0j67eUvu6/utct6wcJI/mVkYow4qAyMmSyBayxqBNQJrBNYIrBF42SLgH1Uvm0+rP2sEfqMIdGE38+CWu6ztyZZkz23duXdPb775UG8/fkcPH7+l+/cf6Padezq9cVN9t5G/FSIefo0R6udKtRcPwyjwUJhkSh6i9aA5sz+JiW/+jD9pyAsopyt00uTjnl6hFCLyL+RbRvlbQIWH+x0YQakd6CR5/TDYTADOa4h+8zQocNGX+ORpUJVI0Oy9AWGBYAYVz/RceIsv5QYP+iN2Yx/CprWShL6Bae1faOFnXAQYY/WCrRjvNg//g5McwEmOHb8d9voK8nk+9Pf2Gsd8jcXfxr4oraMPPa1j8ddMODrxnt/tJjed0XRmwSWmznIkthBkUR10keTgZlWIcSFuAxcwX5gGLk87+F1c/Lmg0bZsKL5QDVyqDPMXss4eXM6sS3wHLl4FGvCflJFAKsx1MP1Rw941RJeXi1+xn4x1M+TXVl7PHnIsXwgY5KzJczBfiXiwlqB4TfKiBOAPdDwXXlFiLH1Y2hcvZt/ac8dyjzcY7xlsa79mJPgU7QOKuUW7TLGWKfvmpI6TNktahnP27kJl6i/sVWFPgzbZjv4ZJI24NBfal21dHNk6x24F2Sbcdfyc+PF12wd65PQVIMVbaI5BYSHL4raxlFU+/uxzHhdRqh3HtXWOcDgnPizHoOv3RgBFCgoWgkmvEGsKOzQJfmMScxGGK+libkd0CRxf9DZ2v46QYNcLIV9zEERrGbbRE4RA38v/UL6/JVvRTW2ixc9Df4Z7U+1nNTYZ9wSejI4aO84DZ6x+q+zi8Oz4vcXnjfU4OJjh3Ayce3+GnO84TpxJJ4k4h4W2OOPy+9VTjUzCZ7t4rwpqG8WfN3ymx+cZ53e4wIb7cTSljbrtmU7Obuvs1m2SP/d0g5//N27c1SmJn83ZDeX+FJxwTk8EA+2hG3WMh2FCipNBkLkd/FqtEVgjsEZgjcAagZcvAvnlc2n1aI3AbxsBPyMamd/kbU62/IbvViR93n7nXb377nt665239fDRWySB7mq7PVXyg13KXBsTjhmZR1neOsjoVEVSdlvujydQKUaMSJ4FTf2mFfotXpNNezexl0j0JWrK3DnC8RDdHqTH9vDOw/mOB+gReJ0jayUoKO+LTS1aM2uTc2PBENF9axpsu4X5Rx7enbTZxfw7+aFeMbeHVIvVbdcN7rN3lXrP3bI9jy1cGszvsG0M0IFLxs5rm1A8B/MX1jcyd7W0qG3UWIhelLWX0sGqrxzqe40Irn0IBfsxIyT/P3vnoti2rWztRVAXy/I9vsa5tfv87/9y56SxRIL/twakRNlOmrZpd7s3FSzMYDAYDIYXESNZ+Wq1tw5HEWfbAZClkQ8RSdacma9xfEBDLAJsvkwjPvBtjy1JszbQqh102Zg54dOQUBj0Omy1tAe7OdbQyfT1EOLcyDc9f3kQNkyed43btjJufx8fkRCHHXX72OBnT1m319A4TgbtzNocM0OWEb+dX/iIkX2xQ88x9FoX2E4AXqDEyD4gHdoHlA2yN832w/MHHfR9vdh3gK8NyN54+1iYspH2JnxDMmizeWJzvSmb8bDhVTgWpoYdtQ/I/K0Kz4m9xrYGO4ONoLa3jf8xKmwz3wY0zFWSTPaNhBBr8TpF3DxD0F4WBCGzUv++4nD/5pEeZPQDd+yOcQcxwcFyfNwGtA9U4hw+lKD1SrFOjwQ1Xh3LnM9HI6LsojfutrzcZ7D5wh4yFKijZzcOWRgzRWhXnNhJvBcaizTTYjbTDCTgxFBCKYB+Kf1gDJV3zNzPgTzOrZbzrAEkf+Lc4byD+rzgRsIpwHnBuZW5J2cncDyG8yzO3UjiPKm1PveejJ447xUXLGeKp+DG2Xmc798ck0x/Rq8Bvk/lrpJYz2yx1PJoHR8GHa/P48++Tk7O5W/9zJfHrPFIiWcFaYb+DEWd7D0AABAASURBVH5B4meuuk6SEYuto56qKQJTBKYITBGYIvBPiADvYP8ENycfpwj8qAiMHtR4YJ3Nllr594Aur3T79m3/e0Bv5T8HOzu70PzoSFWaSVWtXFU8XiZQ0a6UvZmuuIR2sFy/8dX1+lAKxvv2byE/TpcV7IzZHTcylZMvHQ/UOR6kW5m6HYkhHrBNy8M3ylGKpaqCUhwqmY8+NG3U6NvSTkkyP0yO7c5zkpzxQ7v51m188fw5o1iKxDhbEfMkmTMKp+GFPTGmJH469hkNHx438ifCLRuJAJ8Ot05kxEahQadFJzOsk+fvGL8DdjvOBOGTSQDZ95QY99UB7gXe9LDRjjXjU8sGyL7t4D7Qgey1PZvYbpUpCDaFyD/TeNkknBJr9LiMgWwfTJl/2EA1xGrAThYbezZzQVtiCs+YogdPPK3bQlsnDga7PultP/yzPzvGDZDAN4rH0v18FKI/XDjqhALLxNaxaIjLLh6xhkaWh579MCJwRBGeTrfwAxvUXskAmqPiflsh9DECnvFhOyjn4G5u862akFvP7XKueD521BBk3vwS48Yb6J2vDX0NKgaJGTbQDcfLP4bbbDblR3FD1oYOJ/zIxzHreQFxaSLZx/FlnJM8trUJW8VeE4mgod+0bPQ9bxN+YcdrY90sCf/cdjwcC88JHx09bwKQUn9vSSr/ir6PQeEO66/JBy33p69NHD72nby3pB0kWIAHGKAM5g6o5QEqCv7244iL20W52Hc9oMj7GsUyVz/W7b5rTBD3TVspcSbqzFTqQVIoqlbz+mB3BSNlLq8LcM91O/pDl0Gcf9nHdgeSOpZxH8uBrTLnSuYcyZyHhs+nPHwLzbrBoxdJH87b7ROJnw335UZ5S5v7ye7ex2XHIorbnt7vE56b8zTjk7/B2ra+VogPaZyqXshJnqPjE61Oz0j+nAdW6zMtVidaLNZKPCOonqmuE5gHRFtOCAVSTBnrjqNWuKmeIjBFYIrAFIEpAn/XCKS/q2OTX78hApPqqxHwyV2QXnksc4+HQSnxKeDySCcnF/K3f96+e697/zj0w4Pe3Nzo+OSMB78FT421uiqps8WqluB34AEYgX7Xyw+uWP1dY3/PoOr5IAuM53La9o0H6I4H6ZJ0YZPAw7S/ldOOHrCthnYpxFQRD9cVnCFeFShlr7+XlR6VSDCnH+wNz5MjCZTZkwJ4tzvr5GGUacVc0EpK9iFVNMxA+tJh3ZuBjO8Ndlo2yC2Jiq0TP2wm/I2WhgSHZS39Df0dupn1Z88HL+gYXkvHNiBAbNjFqqCf9Bmx/jMRTftpSJ5CzBFzel78a9kwNdAG33bAtxwb/c6rwgPMPCsOj13Srvf12cfDrGGLYm4Py7ERa9U40WQfiFMzwG0nAYK2JMvQs48eM+iYhk5DP0kA1tIia62Dc16n/YMduyFfZkWQ9qwXVITfXTuqxncPeKYYU8ZByYQDEBf7HHDkx20WgQZ6HfBIWsgE4JB5pcMEpd8tuiFoIMo0Ssw7NbsYEbtImJhmzLXP+ooshy820qAD9THzuTSA45QHIGuCL8ekYRNuZM9DX2ZtOLWPvRsj5PAzc0xbNXF8sQPdsFk3bMvf+Nk4OdTbbuADnAPlHGrUwGfOh7xbKzEabJsyJythPTC/Wnyke8RNYDzA55H7xrJD3r1fA16FsvvDGfsGBj46qdz/GuKEpoMSMR3TnYDx+8KqrYQgxZkD86ygsZP0qrt2MBaOECFxOzqHamyF44nYkrI02jDlWDuB05/XoYDi1/zyfSnuT4yP49soQ32sfV68htxt0eEc8rlC4qdpSPZsN9qS9NluvkC/6Al+s/2FZOUXbdqNfN5lzp04BriTUs29vybUyS3ElbpGJIxo5pq+mebzlVYkfc7PLnV+dqXLy0tdQE9OTvlA6ESLxZHms0XYSJHsSQw2IENx0xjaE50iMEVgisAUgSkCf2UE/sBc09vXHwjeNPSfFIEUz9fhMQ+BQXeSpPl8ptXRWqfnF7q+vtMjCaDHt+/08PCoN29utebTwXo+J9czl1SrZawTQeJhEyGySqqADMXL3G9HN7IQZn58hVMVs1TfYbnrdfys771gx+ayi81Aq9aUzaNpkWVyFsOISonkS0rcYqCK18sZY08dfcPWqm8wmS0F2IhimMLGgwGRmGHu1skZEg1uZ3i3O3QpYjiGKo6SFBV+4AmNUsIuaxGIjQ3jM7YbU68JanveKHfwDRuZzhtp5vWYYqUSYVRVVaqkA2j8cvACVIx3rASNfROiojr2rkhwp6wZfxo2OPat9XrZRLWBrOw++xWfarOqWHwZX+pBRuw8lxEdyIN+u7JWRzC7IU72g01643kHsFHzBqylr6BRUPpbkgFt0Eb+llWsA72MLADfgTgGzCGC4tCY2rOXUbEUFCWY31a+au9VM179viMTB8VBcRCfAXkG7s+sIxOj7CRK8JnDDWJtz8aFefpiPWPalTFhw/JWDRtqI0Nz2G/RGWB9w7oNcii2M+eDZ0RAQcY8bu/g9gDrjsDwffH1MwDp8zju7XHkBnumO3v2M7OGJpJWw3kQiSAnhLzh55xuQFkfvhIvphI3knIJ03g+L6JvF3x4qWBvD6VlNtf4T1fRcG0giJLDj2DxjXAEe+jTWD+6D6rkcQeSUQNfS7/nKRj1BjvMNVALg4/KrUNYfIihNdZj3bidmd/ARYIQApQKtTz7XOY+mIdzsiii80pBlxOOYtv9+ejrPLBV5jg3ccy3nBMb9JBxr7As+35iNBt1TvBAm0j6PGnzROLn6YueQCSFSA613BM77oGcajhSSdyP432Ho5VzJbvSdFAvRfRrrtn8SKv1qc7Pr3Rxcakzkj9nUP/g89HqWEs+DPK3g1Of/KmxJdVS0AQBwVtkOXQqUwSmCEwR+IsjME03ReD3RsDvYr937DRuisA/LALPTnee2/ygmNKcPcaMh8KFjkgCnV9ekAS60c39gx5IAt29favLq2sdn5Ufhk7zpVI1k6qaR2A/svNwKdCpf1XyXvE3oR9ZSIe1wv25NX5+a6aO2UHnhfB0ndngZqiTLN4MtGzinfzxRt6085O2dRmWQJSqUmKO1CeBPGOoYDeoePFgTh3FbKYjwxR08lxMrZibZExJ9rQkoEBsSKCxCciybvb4sFaqmB8fZOBP0Ji/k9dS0LLZKPC6PEesi/n8rZfOlM2Lqe2Ll01V2Eys0OcRJ5FeAL1SWBCMp4UcltKFpbHYQkAQHNeOAGTi3eBD4z97sD+suQUdm6kcCQHWwxlp/4xyEvY2dxPbJjKIfLygmTFIolTUL1Gp6o8f3RI+UcEy+NlYhJQKUNwNCV348M7rYN6MjUC0iXv4jyfuwybdjKRNTXhdA0c6iJQSzLgwwbj5p/Ed3rEi+z1GkVLjh+UsIHstsVnuvzWBjJGEDx00zRcMzlqOJMaxdvSLjZYxjXJX0Jhy3HPYRjamnBe+TgbYcrYdM57T/NcQ59EwL76gF8OeV449iHN+6EM35nlB7V9vk/PXfjXQBv83JH42m0Z72pIMALEeTlhcsPlypEv98rhbY4xeL0S9geCHChnFoXgddLIGAbh+EBztvrE/HREQBmr6MTbM7HcEjiLycSk6g2TQHdpFPzPtHphUYliAARFvJjSFRChMB4dQ2ZvrOYYXzoxho4Eidh1iZPvj5/Nt8MPHA0SyZsPx2crf6BoSdzveSRp0yp8APnFMG3QNxm6MrZo41hsobXQz97LMOUc2SDmSP/RhZ+tv+kSC5wtzfVHTgkwfyaCWxFDr88PXAEkf8VGMnt3vc+cjALJRSXzgk0jepLTQfL6Wv/mzXl/o7JTEz8WVzvwtoPMLrdcnOiL5M58dKc14j68d0RhJmGpQ2jBTmSLwd4nA5McUgSkCUwR+VwT8jva7Bk6Dpgj8EyOQ/LTssz7VfiSUeMhLCSltQf1NoMXCnw6e6Or6Rg/+JtD7j3r7/r3ePjzq8s1N/FhkWiylqubT7C7gjY0fpDv2LYpXRW1AfrXsBo00X5ONuv8Q+5pfns94bhhZlI7HbPpYYKwV2rHR7di4R/KHjWfwLXr0lf1S1Sc1KgaCSCJAae0Ktnf8jhnp9P2Z2bEsz93aPvO1gVYtG8qWRFBjiqzDBxTZ0uwMKhwZmVX/8jHLOJv7TbfXkhkfNqGZvg6bDZuNjnZDG1f60RWnTJL6dSUmKdD+lcx6Fu2HWfQMVd8eqJueKvd+ZRqtY83G2X+i1pIEauEbNlEN/rkvczwy+oSnTObYGTYW6IQZ4mJ/DPV8dPaVPRjBa4s19N0D8fABllnHMA9SxAJmpwPD5B1RyMQys5bwvfc/jh0yx1+sIQ+eMQxWStiKwrUa9FllvVB8Jv9DzWo32tMbLGvvyq7XQd7DviuOBZzXwrrh5DX7+Djqu6EvGNvxYoyOFZkywmJipx4ZiulojmnIxzaZe99kBdzjKJy3OkAsyh17ZeYeNXoWCz1XyK4NQynCcV3cH0uCDz+JUcMx350HJAUaEgIZnwOsMZSH6pl/h/O59ZVzYxiP3VcXNfQ/p+jbDw4cPSyEAkPgcglXNGgyNYWWFQxYSmKyATT3Bbvq+0wL9t17zraMvcTzGMyKD2W9bhs7LQ8ZIaYbOi0f+KAIUPA6MydSOUczS257mG+Cb3ytkqCJ5E8cqy3JnEZNLyvJny3JH+Tuj8QP/SR+GvgNCb8YG7RVRkckdHw/8HmQ48+9vqh82+cXxZ95bZ/Cfts+kfAnCRT6+EP8MucH3rOKfe0j4xZLwmepi2RQLVUL1fWRjlcnOj290sXlG11cXOvi7E186/f46ESr5bGWvPfPZvOIrWMsXqRvqcclRb9jnspTxLjzL+an6aYITBGYIjBFYIrAb4+A38N++6hpxBSBf3AEEo9v4T5JnzolHgxnPOsBP8zNZlquVlqfnpPsudbD2/d6/PhRj+8+6P7xHbI3OlqfqiYB1FUzHkr5DJInzjazWet44LRhqElBVciudnvATgjjQWMg4gHX9V+FYfaX09JD8eo6OjsyDB2bt441t33yoWEjZ97yTL91C1gr5VtrCNPeWQcGzX5QZdqDOHt+nurVMofna3nSb9iYbEFr8OlwQ2KkJRnU4VtsamzSk3S9HbcDbgfTV6M2c4k1skQ2Eszq5A+Ji455ve7MvIJnH8LYMB40M8BdDJLR0Rh6UXi1VJyDr3V86+acmRjTuNAxDS188VyeHwFHyQvorXpZfRzDJl0em6NChzbmYEbFisZI9CobvluxwGupzD5X9hyW9XPGOYLPmfOmgDVwzDLHsPhF1KzrMQN2dpP8bxDv6DDHTvDHGU9phCXH0UzVMT/+EWUFLAT4G74jy0A+f0LmY8Q2Et7H5mAMw0rJhbxWYyfGDONNQw+7ngd4PiPE7h8QgueVV/QanuvRth3IuHjkrh3H3y2kpbjxOna6dLPc7GuFa7TpGjb5LRhoS5gagB4FVerXi8+DAnGkOJpLAAAQAElEQVRMXtcJ6beMhMLrFUsadWTmMJiLjvjggF7PTwcchXkyMcskspoR3M7cm8h6oLQvmImhh9RzYGin5jZz0rYeZDdGbvwKnIRSXOC2CfCvBDdDBgwxb8pxwFf7W9bQFlmsZ8w3LMfJnpb+nkZyB95JH+uT+Mlc0w3tQukj8ZPbrTL36Wa45p38cZtk0sbf+NmQ8CH5E4mfdsOHLA2+NhL3YN5xWTHr4LxHAC9WV66FEns06OaWzTh316pnCy0Wa61W5zo7Lcmfc5I/F5dXOl2fabU+12K11my+0ryeKYF9xGsbAWkEWA1y84b7TSdMEZgiMEVgisAUgb93BKZ3rL/38Zm8+5MikOIR2sZrV9GKB/o0h+cBMM20XK5I9hzr7OxK13d3enz3KRJCd/dv43eBTs7ONUfHD5dCv4sERoW9MWgeyN0eYL2BP6TdYfP7Wzb5TVThzd6gZ+riUToqNuX7vsIVDcldBUhgWjamLZu4rsnq2FT4Wygt1LwTJbDFQNQVca00vBimgAWY4wneHLCOAfus8Ewv2+wY2LFxjPnYXOwSP/CRCHIfvmWSCx3Utj12bw77lH3bt8FBUJUw0OkxHXM5WeGNRfBu2wm0HLU8GEfZOqLdBYQGRogT9a54loKkKhXsOp8zSUocLdSg5nsF5iocs+NPzAT1/Jn1muJCUanE2AqYKl6J2oD8arFeYvSA8YC4XhCkVOkA6Fcp7dZXJe0nh43CGvBemfjk8L1VJq6ZDZ6PZ/AhR9GLMfHAwRbU8780bKU/AdXgQLH9suXVlD7ZX5DjDEDT6zJoZ8tDRAU/6JaRw4Xgvj3vlvtNBxAsi+TKMlMj4gZj2QCaf7DYUjFhziitUnMoCiM4jju1uUCp+u5XSPYxbjo13vyTDCgJB2/2uYocMzAM8zk48IV6psK9WtvRAa8qvBTaYkHG9WEwFD8sj0MWw4o3LBe94SwserlPnjynzkZk7JRjhy52bNOA7UuRl0bhS3/hLXfbKHzvhxsDhk7aI5bWuGTcwCb+ZO6Tjnvm/tn0yCRuzFuWSeRky0PP1+keTRy/lqUBEjv7b/iQ6CEZlGOs5+F4cl+Wr3dotj33gyaSPY38TaJIDBG/Tg2hJuEDn+PPvEigpk6qO6VaIIFKqarQk3zPeHra6penjT5/+aJfPpM0YnhKCy2Wxzo5udL51Y0uLt/o7OJKpyeXvLefaDY/VpqtlNKMdE6JVqtCNXodyKK7HvXiTwrhgWxqTBGYIjBFYIrAFIG/awSmd62/65GZ/PrTI3B48tOKhzjTmgfCpNlsoSWfCp6en+n6+l7v3r/Xw/sP8p+F3d4/xIPk4uhYs/lSdZqJx0BQ9YBEKe2OjfxLiC1h9SpiKGMK/c7aU32nalHrgkS9r0I2rmy2oOo9ss9oMKYj4dDxUN/6oZ7NREnMZLnd0Wcam3xWmQGjKJX84B6wRR7i5VemGoA8vQIhG1SYTh0bkEhEMX/LBjLA5sIbAiejGstJKljPmy/7IvzduSJeCUQp66vgDchhYVzGXu7X1TBfrJfNaxso687wBZlNVscn3VDGel5Cdmjz11rhm6sC14oqBkZl015b2Cco9i/vFshKfF7vEEO+s/JEgBJzQp10GRBGEvZhEgqpojbYoSXkBl2UxFEzBBUvH0HOfY5dZ3+Jo2MZG063OV4tm02vaYC8zSvDGL8vKZmPyswPRn+0yhKxbQeyHN/wxz4FSguFVwrHv9fZa9kOctaPMWVTjhdLf2W8iKz9yPJaByDc6ZbVY/NrBnaav53BKv4xzrYH0NwVy3aNnhmcNO0djXOG6zwFaqUapEoJCLjfKw0waUNSOZM8aEgOZfPMk0GEkn792utVncQoztGoPZN5gDgZyEvpB8d88KZM7Pk5+hxGZLRhQn0nQy/7vOX+0zxLhmTL/OdL0ExSow8q47HVzw2RgXBUbB0dSpnPjGEVU8O812PeoI0hCszz4n5s4qt9yJx79if8a0iabJyIIXkTsTdvtCRnGlknd1Cu1zzAbcP3Re57TY8c3/BptdOjn4bIFAHk2M+g3W60Bc1mQzfzE6MOeeYekPExO/njeEET10gcJ6pUV/2546h0avDnCTtfvjzp82fwBbvMmaqZlssTrU8vdXF5y3v2jU7Pbmlf8N5OAojkz5z3+br/xk99cASSmFa//kLv15UmjSkCUwSmCEwRmCLwt4nA9M71tzkUkyN/fQSG07+W6sSjHyCRkwJzpdlSM7BcnfLw+EY3D291f/dWd4+Pun141NWba52dnuvoeC3/N/J1mkkVNivxcmXAfrW4f8BzJcufy563923/dVNH82ug69VifZ6r6QsO+loZ+1Kpsoon9ECyDxl0bCRaHriddHGSpGMj5HZHssR9oj/2TB5bYWEEWkhdG7AUokjt9hiIoiCzu8zruXPbRcLJc7dssJw8MB2+DZTxyxsR+8IuQxlfMr4bYc5VYkaK2IwOcNNdAeZjPyInWbwu/xBzu91qy6fXWz7FDrgdaLXdGluV3+ppmRYQE/vS4bccDO/FwvjzqnRUSsQaJClOq6Cco8hdixciapxjPWJdNotgV0q/GDGIkFDcMhnDskNkzOELBSZcPqBWps82zNoFw6OifVChSBnGdw5mtDuGZHX4HseS45fpizhZ5pihhwhrMNS7+eBdfOhMvxce/xzfHlvmtc6ec6sgD4uiabuQvgzaPj7Pebc9slDFAmkHHfTdZ74391WCHuWr3T+gw+Z3sI8DfoNtn7OJg7VDNVOqge+bPkOrYiz7jMB+4+NPMsCJwYYkUAMf5wZqdFN/pdjRV7p8bJhechVAyULPDUJEm0JH5qgCJspxDvr6bbgGkNHj4xW+ODkBGnQaJ32cRDHlvrAZ0DzJfPT3urYpeFuzLQzHnFR44ppFMHf0QbN1vX7QwBtlfixEv6nHsTz8izVQ7dYEX+agDv0O06zJ9rjmwjdoJgHjODesJ0cbHfTFMRF2ywzjejg/h/lp+7jhPhOgaAbisWaxNazF98/G8SJx0/jPvPClY86Sdek4TJmB2MN3ihdG28VykUvK8u+hbbeNnrjv+gfFt7wXiLtmPZuT+Fnp6ORM65MLnZyCszfwV1qtSfwsTzUj+VPPeM+OiHuG5xCvGhzKk2pkQ3HfwE90isAUgSkCUwSmCPwzIjC9e/0zjtPrXk7SHxaB2g91dZITQTv0D4aJp+jZfKHlYsUniFe6JQn0+Phejx8+6v3Hn3R396Czs0sd+dtAJIwwEn7x6AqteHSugooH09chXs91EO30zX8Fw7CvdA/i4ktpDXzQfYWfpf/VumKigHur8KwjCdQx3gkNnvll3t/G8cbESZKOTYRp5qHfOqgy2GMPobCmg1d5xO9FHJY4FOiZ7aXhb9hl4o5EUybR04GWTUTLJ8KB8KFViw+N+9Dr+HS5o102KArTtpvgxig9VUw3+NOx0By2c5/kaaAkgtiAbIdEELRlE9iyoWn4RDwDb2yyNyfMn7HR4fPrG6oyU5mVqXEsed3EPgHBV4nepPBWw4vgxsjevvdbqEYvqtAKffUvJJS+sSMHojBWujLGXqL0uS6qQ12o5WKdQRnvgovlmBVh1KHtKsAsxMXxyRy3iBs2gud4UZ6FrMKGAYnVsYKw4/ZvAyPDwstReE2R4wpMixPDRDnGxfj475psYegbeFMDOYuI9ZHQyMGzZmjj9QY67eUdg+h38F6Arp3M/I8A/u1sjvmXtse95mP9qAWl8j1zwIz7Z6pqpVnSLNVsvI051Ki1mNOu4f3nt8lXYKV4YXiIBUGJsCOKLtsO5jurNNIzX+C5DIlpRxqwHBNx7kklAZJJuuQ4PrTj2DVECm/Qy+hlX+vcdzZc+5tI/GxL0ge+QdZwP2g2G5kWXcYzToyPhTFlnEimWLZ/lg9zNtj2WNMMn7GXw6eSlLJuAJfCBFWsqRiixRpde76Yl/nD5y15qAa/jBba4hII+1DWLPSzx/n8jyvYhgp8ymsn43zt5/e3dUJOOzE2YUPQkOF/xz3Ra2i4b8afgJEIai3j3py5B4QeAUnc65LXYJQpiU6nhntwJH6etvr8y5O+EGP/CZi46c2XSx2vT3V2fin/750Xl9c64f15fXym5eqY827F8Z7xjj9O/tQSkj3mtEGdoImeQnGJ9lAsG/iJThGYIjBFYIrAFIG/KAI/YJrpHewHBHEy8c+NQBo90dU85hUkuPHD4VxpttRieaRTHirv7u719v0HfXj/Ue8/fCIBdK/zi0sd8XA5J1FUVYmAGNXu0RjBN0pF32tA/MMLD+nYjHpfIXmthMKuo1IFDyiCDwJVvNDlwb0jyZLZNLQGvGnIvHmgP1R5qNcYIXRlG1CIA8fegYd92mY8j0MKDYI4SiRFzBVvrNox2JsIz9vaBzZsLZuOlk1DC98gyyCSMGxKPMawlQNgO6wOnfiVsd2xmcnYMhpow8bFaKEFW5JCDZuURjHv1hsreDY7bmf0Gsa19oH5uwPgQcxXVllqZM9K+NXLgqcadAfad3+FfIeW/XgNYZEOSmzUoCyBYwUTfaXatWAIXRG+UtONlMg6rhjKxCYH3ykTK8EHmEHA+unZeZCwcFCsdCD4fQ2bwTNm9QpGCJ8Gm5YPvEe8xhedjCV5jVwfsZHfUXqQKzb12LB968Yw2px3siyAfeu6H/awWHfAYc/L1qAHtT1ImDQ9UH4hOOg9aMSBSHF5z7h+ZnWt2bzWYgGdzTVbgJ4ujuY6Iqm+AEdH3F+NxRKdhWazmRL3iJSwpf6FbYpGkr5jRMJVV8ZIbtaDTXewjoGA9edAo4Zj0HC/aEhKOKHTxDd4tmpIijTI3G7gM0kH0wZZziRSGJd9PHe0VeZ4HcgY1+yw6W1ab8uhJ5nj374JPyzj/IdvSNTkvOl1n6DmjS1juLcwd4O/GV0EzOk19edTHNB+ffA5/GlYY8ZOi27DENNW8p9ycZ/OkYQp4zM24eizTdsBz4u7sCvsH0IcK5/AADtybLwW24c2XNsNsfM903yJk42hXzHJDjAVR53zCSk+d2q5dzoB9MvTE8mfjZz82WAzc1+YL460PjnR6dkbXb251cXVG52f+Zs/55yHp0rzI9VpKRjMzUENhpJ47x9jFm2U+1L3ii9Opl4+kSkCUwSmCPz5EZhmmCLwRyMwvYv90QhO4//xEfAmQ74Sdugf8nri/oK5liseLk/PdX55pevbOz2+e6f7h3ckgR5o3+r84krHxyeaH/GQWc8kHlo7lURQJ78qCdmADr7ItX+hogPQQE+vgVHj8Zn2a0A8KoyIZAwUqWsDdlRGEk8vKnqroBWcy0Dl7aki6cIwP5x749D4gZ/NvL8V1LFBcL9HJWyMITZ6xUKpO6xhpjQ8AP0gpskc8xKLyu1oVqFbxnTKzNWxvsymo2Nj5KRLaz/Mm7J5aKO/k/Vi32I7toddDQjZvsr45eJ1dGyUWiPstfKfm3kT1rAJaZinD23q1AAAEABJREFUgfrPv7YkfbZs+LxZsc4Wuf9sYfCpYRPkZJRt4kxMxmqCuvKxNC3zBkfViamhu14llVF2XcQz0esxJkWr2y/TwmetEFF5nAHbF0f1OfquHXE/DU8UoM0xQCIORhB7twMTVKKSqCug0ctjMcIxyj5/sNNxHH0sMzwsNl3QY1SxAkMxb8D+7uLxxjcN4B4FFXzAJ5ivlhwHytogdH0cMmEx2HhzruRYJ7ypDxp69CrYOE6eZzwF7b6Zoh/bO9p3BBnLc8S5rG2Qh5JiqCfboZe/QjzeeKXLBzPEnH5KVMnf+AnMlWZzkjrGQk4CLWgvSPZEEqhP/CwWc1k+oy+lmjGptzlQmilhe6Dm6YtZqbysshgaLu5DxytnHKPgkAXv/gEMpDgQ2cfDiKTKliTJRs0o0eNvqzRczy/hRMqW42r4WNLm2OdI6MBjswk02LRdMLbLfSHOA3SCcqLnSCQxlvMi5ttstCFhsvNhNx4dj7df6OYAyaQYz5lkSlyyf08JPu7L1g20JIOc/EHPx59zD1UC0yluMqwhKBIExM9RzFAHzGP2KOPcF8pFh3WIOTPxzJ5vu1HLOhr/RhBtcR8Ou2GuEwGk0OD6V8zN8cKSuL/ZtYY1PD01cuLn6WnDfRdd+pdHxzo7f6M3N3e6uX/ULe/J1/AXF29IBp3xvn2sNJuJzI+owGD3FZqQvQBDSAW5FvMVOtVTBP5tEZgmniIwRWCKwB+KAO90f2j8NHiKwH9EBMo2wXW/HDYgtR/06oSgR5qx+fAmZaH1+lSXl9e65WHTSaB37z+QDHqvW5JCTg6t/TsDbHCGh0XyBIpnWqwVWW+TB1uBXV/s4CsJWQVM9c1Xtev1o7D8QP0KMg/3PF7vdMeMLQwo8meaNCnR1WEnGFcMqioq+7lTQAO+ZUEdD/+m3lQ5AZORtZaB2MyPbdkGsDXtqGSVWJerAYhLqUKzcgM/KloawG4BT5SJRUnUZOIPGuD57Qt99qMrOxe99mIpRey54RxHO+Vxsh3bwJbX2rHR6TjQA9pI7rDBQtYG2Pwha7eZT7AHvoVvMQWw/1rpp+67dh71bZPKFeemafJZq1KFOKq9DTj8/saSQ39cecYxxn17O4cazCIWFaruCSZO+ajCv4okQUWHASmFgZljFyCu2ZvZruU0aDEXneiZQv7EYi9fNe/YxaLx4UChi5CXcayYNQivA2xkPSwzLsPEmvynRbt2FovbwXrFNPLCaGfcE/QwGbq/j9pexlR/jgyDbIhjoR36jlhDz+NrSTa5bRvFFk4jsMe0WRuNKJ4hcQ91MsdYzGaazeqCNJM34+4fMJtV2vWHHvqpINGXEmOSHQ3z+4ppoxE0qmi+Xrkf7PzEb/hyTBryFD7Hmj5BM9AtSReSNSQrGicuoBk0JFwarvcMjePp85QYuXhue+pwmt/D87VlHsY1trNL4myRNyRj8AOfHNed3dBtix/obw7GbRi3ZRxw8gjd8Mm8j5/9guZo236LfsMaW2DKvF6Hz1VC43kD+JAtO4BXEkpm5DWOz9vC08VY9xm2Feuwz/5v3bdf1LQbfABc18K/otcxsC9Mke0ztEgq2Q03fS9/2rb68nmjL5tW2yeSV3iyPFrpwh/KvLnV3f2D4jf6ru9U3ovPSDqulOqFUpqLCrOe1YCtTXvEOZa0/4c6iZ8UQJce1/9+TB5MEZgiMEVgisAUgd8fAb/r/f7R08gpAv9xEUg84g2XRR2PfXXNIvuHxPl8pvlyqaOjtU4vL3XLp4y3TgJ9eK/Hxw+6vb/X5Zs3Ojk+1XyxUFWxbeLJ1YkIcgXsDyoJmSpToApZPN9CK55zLUuqQsfUbUOSyRgq40QHz8s0Osa/jpIYEjo9IK+X0YP4WAHnbTlEoTJ2xHwx7XUaqJPYyICNBg/5DZv5FpqhmQ2Cv0HDvpg9QxhTit0SdohLxXpinqGyMVZWZhiElUINfTOVG+YrxSu7nR1PRjHeczoZ1UYipiUZ1LL3yLKvEZscw6hswIDtiz3sPL91AO5HT8Q8uL5CkW6OYxfwEHNMQmEuBnZeP0mgzEbN3xBqoQ3tkDs++IoZCd3e6teJJ2MmeaLAS1WvLzZgtj2snY1XDtg74+W41ySOivGiz368gAVFcz8mFcG47kUVV51GL6LFyvCNOPjYGSLgmXUiGmnq2cjSttkxDgb83sbzifFQgTKn8K3AE7B+6wfhiJaTXQpZhvSI4wAfdnpqXcNmwmYwB5XXdiA4aDDfQXvU8MBA4prDb/j0DEW7t0HMNfYB3dI/qnsdlhrCxLWcku0DJ3MWM81mczBTJH6QJZJDKdGfkPV0Zn5mXcP6AwYdT24wjSczIm60v1J6bXrzwXni86mgka/FhgRJ42sx6KZ864dkS2NE8mKrfT/3DvSy4bVzTD0Pq9GMZNWC9fnbTEfxJ25zHS1Yh/8EzuvEE+Fzw9hIANm2fyfIFBSb2MdmUfUigdvMFdeyx4aufeoRfuI3ctv1n65tsLtx0gpqmZH7NZqGLe4L+/sf88SkfcWcjhEnKwL3GbBRzBvRYEkdzAjYLfa3xBcf2y3vBRtiuIl25l5ku93u3Ko4PpVEbeS4f/fvneR4tk0XyZ7tU8ZOp6arVJHMmfM+fLw+0/n5G129udPlza2urm/l3/45PT/Tig9qFquVZvMF53u9s4/JHa9+zhTHJ9Hy0aSbd38FzBuD3PyEKQJTBKYITBGYIvDPjcD0jvbPPXaT539iBPwYyJMgM9Qg8RgIal8uBTX8jAfQtFxozYPm1dVN/O9gD+8+6OOnT3r88EF3tw/y7w+cnJ5rsVgq1WxkqjoeeTsbr7AVqHmYhfdDLw+2fozmWb/XY/qqkgxBATmCeGY3jQ0+SYWOAR6neFVoFQhOu1cXNnfNF8zewosuC9xtmH+BSjYe3TjmjYN9yvjV4p8f+Fs2LoaTQG3bKbPJDf1sY5WSN447f7Gn/Qsz6IutU0HpsQ5wbIwYSzto0WMPI/tgXzrmaxF0+NMa8G34KlzPYbvYHdV2EB0UKG6UvnC5sH09SHodmpkRpbjh9QLP6bnZALVsxvwnYk5KNbQ75rGvPrjFisfJZ0rM4TNE/dqEt/SaiGUp4uOqKOnghUKsmfjnJrMBy2qhHZs0y+V5DwYcNiqaBoRSuDJNeIDssDDDoSBaZYRZc4l1JDcChSuW5ZCpXxCkU2ZdmfOlI3YsO0Z8vbJPBho9gftdxV6NsTsQWLMcoiJ7PtG4bd5gHaws9xDUcQ8bPW8tszsZDc9jFFmZzu0YPwhNi9AcqMD3FA96CUs82v4YJeb2f5CaDujloeizNhg5LiklzQK10ixxfQOOu+LV6wVPlQz6U8EMfWM3Djka2HA9oLcRJKqh4xnt+0w4hzLgpIrrwHzDddDkhuREC5ykaMu3bUhaNMZ2ixyYN7huM2MyY4xhMruY0kxOdi2GP2sLOkfGvd/3N5Q8Zybx52ve3+bZOHljOHnT28yc8/bRts1nfN6jpcu+NsWvfuyGZE9J+jyRwDJYSyR/NqwH3vbRdfKnsf/cczL3IttVOciKw+BJox0BowVl/hBZIRiLfbwHcMjpY3nYQF/+E7QtMd4otxt1zZNys1Em2W20rLPDB8U6PdaDa45vwjDngGq6KuGitttOT19aff7S6OmpRUZ/fSQnft5c3er29pEPXt7q7uFBV7RPTy50tDzWfHZkw2FPqS48DtZ4WKdEm64aShtOXqJpAfqF6Wvr9exEpghMEZgiMEVgisA/PALTu9o//ABO7v95EYiLw1U8PPJAGBSBHx41Uz3nYX+5ij8Hu+KTx7v7R717/14fPvyst+/elwfSyxutT041Wx6prmdSxaeasQmqJB48q6qW/4ccQRV9UjwT81zNvpw9or/FUoVuJ/P007JOS5XZGGcUOzb5MRCdqqqU+s1GVVWWyC8/lpv+OAy2q94ktBM+AyT2y+jws+03Gi1P2S2JiJaH/86+0+7wP6MTYJzw+KsgQVb69JUXPtCTsFFAA95rZyrFHMzX4c+ATOyYXsO+xiMCrKVs2N1Fw4WxuwWG0mGVhiZMYt7STIVQ5358HDd8yOxwjA7nnJwRG0PP6TlwyyPCZ5h9ydrzwXl1OGfedoK6jSXHuenYeGXAhnELYhPWqvHcLJxeeT4PG7D3eJCYVpxX0mGf5y5gBkJoXs9e+xGFq571v970sWLxFGx6XSzJc4hZDke8Zo8xVuqJ2T+K8N3VGL1R+zUgRNYJZqhwBP/J6WiHWAfyQcXnxr5zkAb1XUOhH82+ssGe/VOIffOqMG4WMrhQmswfTK8z6jc7RvbxA02fhBgSFaYhc1LFQKeMcwAT51pBkRGBXX9MzLnhnsKbG+MgZozLJCUaEg+ZREQkXsKXJ5Il2wLk/sZPRp65bsLnOB5jq56rY94GeP3m/X0Sy1Wuj5QUiS8nsczPeJ+Y1X0SSKEjv/BJXOTZ1zx+NdwX8wDaOTDYZi4Hn3OES1Y5xnnuTg2+No4diFiS5DGNNcJvgNdlndBFPwfs8wD8sk8By2DKRDBDyRwP4EPTiwprfWOwkVXskwAiYdY2X7jXbAqIceb+o/jBaa+tN8S9MgVq5khSVxOaSoRAzTaT+Gn0S/9nXzkn1fWC99VzXcWffD3q/u5RD/fv9Yb2+vRMy9Vas+US49jiGMCoxvIu3xOyZHEP85wxLCPnGv8VKJ3uK9xUTxGYIjBFYIrAFIH/hAhM72z/CUdxWsOfFIHEI6MxNl/TAL5yEkkgHiSX/l9s1mv5fwi7vOYTybdv9fDwjgSQP5V8qzfXNzo/u9BR/7tAJeGT2FpUAZGkUYVNZusCQi6RH/EjfzQ6ZpUqeKPi4RiWzUCHZtdlatqSNbBgWqmqpOSq0ujlEaPmH2AHs4WWupjDW/sWyDxIZ/zNfHLbls2KNx8kP1o2QB2bjIxeGecaO/bZrOAD0dhXmN8t2Py+J7gUY4axpiEmQJ08VUtgW+ZtiZvn7iykHVq21yNb4Ao/fSBYBRJsUH+9VPL8RnEjOClVGl62E8BuzE8sIiHERjDiYTn+RJ/n90AoRULuppT4VzjXLEWZuLa25Y0gyZ22ycrQBrsNOykn3Vo2Xx0y87HBpU+9zbBvYz1S0CpqsZjS1u949ZZNjP7gsUzWY3MhNBMYZnQjejgeOcbQsq8QxWBrGCiY+CAF/TMqT/pb7KKfBvTLDP+QQXPgufxr9j1m6BvzlnntPZKpZX8MMUNUg53B2w6vB59L3zO1Ihzq/oRhv87hwobPSxIcDQmWzZetnJhwAmizITmA3OfjzrrHjmB2MGu9ATv9ofNVWrzMvh6YZwMaz7l56n3YqNklSbhHcX1kJyhEgiLOM483+vhysWXOw8w1lekv6PuYn7cEkjyJJFCtWSR+oAgT94ACX7u2R0xifEt8jEYNsQm70AY/MzHLpugprgFx3XuseEHxRQH85lrO3Nsa7gNhp7cRdpAVO/5mDnMin7AAABAASURBVOvymDiaxe8UPPaCYrqfy1yZt2Pe0nKdOCAp1mN/WA9tMTZ8j7lIqvkHn/3Nn3ZD15Zhmbh04laifhS0LxmVHg1Jfm5TYtnaMsxIWmo+P+HDlgtdXt7q5vqtbt486ubmIf7k6+TiTby/+n8AK3/uhUOph6cIPhjtFlK77eo5LEeN4dSlMdVTBKYITBGYIjBF4D8oAvEW9x+0nv+OpUyr/IsjkHhm9KViDFPXPYOs/1hxNp9ptTrWKcmeKxJBD4/v9f7TJ719/1H3b9/Fp5XHJ2ea+beBEp8y+kHXD71QOelRJVU8qFZOBlWV/HJugsd1sd8AZQMmdyWpsj56hdKW4rEdk1AetCmWJFVK6CWPk2jpj796W4OhfdOc0feED8J39fuUDtopNk0kK1o2NrmnHYvsvGCjH56gCY+T/TcNIIS6DvRzBE/l9UOkFDVVxeQkzeBk26DM36ljw5SZN5ItlqPj8QaDolXMI7GvSEop0sI/q5lOPjY4YFYp6r0SpsScHRumzptN22XzFr7QdgyyN2joZHzq3M8R9Zi9EbhhfbaHLetmNl+RBIJmbGWPZRMZ8xDnBllsCOEts83MPB16Zb3YHZUyRaVCJaahOiye3jiUPm8VDdeeytBra3oxLKKkzICMn4fzl2NAF6NsGfKnlNdsvyb72uSHuoctjZbkntcw1vEcg4753wgPjRnNfA3YjAPuqiBxXxLXnEmRiFelxLntvhRCznNTjlPmoGQSLg3nXiRX2M03maQASRPLss9P+rL1zJtyPkD02suePo/Ca3ovZX2Shbka5vHcxZ+SgBr4xskS/MtchxkfxRoiTBj0kmJ98LKP7uD6zNgzZKcNy0NnX5XYJOJkqNB9NxznMGPzyF74Qrz8TST77BiRyWVqR8Fg2KiwQlzI6mwH3zPZkyZAUqjdMhSKvbDF9e+5GIAF5qbGMLX5MRCxniExVKj7WQN3gyEmieM/o8HqGGDfOpL8HGeSPtvhmz+OK36JhBqqxKBTVSmgeFWKcHeKpA+5t6BO/ARaRqW5losTnZxc6eLyTrf373R791bXt291eXGn09MLLZcnmi1X2J+LKixHxXttodSYopbqqL9apdCL6qs6U8cUgSkCUwSmCEwR+Esj8AMnm97hfmAwJ1P/DRHwJWN4rfunyJoH1DRb6Gi15mH0Um/ubvX47iMJoJ/0+P6T7t990JubGx5gT5XmCx5AnQASD75scHnwFQ/VqpJ2UMVWQ6BT5yQAULwq6koVulUNTUlVBVWF3AVj1jUYbSndCtBtKgvh94Ux6O7bv4+rxoad1Io267D5wSR+5SHpQhLCn0q33pyA1psTZF6v1VmZZIcNVXuedpJfyEzc5zkGDDLLAyHYVUTUgY24Zvzp2H14zrLRwgjtUM62X2aKto9RYfa19zy0rAn5ZrElYzBTmeE4ipd98PyZuTMb52izAaOrlH6e0hhqrFFsRq7Q8XoycWyJY8smsO35sMuGlROO0inHZtGU9Q7mBpZzSgPo8xSQfWGesWv7jl/jhoGm6EJiSiitrxd8jdMTiscSMQrlXxsXSqXyGr4HRXtcP5/EbcM6pl+D+8fIhKyABdAxjIOlDK2vUVSiHPYPrej6/moY9jXaW4p4UflUENdRob2Axj65UXG6GPRxHtqsOFaZ861xYsXfroH6mze+3i3PJAQyCYFyHjICfY9xbCwLHjFBgy2Ma/fLrzJVnPZMuafuC5RY25bniuSHk0DcZ5pmowaa3cZHXy+ZrENcO/YjTrbeZMyTmAKYD9v2Am+ctGGcbRs5bG6VWavnKJRkiOWsVz5vwz5jw06c/WUi92FP9Gf4jG/Zvg1wIGLMUNlGweBWNXT1/ttWERU9e13a1AyisC4FkEQZyzjEh53WsG8cN8UcHVO0gFizvsw6G9be+r7jGJMEypbTdnwV4/xxBoY8EUScV0bmXouquF1ps+20RS37q2Oaa1Yd6ejoTCdnVyR7buXf/bl+81ZXV3c6P7/l/faCD17O5W/izngPVppJMhL+A1p1KjQSPzWCXy29/q/qTQpTBKYITBH46yIwzTRF4EdFYHqX+1GRnOz8x0fAF4vxcqGWJp4tax44Z0r1TPPZkRZHx/HQeuXfB3r7KP9A9MPjO93fvdPl5bWO1yeaL45UoR8P/ewHyEfEozWGREdBPKJXyCvFq6rEB6+gEqwqP9wGKpUXD+YY6kB5UC9SRXdUvcCESU1+EIr1UuMwSRYbxnemYe9AuwNsGEhQZBCJikybzUML7Tp4BqLlgT0q1ljBG5BYyMC7DbBP/e1CUspbIczjAwNwqAMRe1M6OmJGjw73W+X4FuPP5i3CX61tYVAyn3wAEeysed2gA46L8Ad38ANvwic8d3x6eFxBIhoGxigdyaOWsQ2broZNpJG9iWRn5Q1uFwvDZhhnACUzp4Z2kig7KLmF0p9RMF3ZLtTk27DPaOCrz5BMHOS1sFak3y6EzqrfVvq+Xrv6Y5GJ9e+BGDf4PF5gNwhf0EHr12gZWKlMUNGs+tMghcinbgHtyuCeV800gzeSO8XR4Rhljk+cg5yL2WCXH8eP/nJMBn9N7Zk7Buw0lbFFVYb0tbWeHwv5z+6iH1uMyZ6v4axn7oZ7TOPEBEmKxohvx5Cw8fURaJjCmQcsM9aLZXVKTJJYU4orTYjxlXXlGINtX1txvZHsYT7b3id/bNNose31oM9YosMktoWfwVlCn89vbNh2gw/ZPEkmIbfGHv2gA4JfXMcJmYGjcIfF8h28JhqUUDUdtM3H2hGYh1DsKyCWcSyDtiTTWLfjut1oC5rNRpshHiSBpKas3evBv+xEELyIZwEfhkiR/PEPPm+3Wf7fvro803zOe+jJpS4ub3XL++bNLYmfa3/r5yb+HGy5OFaarzhGTvgUJBJAJTk5R14T5H4FsEzzoiS690iMQfBCaxJMEfhbRGByYorAFIEpAj8kAtM73Q8J42Tkvy8Cw6VTj5ZuGeBpMs2WWq6O5R+kvLi60duHR71990GPHz7p3Yf3ur6508n5RSSJah5Ym7aTN+7eG3QkKsh4qKpqVVWCTaJSVVVQIL9MKyX6eY4vfeLF83nHQ7ZA7tgQUGIYXZX4V4laKpX+hBcTPLfa+9FBY31U3tC1bALaNvOJeauGTZQ3aJZ1lhGPwX+vJfY/Ybe3H8SV4Q7TMSwzKiUv1kFQeRGiskUkNp7Dfhnq/RJ+Fk3XlUfDVBKBTnA/rGDPNj1fZu5h3WKxmePndaufsHo+qRcxlvV6ISKuHYmg7BgOsP1hDJSmsvUiEg5EjCz752DLjGOzFjPU5AeizPOqQU82QsZpN8Nl4oP7/bCQ9vw3iNW+BYY+Xy+if1bxAv4oYsWcEwc0GioXQ5I32LNZpdms1mIxD8yCLna8+xLnuHXTLCnNZoEZdDGbK/RNZ7OwE/34noCevUKGnLLrGfODMPI/NDInR0PyxPeUxskJJ3ygmSRQ5jzyNYZaX3xSKM79YpM2DCX6BxqNXYVO8KaZa4kEj69b7DckhpqYj/taUCdIGlmeSZooTmDH12OZd2fHDHJKxlb4GPciBO7awe1DJK4H+2mEWs8U4nkyt5JCy/xl3uiPKkZF9awZshhDTDNrc/xMG9ZS1rlRu91q67WSANqQ9GmIdUsSKHMMMmNI72CnjTiJ+He0jOJFxVKTttyrnPzZbDo9bezrTPPliY79zZ/Le93ePOr69r3eXN3rnA9QVsfnWizXmqeF6rTE1Bw6D6pkykrqpBqoZsIotjsgBKMK/VHr78lOXk0RmCIwRWCKwBSBPx6B6R3vj8dwsvBfFoGXFw0SP2QmaPKTZlKqZ2xqVloerXVOoufN9b3u7x/lbwD5N4Hu3j7q6s2Nzs7OtSBRVLMJSlVNJHkYjl1WpQp7FbKqSqqAlOh3qaRqjCT2WYiQWYXn246HbPHArmFjgL67tHv58dvYCX4wgy+9xTILtQt+UZTZ2HRscjKbgxY/WzZOGZpJXLQodO6HZvx36U2pWHVtDNJv0Fh0rxuEivh4DxaJMuYZEiUd872w5PEOrmnMXlFXqBmQXUnIJcIs9xjqX6mnz8kgD3fsB/Nn4tFB2RGhXilhraqwxrkgUCR68UovJBx54tmxUMLeh9AzDYqWwntef0MCKvR3GjbodaMylF3fIPjTqY9+jhW4jumITfZqwhkqfLar0XdQvS49UPlHN1g7kTlcgmWW+Nj+ATz/MemhXRX7nIacihVI3OPqwCKSP3M5qeMEz4CS1OH+xKAZ59OM++PMSZ/FTIugc3nsbDaT+xN6evWFDa6G6BofWvMDotMVfnJeZN9TnJQAm/7P0Bqur9w1RA4dn0dWN9DnijH3DTimL7t937I0h22SHJEYabVh3sbzDnAbnfLNHs/vUXt4GeJ6l1+Vq1cw+Gx/d0CPwQ5dIsaBIqIuhe6D5TlhNAjcl6gCREbPEfMg9bUH73U2xLZhPW27jeTPxmsm4RPxpa/j3i61eNthbQC+MEnHGn3/d9L/advoF+Kz2bTChFRxXvCe6T/3Or+84T3yXv7B5wsSPmdn11ofn2m1OtVsvgJHqjmHFMmemVSzCM6RGsigXXgdvhLNMWhOZYrAFIEpAlMEpgj8N0XAb4P/Teud1jpF4IdEwBeOEcZSDaHlB87Eg6gfStnQaD5jkwRmSy1WRzo9OdPV9Z0eSP68f/9RP//Pv/Tx55/1+O6dbm7vdXp+zieeR6pS4qGZx2c/bLMxp/AgXQGm4eHZtR+gFR0dTcOPvJWqKqm2H3Wtmk/n3ZYq/fAXU1JemA2Zv8EUPRUzFwhO/asLv/sNBXzLOjuQ2yzzA23ZRHR8KrxbK+PDPtQluQq7lYLoK69QROe5EsY6NjX2x4CV58KVYiiVMYlxBUV8UKdRi9hLFhgj+a+x7AXtR/Z6iUcGHmIrVVVJnA8JX9wO86UigNaiO0hV6pTwNthSYVuxIDMWJVcFzJNZdMe8mY1pF2cYQSm9/956cPfAixzXRcd6gkOHEnFIxMQQtOBg4Hc3wt53a//1in/ZjKPTpMzJeUGJYBfBruaUi5AnztHZjKPAfcf8gDgkcVZitBROaeuBNKASQmwOCj4SBqLnJcRRPeuxDPj84HzOuSGpYGyhWy4DQPJHPs8578tg9AvT16WNF6W9Y2LxReYav00GZM/J2enkjhMbATIaTpLs0Si3bcDjfA4b5g9QaR+yoaOCAeEOc9EalVz0kXAI9Bq85Fh3MB2ar5Wy9tID73kiTh0rMyyDEtfWiR/QbBptnPjZbpRJCBld/JA26/RY0GGnzMgCMI4VjoXiGz9PjP/8+UkbEkFtW6lKC62OT+U/+bp688D74oOub97q4upW69OLkvyZHSnxnlr7Wz+acdrMJN7zpKSg8LXBXC8KKrLe6x0vpJNgisAUgSkCUwSmCPwnRiDeDv8TFzataYrAnx+Bcvm4TqnmsTLJD6B18kPpXCmxuZnPSOoMt2tWAAAQAElEQVQsNF+sdHx6rjc31ySAPuj9x0/66ef/p4+fftbbxw+6JgF0cnqO3kI8BfPAXUUypOUB2g/MildFPUDo8DDuB/p4ukZeVapB5XlBnZif3QAi7V5s+rUbs5P+bsZTj7E3hD+x6Xud2o0xWCabgixvFryZ6vpkUMvmoaUzo2yE7/bfE+0W9vocysiN8MMDDGQHbWkfX1ZCsZZ6nRR0GFPRqjS83JdoJGIM+WrJ+P+803MaRc6kJGGEnnWzN6/D+qEdMQi51DvrkcTKnrsPI+6HlJLCq8K7dtNUOybshAWP97yOKTQIMpuOIa7CnmL0yIJ7fgzKcsKnmNftVyzbPdm3iJXVidszvT/Fv2dz/Nc0h2ByPCgsm/uNr0OOgc+3HAerHAOrxmkCQ4l7H5ULqBQnj/WLIWyV4jHJ10/yvcroVd2NIYq5rwBjlDgn8MlK9in7+qEd3wAKnmQEiZ+4f9AOfXxJKYdbKXhGD5MNFJHPsiDPqlDBZ4vjPh+8pXaIUcwvxwo4KRRzw2fLGWQtVsv8HoMgxkN9AVoPeLwlgWgHF5VH7WAGqcMIOSy+VjzWdlknntHv2Qti7chtoqDIxcU2xNHf9olYkuBxMqttiWfTklQD3ZbED23ianlJJttGxzyj2RD5Ps7tTA1J/a2Bje221XbLUcu16vlcq6MT+ds/Tvhc3dzzgcmDLkn+nJ6/icTQYrVWWq54m+V9Mt5nZ2IgcZwzn5GgBgSp6x1CHNVONDFTBKYITBGYIjBF4L8xAtO74X/jUZ/W/MMi4If4vbEa1pfUAB5I05wN0Eyzeqb5cqHVYq3T01Meaq91e/+gx3ePenz/Qe8+ftD920cSRHc6u7jU+ngt/48mqS42/TjdSfEYb56JoiRSEiIRUol/UFVIqkqvbgZitH7cy468ht8wg/cmhjdImU1Hyw4hvgFk6j8Hg3ZsmlrQoYhKCUI/R2Ktha0KoR7+YgV2VNwP2IiMhGx9aGHXoekJAhd0iakMzwGqChlFA9X+lZI79u3nnNdmmac3zAdYUFe8wAV62LB5nV5v9kbLn6YTA7H+ALpDyL1BtK7jU/qkFEYlTgOQCpBWAanS6MV0tiH5h2/ZhDF39jx4EkHGN2unqKI29wLu+TW8GPSdggN/R2OyfbT/I9nA2peB/00Uex77GvZ2Xuv9d8r2nv0obrwaThvMEhjOi8y5Bxe1eXF+mPqcKXJUXXoDJm4OsI5i9CCRUkLLBeylIw55qPTU4wP4U7SK1eCRhS9BSU7krRqQc6NMgiKbMn+MjwFU2KWmdLFUz0VjX/KB9l4O56HFf3OsBdm45PCDCPk67vl9P4aHBpMWC4NgT61lFImvfDgrjzCw9FC6WId8ffiGZuo1M78JgUAn94DsSpG5lo9rxKuVEz7Gdvuktm0AMfU3m+Dj/kQSJ6Pb+T7FHF5zmafCcgVrJDW47qTP07ZR4KkpiR/uSFU91xHvd2fn17q6udUNiZ/7h0ddXd/o9OxKq/WplosjpXoppZnqWGGCZwparsNvM32770SCnvVTT5GU4nbtntKc6ikCUwSmCEwRmCLwXxSB9F+01n/+UqcV/E0jUC6j4SG09WOlHzhBCr7mebQkgtJ8odnySOvTU12+cRLord5/fK+ffvpZHz990vsPH/Tw8FYXlzz4Hh9rvljEJp7n59ire8MfD/c8OKcqqQLehFQkIKpKqqrQ9DN8UaO52wfo3/TCLz1H78pebM4ud/HNJ28kBrRsoDpvLkiEdCCzICP2NqyPKDjKoArEXHr9lYiTjFAqc1ozhzE4Nj9mI85xQJmAUmT097zbtA6KbQ846Ogb2bafo+8Lgm1Pmb1WkjFOhrUkwTKbq441B0KRinbowvrEcJ8Y56bjYfotdGzNBLzujE8eHxRezD3YGmwkM1GZ6TE4MKZ913PyfOjz/tfbHmXQ6zkgLvYT182yhNLRaxUZ9fM2ou8rNjfG9436m2j97lV/1X9b9P1FKTj0CI7PPa7JxomATSv/1s1m86TNlw0wLfhiWfy+C0kDaPwejhMGjMtOxpA4yD5nOedMMB4lx8Flnr7FQYZzG9gNWi57PTjsNSBj09S+2XYAf8MGwz3O8DdfBuqlGW5LiX+F29fYp+HhBuxBCZd6A6+NPlDuGzs9BlN66Z54Hvse1yHBMR+yiI293CNGVVFHlX1z4l4Sa7Y+43e8+4i3xXtZDOubHVO2IJP8aUn4NIDjxzHb+BiSwGm22923fhzvjvtTxqZ5J+8zxouvXhkJIHzhtq0N1ZPPF5I/XzYbbX1vy4kPR+ZaHZ/o/OJK/q286/u3uuE98PrNnU4vLnVEAmi2XGk+m5HemUlpLsEZmaNlIBiVuuc9P2xP4PpSBKW2aM+5NWGKwBSBKQJTBKYI/K0i8Cc4M73z/QlBnUz+N0ZguJRGD58JGZ9YSn5oTRIPrgnMZst4qL04v9L17Z0eHj/o08//0geSQP5toHsefksCaL1LAPF8zWN1p5bNDIUAV6QwAFkfJ4IKKjGL/IzvKnsjb2WjCPXveeFn8XZXC79f8yXja4ffLZuWzCazZUOX4Z0MMc30dQQDtYiHNxqqsGR7QeFDYLqH41JZXokYVXQYEMtMQMau7WUsC75jEqaW5Y6n0aFnGirfiGmKJFMov1LlGGlbhvBIVVIFBuWOzVLDp+wtGy9jC984FvgkA8XUAxLFtor/5kL0atXFolhFURZLldcYwLa7h4FljiqayX4mJEZIXql6m47PDq+o/T4R67KzMTjjsyeLRkxVuH2Np/vGfzz3J6y28nE35CNfIkjIMyeI0XB9Nu1WGxIDmy+mT/pCEsibe2PDJt9t0w06/iZJwOdxbP7LMcQktql7uxxYlQOKjJ5xKau0HPT6uU/85LDr5AQwD8LWYIDBaXfleU3YGPpUyae1EYxGL6sxV9iCujnqDRbTDKO2AUgIf61CL66pZ3qObcz1TB4yT27s+voG90WNUQJIHPv+0Of6CeoKnq7M9eQ/74rjwr2m0K22JHlajm20I+mzUbPdcKyhDaCvRd5xn7KN8M1mDUybYBo7WU/bVk9fGm1+2eqJ5E/TVar9Hrha64wPOpz0ubq505vbW11c3+j87ELr41MtVsfye2Wdkuo0vIfW2r8I4K4x5ndCGMufw8d+sOM+1KYyRWCKwBSBv3EEJtemCPzoCEzvfj86opO9KQL14cNlfIIeWyguNx5m88BDEw+2y8VSq/Wxrvi08+7tg/wnYR8+fdSnnz7p8fGd7u7udHl1pRM+JV3OF0qpjhi3PPBHkoJNu7yx6UJcKsuiHVWR/dC6emHt9Zle6nlgSGOD6VZBjKfyhqJjo9UabDBMM5s5fxMoW8a6Tb3Ew3WH1WKMmv0N9ajQXbHRc0lO0IznH5QxuospOxjztsC07HHsXBf7rJiXMZa7/zXEHAcdDMB3pmA4fL9Jq9Cp7I8BLxS8Pq+3IfHTNi2br0ZdW+a3iteg3v+9JXrcgPxqYQ7P03kBrNPzdfiW1XImdb1ntoJ3cdpCVQlWf/VrNydro4gDYdfDjWzfg3u92o19vfs7pH/cwndM8gdV/iQfOd3E2fAt5zLnT+Zcyl2rpk8IxbdvIpnQcKgaNSRoGq7f7GNlfSPs+mgC2nJfnHW06cvmLTd95kA6WC6aHsscOX6jhvm4XjLzZ8bbN2HDQ4y9qVjcrln6fI6rnOOHk+z0CmMfCydfgwNUxdhEnTze0Fde9FnveS+r2Yk8i7ETjBnW5nUVkbVeQegUDRFTr3FAkRIDdDLHpiFm/iaXEz9GQ/wCJG82JHy2JH+2Tgr1dOtYc2/yWDHe9otNEW2A6Rbb/n2fL780JAa3+kwS6MumwZNa8/mRjs8udPXmVre8x93eveXDkAddvrnS+vRMsyXvc7M5iR9btdemNXcnHcDSEMSs0frVKsW3h35VbVKYIvB3isDkyxSBKQJTBH5oBIZ31h9qdDI2ReC/OQK1F08SKC4uHvTdlGkIohVVS53SPB5210en8fB7f/+o9+/f6/3Hn/Tx07/0+O697m7vdXl5qfXJWrNIACUeonnI5gG7ZfPVAW90sqU8eHt3bFlHm70Rs1gIcalc/R544BiHNkYzHHbggwXuf46+y907WMcNr6cjIdGxuXAipG2yvKFonRBis9Kx9gzvpMhu3R7IJizIjtLy3ijaxf8qeFFXGg5JhzMdcWxJsmTQekMLMnPE/Gxuu+Az+50cyRjrO9aZIBv6ra9hsSR+EpvIWZVkxLe5UiXhYWfb8svKBjy6oq/C+6qiNjS8WCxlaL2gxM0yqxjmO8tYu4iBN+KBaFujn9OKQ7DM/5kYzzPmPSfnhL0SPu9iDu8uw+qG+QHP24P8+6kt/J3x/Sv5bZqjY8/AiEDcx8whGArxzwO8Eefc8fUb1wa8T6uiGkeOs7a0XFuSGVPGtxxWA2mc954fnn4BT+0xezDSeiR/Gu4JTSQtWsW3VrhvYGyvOnI5Ycv2MmMVznmeLvxKXFcelKKippg9QFZYCJnXF4wr2zH9BrDn5BDkhRJmd4ZZWfS/pveaLJSfVY5XAPnBmOFYEaPGIJnTkthpSfA0JHsiju1WDfc8850petnw9cd90cdWxM7H2WE0tSxju0PQNh1J607bLdiArbBnL2aaz1danZzp/OyN/APP/i28m1s+5HhzrdPTSx2t1prPliR/0B8WwBr8fgkZlUzux1EDLzr9LvwSaZf8wXYc8ZG5vzU7OTdFYIrAFIEpAlMEflwE/C7446xNlqYITBHYRyCSQLXEQ6wvtBQPnIVDiB48fbPkJNBMK5JA5+cXenN9q/uHe73jk1F/A+jh8UG3/hYQD8hn52c6Xq+1XCyU6pkSm3/xin0I+4/MQznEz+YFtOmmhBTal6qnf5DYKnsC7XdErxi0c69h51s/JoyJfURh2EcE37HxiD8FYyPiZExmk9GSjOmY2BuPDtte94G5YiLcYnsQNGaJeFWqqiqaUhXDPFcm8dNh07bNm3q+mBsfGjaaGXTwmU1Qxp8OXzrG7I14Yn33q8KzhA91oq5HqDhbcLFKlZJ4xf9mBu1LhT5FojJfVRVW+k5sugytoBGEiJIDHKJS7f3NBIHlKLOeDJPdLko/pPY6xnhhlE6WI4iXpWB2Sp3y4JP9Ao5742MBnzkuKMSyvdTdsIn5zRFw/J5jbKQcH2ofrHGHeQaW45Q5HDQsKxdHcIfH1CLOPx9Xjtx4XFYjDFDop8+ahqccIOx6TNMnfzYkMppAw7hWmWtU/Vi8jXPK1HYKyhyDjrDniyhxLbm/6Jba7QP0PoeM+w83qmC/WWGKq7pXqXpaSEQKm6VVatQL49pg4RRFDHedjs8YViwq5kLNlYHA8cq+XvqY+XeZ/M2ezWajzdMeDW1/o6ojhtb3cEPEZlbVcowCqpQcN3zP2PQ9c/PU6GnTYK/VlsRM1kzzxbFOzi91+eYuvulz9/BeN/cPurq+1unZAspo2wAAEABJREFUhfznXvMZ72mxQD17EZ00Epk3ehFTqK37xneR0eDv0p+UpghMEZgiMEVgisB/VgSmd8L/rOM5rebfGIHkh9cefh41ROWLbNzHE/OBlzze0k5K86T5cq6j9bEuz650zQPyw+Oj3n/8pI8ff9KHD+9JCr3X7c2dzi4uIxE0Wyylikdw9gCZjQhF4qFcPKQLuZiM5302QxL5jdinoKp4VdQG5O9SKvypKiqvgcXEmghQZoPhZExD0qUkZLLaIQnEAlFlqzeszOO/saLopqLstDDQASd+OhIgYTu+ddSq9cYmUOZs7EPM3RFX5vT8zJ7Bzl7PJK+j579GvJESxyqlWntUiDgnOH7CRkquK/nlmqaUKvQB/TBC4K1YQPaFuJkEqPBUPgEsRvmg5BhFzdqz10O8M7ygB4q/p/HahNiJNUBflipE0c9YCt6HiCrLibcciZ9WHcch42PG5xwUbSiK/1Hl37MYYvl84opjY3DO+fgkTkyjnH/PlV9vZ841Hysn75r41s5WJXFTaCRy/GPB0UdSYvz7QZHgaXv95oCWc6JR5jqWz92Y3msw3OAKSANfaN6dWaXNBWLFHbzG8doGrVCgQQn2efW6PKwVVcIoYiheofvsnPWVT9e+EOd949vcMAu3B3kKtw15rXGdECOuH/+Gj7HZEmOSP9vtk5wM2tLebhu1w594ySkWYifJdhKGjdq0QkjJHNP41iTjtmR9nkgC/bLJ4rZJz0z1cqWTtRNA97q5ecsHHO90e/s2EkKnpxdarU+U5nNFrD2Jfd2B9y7mUMKP6HNjhHrE/yr7moFfHTQpTBGYIjBFYIrAFIH/qAhM74b/UYdzWsy/OwK7CyrBAT+b1jU1QFIeoPt676t7/Ow704xPQVertc6vLnV7d6vHt496954E0KdP0I96ePdeN3d3OncC6PhE8/lCYkPmTQTP9iXJI17Iqqri4duIR3/4roeg6PyQ4o3BHuZ+r9nqtYEY9IYus7gOZCdf2FUcJoFC6WB0fGGG9R8Ix42YrIothitHJrNpHJI/th/wXKABLRvS1pSkQ8uGLUOtn73hxLcgngPeJFAObbCvV4MCa0Ah4XNdJ9X1TPPZHEDrmWraKVXsj8Jxu6yofOCHo4kpNGSgqN1pttv09nNo3wWrinGmLEmZKrM5bLy2ppPX5nb2mgwr/h7YzzF6G4m5d+hlhVSF0D+s05tM3FOmajhWmQSdffNxKjzro8/ToFTGT/XviwBxjLiXqtioqv0pxeFJtNXDhyn5QOobL5TiGGIzk1TIXE9NJHRI/JDk2fRoTP2nSP3/IjbobDYkKgz3DePM5y2Hu1WDvRznaI4ZXNsbpjUZIc4Q2pwvce0MmshD5IpuChJql70VywqQwVCYb385ur0TRMT246NPBM8iUNowOz3zA7DvmBqD6AXd2ypdg++d4trlptT4eua+1QT8A88NiZ6NIs7tVj4OXf9Nn+zjHjFhPLHMINZi4+GO52MO5C33iIYkUSSMnrALNiSSWuRdV/X/u9epTs/f6PLqXtc3D7q7faur63s+wLjR+pTEz9GxZssjpTQHTCBDnB2HKNG1EySBaugYNF8Ux2xA2EzUxfYL3UkwRWCKwBSBKQJTBP7LIjC9I/6XHfBpuX9+BA4uKj+EMmVtkATSDgh4JBXwxinFA3DNQ7AfhGdKJIJm85X8yej5+QUPzTe6fXhLEuiDHj+QDAJvSQbd3fmHM290cnYRv50wmy1VYaurkho2Gjwuq+FhPA9QYuLqEBXtHfouyGHhoT8EpgVdv1GwSaZjNoHSp6FPL1/WeCndS+xhaVXFSu6U2Zh4Y5FHfIus6zo+7M/KpsAbKqOMd83aTA4wlnXsb/CIQR2ztU4s2C6bpUj27GjDBrPlU3HAhiqjE7otozwvwAl1Hn8wl5RStZeY7eGQ7zskq1VUqU4kAkn8zAvqea1ZXdPvs6hEVsyf8bdA+1eCBRQNQFIKyyxMqT1/xRGLFuvHecxikTV5fU62Zdaf+7aIVOj+5ZWdA16zj7/XzTFoYtOaldlwOhEEt/MQ7Z2XY34nnJjvjECK8+g7laXks+51bQ5fnEJxbtFofAxJ5Gw4x+JbP/BO9pjfRBKIxBCy4En8NM0T12AvI/FjufUz45s++ZO5/jpsFw98wo/RnwnhouVFS5xTdsy9XzuHShA8cAyPAmUgDPYGfsTmMhhJKVbhFN6dq5ZaZj2DIFKYh6Lh+lR5Wa9w47raNWIIxh2CiLOTpH18HKstCR/TzXarzXZDEmgT97TMmLKADls9fE8LudvarwInMteeY761HZI+T5sv+uXLFz19ecJeVlXNtDha6/T0SjfXD7q/f6u7h3e6vX9PMqgkf5ZHJ0r+ACO+JmvPDaY/KJlWjxpa04z0kOkeIfbwRGXsu8JvpCPJxE4RmCIwRWCKwBSB/+4ITO+L/4TjP/n4j4vAwYXlB9KAxN7ej7ugFnt6kOCTYuOUZkFTmtMEs5lmq7VWp6c6v7zWze2D3r7/oPcfPurDTz/r40//o7cfPvBg/aDLNzc6Pj3n09SVqtmCR+SklqSPkXPFZqNS5x2/KmIJKAN7QGn4cZ+0hsYQLWGlyNguZB7GA9aGd79tFuvUlhvuQx+PYmPGZqtXYyYdQF99eURBWKTqsOOEUIsPpg2bSdOWdsfGhTKyVsZqN5t4WQbpoNizhwz1EmXbGfsvkRX2STjEt04Y0LLhtB4mJA6jqqgwvC+oRaNDwSiK1jMqoirZX6Z0FFU2pB5SSamiFD2ZiJeVIRoMmx9hUCuirPIFoC5WL2ao6KhcQW3T+obCgaxMLLu2hbJeNnpuK6hCRuVhO9jMD4GdGPDMYDmmHXHK6li3Y57xM5JU0OE4yGugfxieB2aivy0Ccb9KcYx3AzuOPw3HNMLs87BHyHwmj2KP6r4w1qMz/XHcSEo4cVOwVSaB44SCkXOjnJ3oaXcJn0haOCk0fCsI3rIGOw364ryW5+e8jkuQmVN/xsPuSoIL+LqC8TIFj5jiVUCwM3BuFWB40C+Cg9r6zzFWcF9pYwfmeRvRvjDPvtFzHkDsCAyFRjkALJnABm9Zjr5xjIcYtcTXf+7VbBo1W+B220SyJnP9MJBVY6ufLsKJpFBp71LHBwo+Lh7baIstJ4FM4/7L/bBKtebLI62Ped+6eBMJoOubR93dPurNzb3Oz6+1Xp9rsVwp8YGFkq0bTG7idg3P/Kwq6hztInMt3k8KJL+nyuNKx1RPEZgiMEVgisAUgf+MCPyJq5jeNv/E4E6m/7sj4IvrEInnVCSUEpm6J0l1PVPNk2wtqB+A04zn4rn8jZ7V0bHWp6e6vHqjN3f3enj7Xu/efwQfSAh91N3bR5JDtzq7uNLR+kT+Sr3quXI14zE59d8ESjzLGxXyinntxBiWAQqdo+JNARtvRrtmx0Epj+Uw6JlHp+rYbgGogBMMFWO8sej6jUvR7xjToQuhjD0IvkM4AFY7zbAWJrznbKkyGx//qVKD/UxSpqGd245NTafwCjsUaWSj8CzSHYb6l3nbBAJDwsG82NR0PTJztSRDYrMDnz2n1xlmsGvKhjIzZ4EFKhoxR2mXGn10zWc0WjZimXV4bV5XZ9sGc2d8ikVZGdgURI5v0KHKiAZ+N6DjvPOILrzy8YlYU1F67QwFFDFXrMtJoAbPoG1DTKHuw1V0XTw6YbtAcAXuGyHUqOK8Nh317YwxMfEMl1mzkCNBsdQ4roJOfuENS+84t+EcNxIBLRvaBr5hfMaWoTDoEb8PmPmDFn7fvH+HURypZ24Qe86NOAf64+MYGxyMXwm1x6Lic5mgNiRtGh+vHUgCcX5ljl/mWAbgG3gnMeLbPkPSZ0gCNYyhP/vcxKb9DVScj9Uz1189ilYyrIt/EK8FUzjKeUdBRBl0TCslX7NGnJA6fFk+4LAHDzz+mdBN5rHfZl8Cv+jPjC6+lfO9wcnSbgk9iDg4MUPirI/Tttmo3W5I0my08Td1iFfjbwAR1w7kOIYY96Q4kFhPrA0q38B9PeNyVsUc0obj8/TU6Olpq89fNvr8+YuemKvlnpXSTEdHa52T8PH/7OVkz93de5I/bxV/8nV2zXvTmZbLtdJ8KSkFOFJw1Ik2NoqcLn91FcKBiLpUuZC+rqEGpC/YgHM9BqKpTBGYIjBF4B8ZgcnpKQJ/VgT8Pvln2Z7sThGYIvBKBBKPvC4B1WgYEAvMOhEErYP6EqXBw3GaLeIB+uj0TOdX1+VHot++0/tP/wI/6/3HT3okMXRz/6iLqxuSRufy1/Cr2UJdVfPJbQUk9sdsJypkldjNqPLDd8U8VWUnAJTCc79kWaCwshxVBdicJCDAxrDDKtYVYKMny+mvDKQxBeOqqtLzPVLGKfY0Cmj/8nRWrpjYMB+9zJeZIzPAGxBviFo2KEEtZ1Pi7QJm7QVgvdiIsVFV1AYk5D3PUlDGdRjm6ALo0LS8w2AmydRhv2Pujrk6dDyXxOIGW6yRUXJIPNRjo72rKslBoO2x2Xax07Ixa2wbuw3r6ZirdR+GMv1MyQgKRikwFAuLETeYMxqyN4mJDYS0M2BatHzID/qZQ4Es+yLm72hnfGhIApkKXwQv5JjFymEp9mzf3L4vMaslxl5qH+2V4TPHMG85PrBetxQTdfthcNky1DwiO17EpYGab0komGZSnxkbqMUIXIB+uxT9w/rbI/6uvV71H8dgYVjl0B4iJJ93Q+eY+kAHXI07et6H04imGcMNZuC8E8fNrbDvOQIkOXyM+0SHzCO3L9Yfz2Q+UOkrh51ebkYJxOUak40r/OibTDF400sKwUIxHtdwJZkapbvU0a4K//pEfV8htmmUFrXdALFGHInzOmhHaPp4kEjLTRNtJ8sy8WlpO/HTOOnjP50jCdQEGrXu9zXCdZ2xJV9LTOprVL4pMG2sxTTuYcV/33vabSaR1Ojpy1ZfPj/p8y9PckIIU0p84LA6PtHZ+ZWu39zpLn7o+a38Q89vbm51gXy1OtVsdqSUFlif7ZHM4wHzJ0AHMW+BOVCDZ6WISl26klhGoLSneorAf0QEpkVMEZgiMEXgT4mA3zP/FMOT0SkCUwS+HoHyuCr5ebeghjfosSAeZRMGQD1TzQP2fLbUcrGKr8/720A3d2/jR6E/+H8I+/gvEkA/x+8D3d4/6OLNdfxJ2OJoxSRzHvNr75lAF/v42HL5AT+QVFUVc/UwkStgeRBXUjSpKDTUvzrsZ3Vs3gpsvYBRqvyPzVDNoATqimEGxCVHQqEfjyXMaP/0L0aDVKD+FdbZ+HtjktnItCRNmqBsHEzdh6wzxSb7qBjZYc2A0LYTh7B/wkdpLNfBK2za7g50m4dE8dBgqFLfgIQPUIVt4ZV4IegglEwcGuy07Kj8JxVbNmtPfGIf/LZl89Zw/FpyMB3hYVApjCQ4FMU5Qx08YmawzYx2mY0ByFLf3qmFY9Y30HEbXzIHojPFn0wsy+YRa8Q37DuDbogAABAASURBVNKPOQ86gIcPgmFDN7R31ErYYee6ExUfFd4VIb6Y2TnqRkEmqWiuw0Z2MqAjLsTLfOtNsf0O5zyRNcErdpBGGWlF+59b/ciV2BbHmyPiuhwZy4hOT+D2xfE1QrJjFKe7r6lKGi4Hxas/vi/4EFB5kh5WDdCO825Pk9tou4xmdfM3oCq6NuD7b1DJRLtzqai4ZnaTApQo6HLvHtUx2h0RAFQZxOkKU4q7AgQlpqRhKiuB7PO4eVImidNuvqgd6NOT2qeNtqDdNHKypyXZ07ab4CPZs9kqKMmeptnK10Tn64Rj6eOIKzjhgNKiUY4vfDiAI/icgXO+222nJ+4/T04Abdrdf+1eVQstj9a8z1zq9PxaF/FDz4/x37xf3d7r8uoO+ZXWx5darNaaLY5Uz+a8z80JDXN4LhBRS8gEeJ+TanwzTNCDjGtCjGRfEoLSv5f953DTSqYITBGYIjBFYIrAj4/A9L7542M6WZwi8F0R8IPrS8U6RPuN83CJQusZz8YzzXmI9sP0kodq/xe6l5fXurq9i98C8v8S9vbxnR4e3+v+/q0ur+90cclD+OkpD+HHms2Xqv2QXXkebPLwzHM+W+Uq5i1bAjYCbnnTRmdV0UeRqWAohcBQrHqIDnu2BOhPgUpVNUCqpIDQNDzClCwSpLRir2ItxqUKX0FliNGYJlfCXimTEAEkKOLTb5IVDWjZQPlPqVo2b9az3azhxXjbwK56JFVEopdLtKoehXddoHh1+O1EUNhnjp3tFN195W8dFTZjzSWoRQ4KlGVgyUvGIo52rMMJIK/BP9i6ZSO35RP9SAKxmWvZxHWsLzMno7BA6edkL6X9eTNYzigAbBf9Iu+HsGa6KdEuXbTYDto+MczMZX+c/GmYv3GbjWCLn7n/05tQZexAY0FYSTvrNF4pePVMWn21XdnBEZKDae1UVoWrnC4d50KrTDKoswCJVQ6A/os2MsdO4S8NUwsCB9oHDU9RkJVhXuJA/d/acKx/Db/VwcFejHPYgnlWVc/aNIsqJwz8Yekc+R45aPR3rjOVAYkTrKPfHYZlmbbpb0RXvPGo7Oo56KbIp1Jm3oJByWc48MkZQB6UEVBqBNQUmL502DL6JsTdifPZtwQnZw0yveg1yiRvOpJAkczxt3hI+jSbJzUkgwLRbmg3JIq22ulZl/tGCzonkrhv+LpQJMs6pUig4gdrEuD09RLxRtAKJHXEpuEad/Lny1OrL09Zvzx12uYkzY40Pz4j+XOj86u3JH0+6O7+g+4ff+K96B3Jn4dI/qyOTzVbLpRmvO8kEjyaqU7EDD71EFRKquvE/ACaAjOkKeB+GNUpRXpIqS4i2gyayhSBKQJTBKYITBGYIvAbIsC77W/QnlSnCEwR+MEReO0SrNlQepqhz9SwDPBwLB6DEw+/s+VSq/Va5+cXPITf6+3bd3r37pM+xbeCPunDx48kg97p5uZeZ+eXWp2caMEnsVUimVTxkI85P/xHsoQkQabtT307NiTmIUgqCd0KqIJXxZbBFDF8VVWqqgIYhANvnytJgP6gjGQaNhcl4SHaBfrqK3k8vQlEwZxszzQErjKblo64ZT7thidREX8SweKcwCjfZkHuyWNOD66UiGHyzgt7VVVp+Aej8qqCVAgMQY3CJ/YklajkV0eV6e+AjN4ek1Aq1ND3XIb8qlztkOEG+Hh0JFla/G9YSxvJF9YG3yDfJYG8HnQY+qLYVsTWOrHmDh0DQqn6gKaeIiol9IkVdnPuFIke5vWfgLRNK/vTNFn2L/rRI/Bl7K/WxatSozye2/wLEKOIF9QxBQkwUgQ0iOLI4yeb2+IPPLKdW7HACl0Dkgz453ZD3vfFHOgcUM/UY7eAHcPAUiwxrJlx4hBI6aTgITxDvsbTpR8B2/8Rdg5sECuH1dgfh0GDzoEdTjefUwM4F61hDGrmjWh7TA/LXmJ/XFIcH0aFPivlHIioRtsVfVES9QgkNzJASClyrk6W4hoRnOsB1ii851b0hqwq0qH2fWaHEOavXBr4xrUlYrEDvpdzhfPXCRuSP62ve5I5udkcJneQRbKn3XI9DmjUkPAxPM7IjM/cL4RtxRnHvOHXQC1lPvwocwtO8ntAw7m7baWnbadfNhkqbduK/oXq2YlWx5c6u7jR5fWjrm/e8/7zUTd3H3X95h1JoTutT99ouT7XfLbSfL5QqmcigwNmquvUw3yBiGo9gttGyDjRTKUa7w2hCTuVKQJTBKYITBGYIjBF4DdHIP3mEdOAKQJTBH5wBL51GY77Bt40KaW5ZrOFFkfHOj0919X1je4e3urth/f6+NNPgffvP+rd4ztd03dxcanj4xP5R6LrumY7kJS7iof9Th37gdwDMlpfJZHIGGPXH3J8qZIqNtOBqkK12o0p39yp5H/yi8GdNyNMmJnQYEdBTwX25bBlORJsJyDDogHY6gKZtWQSEyVJ0bKJaklYeAPUsgnqmK8rk0mJkiosVKpo2HdBFbYrSYb6V8/TV1VJFUhVrQqqsJEk+nTw8hiAvKoqutFhEwOjgCrtXwSFBhraw/0VUgp+e1PZkoRpWE/Lpq4BQVmj1y42a5kjivaLwraYnme94TdzDLT3p+giDyv2JhibDxsNO8OIK75siOkW2oKt5fZtAG33NegE8K8BFGz5KPRgwg5hnBINshF87HZgnblHQzyMSEyhHxQboYsvG3zYbFttvYE2v2nYGHNOwDexQc6jNnLsNgZJrWxg3+clrrHmriBkxAJhZi5HM+jQtgy0oDOwY/4AvSzGwQdF9zVKkFx+HcUlfBSwV6aHQOW7CkvBxn7sfpDPg9+C/cjgyukd7K7qJ/P/UGfs5M+Z18ais/MGOy/Gj8fQv1sU414WWxqk5gtK3cv7RuqvkRRi6uEy4arl9JDhrsPjaQkxxY9shaBu+1iVRuYcIMtqIWhht/FtHv9ZV3zLh2u92TbIN8okfPy/eWW3d3L3GYzl/OcGyKQEwfN58biKoBT7DJg52gNFWy36vmb9I8+/PG30+fNGX7402nINd6xxvlxpdXqhc5I+N7dvdXf/iQ8W3uv65lEXVw9an11peXTG+8taSgswZxST1wAOAfXAz5jfGNovaY12nRLDwCjxw0B69rW5CVMEpghMEZgiMEVgisD3R8DvrN+vPWlOEZgi8BdFoJY0TOXL1HB7oOZBZs8AxINySjMtl0ut1yc6O7vQ9fWdHt4+6sOnn/Xp53/pp3/9jz799LPeP37Q7d2Drq7e6Bhd/1mYUi327AFyKbGZ6ZSkKpEygbL58SahI2GU4TO0g3Yqry74SqqAAONk3pA/NRZJpg5bHbZB7oQEUFBXr0ersGaAZ4a8LB7zTOpEiDffLRuqzEYos6lvDXjLjI5F5s5zl8FhhrmTKhFCr1iwihfyoK7gQ8e0ShLKCb6qkqqqQsOAZHBQEq2CqqpUMYNrGJXX3pdoo6MArQpQYl1swjLr2LLp8wawhXcSqLOcWIaVF3PL2z8sUNwHKDR6w0HwjbXI8LxCSMn4ad1MOzMic+Ra5nE8G2LYMP+QcGlIZjQkVzbIjAafAhyHFrnHdYyJdRB7WM4BfOsMzgVkmQyQ0XStBuSQd2oYsEPI2Oju9DL6gLntk5M/2+22/M9HT402bGS3m422XwqevKH1n9UNIEm09e+aGPi6BS2ylkRRi6xlbSUplNXGehp1yAzHog39TqYe29BuGLej5gdEH76F/VbFPhS5x49hW619+DWQ3Gp3eG4rK3zH399DG9ZrOEHxY8Fxj3NqRDnJmA6BT4q+E/LNwphdP+dmBqMTC1u7Xhif1BXXA5RzWjuIF9cA5zuMDsTSIIWrwFDQ3zUTNgc5U7IITmV1+DKGuH6sVVx2DdCVgQX7nrlXZc6F7PODRE/TOOGzkZNAbfy+z1a+9rN5gyRQ5/MD2vq+ADrsdcwtbAm7ntNI9tdwowceBEfEQ7PhOtuSOH3C3pcvW/0vCaDPvoa2nZo8Uz0/1vHJpc4u73V1+6i7tx90ff9BN7fvdfnmng8hbrRYnWq+WKueLZVqEjwGH1TQ0ICUar0OVJIxp9+oif8A5HibkBilhWAqUwSmCEwRmCIwRWCKwG+OQPrNI6YBf10Eppn+ayPg/bhUs34DEuXl5To8xLs7McjfCFqv13wie8mns9d66wTQx0/6+V8/g3/p00//0rsPH/Tg/yns8lqr4xMe2I9UVbPYM3jf0OayUepUqKCdEz4dWwrQGTJf+ru+X6ZAlf2sJPPiZZYNUDbYHXmD0sEX0I9elSpVNagqBAbkeen2ggp+0Cp2O5WEgeREQ2aets2sqSWBQMKAjVVLkqBlgcM3gnLO4QUDYgPkWGZ80Q7ixSw7n+CjDzHF+yzP5XlaNtmN7bMJa5mrYWNWsFWhDRRfQt6WhAGbvC2brR36sW34nfG9B35mJvNcnXnWFm1kpmh50Xjkkl31GPyt1LHpEjGW2LBynoh1dB28NFo7jSj98bOex+zGVvQmYsYYpvEPVje5k/1tOSk6eKOFGpkNZcNxyvhMeAT5Bjh+jNvr5D7hktUh3AFDOx4fOsYcII5By6a5JQm01YZk0Oapp/ANGLf9TSHLxtg4YRPHsJU35C3zt8xrPjOf19xEf+6PKfOx0JCxgW7woYBjzzHeGJ7XgG/Q2bDJD33PZYQ929ljw7myeUUe416V488G4GsD7G+LXkFHPJ8Bn9sDtCqJp7bo0teBFlsRA8fhdyAzZg+fO5nz4CV8IqJKXwcLiHXegVOP400HBijwlL7JSUa3S+a81qvQV14+p0fgPicDG7ZlCF79K3H99CzE1wmkn96+c2kW/4lZw/EL9MnGFhrJOo5JJq7WzwzvF8GiKBbaHusW1E0FY8UBnteQMtedhn4bGxB+Fh3bt7kC4sp1abuY5zhnNdxvfE46ufwU9yMff+bi+q/nCy2OTnRyeqGziysSPXe6ur7V1Rvo1Z0uL67lP/Varc81W65Vz1ZKaaFUzzAwFwzUxb6MYdlz1AgMyEH5tXEHylNjisAUgSkCUwSmCPyzI/AXeO931r9gmmmKKQJTBL4dAV+KA4omz98qqKEGz9MW7B7uE4rDA3NCp2A2W+jo6IgH8/NdIuj29kHvHj/oPcmfx3ckgN69778FdBPfFvI3gRZHK/nbQHU9VyIhxGxsLRL7h0rsGQLeNHSqmDfRB+1Ef0HXb5wU/fSROMmG3N+h36HbBS01HS4kGRJ6AZJAXuIAdx+A+eL3Sw+ENDosBrJadjreOHbsclqDDXnrxA9og8/q2PQ4aRF6eKQAdg6K1zAS4GNpIUe/AzGeeVvsNWzsvIHestHbsvkLat5gw+8/SRrDG/Ntbth0F7jdkAQy7GfXtYqkD/ZNM2vJ8Jn1dew0IcUdYmIm/IHxHlDDMRDHqUo0B9j3iuOgApQb2wU201nXY1MtgRRgLNRtxYGpFDTiYVup2FJv0xS7LRQ32aSO5MhelgrRANge67IqAAAQAElEQVQozInvMU/MSbunlWo8BKlShV8FM/iZajaec87f2WIu0wSfZjVmRpgl2jNFX4W8h6CG1yxZp5L5lNCdzVTP5kpglmrNdnQGP0OOLM01Y75ZjU2jQh/MKnRqdID5xDzF7mAffX0NSRJI34D70doVYu8xOeSMC0pvrqh6hA5NilkOvwwfSNNMAsOAIO9IhP1+tCQ7jK6RfE2+RHEiM3GBmHMP+yRO9jyA604GbctLv214bdo3ER2WEovDuBSZIkbm9+NfG1tk1jNodYCC67G24mNWXFPcDxqDe04DyrfjGmKZR7qdYgxem2KKlSGjLTiZcl+t6Eic9ZzycIelhMGOGId9Yl1xfDmQPp5Gy33QxyDjNCyJ0qyNv+kDtvED79jhHJ8vjnRyckrS541ueP+440ODh/u3ugVXV7flR55J/Cz8I89pqTrNmDyJUxlaAxfa+GDuEIN8TK0xbg+85ROmCEwRmCLw3xOBaaVTBP7sCPgd9s+eY7I/RWCKwG+KgC/LAeOB+4fqui79iYfuxMYzJfcN8JikxKZxxsZ1uVyRDDrhQf6q/FnY46M+fPxJn376WT/9/C99/PQvvXv/Ufc84F++udHx+kz18kgVttkjkFDJZZPCTqJjE1JVzB2o1JmKtipvVdSxWemYPkDVsTvpug45QnQqdCv8GgNxjMW8xBi9+nLHc1gRGfbNxViagxEnS8rcuSR8WIw3PU6uODHUsSlryVBkfGwB7N6EnQqjFTWoyvrsI9aIhzTYz2THOgabtmy0WuZxMsd0yw6rJckTbTaDLYmiPUjw0O7Q76xnHjsOVszBzMwS9XdXdhBlE0PEWj43RrCcKdmk2jozIXCyJnc+jgwOXc6fqpZ2mKkKea0qZNZ1TEwVL0JITLDJMcCkPIcpy/KSdu0sjyvQix0tsaZfr6BCVnl32a8pwUcyBX9MnXiZkZipSYDW9UJOhLo9SzNCUCsxLtDrJ9YTcILI6Nv2KdmvlFgzsyCvgXXnXGt1zDHXfMGmd+CZc0bSKeabLbUw6F8gWywWmoGBzpAVvblmzFtg/jnqvh85886eg7n3dpboGugyd+jSP/gaMXE7zVQb8MkIm/t5Em2vU0oKZHGe5N+MzME/hO10JD8AJwrd5XzAvvV8rezRqCWBOsDJ1IEv11KmH2BkP8btFnnLHHs0XHMNCagA11hpt/I3q56j9HWM7xT6w7igLbLcx6FR5qRuDPvANd+BHOvKrIv5PVfXKb5ZRvK32aFRw32n8T0D33KMy8rMkbGV6cuMVW8rbozclbikOB4ulVQBPQfXHbIMUGDYqD/Th4GOOVvguQ1P4/YWP8o3fzLJoFYN9/C6nmvJ+8YxCZ6ry2td397HBwb3bx91c3OvK94nTs/PdbRea75YqeZ9Rolzpq4lGfBu0/r+wpjvV540pwj8J0dgWtsUgSkCUwT+1AhM77h/angn41ME/mgEfIkag506nrPFBq2uk/ZgY9e3FQ/gQi9pxmbPm8/1+lTn55fxEP/w+I6kz0/gZ338yQmgn/T47qPuHh51dXVNsuhMCzavYmzrTUzTsWnpxN6ErUjCcF1QwbMZYW+BvAqw14jNPsPUsYnpYCj0KSD0q6qCJNWMT/BSpei1YtGirZCWqswQOvRnoNELL6JlK8ULmoMtqP1oSax0LKBl15NBA9/EhitHgst+OqFT5qDGWGffBoQjWMcVTKql6lhfy4aqxXaGdtAOeUaesd2yQeyAqWFZpk1gmMCG7CdwYZ6qYtI+Jv6WSV3VqmsfVyiJgoGfzWmz0fKxT6lSYow8VoxPOngxC23k7hshK0UU7Q7u0qpVz5lrvtDi6Eir42Ow0urkROuTdcHpiU5OzZ/SRn52qtMT+FPA+bU+hQbosxz4TwyPT050hL3l+ljLlbGCYnsFPVrDG/C0V2DZ4wg6xnK1lvtXy2OtjtA32KSGDN0V/dY5Rn6MfOm5SGTODc7noPBL1rc8PtISvdWx7eDTETaDp71YaU7fcnGkxdxY6ohxhr/tYBqYW76ir2CJ7hK9goWWS+NItvMa5vZph7nmJIbGqOkrmKumr55BwRwM/Eu61FjmJM8+STTTwKeELcPnFfYq+CpxDtBOaRbnDKewAmQHuWT0W0BOgXuGdohzH2NxzTVSJDy4r4zpkHSxrPAkIzDkxExJ1nQkboy9vCGBcgDmcFJoi9yJjYKmfMtuA/W38QaQlNmGrJH/NGtL0mlAC/8SW/SMVv52n/+ky7TBTvxJH7b8p1SN7y0gxpuOQRAbA/ubFn/areI3qwbq9W5ZH2My8Wm5n3BbIWBR9okdX+/PwVET13gGpoZ5o5N/9L8SYeE+npmz1ZenrZz4wR2J/gXn7snpud5cvSHhc6f7t+/08Pat7u7u+eDgOr4pulqdaLFYaMZ9yWOkxNjDkg+bU+t3RWAaNEVgisAUgSkCUwT+vAi8fPf+8+aaLE8RmCLwuyMwvlTr3spIxiaNPQMP9+6y3DqAjV3iIT2xqZvPeHBfLtg8n8a3fM6urnjQf+Ah/z0JoA/6+PEnvfv4UQ+P73nof9Sbm1udnl1qtT7Vgg11zUZRVU3iwMmDSv72T+fNRp+AqIKvJLel2Kx4M+AEg6EOIaXb6dFAnZpixoAdFWah1T2Diik2R4WhOwp6YxM0s3dPoOs3hi1BauGzKbuh4N3GVocx+5nt36uISZStC1qUs23DR+IHmkGLvbbvy/QXtGqRh577skSzGBzmIplTwSc24lWdVNe1KlCzKfefM81I0MzZeNWBWjP6KvScBKqwVMKe4MRKCqLhKiHv0Snhi5g/C1c4Tigwd8LufLnUko1gJIDWJ1ofr7UigbMGTuaYDjglwbM+O9Hp6RnniXEOHeB2gf+MJHB8qhNwDIJ6/Hodc6yRDTiFd/9znOLD+uSM5NMpczIPm9XTSDgxD9S8sUa+xqcTbL+OM52hc3F+rguSoleXl7owet7tK/iLywtdXJwHzs4Yc3YRm+DC06bvzDg7R36qC/g9sHlRcGbbAezZ5jk0QH/vg/34OvDBepdQsLNnH3egzzojeI17nJG8O9fJ2jhl/QPG7XPk51qvie/6LOK88vFn078imfY1HNFXcEQy7HUsnEzrMXMC4QBzzRZzLYBpSVrVmnG/2aNWmlVKPk+5RgRVQpaS0hhK5XyWXxWVETcCZU52X3OZKsD1n8l+GJG0cfJlAPLGGNpOyvRwsmeD3HByakj6OKHTkAxyMqmlvyHBk03H8H0HNLlRjKVv42QQSSlTjwk58tb3DpJA4SsrUee1mGHNrLPUNYIE3GeYHyHDd+jkivUndbxP4KKenrL8g+hPT9yXkCnNtFwcc/wvdHl5Lf/J8CMJoHs+FDB/w3vBOefsyglb7hGaYZdZv1a4s3yta5JPEZgiMEVgisAUgSkC/+YIfPtd/N/s3DT9FIEpAuMIjC9XHuqjyzI29Ds+GKoiFxsFsVEakNJSs+VC/pbF6ekFSR4e9u8f9Pj+oz795B+J/h/9/K//0cefftLDw7v4uv/ZxRsdrU9Us4Gr6rmcQOjYhHVsSIKvmKvCH+ZJptG2TOhWAMrmy/uMtoPHO0hs1DI8plwraFVp/LLe0LYuZjCAtAPRUWjsBxmbMJKQl7aUkNEshTEdBro2KzZXbPBa88DfzMk4hwr2rV5R2fdChd1Av7YKWpOYqWczzYz5XIv5gk3sQkeLpY6OgCkxOxqAbLlEHmCjfHSEfqHxjRISL0erpRbLYmN5tGBTVjBfzDRnnoH6E/iqTkrEXF5jSpKMHPF2cDNrjZjR49KpggwQKuhXgHFVPdOMY7uYL+VzY7Vay8kfJwN2IMniZOD69FTr04JTkgXr09M+IXMG3cNJmILTSCKu1msodgfKHMerU5KRaxITexzTvz4A9pnnhKTECefhGfOdrNGHmj87PSG5cQZO2cCek4w508nJyQ7HJyc6PikIOUmrksS50MXFBbjUlZM1JEQvLq5oGxe6OLvC1uUI5/DnOiHhM+AM/uzC8rEePPbOelxAA9izzYuY80Jn0DPmK5T22R5n8INejHH7a8DO4PcZcxRc6KLXt60dLs604+kPfuxD2Cr+lwQZdiKpdKnSZq0kz85GOIcvuNT5+YBznTNuwCk6BWf9OXIC7cGxLefYWqcc19PTtdYhO4EOONN6ZfRtklJrEk+r13B0otXxMVhp6W9yHR1rSXvJ9TaGv+m24NoMcO0F5ZpdGLOlFrsEVK1Uj8A1l1Llq0byNcX1x5VY2ilJBvKkOvhkXQMZF10kfpyI3m43enoCv4AvT/rl8y/65f/Al1/05csX/fLLFz1tnsC2YNtTyzwW/LJ9ku3ED8lzH2ucXOoU3/QhvyVuAWpJeDUwdAlWHUmhlGZKXO/L5bGOjk85Fpecj9e6urrRm+t7XftHnq9vdXlxrdPzK47DmVartWbLhWKsWGdA8n1dr7xy9t3nlY5JNEVgisAUgSkCUwSmCPxbI+B38X+rA9PkUwSmCPz2CKQXV+4gMH0NMyaZqU6JB/ilZouVvCE/ZcPm33O4e3irxw8f9f7jz/oQ8J+FfdAtySH/d/EnJ+dasJmazRdsamr2MUm58jwVdpOqqlYkI7BfAVUJufuqSEh4KxDJF1pOUbBHkUq34gXPHilYyyva0bBigIrsTKdhdIclZKH0rGJsVVWqqmrfEWMZA23ZDHXshiIJZMrGqWWzkunL7jPFdJbH478dC5Q1JdaW6lo1a/Y3cuZsFOeLhZbzpY6WYHUEBauVjkZYEb8jNqO7b0vQPqZ/ZRyvZP6YDe3xasVm60hL+o/YtC6wOWA+n8vwn2vN6hk+VIp49yvF7djkOUosBR5JJtkDrNKxpmBTRbMH65nNZpozTyR/8NGJluP1mU5Ispz42zSRZDmhfULCBro2XQd/bP7keJdkOT6hL4CMjfex4f5j5OZ7HAU9kvvND3D7EEdsUkdwXIjX0ZgSJ7cXi6Vmi7mCzhZKwGsrWGgWbXSgiwVt9JcHmJN0m2NjGXSJrfkzHOpbDzi512MFXWEzKD6uBuDzyjhay7I18gPQtx4DvfXxWuuTFTB9BvftcKr18alOTwzr0YZfG8ht5xRdf7uq6Fiv4Bydc67vAWdOagVICpxdkDA6I+llXEDdfg1noXcW35Qyv9c5OTFvGTZODM6foOYBCbkTzpeTncz9xqmK/IRzxO3XcRzn0TE6xzo6gvoacmID+HraJVdJ8hR+pcV8xfUKlgbHj+M1Dyw0XyxUz+Y7pDTnvJkppRFkPiEDSlJV9XwluMJbxn3C90VrIZRfmXuNvzXkpM3TE4kfEj7/9wuJn8+f9ZkkkPF/n0kAkQT6TBJoDCeFfvnlSe43PqP3f182+gU4mbT1/Qz7Lfc0f9sHoobE9tbfXqLRdpW4KDSf+7o71xnJnTfXd7q/e6d7Ev53/Td+LkgEnZ5e6Gh9ouVygetzXGed3Dwo8BSa1KpdDfhaNmjoKMmaBAAAEABJREFUn+gUgSkCUwSmCEwRmCLwb49A/xb+b/djcmCKwBSBXQS+xYwv2eHRO8VDeM1GZIc6jYwU3s/mLZ/+lg7LykP9bL7QkoSQH/bPLy50fXunx8f3ev/pk37+n/+nT/5G0M8/yz8Ufef/AeYNnwqTFDhi81TVc6lKfMrcsdHIAErmoSWJ4mSDqoqSVKVaMkRCRSQk6EdNRkfbJTYWlTmR3Cl0qKNv3EBg1RdAUDHHoHpAYyJXHf4yR2yIMj5kecNUkkDwOOU/1TKYRsr4DOORCtueAVReV6U6JVCrngPiMWfzOF8stHiG+WJBnAcsg7fOfGEZbRIH88VCczZc88VCC9vZYab5zFiormeq65qYJom51b/CP/wU0XMyq4O6hKjXCULyJ2TQlGolf5OpZt75Qgtvkr2hXq/Z7LPxPjspNDbn8LFRP+6TPWsosP4xukHpe0aPSDwck8w4IrlhfsAx8oEvdMUG/ivwWBImR8aOX6J/1GOlxWIJ5sRtqRlxK2B9aU6Y5sjgQz6Dn2tOYmc5W8jn/w5uA8c6zaxHf4LOvwfozhdKA2q3n42rh7b7Cgb9nQ+MD375Ujfkgy9Lxu+A7tf0h3WwrpmxG3OkGcfb8HFfkDBZkDzxbyc5YRQ4WZNUOicR42RMj7Oekjg62cE6Y4x0RvpnwVtv1E/y6SwSToOMxMSufcbcZzrbJZZK+yTOx8IPfZYV/oRztow54Xy1bExP8Nl+nPncpt/jTk4Zs+6xMuW8hjqBtF4fa7VaaxUUniTT6vhIS1MSj0twxLW7IK4LkqgL6JxjOOd8nC/mmpO0rX3MuGYT15qvOVWVfA3mLnMvauP+s+V+tN02OkBDu9nKvzX0tNnqi/HlSV/AZxJHv5A4+kKi6Iu/FUSff9OnwU7TdmpIBDXw26bTljascq6lCp841sfE8Oz8jd5cPeiO5M/9/aPuQPzI8+W1nADyumezFfeZGSDpL144ToE5LPH+8tXvAx3qTq0pAlMEpghMEZgiMEXg3xeB9O+bepr5qxGYOqYIfDMC48uWB3rr1sjGUCJJgAzqboP9gAkY5Ck2xskbxNURG5xTnV+80e3Ngx4eP+jTh5/008//o3+BT5/+pfcfPunu4a0ur67ZYJ3HBijVbAyYg/3FLvnjjQc5FHIPlVQxF6hSgq3UVYBMRSYBVBIunWgGUJbkMUBOY1BRXttsIB4V648x6nqFdWLH1u2Dv5UUfhCcSAI1mQ0ZYLeUWVT042v4ENXeYPhN5bXKOuP+HZ/kJSXcI9oSTcWLgdCoMZC7rIbNXhsbQG/4NvJvjWy9+WsbNohsEtHpDLaOHf6ym9MLYFOekDhXPdV+UsVr51uHJRrM38afw7X4sA1sNszPJnMzgA3mhg3mHk8qPHqNeWNbZPhs35tNG2vwupr4zZOMu6+hQW7QZ49YW8+5BfAaN1ksDHX0B8s42rBFf8wXCarR657C06RwOhIVDgbXTIqGjw6oLXPE4NFQjTKyBJ/QSySDvg60QidpBp1xXR3qLpRIwOwxoz2T9WYL+oDpDujO0kI7uH2AfuxYZhvjNj7MSEbssMTeqH8Bv1iQzAgstISuSGg42bEmIXK8PtPx6QnJgDOdwu9wSrvHGvoSF1qfGoPeRbFxeqrTc2D6Auelz/0n6JAYOicRtAcyty/OtZft+cuR3LwTPxcX/vbRhS4uLkkiXe7oGXb8528X0X9G3wV9hZ71fyZ3gb0L919c0XcBGH8FLs91cXmpq55eXF7o/PxS5+fnPU6hZ6x3rTWJ1GOSR8ck1lb+pp9j2/P+xt+KxOjx8YmOSWquwPHJMfwarLi/HsnHZs4xqp1E4l6buKZ9KbTcB1oSO5ttjj8P++Vpq89fNvr8eRPfDvryy5ZkURa3E6U013KJzRP8JLFzfXOv29tH3d+/093dWxL+97q6uNEp/UerMy0Xx/L5ktJSKc24GMp5DUM7QdyulcQrKuiotFMSaBSNiZ0iMEVgisAUgSkC3xmBv1Dtlbfvv3D2aaopAlMEfmcExpdujY0BsLsy6Jim8vAej+2jdjzgz+mbs9Gcs+FY6ohNy/r0XOdvbnRzd6/bt496ePtej+8+yD8Q/fbxkY3Dg95c37DRudLxyamO+DTcm4Yq1eRC/EkxiR42K+RFJJIRqpgzgLwC8pa8U0aB/AOtClgWhKq0YUph18OepyhgSkb0jPQGdqDR/6yKjIvwsSAz+f43gXJ8ap5J/jRMlkFLf8ZHSiQicAOfGWvGQtuDuhkz0WZIsMLJXeIHvheOCMqM7QwSMJ1/+DWSQFttt+DpKaiTQm3byn5lZzHQ9wIYHYmzgY4MM1ulRJxL0kK4UlEZkKHYaZy1zdy1JH4abbYb+c9Svjz9os9G/FnKZ32BGp+hBfT/7//pf//3sz6D/7X8f/+XDej/0S74389Qyw10vnxBF/7L51+wx3hosfWFcQPQCb2hbYqMcZ9D3zbHoA/bn6MfPij2vwzAd39DwtgU2Wbzhc3xk34hqfX0C/zTF216/AL1n9L8gs4TSTDzT8g2TxttfgHB7/WHcc/pF/S+/MLctt9jQzvw9Jn5jJGd6MOXXvdLTw/s4pN93+DX18Ex5BxqAhs1T40asgAbYFrknOckOrOTcpxPPv5bqL/BIWic6D5HuMbqlMiBzQq4V9QklJ5jjuzrWMgJjPlipvmi8EsSGkv4Jcmm51gtjhWIJAn8AT3RmnZgfUxyZQByklVrcEqy6piElHEKDZyf6dT3MyeWdkmac+5d5yScoCRySkKJJA5Jn/OzS13u6IX8W0pnF1DjzPRSF04ogQsSSReW90mjs903lU51gi8n+ORk2gq/neBZHR9rRbL9mLa/AbfiXrtyYuh4TdLnWNFPImh5tNJqeUwSaKn5EpAAmtUcEN9fVakhOb3lPrUlObzZNPpCAujLl61+IWH7+f+e9Jlk0BPHHjUlEkf+ttIJCTX/wPMbEvw3dw/yn3zdkgS6ubnTOYmh09MLfDvVbLnSbLZUSjMlzaRAoj0fIYkGfSnSPXHu0JrKFIEpAlMEpgj8/ghMI6cI/FUR4F38r5pqmmeKwBSBHxmBxObspb0a0QC9+BYQT/SKB3ePBbZhWJZp08n4RHOu5fJI6+NzXV5e8Ynxgx7ff9Cnjz/p00//D/yPPsK/+/CRZNDb/ltBZ5EIqupZ2PDmoyVZQY6BdgW43VRJFZCBM51KMqijt6BS7gBtF+codhtSCw5gmyPB/2fvTRjcxnGt7UNStmtJOul9SS8z9/3+/0+7d6Y7qcUlS99zQEmWa0kn6fQyPXR4CBAAQRCSnSKicuzAQ9aMAslEB8ok9mNYvQD7EZso8HCYOlBk8ZMwPbSnGNNzSD5wIB7YSNiE/TKbOEf58HzwXA7cdxyy9xRufDi/nQ7ptxQOzBvxNM/+Lv7F3uMjbnSN3TUFiWsO+dcUfoxbqH3d9XvdEdOBNQaKUsPgdcEU+7Ciji7PXVxPBjmRaZ28wmaRjDqw17sD6xCHiz/+1ZIrCjxXFCZer+BxBUUY5FfXr2X91RuKLx7P1HyAQs81cDEJegOuXIxZcC3LbrCtuGF8o7rG5NNzjCjuIJuoi06vr1ifcRSiouCEP8ZzQeiGQtCVC0ccjP000w05Nsy7mGL+Fp1xjc7yG8Z7rpN1Hpu3LoDu+r1wzfU2bqPg9HYf17om3luDYtWt74U1KApdB67iC4IrfwN/JReybik63VJcMn9NPkM/zV98Md9629aC1p5ilAtR0LClAMi9e0tRoYIx99/tjNAhewu9Q7eAeXH/4i9k3MMxXuhedfwEHZBTqLpbMMjFqvvw+3SWDX7PYl/pEO9R+qB0fJx4JChvAN67UcGAdfP7wm8bfybmjs/BrpOLV7VgtdXubKvzsx3YAOjFTv71r7OzMwo4ZxN/fkIvsL+4ONPF+YRV8eo5BaDnz59ToHqm5xSPnj/7BPpCLyhAPaNwFQUlClnPDIpNlxSVLp8908WzZ1God+F9QyGt67bKZaP47C2dymanDYWcszPbvtAnLz/Xi8++0Keff6UvvvhKn33xdfAvXnzG2i91fvlc2/NL2c+m26pkI0t5o6xCaoysyEtGjhQjVRXjgsnUZjbMJlkjLQMtAy0DLQMtAy0Df50M8Df3XyeYFknLwG/JwH/jXP9A/vS+64/iJYjf6jP4ud3Cwtjgh/kMwo9/ageZg4+/KPqMg8GLF5/rq2++1qtXP8oFn3/G/xb2//TjP/+pH374Sd98+x0Hii/5F++XHJDOORcUjSnLhYlDFE9SjJUSrUjJSBzAkqQk6irCzDUbeeCxaRRsohMv20KWdn9cFS7oeP5oBy6MmIbK0mBiDYttg4kGCio+QBoDhZZ+xnDgX9oHVfko7wfTiNP8yOAAwp4D7Z6D754iwg2FmxsKHP7y1jiEw99QNPA4nuzwmIO4x7XQcS0/FRP/CxDFCtMbFzxsB2751/w7fB/41/6DD7cuApE9ApJjH4jT1BtzXN5l5npydemlTIwyvGmQQdjYwAwYxl49xSsXBq7fvNHrX37RL69/1i8/G/+CGv+GVrxB/+bNLxQfrik+XOmOgsWeoknf36mneBYxmd5D71jn/B6wNY+s58C+xsB48F4DXAfb+CmlwKjIuecGetm+ro3PAbCu4zAG5g7466EY0riW+O25ZgPorTOlWGHetjP6yc62D7FX7zm/gj3X7mnc6L7uBn83zIkCFPfT/gHumHO7wl080XRzAzXC3jYVN1wX6/ZQo/rdU5C6oThl7KGA4p+v//5uT1Gooke2AHn/Doj52AW97auvGMM/oJb53rsHXxNjui6+Tk/CdmC+ZpUOXOd74D2DxHe7eFNXMBLyCgb+PAx08pesL9gwDmzV7bbaUhzfnld6Dj0/32m33UyFny3U2EGNc525UHRxTpHoXM+eXVDAuYBeKp4Sen6pTyjwfPLihV58+lIvXn4KPovC+6effcZn6xf67HPjc4o3X+rzr77S5xRxPv/sc7347FM9x/55FIdcSHpBQcd+mP/Fl/riq2/57H6lr7/5Xt98/YrxN/p0+oLn87NPtNtdKHc75dyx+RkZvoANMD+DLC2fx6juP/bjKUZUhdC31jLQMtAy0DLQMtAy8JfMgP9m/0sG9gFBtSktA/+VGcg58wP8fcypKDBFhYLPGgj5Md06uJLpsvxH9BWI5paLXBDa7Xa6vHwmH1K+4HDx9bevogD0w0//1E//+Id++uknvXr1vb76+lsOL59j+wkHpXPW9sEiUXaoEEWfWCMlWOAxZIDOZZoRHqX8GulcqHHlZTQzIHBjjskRtmRkG9iBFRnJ84Iy9tQKigC2wdZFE2oqcWDsD4MOMygYuCB0oMhwoBAwUEQZTfHDNNV5gwZkdy44+AkgH7Jv7zj0Ag7icdim+BMHa2gtDt3qJgo71xRPbiii3OqasWWmM26R3VJM2lMM8K+E9azhp5Ecg/MwOGgKIoMVIXUAABAASURBVOYFdRxslq2yMfqU6daN+GUgy+hocbU9Z8D33d0thYAbXV1RAKK48/r1L3r9+t96TRGowjwI+c+6vvKTKG90c3sD9vL8AwWgAV+GyJ8xQI2DKboeG8M2D2CbwCjPWcAh3fur6NHNcP4P6rlGAxdlIA/BR0HAOsBcTfseuHZiPADBD+o1uMiw2DPmesY62IR+pmFj/Qy02PbIZwzwMRf5KZ3n3KdEEnNWcuJxTPY1+6304Xp9rOO5D/3EnLUveMscl++lGft9r56ik++zHptb7rdHQSHydsZTNg/kN9xT+wkzX+nd/kYzlieMiCN4Ck+3IIpPUTS60T7o/iGd7PbQE0z2x6IV++Q9Gr8KR86diyOcW/KIfuD9P1BsJaNx5UXPWyba/L7xGyczqOhk2lEg2nRZm66o67rAdrvRdlvAVmfbnbZnuygKXVAMOgMXF2d69uyZLuYvpP7kE33y8rlevnyhl5++BJ+DlxSAKOh89gWFny/1JZ+9n33xhV5SFHr5KUWgFy90+ey5nj1/MYF5FO0/++xr+Qudv6LwU7/v55W++vIbCkBf6Tn6s/Pn6raXxL6V1PH3QQaF7QJv8Alwy2F/2jxjhjWkxqShZaBloGWgZaBl4PfOQPP/ARnIHzCnTWkZaBn4y2cg84P9Q+jkh3rVH/jp3WRd4SNhDWQ5d+ryRv71gHMODS+ef6rPv/xK3377XTwR9BPFn3/+z//op3/+P/3w0z/0/fff60v+ldr/Kn12fqG82XLUTjqMFaOLO4nYUpGgflrIslHiqDUXiRRzRtuO5kfmi3P8SD0HAbbJupTgaIg4/wtlBbORBs8MxC77YMQKCky8J4FaPBgn/4MGihAHDoI9hQUfsoNyKDxw+vEB0XSc5o0UF2Z+gB8ozBwM5o/gMKHH14ECyIFD9sKjs82IX6awo6RETgoFOx8iCwfJwsHS4+zrEpui83amPSaGUu29NUJgiwfZJxsJvlJPMti7iXjlUVxxGMvYP7EN3ieH5wMFobvAXneM7zhgV3qrPYUuj3vkBw79w+GOQspBA3scOVwP7GfGiE/DRQ3vfURvkGXF4gSQOTgHclEHcpd0AtvkrPwAQlYhvxKdAWHjCv/mmR9kotYNEePoEhDpIXau+UDyBtNI5ICZQWEgbKtNj35G2MYccgftAwfN+plWu4fzZ/1jdOBeGfqB2Gb08A/Rk89hQbXtPc+IuKtsMI/MRZ55TuXvKAAdAv7y7opb7fvb+mTRVMi8WdH41TgKmg+fTmIedkf5HffKLJt50zt8V/heOtrPtpVec5/d3txRQDJuoY/Dv1p3y7rvDGK/XXD0HetNfvz03i3FzWvj+oqi7o1ugsJf32hvoNsbdze69XuF4uYt2FPI6gN3XDNfd64Bdxo3lO8s34r13lzuR0QLD+P7nPdE52ISRaRuu43i0fbsXP5MfXb5XP7Onpcvv9Dnn381PeXznb599YNe/fCDvv3ulb759lt99sVX+vTl57p8/ol28T1tZ+q6He+ZTiUD3iCFz/bCe05Q5awD8gPy+QEf3gEEd78R431RjEvdV/BP2YSydS0DLQMtAx8pA81Ny0DLwPtmoP0N/b4Za/YtA//BGeDn+/oDerzzo4vaT3Ff+OEdar5wADAYstsch4UNB4cd/4q9u7zUJQcQ/2rYF19+XQtB3/2gH378Ua++/wH8pK+//pbDx5d6/uKlLi4uVCgCldJxvihSyqegeDEu8BFJGlPCBmA6SuJcrSiywNCQ1IZFZWSrGYiCjY5BbZ4/A2cyRubNGCjoWH9ggTgsU8w4+NAM7SmK9BzIe3jLbDdg57meFzy2ozEXdaBRCKKyc6BoYPRQ44Cvg30Zow+Ic6xJhfyUXFQo/mzI2YbrUkCOnGg6QHplnb5w4WMmVRjyxYD1B9Ye2NcAFXtFIRFjLbONXGUp5wl4gw39QJwu5ggforgg9j+MvQZTxiMYwEj8g+NnP4PnAIw0Mp4Rctt5LugpCIlYvK4PuGebjc522+k7Us51dnkOf8SZv8vEON8hPzviEt6Yvlvl7HyrszPjTPOv3JxNT1ycId+eUcT0Ybor7DkHnID4lbjM5qMN0Tu+gRg9Mjy2beUnk3ch9rvGu8yZbLzWQIEu1iaWUzoZTXfDAA17U66voDOq7l6PzWBgZ9pzLQeDAtHA9fE1CiCz7j72yAPY7t+KPYWkHuwpMD0OF0v2FBGDUjQ5pRRaerD/7bjBx83NjQLm7yFisGyy2e+vsTVuo4jl72e6pmhk3KI7LTbdqfceQI+PnsJVP9zxVuM9E4WfngvmKwQh5/XamAe+PyDyDcab4ljk7NRtQbeNJ4i2fPaenfnevtDFs2f65MULvfz00yjGf/k1n8Ovvtd34PtXP+qb776XP4NdqH/+4jOdX75Q/Y6fc5bpWM0o8JuJ99iBzNQ8GAAWtZnP9X1TBfSWQVbtoWSlbGzLwO+RgeazZaBloGWgZeC9MtD+rn6vdDXjloG/UQb87ufAMe+owBgQmrmiwqGklCytYRn/WpyZ2206nfMvyy70fPbZV/rm21f68aef9MM//qF//OOf+umnf/Cv0T/oq6++5rDymc4vLlU2OyX+lXmg6OOngkwNpSQl1gJpglKhZeU860zn8oVcw5mOxhQ8KMgMQLxSSsoTmCFYKRjIRPXkqxZXBjyPFE5cuBkphLhoM1DIcOGmp8DRU+w4cGA+oBs5TB+i0DJqMGWu5zNQBYs5tgAi620HfB4cY4xNNALMSdkBQ+VXbA8r1ncM3qcx4g8VFu4B/uq6Lirxb/jE6NUC6CJhrBVjFmYlr8JaAgN+AHsW64g9DRz05QKPaQCf6AYKOQEO/wO5GFlnsB38gD7meGwwHnoOw2ELPdyx/MA1zfL/bOTCzJmfbLg4o1hocMCFPzPiwHtGQWerM/Mu6Ky+T+Us5p2jP2dupS7+bG23Qoy3G227jbquU+58T3nPWr0GMuIhOWDv5hS5GoNFWidkhu+I2YwZtSHI74O4OnVq7RPEgDzV8M/FXLQeLoMVU8/23lWFdz9DZCJ48jD8RtiXEf5i/bqeZSdgHd9zp8AC81AxF5bIkL2Nxyjs79Hw+9RsJpzsE7semeH3QM+9Gxj2UchysainWNVTnKqo8j6KPn7vUfjh/TLI/MjSIO4l3j/4di7qLmY5G0K+9L5o8d5PvE+43rkou3DJvesneHzfX/BZ+ix+Zexz+bPX+JyC/OdffqPPPv+C4vtnev78U12eX2q3PdOmO1NhftFGJRfhWHQrdCs+w8/NfI5bKufKx7xiXvwdMdv9ebSt3DLQMtAy0DLQMtAy8O4ZqH+Dv7t9s2wZaBn4D8/Agze9f6i/j/hx3xstdIZnnWITh+mtzjhgPH/xqb746kt9++o7fR+Fn//RT//8H/3w4z/5V+lX8ndRvHj5aRSAus1WiQPIMFLI4Ww9xiHXz2FkKSXlZFqRIi7WhyYfiBJyJdUX82GGgUOUD3vwc0spKWGbUlL2PElJCmh+IaDNo1PdKGol9jto5CB4oMBx4EAXh0CKHwcw3B10mAoeMx0pnow+6DG/OvYKwGE7DgNF9mrEJoPxusVU74mCzUhxyf8D2N3dne72E+563VFQOUD7KK4MxMiqzKF34HIRSsy3X38JtLOrOGCSKOTek+GndULO/kTc1c4RGAdlz8FvxpFhG1nGwdZzB/JwILb9/lp319e6vXmjq2t/hxD0zS+6Av5S6TfX/r4g41rX2N3c3nCQvtNAbnGtzNkz56wchRlWyvALRBweQ0PfqTPlQNwFch1j362QyXWef5UMl9wIOFAFhEzETky9pyMdqpzYHJ9Hhm1+HTheNft8CiuzJ9h0lDv+4+ge5xUsmql54DkT8kRJpJSxM9glHP16V94pYO9cHJzAY/Gbenw5j0d/Xm/E61OwfsZq5cnP4ovx5DPijBmW4Tn4BxSzt7ZVNuzH7wkwrMH73YXfAO/B3uOgd+qj+NMTEoi1/R5iwSnXKGjsZ+3PdqyF1BzGNQZE2JIf3nvUmOGxsMoXkIuZM+8Bijrbs0tdUgh6/vwTij2f6PLsmc7PL7TdXajrdhR6/MYC8g1Q8A+YL82yjGyG/K5mPDfk2Mb7EhrvH8o9pRTR4BSo1vj1KNeRYr2Zb7RloGWgZaBloGWgZeCvlIHlr+u/UlAtlpaBloHfNwN+4xtPrmJl/NCPhXn/cA+7/GDvn/c5RBT+NVl5w9mg48Cx5fDxPA4in332hb765ht99913euXvpfjxR33zzXf6gn+hfvnZ53rGgWV3dq5uehrI3wOklFnBJYdEKSLBVxrHqFTHyTYTj8HURuwBhQ3BTUJVsyT/yR6kWbOiyKzCaBLGavBQN3weKOocfGijGBM0Dn0HDnyAAogPgQd0A6e2w8GTmO4Ga+KzUGIBQ1DlJEHzBPOaXz7ksebIwW+E9hR4XGDx0wZ7Ci23HDbv9nvdTcWfg9clvgH7wXuHeq6gMUZWsyhWGwPyMQ+/fkonQNxpsnP+svUgI/M4cTSdkeED+B/Z++GwV+/vPrndU/xxcedGN1dX4LWu/N/IgzdXbxRfGI38+uZKt1fXxH+rAwWtwU8I4dPR+aApv7JEM3dkENBCls2QQ9tXJCnGqEO3orDH5uQOGtgvPeI6FusjmsaQaEcdE2yywLZPA88ovcYyAf+P8asVnrAYkRvMxpg2jS1bAz2aqmf94E0tP2LNxRajq7OOOo9RzHlcsbPo3ekg3yvVN47cuG8U95UHT2FE8XYM+KjAdAqZbTN42KyuWOfsXXjhcuDyGz10jT3v/xmW36H30z6A944CddUa0czjq3rFHt73CmOvZLtTK8Uvjw3eK3kbsLOem12526rb7vi8vdDZ5bP4jh9/z4/53dlzbbpzlbzF5Xy1ysR3E7V85hHF57ttHqKgq0UfuJJtDO7bIZpVWhiErbUMtAy0DLQMtAy0DPzVMtD+pv6rXZEWT8vAXyoD00dEEP/Q7+A8MODzRGHrwaTTxv9bGAWezz93EeiV/MWkP/z4D7364R/67tX3+tbfD/TZl/rkkxfyv1Z3fiIoCjuZo04KcN5RTwHkADOAqKtwyJerNRP1EdEHotFre8BMpni0IIk/zKHnWJKU4StUedVXgqCSoRhYUOEhHMevUSMLDBzaRgpCfuonij/wvYshFIZcIDpQXDlQmAlb7Jno6SvgMYNYaBYzxnakmFPnH3RHgaR3wQe/fgpowK+LO7FV9ipsZRogE7TZm6kfPMj4NH+08+wJ5LXKPbEiOVhCifCYCEuPvb+Lhktdx4hs50Ouc+G9uxDkX4mhGOQvzg3El+nesI8Zt7qjUHSHzZ5iVn+409BzeGZ/g3M4wON3WFPzrDGgd4Re2SAUBabORARtatim7o3YIz9riqfwyZF6omLdOucoG6xDjnX0aIIebeuMp3qmc8jHGgcLjzFD/CCnn31+KMUdzXuD4M9ezVUcVzpca+uMAAAQAElEQVSVV+079U7mB4OJNE3w9xn5186ciyXU+yG+63gJfsQV++deHrjOj0HIK5ZJ78DMgWA6xV/3sZIvflkfMxFJRQxOO/tA4tmQR8wmg1CaN2JAx7suF+Xcqes22m7Poviz20G7M4o9W3RGR9Fnp1w6kAMqG+YXkCdAtOatMyx/AqGuc/xxn+loegCm5/AN01rLQMtAy0DLQMtAy8BfNgP+W/0vG1wLrGXgXTLQbD48A+/2AbC2KtNiyArwyCcBFQ4EWV3utOVfpy8vL+Uvif7K/1sYRZ/vv/9JP/z4g159/72+/vY7ff7FF/rkxac6v3imzXYnpflfoykCcZ7iPFcPzxQwfGCMWgcFk+TfPfB6rtQYEsewBEZh6gHz4JG4oaYlpQQ0QxMnwSgnBTS9EnQNhscWsY1yYepAYC7KuAg0UMToKdAM/aADGK3zJrB3HONQPSYWNMJhpo/FoTSbHtiECw93FEZ6iiTxpA+8i03DyPExgLFbsgMzkpeir4PHeqYu4jD2ajMke5qRMAxYAO90m+XKSC4EeUMTHKvMs99xPHANeoYH4jlILtoEBoWd12V/PiePztddr9v9ja5ur3V1daWr11d6/dpPDk3UMrC/uYkv4d1TUOopiPXkoz/xi3/ilOOArrfK8F5Lp+O6scdl1q01HkcyYGgnSXvX8dof/GPTEH9A87Wcp709A7PVn0d9vX4juN/W8b/7jm35Llh7f4yf8u04ZjxmFjKvJ9/2jMzPYBg3gDv45YYyb/heTcrcc5nP1Uzxp+Oz1U/+RPEnCkFbZQro1sNIsq8Z/qyeeVPUoTc1rDd9HKVkGdUn/ewizD14DKFsXctAy0DLQMtAy0DLwF84A/4b/C8c3juF1oxaBloGfkMG/CHwa+DH/2j1/FCm1ZjFIWFWDCoc9Dno+Hxjw5yVN7v4F2t/R8XLl5/H/0wzPxHkL4t+9cP3+uqr7+SnhfwrDJvdTol/wR5TnoosLu4kKbNWKhAAVUo1BmgmhlSKkm2mgspIscFP0xiiaDK68BAFgrHOW3iPAfqMxoC8vWEu7Ef8DqYcAF24GQ8capFZPiIPG9aJdDzw6PiBlQtw7LjxN+JnACO88FGnJ7adQSIPQFJOid6NuSa2D3hgzHrzxmTn42j2WKqFHajHINJoito85KSlGOGHWIWfYSnGUPiZeYpgLvqMtpmBraa9eG93/V772338StjVNUWf6ze6evNGr69fy+MKCkQUgG4o/uwp/hj99F0rUQTC3wAWvxHbUx2Rsy82rAWz6SyfxwtFQbN9ppvYRfshzOzD/o6BrKXWvBuO66cj+1fnvNWPEOPA/fQ2aNbzfhgWIOX9xnD5rHqaX3tnXvgzHeGgTMQVfO3DISM07G6SxRiJhxM/E4xoUzL8RgvW13EG94ALP0Z819VWJ8UfikGbzRmfBVuwUVEn8VmIU1phmXAIX+mB+5ePKD5XPS7IHzZLC3a18HPUO7zjqHEtAy0DLQMtAy0Df3oGWgC/IQP5N8xtU1sGWgb+SzJQPyjcG950PSrIhwVgCSeOhfi8kzmQ5K7T+fmlLp8/16fxK2Hf6fsffgz8+NM/9f33P+qbb7+O/7Xm8tknHHDOlAoHGSW5bkCZgSVYMxWlPCExRq+UlHNFyVmlFCUgMZfD2YHTzgh1MUUUUzQVZRQ8ES5j8fJKBssx8gq41oJJBjk2zMfwIZkO8KbGQPAMNeekTkqVzD02onhBJOy1HiqtSt5LLtpsNhTPtoGz3Zl2FMd22602W1A2Khv2i63Yb05J8yspkxeBpJQYZcDBMJtPmTwZRQW+I9e+Rh15K5tOG2BZIPgSMss32412m422uw2xbLU7B7utzs93FWdnOj+70PnFuS6fGRd69uwC/hL6TBfPLnVxcaEzsNv6V1c65YhfHEoPGvsDdJCfdpoxuKDE9XI+SZJO8jnNVbwSfcLfEcrITpAlVWRo5SYRJJp9BhhNtNpiHeNKHfc7IdaZPUBXPlARTlKlXu9DkRQ+mH5scVcx/LMpITzWSGPE/Fvor2yNtz73y7qI8748gcca0TFw401vEs6DcRe3ZVjRDehiJdMJBBJ2x46N0+oYhnkaUh06MVH04f3RbZS7nbbdmbbbc953Z+p47/hJoM0GHl3GBiOp4Mdz5eLP5IrxAdaA1Gazyk29BSuUSTyRbNXEN9Iy0DLQMvDXyUCLpGWgZeBDM9D+av/QzLV5LQP/ZRnwh0WAEwGNo4UTMJ0WEGTAKQThBt1GykU5w1ME8qHl/PIyviD6888/0xdffa1vX70CPwS+iV8L+0ovXrzU5eVzbXfnyswrpZNSBklSxTjRYaIJfYDDfvwPYkqUVRTg/EVxBn58DCuhfuXlpcOEOQkEX7vBK1HtoWmkqEOT+aqdJ860SokmmME9xqN9mI89JBUKMh3731J0OaPws6XQsqXwsz3baoescOhzkSaXorrnrMdeOfwV+dp0uajr4AO58iXHWoW1ckFPvjebTgVs0Jn3OlsXfpBtiWEX2BHHjoLPmXYUfs6M8wsKPOd6dnFJwed5wN/z9Mknz/XceAZ9/kzPnz3T+fk51/hM9p27IikrcgH3eEuIQRaWdNEnyfvLJfaXc55oF9S/jrig27LfboHvLQbMx1aAuUxifOojZ+vwT4w51oF/H+p5azyY6/Xe0+ejPvDjaxjxOuaPCXyTnzxhztN7U96XAnjTh4CLoyNOWUZx//geOmIImXXBHBV6+/hoaA8xoht4j0KY6t5e19T8DHT+ELA9dDgBOvJIAsxMSFADYoX10BzX2fcs9+52px1FIH+Omu42vHe6HZeA61w63sOZycZc/DEvHU4qPzapcrjaCuMCuwZDpEQg/DNorWXgr5qBFlfLQMtAy0DLwAdlwH/Pf9DENqlloGXgvzkDfHTUJvkQ4eMCB5c8HUB9csiqfzAgUQVRpw2Fne3ZpV68eKnPPvtKX339nb5/9aP8NNCPP/yk777/QV9+/Y1efvapnkUh6EyZA444OLrscvBhioKJf+WK81U8FOInblxAGcckv0rOcvGk4+BdOmJgnFMS7QhJSfNrVBoBDtMChd42p0jIE0oAByMtVLwsl7yWnniNlnNW9IHSlSLHbmpxEn9ciOEwv6HostlstaF4sdl0FEuKlLKEjXjhgoNseJtHHE4ZY5Kz/WTlUuRiTsVGpWy0IZ+bskW+kf26uNPhf8N6hfWMzUJtwzzGltkmsENOYWoDduCMgs7FxbkuKPJdGhR5atHnE4o/BsWfT6DPP6HA9wxcarc7U9nuVLqNci4BOh1R4JGnXO+kDGVfAjl3yh5TvIGheTzDdvC+9twD2Zj85wc0MTeJTsw6xWKLZl4vKL7fm9rHGtXHUqDC35rPjN8fa/8fk6+xzvGs43yKn20rnWOxn0yuC0gS1/F9kLE/onDJgOwr4yszvg+v966oc3GCr050Fbn6FkTT+y50MY5OMa4G8HNLMAnpEYr5FDp54w5DpbxheQ9L87o53gsbdbwvuu5CfurH2Pm/dT+/0M5FoN1WudsxpVMpQHO8BUfHdjjM8Vm25ie7iVi7xmK5MGvtX4tv0bQMtAy0DLQMtAy0DLx/Btpf8e+fszajZaBlIDIwf3wUlZKRcBCJg2uOwwmnlDjYMEJHnzfqOLicc5B5/uJTffHFl/r222/0/Y8/6ad//j/98NOPevXd9/rm66/18uVnunz2XBuKBCkXjYnSDLWNYRwo+kTJJGomiBhzhjLDKsngoFiIp+Qiw0/IGCmlOIJhsrS0cDigLcNgHghifqIPhL+E5QxYWkYvA72yeFkPoRH+MViPgVjGTypl5uScVShYuNiy5RC42W5VNkWFg15CF7YUq4bxoIF/3q/5cE7sFkc04Ucpq2OO53UUdrabLbncTTiDMrZ/ijcbsNvutIVuKewcsVW32SHfarvZqNsaW3UcQLf4W7DbaTfBT/a4CPSMIpALeJ88f66KF9BPKOqB58+gxnM9Q2+751Dj8vI5xaEZz3TBveJfGfMTRh0x+v7p8lY5F0mZBky9ZwO5dUd02NoeSlEtdxOfGTufUJzgK0ncNxWFOUYnFziy52GXY13Pe1dkZdaoeGSO/T6BDvljiFjQLTTiWvle696Vv+/jyfF6P2/nO/Y9I8/+XJAL3nNXMYfsQ8aZa2Zfvlb3kZR9P8xYrm2SHuUL8rK6XrnyggoVFEJLwC2riqAeBtZ8CFY29jPrj3SI+Dz2/jesuVW3PdO2O9f27Fzn588C27ML3mNn6igE5XyOXadSOhbx3AI15P+XD+SHT/5gMQUTnOtmJ+MqPW7JbidZIy0DLQMtAy0DLQMtA3+vDLS/5v9e17PtpmXgj80AB726YFHhDGKcHiwyagNSjxcwBS7Lh9jd9pID/zO9fPlSX3z5tb579SP4Sd/98KO+ffUdsi/14sVLDkEX6rZbubChlCQBaIK6uFN88Gfx0m1kdNBu06mjmJJLVgIlsyYoiVkJD0C8JiJcSa6wLGA4tyiszIOZeuYMyyYe/8KZR6aaX8PMiH/4xyHtKIHjYJocXy7ksmiz2WhD/KXr5D3k8IudZw8UwYCWWKuzWCJL3m8uRc5B+HEhx0UbcrgNnOlss9U25BttKa4ETyFnu4CD6G6rzQbM1Dzzy4TNJN9SqDvjkHpGweYCPLt4pmcU8J598gkUfPIcCj6x/BNdPDPgL9DBPwOWmRoXF880w363HIa32518XTM5yeQpqyiT56wiwSlkGdboGFZ05K/rtnLhqMvI4LOp4IUtyPBMhENmP55jm6DMNWVd30/visw9mPOGOAz7NcwD++I653eAsJnxwB4/NR+F/X0gZh+/Sh33+6JT5D9774A85pn/CNS+H/e3VWYt698Ftq0omnOsyHsWjkSnzB8Y+mQC0NELSYUHlhkrPobu7iMxs2MqeYn7ZKuu22nbnfN+vKDgcxG0oyC0o/Cz7S64xjttNh2fD1tJmwkZStEHb/JTP9OvffmzwGAB9HMrzJ35U5ozYwPSWstAy0DLQMtAy0DLwN83A+2v+7/vtW07axn4QzIQB4dYqdAbEB9GAuYfAYernDfqKCCcXz7X8+ef6ssvvtJ337/SDz9+rx8oBL169ZO+jl8H+4ziwSdyYSIOZYk1UpYM/CRQfNjbbLQxOHj76Rcj506mHcWQgp0PdylolgsqdpGSlFJSkk5BTSW5wDLCzDR4TS/LH7JaebFPf8iaUrLRsWADS7NcrJ1zUiGYQmyldCrEm0tWysQprDjJDaw9Dgf5e4a0euWUZAgqv6CZeSkXZfbvg23HobEjNx2FmxNstirIk9ckbwWkvFGAgkACmdzmjK9SRJCskIQBgCqLRYAq5rGf9ggUZXx2FF1iXQ64XYw36sxvoVHY8cEXwG8DPgTX8dF+w1IdCxnE4rX8qzRIBvMP0E32xJATvKmRxOAUzM3A8pzrvEqxdw68/xP52uZx3sWmjtxVsM/YDZg02AAAEABJREFUN/ejZe/gi8QR4+O+a2z4ws+8TsZvJs+nYH7I305rjPjD9uPyG1Jac9iRw0Dkwfn48PXq/rf43urpeNHP+cjwD0BOckXkEN5FwsgjtpbFfS/fO5lr4TukEwwoIIkATiHs7oN7FCPsM5rCFGOjev/vtKUIfkaB8+LsUmdnz3Q+P/WzvdCGws9uc8GcLS42oMOPUaAZ1BY1n+jqGEPWmnvLqq3fwh5ZUykcqgzmcaMtAy0DLQMtAy0DLQN/7wy0v/b/3tf3b727trm/SgZOP0YKp4wKx4eO00WejiMcNxBOstzJhyAf+OMLol9+qs8//1pffPWdvvUXRP/wSl998208BfTys890+fwTnZ2fa7s7k+d0m606ihfFh1YKGOY3Ww5WUeywb6NEMcXxZA7yhaJEyUQDEsgpyeCMp/Uru+BjjKoqaC3eCMKAYozVjO61xDhxYBMvePzLYDQ3ajkzC02KP8SSSibWrA6aS41by1zKR4N/1WvUMFZKIJKSvFhmfhYs9tkyZQZZqZCDslXmIFzI1xEbJY/JXRx4yWMuRTkBU8M8wInEWLmwAkgZWhuRaCCunk310MojZcwQne1sn2BANhjnCYI6Xvs2VJAA+Gx4nDtlIGV8GCn8soQM+YANM0CXNWOssGMS1PPWSIinMfMUvruQZXm9wpqGZTOyqt0fQzMx/RoexkOIJ+2PifVhHMd1M9cuc70rdW4Ndubr+6HgvZxn5A3X6nFEwYk1OmwfYqMuilHEM78PoMciEPJcIXxk7kWxj9O9JmXu34qMGiDJ3ENht9xb4pXQ4w9dR8xdx+cYONue63z7TLup8OMiUPC7Z9p2l8rdubr4ta8tb8NOchzK0IqDeT/5Y7oAdfCV+u1b3Hm4QraL1bixLQMtAy0DLQMtAy0Df/8M/Cf/9f/3vzpthy0D/9EZKBxYvIEsTj40Uw4wnDp8TLLG4KxuEvrNrtPl5YU+eflSX335jb6jEPTTP/6pf/zzn/qf//kf/QP+x/j1sFf66uuv9RlFo2eXz+TC0M5Pt/gAx0EnsUZKKXyWwmqg5CIjF+SMU0pKKYlOWQloAgUe+WUKXOxxtYdAR1OrAJo6Qo8Kybolyb4Flaod9KRZH1Csq7BNEjTrqZdXTXIdJdHlxN6wV0Crl/3gxTa5YA98mC0b5UCnjjzlgjwB7FDIyLZnXGlBlk/BWmPA+8pRhBmGUb0xDtAJaJyXCtvhRwDfAhkfXg/nyvMfYhTIga0qLdDC3owEzYFa7LFfsRKUhU5kq7HkOUwLat5ITDQ9yrM6ybGx/jEOZLLdGpa9DWvbxpNUneJtuft1XeY6Za5JgGuVHwXaSe5rGWCeHqAoa4W4/xl7LprTuJMUMgg0g+M4cT8B39czuJcU/jbqui3YaBtPuF0oCj9nlxR+LrTdeXyh3fTUT0fRJ3c7Qt4q504wRLhhUYOxMrybqWF+jSorJYu3OIoCasuoZlRJ61sGWgZaBloGWgb+YzLQAv0IGeBHgY/gpbloGWgZaBl4NAOFA4ixgWZlDiS5dBLU4IzOockTs8S/imcOSX4a6MWnn+nLb7+S/1ewn/7xD/3zf/4//UTx5x/ghx9/0KvvvtPXX36ll9hdPns2FYB22lAAKqXgOiuVxHpJiUNYyUXxBEDoinJKKikrGZKS7r/GSWAKKG7IZRwCHqGGLDMmS5O08pQtuAemhxthlwPilYAb6+DbfgeKSvGrXogGZJ5HqBF3JvaUyWUqyjkpAWXPF1NHIB2YAyfqMRRHrMMgMyfWTAgKcoPCCZOHAPPRDFRRlid6GB8b82KtwppFIqdiPMo+ROFH2pOPvj9oD/r9RPse3YH1qn8m4jJrIB4YGvxgHTFCEdQWPDJxv7BGBpr42UfQeMpiNYV5bEGnGOrYZmGf4YwErf4V8SRW8biDWv+hqD4U8d7ns4T3mnP2/oG8fcw4+nIe/3qIOJ3fGew5ZB9Kww95zVwn+PworMOGa5BnhH2V5+C5q4IeZb4PkBJektAtY1nqa5ckeDqaxxCPp/tqvha2ycu6BTcbdd2Ztn7i5+xc/lWv7TmfXX765+yZdhSBut05NjvFU0h5q6KNNCGe9PE691A8Xn2mqmSVCUymYZHF+hUIWmsZaBloGfgPzkALvWWgZeC3ZoAfC36riza/ZaBl4L89AzlnDhhHPJ6PgtiA0IbpOyvqgakeTnIuyhRxdrudLi+e68WnL/XFF1/pm2+/0avvf5D/p7AffvhR33//o7757lt95l8Nu7jkX9P513Lm4nZp2cWOlFQyHMWglKDmkWXA0EcnpZR0/0UNAdEo6ihu8HNDZqUxiZBMHH6yqr9HfMqvo7FHIEUMml4jhZ+BFQfKJQPVm7kINKkhSSkn5ZSVoQkoafUamT1S7MADMdLgXWSwEcgciAMEmo3ESkwPQ2ELGBIGfqQDVZSqSthhLxDz7cd+Kw4Yjdj2FHv2DPb7niLQBC50T0WpR087+rGvAAu64WPw2Adpwzxgp2hZ9x4vxiggVUdFieCJx356NKaBoe4reExQhW3M99wkkcfsRDon8ooZK/YYccAiwwjGcgP2gxsxPvBnn+8H52pGjc0BvZ+POu8PmOM8rvER9l+v0hw710qPASuuKT0rzrZrOs85ymwr3+MxI0X/ME9JQrPAe1uP4XPEU+TPtI7C9tbFn26n3fZCW4o9W+g52J17TOFne6kOm00+5zNrR/FnJ1HYKeok/Al6ePCrXgVdwdbI0AqEtCKvnTPsg8abgXfiA3ETtAz8J2Sgxdgy0DLQMtAy8Jsy8OiPBr/JY5vcMtAy8F+fgRynDn+8rCEOKDU11ASCcUEgGDofZiEcdbIyRSB/x8/l2XM9f/FSn3/+hb796lt9T/EnikA//qRXr77X5xSALigAdRv+pZyqxV1/iKKF4O0rpUzBBH/QzCE/paSgSnr4GhFRPKE/thHLkeEM2DwBIrQJ4FopmUuSEn8kWQiJSgp0sAvo0hY/dc0RgwHjwbHDC362talSpiXRyS8f4TzH5j7LeSxWdk49faCjqUcZfuXCgws54pVXsMyoKzrM6gsT5nhsroJ5tCM/D5jPJGo/8jXoxwMFoIN6rsdp8cczPecxWLfGbCOimHmuJSNLjmBOHMChqxZ5IKb7lHRMVvjM+DPCZ0ePjP7om3H4ht6X/6XG3tJfNMbfI3/2+QDkgOsd13eh5MR2XKsBnFzXZcy8hfd7xHOqrN47kwwbj2cfmfeaAkWzbPBa89roOj7HthR1tttz7c5AFHvOtKPws0GeN2fKeYfnqcjD/AMjA6fy/+pV+aovJSP2ehM8RFIbsnwEt3UV/w37tqWWgZaBloGWgZaBloEPz8DJjw8f7qbNbBloGWgZOM3AwwPI/HHDIYVDTj1MzXMyEvPY5I3iS1K3O52fn+mT58/14tPP9fk3X+u7b7/Xt69+lH8N7Jtvv9WnUQA616ZsPFkDBYcRx1FECUlSJpCUslJKkias+JFCy6j68tktyiAWGFWsKbigCVmAAg9uBUGSJfsEKYVW9ZXqeTSqNHa4Xs12Cr2IIUDsI8UTW8nVG7Thny4rsVZR1vRCjzl7HuVij0Zrqs+RjRxY0/IAS1uGOybbxlAdInHDxKTKUA9eyS5Zd0SzAN8jMs0gNkQxLwpNBBVFH6pB+76nCDQQn0Gcml5cE1+XGWJsxHJhcuTkOIBtK1/7xYJDc0zB5qiZtAQW+w+KFZSelrGukHy4NjLySge0DGiWfWwco2SBj9Q+doy/1d96W7/V14P5OD8WZWo2EcU1e9y22jymuz+PMfcIbXpzeE6CN0U3reE7RxNfKe/zIdkAEBv3ZM4dt/RWHZ9ju+2ZznYXiid+KP50uzN1O3QdxR/sZMhrbOpaBHDAh6GQF4rnBd8GxC1nemA6gVFYm6JsrWWgZaBloGWgZaBloGXgQQbazwkPUtIELQMtAx8rA9O5hIMQHqdPGx9hzFZdRlchDkE+5BsImSD+AbxAs0rOiDrlzUYb/lXdTwf5X9dLKUoJb7TBBQ9XOSiMMGlqIwcqEAWWSeQCzRpKcuPMpfpKGhFZZgRvRa5+RlUaovAjmWSlevjKEqxUO61fhKiYvhLaPITEPoKBAspA8eRgngneV1RXFn+r4CY/wzFIJNaLoos0DkRrP/ZZnaCfm+28er4XkmXYBMEmaHQI3ZBBhozMqLvGe441exJ56Mf43p+eglw/HOA9RsE8xRxBcgAOD/D05gM2neE5Ezw1Z9adbD1rUk3EuomdSfhxVwXDNDfWgff9NmOW2bLamavSyn2M3jFWOP6nUFetdm/jn5r/UP42Lx9bt1rdW/gYaXvEh6/qu+Jk+jKJ4Ci0cPPGvcvbxKzcLSbLRGx9v8S48idZ883Je3RYFYJcyN50FHo2Z3IRqOso/MB3fuoHFD7zAtpQ4Nng2X4hrFN9F2IBiOI3Zk9+BQzhqtWZ7tdYGTS2ZaBloGWgZaBloGWgZYAM+CcFSGstAy0DLQO/bwbiwyY61qFwkznkLChwQKUT1R4MbGiYLRKHq9LlWvzZdJVSCMq5Q5VULUeJgskIROHDvCsbgzur5FeiM5iRKFhARh/awIhmhmLsQpBtAU28KKdoHOwRywSYn1ISTUpSgPXMav3C1GFZlDCKWpJjNBDihn4kbHyPBx0OvXowHA6sdwg5m8MmPUQUfyy3F/ZENia3nGMTYMrU8C6cMSIg4mQgzEUqQEK+aj4Bx9B+zczUPLB+OewydgsZ+2BV6k6WLOASwg8ahj7QQ/ve/F5Dv1dv7KGGeRC22DCBUHFO7s17lwjC30wdneWmKE4aM5nmteFoszI7qBlOhCcbk00lFmS0T0Ho3g2xrp0+hlAeu7rqr/s9zvg17l09/v52zuSv7+xjxkFu1jlnuG5W+T7y7cWtu7pX0NBmW0dU47bEowncQ8c9WZeU/dnEZ1QtVm8VdLNFvuEjrqPgM80diqpPj2Flapif4BiAi0B8JFQh48q8rbeft+Ftc5uuZaBloGWgZaBloGXg75gB/2Twd9xX29PfOANta/+5GchxuBGHH0ARqMxAUoxc2FxGCcI2y4ceBCH3gT1jw3mL8dxczJh5UV7R6oWOVgVJdplSptiRpZSkEMArRTlkDJoEAVAzJuIVdISpyIztwggzu0F7bLZjBKHBJMwStDZzhmJlZK4QcQJ10WcYDjrcAYpA/WGgCDRoLuqIhWsOnCvDXlZwUWagFGLqhe8dFPGkeMqItRyyIdV+Jg5pkhCzQAaSD8cGU8M0I1LVVJ1MWNAGNpyQM7Lg54D6KPrUws8dxZ87Dftb6AzGveV7YsWWYpE9V7AIrd4DA3EYCPAf8dBZl90hq3NGDOYYTBliJ2yqHQOa82At6cNg3UKK4DGKeG7e91uQ0WX1WK8x1D2EbuKJO8LBct3Wq6/l/4m893cfj+3jvs08fsyWm4XLTZbI5SmPmAloyOyaj3dDCDzFTLw3sEqnIMYAABAASURBVLWh7eU3gweWGQTge2YGFw8pQnrfP0adl7m9OnV5S8HaOFPpdlH8QYGZ5xRmmRqw4WzmrbNMsXr4jCAHCsRV3vqWgZaBloGWgZaBloGWgffNwPyTxvvO+zPt29otAy0D/8EZ8MHpQfj+JDIWBQWM5TA0K+qByGegvufgZlAY8IFNHNJsVZLkgkyhSJKULK5QfWX7TPQ++KeiDFLCDpmUpeCTJACfsDsBMh/ERtYbgKlRFxlVKWTdmJNSsse1VH5SyZiF4W+kZ4MHCj93/V53d72CBs+47ykMDeoPB/nXxFwUGkTcgYIrI8WBkQU4A48LZGP8Y0TzLgxY2pztNPGQY7PZjGUXrGmZrYKmiECPvLCcpIOGuF536v2rYVHguVXvwg/Yg5kP2t9qwCYwuCBE0YTcKHbnRevOq3OP4Sg0eb0K9GYQe87A/gfmEwUSdPRcXmU6mkfArU6aPFpwhIUr2LLC/irYJMthxF7ZALzjXoH4a76r/bEgxBx068VmO5wgnvVrinhqVTrv7ukZ1W7SMyAlx5Cn8eTyUfKY/Sw7Cf/R2e8jJBgc1h09nFfzrum+m229L8+4BwKs914tJgbPeyqodRTlFp6xE+J7RdwzJyt70RAc/RMiEo8hbthkddxXhYJPJ3XwfrIxbwg2IwfWi7Gj982XFbqSs0ouEwTNVtgqwCAadfOgde3Ktr5loGWgZaBloGXgb5yBtrWPmAH/dPER3TVXLQMtAy0Dv56BeujO9TCUoXG8mT+OSnVgUpAtsNhH4kP8T189xRA/LRP/HM5BLaFOFChyQCceNSakSXIhhvVSKkoctFLKEhQFDV4gJfiklJLyDObkNOni97fEi0Onn9rRCA+IAYY2ImEM58YsZSUtvuAx0PLCRwI+bA4UaLynA3s73N1RAKoFktv9Xnd7j3uKJ3dseSAHo8Y4rNpTogPsS8rwQicNw0H2F4Afbc8aNmBLEPbw6CnS8aOLPUHXNgypszA3sQBkaYzhM+tnnCcQkUTnA/JBPTH0FHX6/TWFn2vtb26A6Ty+x2O3B/3NLfs2KAQNe9Z1QYVAiMt3xAw2jA45+/SKDKQarCIM4rONdVgx2wJg5QyG1kGmNo3wGf5ilmV4ocgzGFyvAcQ9SWGh72/Y3177PftbocqtWyHs94QF8CHvj4LEvBarEEddb5YhmKKwtqLqjhpz74f1Go/PjBQ8rgqpPURgMSL1piGcGQ9mIJtzDrW07sGcgX5pHhsIsI2LOdNJRALhbEM+CDSui6+NQT5d0Jllvk695Sd2nuf7qseV/UzvgWVDlk17YqVjY95xQGi8A3zvT4UfvxeUKQRl5BR+FCjMyBMgzKqekdNUjrpgbWJYbNrQMtAy0DLwX5eBtuGWgZaBj5WB9uPEx8pk89My0DLwETLARxKtOlqYOqSPI9iBY6IPbhzMRmg8ReOiRhQr5PKKjq/E0SqpCqEwLsSIw5go7gSEHD58w8ovxgKJ01fin9tzV5S7rAJfclbKNiIOxzBXc2ZZOKr66BNOPcE0BD5YAhd9mJuUpEmXlZBI3tPhcKDocdAdRYE7CkD7/pYi0K32Lgzte3SD+sMomrx9sdOYLF4Rw6DZj/Pk4hKeUY62hM6NWGKi6RDCHH3twrfFAdtUOVufmFg5+Ez8ObhJFoOYGIfqgeJGzz68lyj+UNzZ395of3sFoHcTPIbvKRD1FH/209NBnj/0B5bmJqDXAi86rePDvuXcG5Y6BKPajmiGKZZqX5ORlbmudFPgnvkQMQO/QxQPXCzAF9fH434q5PTsz08wuXC1hotedcw1ZD9H3sWvWwpGtxpcOCJH9hcg2ho366z4WXakD2M96iJqDB6hURyb5Zg80dgyObNytp2pZY9gVpuGemGOo5O1B1J/anOMv3IxcZkTIzrPqbmJfroukTuCrkUfNCfynkwaa7n9IPOce++FujrxsdrxPmKAFycFL5h4PrDBdB/5fsoUfgoIvlAEKhjwGaKg3HOF2w0+B4qyx8r8sZw1CqCVnBFIHhZ3yKIhDtq6loH/hgy0PbYMtAy0DLQMfJQMtB8fPkoam5OWgZaBj5mBIY46nKsmpz7uTyyEg1YcvjjMU/QZDKRu8YGWk+SCiiF4kCckKEp6cwl2gtYvy6TM/JQyZ7WiwuGtdBt1FII6/mW/+KSWmOPqSBRy4N/SUrZxNZii9w4QJOWSVDgAFnzbb+GE53WFXBxGD1EI6imQ3Onm9lY3FEVubq51fX2N7Fa3FBPupqeDRg6wIzGN4uXOi+HDfpAsbUDmp4IOh16Hwx04cJYly9hHpOxdyov9zCT2kXLWkXbKeQJ5yYGNCnvJ2FnnuXGNKNz0gZ5ix0H7/i6KWT10xgBvxJg97e8ollAI2t9e131fXUGvtaco5CKLbRWZJPCFxop0yMgHTG25ktoPWFtfZ2vSTaSaTD1W5Mb2CMIfElMwzIWFqQjkePqlELRnn7cL9lwnx10LP+zBYwpg/ckTQncUgQ5gT3wuMAG4GiXrPsoT1wO5Ze+Ixzb96FSvf19h2X3ct7k/tv19WR1zy8BYb8BGM+/8m4aAzrzhzKCLa7GmLubcgwuDA7kFmjBAj/AbxsAv/rjo0zoQN+dpAitZQtbNGY6jwgrf+7wxeAsxoQAViyd4bHhoaqz1lldYM0/lY0EKXyGt7jHzyID927e2wZaBloGWgZaBloGWgd+egfZzw2/PYfPQMtAy8JEzMH8wzVRxQq+jOJu5VhEMhy8OcaIIdDx+SUmqgEkgRmYMaywzzOv44uh3HHAazQbFjI7Tlws/3cZFIBc8fGBLqrUfHxqP0xyq5Q6vSpMy66acODCK0ssYMBfLp6xcikoUmbpaPKH4k5kzYHk4DPUpoLu9bqP4cxPFnyuKQC4I7W/2oXcxp8fWxRZRBPJeBlYcCISm+YUqlh7JWU+Rpd/3cuFiZO7owDFM7DvSA19bhlhiWqTcKecSSFCjQAPkK+eNckLvDRJIjcHrHFSLQHfqo7AFpXhSZRzOKRANoI7vtN/vKfjc6IrCz9Wb13oNrt78opur18BFFM9n3nqDy55ZmKij5eiJu9Iwp3N+BGXKoqumtZ+sKwkjZmBvz3VPddxzD0bMFIT62E+vnmJW8OzB+4gCkIs+FK+iEMT12wMX9Eytd2Hv5uaKfbMvX5upmDTgt8bJyjRFLFNYJ/zbZLPuEbrabs6rwSOm7yOKUE/iq5LT+E89vmV5DNfza+59HezPOZpRx9YfWB1wr4trNLgIZJDPsIW37eNguQfN6wNShHd8w9s3XPXBBG8AOI9G3FiMebPA+r2DTTScyIjB1N0fMwUNby0sc3WBid0hbq1loGWgZaBloGWgZaBl4L0zwI8S7z2nTWgZaBloGfhjM0DBZ/rvwGJdH/qMfjzIRYuKUL1T5zqH54hqyDjBvyI1cpgLGjUdOpodJk5chSJNzkWl61SKD2PZKpAo0yjAcZDx3MaQWTOwIMuEIlEUKbnIfrpuoy1Fpe12q+1uAnz8l9HdRmHntSgGOZQDTlxU8K+B3d7e6pqCkHF1faOb61vtkd1SOPCXRw890bAfIuXgmGQqXgMH4QM2ewpKxg00ijHIxUHW62A2NUebpZyEE1pRpsDTZehUBKo83i2zjri70oUdE8JPXKt+lGPqKfAM7GPgED4S38i6FRypXVwBMaZAFN+D5D1d+4mnN3rzyy9689qFoCtdRaHklkJLT20E38SecyxHx96jr9TijNIUMa3KYU4bNmxUsx0ROSV4hiMuGjwimAH0wLSCOFz8YT/9UvyhkMN+Y7wqBN1QBDrFDYUuF7RuKf4YN+r3AD8uiA1cS6/BRomX2Gkwq/ZAgO4xGeJV8z4XsHfnaKV+T5Z7IDLndSeQn0hYeLIsmPm2qIMHPX4c1AP5LPC1mK8BOec+6sl75IfFBu4pQ9O7D9E8ETo5NgE0ZE+0UDrmNVTdeV+Ve2LyWmxHhmWmhvkZZWbeQonh/rS3WDdVy0DLQMtAy0DLQMtAy8BTGWg/UjyVmSZvGWgZ+FMyEMchPplo0/oT5xHnoIHDV2A69A0cuAcOfZoPfLZ7C4awG2tPYUbMje/RiSdgBoYGZRDkdpMpvvhgbBSKQH4ayNRyVDaZwJzwyjABN/wPYAxf1ovDb1IpWRsKSZstBaDdjuLPmXZnZ9qeg7Oddsg2262sd6GoUFBJKcmvA/u/ozCwv91TNLiJp4Gur6/05poCydUVhaBr3VJs8HcHxbKZeRzu5fnkz8UePzl0S9HolkLEHX72FCl8nsU1aSRO7KTEH3LP3Azqr78VdRR+XLjyOMNXFPaVQxdP/rCm5xgo7FrxymKYlFNWZm7CLuFbrJTEC71AYuzGlVB/6OVC1fXVtX55/Yv+/e9/61//+l/93//+r/4F//rnX8jDGwomdxpiA1JdF4pLsfpgoItthYxFgj7SrVVMoNkFvk0Y0R7O8iTAXjKBe/2KQhCZLeWgMS/mExHx9L53uY9dwPDTWPVJoTvtXaADPdexj6eA2Bt2sT/mORJ/8XX4e4+OKIiFUJhjHvKRGnu859DbXBAxv89SD/15tt0Y3r9zsUaVjVynmlvrLDviuG+Hatjno3hSyY5oxzm8VxZbGNpRdzJAXMDc7utmeaMtAy0DLQMtAy0DLQMtA79vBtpPIb9vfpv3j5iB5uq/MQPTR9T67EQafLiLpy8oXLjAEoc8zmKonm4uxACBA6fIgYKPn6gxP3IQP1AtOSCLX4WyHrthVdDJUaxIUVxIOUPhE/FRWBnDVm951eBc+HExp4unfnY6m4o+ZxR+zij8nFP42W138hNBu25DkWgLOpWuqFB8SinJ+3XBwN/9c3NzEwWfq3hC5jqKQbfI9re3uru7kwtPORVKEkk5F8ogUk/OXCC6pvBj3FJoONz14Xc+29ZoFSfmzL49t2KjKP4QSy7wQUv4zgUKOgpb8V1ArCdWDifhOEnKgZwzxaICOuYmpSrW8mKMlMvqA/2BvezZ25Ve//IzBaD/07/+7//0v//3v/r5X//SL29+jl8R869QDVxDJoUbrxHLeddcz5AHlawLhKW7CNBMBeubsXRgzhHhxR5RZ9xjyF6yc8S+a3Gsqzni+nXbTluuXbfdILOc/TKOtbPnJ/xMPlnMT/v0FHp6Cnw9hR8XgmoRqOe63WngPnUsMDGP1YlBwFyI6MzPYPi7NvbgfXg5r2PKmAR75MAmakVl3Q/D6diyh7hvQ4Ii8wPbP4UzOHDtB67V2s+94aR6yu+kfoLYl+G1HpjYpcGVqLpUCWOnYxp8AJn3/AFT25SWgZaBloGWgZaBloGWgUcyED+yPCL/K4paTC0DLQN/4wwcP4xmrjy62wOnMMOH5WEc5ILNEAUYyhacu+psmCg+4AKxKORgqQF7HxJHfASl4BO+oMN0uK7jgwYOlKPt8S3AFJzhN2WVnClalIqEDI2wNzFCQlFgDsGqVHIUc/x0z8UAQa0fAAAQAElEQVTFhZ4/f6bnz57p2cWlLi4vdHZ+ri0Fod0ZRR8KB4WiwRbqXwdzQWhD0Wiz3apQZBGORwIapqdjXPDx98r418HeXN/ozZsrvbm60hX0GnpDgShwe6Pbm73862P93UH2Ib9yUS6AA6vwrXhleqMoW58pXhSKGLaj2JFdyDCsS+jUTfYJL5EB+UWY07HdI+ErgyI/SdXFfObiQ8wKi3tn3hji5OC9Uti6vrrR6zdv9Msvv+iX1z/rzc/gzWvduPC138v3hf1kd4CpdX07Ymw5l4/l4GDokdKstzEsEdLXFuLKrnpmMZeN0Bw/eWEPmbx03VZdUGRRBNpMY9OiKBLZlvkZhFPfX9xrLmr2FOQMF3/ii7JdDIp99RSBKNT5PvWOIlZHFx4ie46byCZeD2i1/Fg9q3mxcGe+oq5KP+9tZYMU60UA/67tuM+Bfc+Q84ALRPT323HOfc3jY9sba+1jsa6fvUoYG7Zj/4x8TQ1F9hH85lZ9/2Y3zUHLQMtAy0DLQMvAf14GWsS/Qwb8k8Xv4La5bBloGWgZ+PAMlHtT57G/CsiHvmHwQXjQoT/Ih8GRA/S9KcvQ9R8XYGwzwtjeT/oM40EHH6aBiz4jp0jrDI9dLBopDFW5vYxxpMslKaWskgG8lPTYyx+uadGNKp6z2cq/6nV+fqHL58916QIQuKQgdO7iz26r7XanzcaggEDRZ0fRZ0MhYdNttYWWXFguyVvu2b+f9NlTIPCvdd1Q/Lm5uo7izzXFnyt4y24pmlzf3OrWoIhye3snF1RIR/jKFLEyfnPBN3HKcXsDQc1khR4bgZw3yrmbUHXKiXERnegmQNwGOsP+gH117KVjf7UIxBrMpwbCvkbKdQZzbGtk9FAUFPx63d3uFft8/Vo//0whyEWgX15PTwLdcYvEYnYgz4w6wXR9Lcz461DQPHxHYM08z13QcY1OQJFna+zUcd22oOO6ea9b9ruF34Z+E9d5y7X2eOs8lEzqWINofA/2FH4GrquLQX1/S/HnjuJWD+2hQ9z3dFiv23Hfa+m78e8z17Haq6lR+ejZQiZPlUcHg4j+tHE5uE6nsoej05nOy9rGPqpsvJeK415ss55T+erXVjOq/LG+2j7U1L3N8thy7WbRr9Cn/P7KtKZuGWgZaBn4r8pA22zLQMvAx85A+wnkY2e0+WsZaBn4KBkoj346+eDLuZFTXe8iEBUD/xrXUCsZrJvAujGmLRKqJmMAPxR3Dsxbijz4iqIPeqoQNGyQuQA0Y7COE2OiWJE57GWKIalU76OrE5Wl96KAwopATlml2+hst9P5+bkuLi91efmMAtClzi/OdXZ2rt35mXYUBLpNpw0oFGMqssqmVHSdMuuyAAfeEQwUBA4BF8NcEHIxyE/4uPDz5s0bvX4NXAyC+ukZ6w6HA3Mlx+UvbC65KJeixL6S/CezRJHXyuKP9Ww0mzqGrqgDmT1V2KbGltVJzKHjQkUf9ZfK2c7omE+hhPkd62b7wmAghwPXdiDvgrebnLHHJk36nuvmPfqJJu/t519+oQj0s16/+UVX11eafxUsY29AaFw0ejfcLfuSF7AQxLrQVbAeVYuYZGs8wufMXp0HU2Mq9GxNgel2y/4CW7kY1G3Zc4w3p8WfrfXYOgfVPddmoMjj63oX3220399p3++5znfIe/S+fqbe14wIl85jyNI8NhbBW5i32XEdYu+mNRcM8cW4nCK0VQk7bUpQrNeNXbIXBdbyI3+Mx9fHctM1xH3CLYPqaMuijOt6cxhrGUoaMdO7VUtz7wmc5wn2b48M6/0FY53lFZPvdZiT6GnywZE97bJpWgb+0zLQ4m0ZaBloGWgZ+KgZaD9dfNR0NmctAy0DHycD9aOp4MyALG05/B1GDo4chCkIUK2RKOak2cqMEeOJ4eAVxR/sD5wYw08/6MC8Abi2E35gRg6VI0WIEd4FJj8xZHhcXaY45BUKIiXVWBOFE82vBGNAfAhMJWvD4X8bBaALXZ5f6OLikuLPhc4p/pxNxZ/NbqPNZqOM/QyVIhdqSkpBUzJVvPxckmN2XI7Z/MDe/Otdt7d7Xb25lr80+d///hn6s3755bXu9j1zszoKGJvNlvV26lgzsZecO2WKMjmKEaybN4yhpZOwz6AWfmy3RbQBpjuKGuaNgqwofOVOmvwqZ9UXlMblqENlVAjQZ+cwMwWZlWiUS9GGeJy7Mz8ldbaLtQpyLjr7udXN1ZVeUwj69//9i0LQa93cXFMwoVhCLqof978C1p0t1rEp4iIS9pK7U+ocOicbdKXrZJi3LCOrSLiY53XynMC2qNs6X0ZRnZNVXyO386CeQl0/fycQRaB+KQLtNQzc++zP17vOOUZdx+4fk1n+NjyckwnLmGdlD0Au7AsUZZU8AX6WZ2QBJsLWPMCfNq83sJ9T6XrENmPovRq+7hUhprMPyKrV9SzIdAYkmnnDg+xoYTy+D8T3G8vQ7kvDR+wzXCSxUancNwvlfWEbv0MGmknLQMtAy0DLQMtAy8DHy4B/Ivl43pqnloGWgZaBj56B1cdUnL44LFK4GYZeB4pAI6fDkWLNcdl0ZBdu1EBRZ4iCzig/9TNE0edAzWTQwPwRHS3sMBUijXRha2owRygdUSpZpRSllJXSY2uyeE5KnESjMECRxQWMMz/xA1wA2p1fakcxaLNzUWOrLQWZrrhIUJSZl7JpgjcK60FLEguqvtgL8bixCeIdNZCP/q6Xn/TxE0A//+sX/fvnn/Wvf/2sN6/faL/fx9RE7BvW2+22UZTIsVZhrQygFDSOsoTMsI74sO0oFPnXm/yki9F1O/y4mLFR7rbY4wM7ZiiLuSoSHB0tAbcsDEWSIBmSlVNmrHhl2I4cOieb7ZZi2Zn8Zdk7YnahjIsl/w9hV9fX+uXn1xS5/k/+bqArCkLeZ98f8I8rOzIBT7WMwoDQ4kaTp2W63BFX5IO9TzRvMtejA1m5GB0U5E4lM4ZmqAw81sYKjC3P6P19QJniVodPF9YqPDdVc/pBBw3sY6Dg4/0MUQTq1VPIG/xrYhSIBt4LmK6a4zdWIieLIbcH94geAFW0quc9AXPfgw0cu0SMRbHPkuc9hVbeb8k5dDUvGVGFLRgwO7h73WOr2WRwF/EGQ0do0zhKoEiOjaW9xCQgtpmDzdxLFQ4TwSORzFIinmZOZA5vpiG2FTOiuatjOO529wZr2dbzDPMNLQMtAy0DLQMtAy0DLQN/UgbqTyd/0uJt2ZaBloGWgffNAOdgDn/TAZXBQNVmoDCzHAWTONalgOKFxgcv7EZOjuP03T/+/h8//TMiDzN3Sat5HJI9Ff3AOocDa1IEGjzGNtkyc+BLWSklicOleDGFQkydi0aFw/2WgsXZmX/NC0A7xomDvw/TuSS5EFA2G3WgbDqlYhRcpoCU4vgea7NX0zGqPmiW9bNSSiCrlEIMzDkcdLu/lX8d7Or6SlfXN7qjOCReXtuFh1w2yrkgcUt0hXGVZcdo/VTs6YISJ8WYjiLPdqFnMr/dnqkLGTbdrvJb81t15KGuwxq+Hqw0EdZLFV1SIpZELuHEQDl3ysSxYf5ut9OONXbbnbb4zTnL/5ub93h1/UY///tnXb1+Hf9j2P7mRgPFkUicpAyWNi88K0Oxslj0lmXlTOGHtTLXJhfG0IIsW2ZKbNlFIsaiMKTSsSBzGWON9wQqF73lBnOcl479dfDVXxEqZWZwF2ngnutHCj5R7LmTi0B98Hv1FH4G7mmBoCf7CQf3Om/scXg+bk7tbbqSOD4RWS5SyY4w11gX3uMjCrkpOauU2dbUDu9Ty9jtvfWq1L0VA9uswBKh32kQGktoBkOa/Rua5AlZgs8TCtSwzHSSszcUMhGvDJ5uzLGShYPDOCvJczMyqypKJR/aZyYakNZaBloGWgZaBloGWgZaBn5rBtqPFb81g21+y0DLwO+YgSKF9/pR5WOgD39xWI2nIqYDIUWZWg9JYe1DmBnqCD6SoaJcgo2LPS4YDBRR/GTPyOF6NI/O9tNs1UkcMJGPoM45UFQZAHJJOSUlDnqpEFtOSBLrmBIhc+xXKcmFi7PdmfxrXv7+n3P/CtNmp/jum1I4bwJTUFw8MTYUHFxUyCX81n0L/8C+g0OlpJSyMuuklCRQGJeczcrfl+OCj/+HrKs3V7qlAHQgbxgqq3AwpzjDIV2M5sN/Zm6mGNG58ANcnMqOhSJFpgCUu606sKUAs41CzI5ijHFeaWe+FoQ68wZ2HXM7+8md/PI1GKZFM+vn4j0TD35zrJWVcpJohCTny0/97HadtrutdvG/pRXkWa573O33un7zRm8oAL3+5d/Lr4K5CDT0cwYVtsNSOGF80vC1jOHdWNzxqXSOUmJc4GBouSLmwCO3rVEy4wnOKSoNiFaRxKzaocDAdgF479s6a8Q9KnJV476jsOVCkGkPf0CFV/TOQ2ywMp7+nsDPyVyPqwvHxWaVi1RylscBYmV4HDOwXCHHDiqueSneyTwObXVs/cS9K/FWj7ZzjNW/PVuXGWbfP1Mic0aAwvQhElEkKezFC1saAgVBcr9Vee3ZPI29MaTHFObJmahbaxloGWgZaBloGWgZaBn4kzLgn1L+pKXbsi0D75aBZvXfnIHDvc0PHHYtgkJcnBldxIHXUhSJwdJRL0Hlos0oP00R8BM9KAYO1h4vxmZSci+fG0d82r9t4omhw6CR0+fIXPkVtkk5ceyDT+lYBPKKCXlHQefs4kL+1a8LU//K15YiCAfS+ACGilfOBT+FgkZRcbGBglAqWQp5jmP5fNTFHLmUUlJMp4NTVpKQpZTll/fnJ0bu9ne6mf4HMBeEhoOjk7J9cziHkxcYXKGwLBV0WbX4s4EW4ALNDGTdVh3wUz8VjLcu/Bgb1eLQFurxDtuNooCUs0SkA3k0pCQWw3/RdsM80HUbZEmWKw7l5JeiUEdhbLPZakdByV+obb5k/HE9/CtfV1fXevPmtV7/8lpvfnnDnvfy/qmSyC+8sM1RXjfAyNTyjB+azSpwa7kKDMhWgqIcccXYfFgjM0VfY2ZcmJ07hvAhT1j4Og6sGukmDkS0UNNl9pqz501AJ+7BIMwauG9d0Or7nn1NRSAXsyjqeR/2TFqFKTi5W6oLetzT/1o7neuYxF65NUhHjS3GbI0N4swMZNU8x7Dea5ovJdf5+HJbzH3fnQgWzSPMaWyOw6hrJJarkO8roUGRn0S9PpnrxERaBqlC7Il5DODMy84AFIl7gxknI8sMTzV9O8pKzRqrUbCPiELeupaBloGWgZaBloGWgZaBD8zAf8KPFx+4tTatZaBl4O+TgfWhj2OuCzc+6RpxQK4FjbftdxyHKN4Mnns4wB84gCNj6kgBIeYmKaUUgJNfA7qRdUbPgx5A8MhlJGHPR2kyGIgXPqSkTCHHT/888//4ZTy71DkFoO1mp8xhny5imHdXD6pFmWJHKRxOg3JIzFk5fEqCJtU/tk+pKKWEmTiNgQAAEABJREFUnDO/eMV+TJOyUvwhZA0Ur3r2fUexwEWgHtr3A7UCQ5FFLa8Ml4SDCYxzQZYJOQXVURnjzCEaLWL3xM7YhZyOPeRuKxeLHK+ISLgb3Km+ck7CcUUV0WNE78hmdUcM3WazFIo2m06l69SVZK8a2ejdLcWuaxeC3uj2+kr7/TXFknqtxW6jYTcA87HEqptXPVL2kz3KKhlqYD9fM7GPyqND7nEAu1KQ5Y6tVYR67rz+zOMjs8mcM7aek5AkKcFL8Kzge405QxSBpuIPhaDBBaCQ92wPOzblnml1vAxCEh3LBH2fLhfF/h2jcBCUyH7Nh+0ydkGZhxN5Ph1T6/5giDX6k85z1oK4ZmsBfI68JbgUbjMuPW+GeJnXFMNMLTuFrxGRxvUyTfgDzIPR/ML9xMLR6gD7uAM9WoQefBjswviw2W1Wy0DLQMtAy0DLwH96Blr8v2MG2o8Yv2Nym+uWgZaB3yEDPtBy4HXRZnBRZmQNH44hmssYtmGMmn6Uizi2HRGMHKBNB/PMG+c5CdPlEBcD3OHcNhSPBtYcxoNG82Celzwn0ad7H6cMS1e0OzvTxbNnunz2XBcUgc7Oz9RtN/Lh02EG7Fu8OMwmTrC10OHChg+l+EYug3XWNKXMeTorQZlNvOL4D0fY9LQsoWMLOlDs6V30ubvTXX+nAwWhEQVLxyTSIQn7GcQhJYmxY50xjxV6q5ljfgb2ysRNYSYHttp27LfrmFJA9iTgBp8BczL7y1BBrbmPnNCWrI6clm3RhkLQpnTQTqUUkNlqYl+9rq9vdHP1Rv7eo5urG4pAtxoolCheZJzNxvWs2Qpp7bKUgSawXpXTWwRZNzzhwb2gFaHHB9GGr2y+Y2SaC+rJEWMG91rVWRVAm30NMgxt4F6NuB1/FH8OU3GrZ38jIBZfUADHDLcj59EM+49tzoK30qySCcJgUgZh7rExj6uQHlvLQuehx5EO0pvF5bI2gBQDWjWBud8eKuw2c59U5PAZec6Vnz3MMq+BarGr42prm/tjNIg64mNtmv2FzAzSINFZaXhgapifcX88y+/Td7W7P6+NWwZaBloG/q4ZaPtqGWgZ+L0y0H7q+L0y2/y2DLQM/C4ZGDhqB3zIdSHGh+F7Kw0+KFPcCDHnXxc6RuwO2B+QH6DCJvRTl3zQnviqcxUlhYSpFH7GwHCoVBZam5JKyjEb1xqQu1jRUfDY7bY6owB0eeEnf87kp4G28R1AG7kI5GJGHECzTl6enygWpJyUOC17nFOabKA5aZ7i4pbj9dpEBjtqYH+OXrxKWPpX0yTH5sKP/wepu7tDLR5QCCKVWKJ3bhkMQT2WMmtJeMlZDLDzrzFByCsCmHWrNt5Tlg/QIANykdmPZXUOduI1EbhfbYl9JGLoiGdbOpVNLf5EEQj//o6gQo76w0E3Nzfyr4NdX1/r+vaaAtAdez94V9AhaN2deD0MgmWQO1J0MYAq67BA8JiQK3r8uTeww56eyR3WHcWOjrTNoIyAHqWNF1IH694eqi3bxY/H6OOicn0pZg0UMv3rYEPwXAzHAoYJbHQVF3MfaZPXRzRVlKdYc/E4Rxwhs9ywOMD6Qd2teW9xNQ8PtrCUpECsQ/JrgSzzsF0ac4nB8Rhd5/H9PNvYci/lRcxXIIkQKq0yelai9z07++adjcRmdvbO4DKsbL32PFzzs6zRloGWgQcZaIKWgZaBloGWgd8lA+0nkd8lrc1py0DLwMfNwPRR5bMl8OHKB92RYgtVGc7yHIrngk5UQnxSrhhCPspFH9vXL38emYY+AQJNKdFPzaIZiMxCaHCsPVJcYTLj2jIHxMRhUfbB2o5LnNq7bqPd7kznF2e6vDxXfP+Piz/bnTqj+KmYwiE048hgG96PQ4n5SbkUZXj7k5IysFrxSoRR9+F9MZC3OhKD4XHKUkpJ9Q9q/N/1g27veh3AQLFkcCHBCZX1om4wxK+L0SPBAav6gC0fiikEKVcZSgoMWJETTw9YCBDRH1sdM48W89lTNvC9WGFEI4BFcsowN3snieN4zoqCT+niCaDNXAAq6CSN7Knv73S7pxD0hgLQXASKp2ZYhSbWtjWuzNZRMZvxkJXxBfN0w0d8QxWURLiFbc2DfTA0YYFiX1AFEsQKTa81z/qRF9NJvSJhyW0orvHAQgPXc+gPGqZ9DciWQDzP4xWN+R6v4JBWwwds1ZOP1WSzMx5MWAmYxUYQhDEdzvKEUqqKxE8GkJOG/cl4HlieySHzJ18d1z/7/pzG8xqVet48x9TjGfZjmYGM+ZNjofECDOG4JgyqDDPzQVadb4PV8FfYab1fsfpvV7f9twy0DLQMtAy0DLQMfPwMtJ9CPn5Om8eWgZaB3zEDHHdrkcKHX4oxPnj5THy6JBKaCyLGiK0PzYaLI0a1T0opzSwHPLMUVTzJ7AqLOw7fLHu0YH5KibkUZFRfORdttxuw1e7sTGfn59pu/NTPVl1XAtlPLCQ+gn24hGh6jUrKPoimAk2SfYOUJRahc0v1nD9Kh8Mg7y9AVIjobWMkJfznlKiKJBE6uTuop2BwR/HnAHpyM1RvQkkbZdksErHk3EGK6HDqQDCFc31hmAx9HRBNo0kv286w1nwKKc5oSZpGMR+Hwyp6lKfN0x0P1QPncbspJwWgDrknuLB1R4Frf32r6+sr3d7s1e8BxRI2iEmeVoWlecQlQ8YCRcoFykishRpB9I92UQSaNLGHiZ+JPdlPxpcRX6ydEyJrDNXXk5OrulqujUa20oOB63UAPfxI/o82LFknr3r7MVaiFWtNhWOtiqxiEfnI9xyuVqqm0YdxcEd9DPFQae2xw19GCldF9NwC9NGWDrPg768fwkc62xn1wrHC7CBsvdqMEBCBLbGDm3suUIyssZVnmDa0DLQMtAy0DLQMtAy0DPwnZ6D9TPOffPVa7C0Df/cMLJ9Qq6MkbDzp4CqMiwWuaqzy4AKCRSO6GQOCkZPlwJxa/HGZRK6tHKH68pzKnfYphnWe2RhTWElxmGcEFWtat6HIs93t4ukfPwW03VD4oSAk23hPAc/B2rwqz9YQuDGWFTOqZ7ZQV6Bo42pOPNXE3rwvzxJ+PDNBK58Ur9EUEL59DMwfPM8LGshtt2IZZuWp8OPDdOUtm2MyxWyYfiUMtjbLZ4iCBFIcD7IM3s0HcsM8QE1PQ5Ydu2nWegZKGnFnSKLrsCnk2U//mJaSKVTkmOO9jYde/d0dxZ9b3dzexq+BufA1OAH4sHdcYM+cgiAGWRlaYQuDxVC/rUURaNnE2tJzKxxfzi6kMWYNe14sp7loqsgMoImIQBXXfjIeyS358J6M+SkgqkBhFksEN3XLvuvYvitHJAzmPa8XC1mxFQYmxuR4ioIgLDRsY5gHEzvMDmNCXuU3q8w6zJ9qdbmM2oC8pUW8dUJYmbXMg0rv+7g/tuU92EnEOdtCp73cs6xD64wYLUyMWtcy0DLQMtAy0DLQMtAy8GdngJ9k/uwQ2votAy0DLQOPZOBENH9U+UAFOMz6ID9wAK4n0DGso0etWiYJWXQUO1z4MUIXhhx8XWw4QVhHF27QpRhNHfNcYKqjxLEwVQsKO9SCFK8kldLpbHsGzlW/92er3E2Hf2ZpemX4wLy9Wi4RNRUOyklanGLggNiH2DNhuP4DRoaOCCqJGRJ9miC/huQeVDoy30/+DAfmkEe7REljDXpEMgiAluRCyxx7poCBUAHbqs6Bpa15htGqzKHXYWaqZdAQ0HkIWVxldAnkwjqJnVgJIigozVNSSsRW1JFrfw9QKUUpJTE1XPneOPhJJ4o/d3d77SkG9fsDextCv3R2xqDkrJIrWIIWCugTLdTRVYOJ9V7vYzHAv0Bmvcw9Yyp4N8sDYWxnRoo7wv5CvO5SHQyD92TU61ltaz9ZVEK/SiGj2iwz6khLKPP4AcV48b4wKyuHbcwibJgyj05pYZgxptWVGS+NicGH8piakInraAzQikkcxMUe4+iz+gjlk51tjsg1E9Xa4uAWJkYnncM14oqdaNqgZaBloGWgZaBloGWgZeAvk4G3/DTzl4mxBfJfmoG27ZYBqZwkweerI8ZjmWfEzIDUliqZ+rXK8yfxAxI6GxuhXZgYRYdoYGUXk+JJE3iJ9VJWzkX+PpLtbqPd+RnYabPZINugqx+3A6dh/4rVQCGmhx84MHpdY4xDp+irreKVoh/oMcdaUfghDCRzs41Rx4uOSassMRE9FZ+R4s+IM9t5faRT87r4cXHCoGil3BF7AZ3osMtAxDHRINEhN53BMNp6DJ8nsEschoW9mcle02oGOTufMNHYCHQgZttiwmz0JZHfQhEoqyP3TEGeFK/xIBeA9vtb3d3udYhfAdtTMPCuhV1YQXMUfnJwVVYyK9Dq6C29bcLWXxC9tqvxhsQ2+K6NVcjnkseYa6swMoMKG7ijhIHdee+mDOfmfAQodA3xZdA96an7m21O6T0HK6Xdr4aPsstsGy+DR01XwmpY+1ns3XmfppaZN62w+8o91dub8ZS+yp3e45Wusoe9YzAeaiypkVmfPHwCVeeIBl/oJ6yauGWgZaBloGWgZaBloGXgz86Af6r5s2N4av0mbxloGWgZeJiBOGXR0TjNazR9aHWUUPDwwGajGTqauSfxqH4RwtAUhZ+ji0QRKJei3FHw2ZzJ//vX7uxM27MtMuQUKBxDH09sDPE9PANFip5C0ADCU6bPdGmi5hl6npcb6cZpP1iwYgIYRJ8QGRAmOC+2F/YuVCGNkEdO1wPKAXkIQoGPxFzWo0URgo7G8dcCH2oxCVO64WR8VLAsWlEcMk5/NawWdBIzKSgRr+bXPGkeYyEKQXV49G2PFVUjVERHjEWlK0oUg0qCsg1bjOS093cc+VfBDnfqTXs/KXNcMNvwAaq0PJBb4LmG+Yfwr4IZDzWW4NdOIc4FgSNMbAOBeJHnnB084wzWOUJ9f1VbICYlI28Dw6W8ipCfdPdnT8pHxBYZk8Up8b2zSOpaj9s6OmMxDqbaVnn0dIUMhPItXaTjnt7vmcHx3MPRLMPmSPNj8/UO6+LgV1pd41eMmrploGWgZaBloGWgZeDdMtCs/oAM+KeXP2CZtkTLQMtAy8BHyAAnyDh2crgPOq59ngzWisq/VW0loCjCEtWeYsvEHIlNwoADd/B0MeY4mRKHzSI/AbTbbuPpn/j1r80O2VY+b84HVn9niwtB/XR4xcu0WlK8KARkg0GeCgEDFlG0wZjto3FLSsnIsn8pURBIWIq6z1ih6RV7G2UffgIIC/hJxzThwGuyCVgfnDvYouwvq84ZQ0NR3GFQW8jNuthjveHxGvZleUUUP1hLjlX1NaUwBnZpy5U65Gwb6r5a2yaTo67gn+JPB5+h8kTnlSLXSAHITwEZzvlAwS2uwXoXRScv+z0KppGXfApH43fgMju3T2iuIMk0eDQkHt79fVde3DIo7XgVYmBFRQzdGVVUe69Zuaf7QaStul5NN3tv6aIAABAASURBVEvZjIyZYzaExrjy9KvmdYyVKPa1Hs+87QzvF0o+zM3aI53iWgRe3feBBaYeGx6/DayxqGee+5aptLqfRW/GNhNsYNGTewnl0i3m72i/TGxMy0DLQMvAf30GWgJaBloGfu8M+Keb33uN5r9loGWgZeAjZYCjFadUH+LradUHQJ9ZkccKdRzs1M0auSxyHEzaIznOPHJHbeXm6dRSqmDqEzRxgC0UIzbdRtvtRrvtuTa7nTr43Pmj1ofNUS769FRweooTPXsZwewXN4oKgGzPiKLGzDLSyLzB+wggSVJKKUxgFS+mmp9hGaKwM28fBwoh8T1A8TSSi0LWzHAxIk1heCZxm0iPHJIRsrq/s8jc22CvOXf4hSNXMJjbsSM1BZYjfWtbJSthn8lRyUWlAPJMU7YD8uo9RvHn0Ovg7wDq79jEAdgA5By/ZBj2DO+3crLj1cJrwyfER5P73jNbtwywfiZ+BHLQOSMLJiHCTiGmr60uNdhC8y2giBFN3BtDfVswrPI6z25nVMlTfUwMpTm8SQc4mpcxCb9mDFtCaeYeh7dUI17pQ1jHBZ7mwUQeWMeaNpjApYW7v2odVx3qkzZ7PhFObicd049zJ9li7rFhwUzNP45ft3h8XpO2DLQMSGpJaBloGWgZaBn4XTPQfk75XdPbnLcMtAx81Axwdg9/frrDVRgOvfJJeKTnAGc29Pe6EVsaUhsasNFS9KFDHIOlq7plqPV4ZClj0rJ2SimKEH4CyIWf8/P6a2Bdt+Uw38kvF676/qC+76MQ5GIMU1UP13wc02wXJ+C0GsB6NR/IPcf7CbvoiMtFBAghhOTYpRp1KJIIWiO5O3Con+GY7HeZw1rTJLlosMgnxvEaiiAnofnJeIC33jja4BR9BspFpgamR5PJlecZ03DRJwe/CCvjbZdMoaRkdRSAjJSSlEdSCqLQ1VP86cn5XXwnkPcrtOKVAcbR/76dV8pRbKodqyKisaz7GQxr8s0sRtl7xMSU5KFjQB8pGdkNCfM1HPx+oIpReRvgopIn+8nTA32V0xdAOxqsB/C0qluYOnzQWz/jgTJuBe8tm2O/iwV7Mz+wL3ZqdoFlFhuL8AHjNdfCaYxfWlWcVDAnfdU80f+aza/pn3DbxJGB1rUMtAy0DLQMtAy0DPx+GWg/pfx+uW2eWwZaBj5yBnxgq4c+jric+gaKGXEIjnU4CQdddZ5wb/iIlVwzWJlNbLWsPaIEluaBMQn4JM04KTlr020CnX/1i6JEztWOiKPoE/9dN4WJ0fEHKFRMBQnF4TdpeWUc49djTCneYEu1amTTgw/7KGwCWdpq9oksT34OzBsOB7kAVOlBo2VY13TZA+vStIqn6jCaWh1jRJtEyy4ejLHJBOrDvWn4xchjSG3YVJ91+Gjv683e50JAVqJmUOQvgE74L6kwzkglNiXvr7/r2WuvO+hA8W1wIlHPjWmwGTzVfjWqpyY+lMdirHVC75mhluiwca4M+dolZ6tCiTmWQWp0g2Jf8UXQ5n3Xorm3V8xpyJce5rHG8hECOrOKwbS2BcSmAAbRLAzmtPNSxlq6jKs/zyz2HwjDk24xfyCdNXWv3io7x2qWwz7WrDYe6DISA7I0j41ZkGbm7TSmRPcWu/IWXVO1DLQMtAy0DLQMtAy0DPw+Gfi1n1B+n1Wb15aBloGWgQ/KAEc8TnqDCxaAUz5efAA0YB805BRMFrvgV0ac59YfglhPpnC1VePpsF0H9/pwYEdJpXQqXdFmQxEI5K7jnGyDKW4KED1xD9MedFIywUZI4nDqOQyWloIbiH8EAz4gIVOtBkimxCxetj7CnFS3QOmIIkr8atSh152fRKIYNPRe1MBOipjzIwfyaoHB1O6PJ/E94r0YiCka2K+LGoZyEouhoNlZ5IUcUOQZiHM4yQ82mvyYDR0bTgoXHb5Ll5QLSIoXu9VIsc2FIKP3XlkjlNHZnxGD087xTJICfRtQ32tP+LxndX84TPtzbgyRnxzIyrkox968OcOzszsnLDCwt8iZKajKJ/rV/k4scEmrogKXsyYieUgHqfpVv7gzM2Olj8nLkzZ4oFX1xExErFflc3905i0N3PvWmDc9gU1PBPcH8yL35Y+Nf80W/cl6jB9zQ74eFTdhy0DLQMtAy0DLQMtAy8CfkIGnfmL5E0JpS7YMtAy0DEh6NAknJ6142mGgQECLMkBMiYrIGOzczbMGdC6czPJ3ptNhUxQkHp+TEBuiwJKVOClvKPp0m6KOQlCXi3z+82HVB9cepqfw0odfjupzgFLdx2rseVKSKABoenm/tahRBeOYKuOerdPCUWacU2Iqejd48bJ+cAzgQDHqLtCrd5FktBajmLyisA6LaOHCfY3VI2wH0cHbBvKWluvZ3gf8mJKYicy9Zaq+3RMe13iENVDMjb3M7EztKsAeMwWSkpMSoMX84TDKe3XRqz4BZJ812uKJs6OJhia6KiiVvLU//a6g2XTlfGEzxRQPwGrPq+WYXHWZDfjXCXO34V4yinLeKHN/5TwVFhPmNM/3dR18X5G8wVcIYVD0J81ybE5kyyBPXFb9Mw0ZKTCPH6e49sonWCytjMG0xjIOYXSTJvjaVaMarnmjan5r//E8OZI58pla1tAy0DLQMtAy0DLQMtAy8NfLQPtp5a93Tf7rI2oJaBl4MgOc2gZOgwYVAg6aHOYxrj2MCyYmC9WxdIMRLbS1S5AZsE81TzJO9IkVjKMwp8ThvqhsuqA5Z/nMTLiE2stP2fi7fwYf0iVip8OEPuyCVmll6XHJoZ+jeE4esSbEveMxGJISejcLKlzwmuEEuGhkC1HkGakijYeD7oY79Xf7+H6cMb4MOiym9YrkIoM3UMVv7Y8xvMUs9hodRtBswE4tfJCbgYQNxBh00qWgtQ/Wmwp4xExUCXcdPjNJy4wZohw1Lv4OGkauA2MUS7Md05bxvUswyVlj4h6Shzp/VVWFvU8zVuwkYalZeFqqsTQ7/7nIRaBua+oiUKdMYTF3SUJHN7marjt7G8ihTPHuVg0exjjdgaH2esHQLTy3gHLmXs4maLwaWpoALWSWTsyjJFaO7lH1W4VsY9Kf5ieExwBiGF3IoovhaWxr+aT+zcQ+00Mvj+7XtjMeTmmSloGWgZaBloGWgZaBloE/IgP+aeSPWOd91mi2LQMtAy0Dj2YgzlWcCn0cHH3Q9bnXlihommsCp0cyFwGkgeJH6Oc5nvdWzIYTnUhMmRdwpcEFGZA4kJdStCkc0qEdB/Ww5RTeE3Mf389CEQI6Mpb88QvCBxRj/4bMEEEywKdtUkpSKhzCoWGrR18RHkkwNRR+2HvQOsXyA3k7UPDp4+mfO90dKARREBJxOqTMWl3nQ7/Xy2LhOvkj9IS3eMFz5RcmItBSwHCOgGMmiLDNkRNYO0JXZzCm5chNUsrEroxkamaxHdjzyN6pCHmnTLWTyeadiO0fwztNxohAaJHPEgyy2givMvSZ+JWLTP20T8d91HVbRSHIfOi4x8KWzo0khY8IbyCHCL1XyElDTzsRrVN1qjgdZQ+jM/M22MhY29wfW2eZAV8mCnu/DWyMtrpeqx2spwUfHS5mCvsuzebAqa/mDGBqD7Nuq+XX4uPctXTmH/U0Kd+mm0waaRloGWgZaBloGfh7Z6Dt7g/MQPvJ4w9MdluqZaBl4LdmgAIKLgYOtxxzOegOcl1HS5GDkzD6kxYHNstnoE1gbsHT0SyyVdCZ8eAEqZYhUjqRZsa5FBUKQD60Z06Eho0GTrCDY/aTLQgiJOiDNimGWqKgCJBAUcqslbKUkvxH88ubZ4591ykEbRn5gKOfDWuGbDcSy8H/C1jfa3+3r1+OTHFkwDpTDcgu/lBocOwBZGIvJkdvqsstAmJb+FOG8E4FHtk84M4CA0tiI01cVwpXMKQLBXL6JQamDMvq7DL2awMppaR4ka8EgmdfAxgPI37xhV+YqvrDe4KfE2mW9YmIft24CuQ7cw06ij1ddvHHT/9slDuD4o/3lu1g2u8y/b43xjZb9PeY0NGFL9OV3o8wcT24VSJdeAo6W3hc+SNXx3OPv2ChtGCf6rzWosMf6w7guCAy9L6OEFodwyjSOfkPEp01E2PTNawCVev+MWBw0mxzIrj/BjiGes+sDVsGWgZaBloG3iUDzaZloGXgj8rAIz/V/FFLt3VaBloGWgbeMwNxkOMYyOHQT/SMHOwVsJ9xKQuEzAd96gPWGGaN0HlOQmpAThoFhdH6E+H9wenE8EvxobgAtOmUoDlVG0JdDocOv/o2N+O+79WYT2gXYbqSVXKWn86hyiHDa9qDqZ56hZKOPcW+qaiMgYP6Qx/Fn8NhLz8RFC5Yo3PhoeviiZOc2YNjqEr5CaVg3SH3+ma1ynwdP9KHcXRPmlftgDdzBrHbFWvRzC0YVtdorcvkPSXiVuKPAq4S2n7gnhjwrqdeXvIp3QfKXdswTqbnKeKZhtIyQ8rIc6bQw3WIQhDXJAfPPRA6U+yWecFEXn2/LTfcJK5k3pypUaVzj1vV1avEFkY4XXJG9hDGGtUsNEgnWq0nFWTlccWieGtjiXAUflmMxpZCusyzuyPIx6J5V8azj7ano0k+CZ2bSbKQdTSOb1GcMJODE1kbtAy0DDyagSZsGWgZaBloGfhDMtB+OvlD0twWaRloGfhYGYiDF0UMToTywd5+BxcDolbgzrDUcLmFsQsgnghlZMUKSa4S0Gt5PTQK1foDc81bmTgllpLVUfzxkxuc4hWQXwPhEgAFiDgpW/QoThf2sbaUJPvO0JKzUkr3ZnqO8YiYvIyxZ+trLkZiGA7E0/fxHUD+ImgX00RgKSfNv2qU40mgrMyadJPzLNECk8TzFvYtDLsPU1bGin4WMHKrh2jk06COPTjCSy8jb8mD5E4idBFtHdB7jAAuAdpAGSbuG3j26haYhiYfhJOg3tND5CATxsqJ8x2BezdgGtuC0bKA8xPTF8nMPC6t2kk3kSp72D+mflfZQ29PSbjW3sSsZgFa3CMWoZ14Sw2ka3uGcp58oSM57kISmrd3R1tzxuP2a82an60d13wjzrIp7OOwce+YgWbWMtAy0DLQMtAy0DLw+2fgsZ9ofv9V2wotAy0DLQPvnYFBB47KVFJoI9x88FrRNDk19aebKaLZQpoEM50V8b9pJaUYJ2nW6x1fFFW8XE5FqWTqJRUx2wozpj6smufcSGMPHsSiZh4C+5wL/ooSNKUEn4kuBbS8kpSnQTqlCUsFNL3qegcO034K6HDoFUUhtJliQ+5KLQLlTixWge6p5n08pTuV+0iPNa3KYWiVrz0hcXoeKFt5XOM0t4A90hg+okNac5AgSWLPOaB4uci1PAEU60YXuj+889Inj1OxbaKOfE/BcCkUYxhfF3EvVFXi/q/c/d5uj7I6yggMyKpZZ6xEE1ul7o+gXkiAw3S/Ws5wsv8gUl3E1BUbTmMcN4KHrIlgiPF8zRGIHZEXEzvGWp6jAAAQAElEQVTJC4N85q34XeA1Zsdr3jJio5mrOBlUUetbBloGWgZaBloGWgZaBv7EDNz/6eVPDKUt3TLQMtAyMGfgqYMTB0KOoe7rKdh2PhiusPpUszQ8Jk1FBY8YmETRx4yBbDKGo2wgYE4PXvelLp6Ed4ozqaR4AiiXwtk9B8JBdh+dfD511DV+sRvrHkdO1UfGd6BkpZSUk0RT1r1XCJJSSlVhCuqo9l57IBvjOMhfBH3gdO8ngvz7XV6vo/CTA0mZQzZNH+VVF8bVwNY9gHVbWA8ewlFHDLG3OV+WVtss80auypELGah6hV7Ti8WiEcMkOSG4OBnHgAlxlR6jGFgMKRMg79SeiIC5DmIGw2h1EfcD184bjaIIhUfzYRIxVi5kNp6Hb6Feaa2+P5YeStb278w/Fc/BHlZKij0exf6smvaF+DgiJFpElqOvUVoWRpOs8r/We9Yas71l5mdqfsK94t0kXcgjMxZdY1oGWgZaBloGWgZaBloG/swMtJ9T/szst7VbBloGjhmAe/CB5F/bQa44JLrz0ZADPvKRQ74PiQN8HHjTeHLsGzwPBGUKbBydTTXOK0FdCAo9fHhImBiQaPCh9wAeYkvISUspRfGnxBf1FslVGhsaJ5YejPVYywH+UbVNgHUZPy7ElJJVclamoJGAm2qn4ysJA5CUUlqJV7yl5M6Fn0N/0OHuQEFm3mCi6FPkXwOL75ypzpBlPf6K7LIXU+Nxq7g+WJn6mpmKvQ/IKjxvjsH8BC9rTMOFLKZJBAfQILMvuGjJV3tISh45NEDNixXDMEKYOls8AiZg/YhiJbINw4nAvWOrEyJeswF383R4VzyA81Xh69Rr8K/ucd183y/zPY0p9/fzWOoWUzMTqp37Ct9lmq69Tbj1SHOVVvncW3sKeziVTKN7igh3UlGDjExbZsQAXd03jK8lQu/36AaO90YN0zyw6SOwzxmn6sfnPC49nfm2kdd6m77pWgZaBloGWgZaBloGWgb+rAz81p9z/qy427p/wwy0LbUMnGRgOUWZMdByIOYErGHgIKw7jWMv+VRPQQOt6mmfA34cGE0Vr2k2fMIewMknxygE+WMwIUcYxaBU3dAnXCQmV4sqzz50YlrbiNUIOyoKNJtO3aYEn7uMPAERrws+HF/rMGSKGCd2TWKPg0SBxCY+difWNPUTOilNTlgWq9VMy2fIU0VwFeKFDzE3A1ORswNrHMif6cgpfECGpQYKJ5y3Yb0HVdb5QiJTLxyoescWqkc79j3M4LpRsIuDvb2yfkxBH3TuMn5zmkb+jhyz+DAxQhWdRxGgw4lNw9gd26o6rewssT4MpwQytvghiOGh8BHJ5GAiBYs1GJ60g4OLWiYTaBH8iUUdWGVwMcgU9w/zBvI1BCUXpmwSjglhCX3YHMtD6UoS28y+qkchMtokO3JHg8rd13j81H7qjMf6KXYT9mQL7ylYyxAEDyUR7itYzFFXiFjhuG9oMqrROprJ2axg/syuKV7Ww1/ll9hsyRI0cw0tAy0DLQMtAy0DLQMtA3/JDDzxI9CfEmtbtGWgZaBlgAxwhKKpPvbDeG4h5Azo46GfhvCh+MBR3nLgag0jf6hxtK+TXNAIcBCM4o6wSHRYRfHHPOD4qECiTxJFg2x7qPxyQWRxar2FFgBcMUm5JAo/RRuKQLkrynn6Dh2JmCvE6kTKmJ6GipaUpQWwkg/6uA6ezofSzKm2UBTJjgkdDY3waJLcLQhd9nCSB+8xQJTxYZuR0+vhQB4PB/XwNBlYEWM2AdAlVngkWkWbFx2KSR3xxtBKgNPBRbsVjguhx3Zp7DMxyFCxX8fJkHjEFGJlEDNsJC+YJt2g0XlzRuZJvvbIssfAUzwjJuBnbuHPHQh9dNaameHxu8D2R7sysS78GC7g9JGHgf2ACIaFJzt2OXHIIm/Y9DN65rAR9lSLdfCT9cm8kDEf6loTJDJlauQYTXFWs4jCulC5K+i5BkFQMELqnsG9Zn8PNXZsEJmJwTx2Ej0bkX/10PFVVe2PgTAPy8daXW+6msTIm21lNhcMV6IVO61SJQ7aqCP2d5+Zxu9ITnyv56zWWIsb3zLQMtAy0DLQMvBfnoG2/T8hA+3Hkj8h6W3JloGWgXfNwHykgkZzB0bgJ0mgAxg59GcQJ7ipECTGWNGbq+sNFD5EYSdoiHyITMrIhC4DU0VxSLzQhw6Wxmi2YCT56SDxSkgLJ2UXf8pmo/gVKooXGd1gcJBXnGxTnFVzLsodfBSKOM7aNmcJPzbjfI85M2kusGTkXiOpSPAVml5poetyQAgzPb7pp2ZbkCiaYFx/jY7sUSgZegQRJ6asG3H4u07MR2JVe8swCdfQaGubUCAwtRKfQxQ8+vjOIfNigy6EGDYJMCWoO+ci4sYJjcg0w+oaCQoG62kDftkKtqOXIIcYTC2s7WQae38ze8JjSIvrtOiDsTSYe91aniNHtT+alSnIwbk4uIhDGQRegWpXvVRD21lnOrCnAbve9zvU+TNiVpivNoVtlYeCbVUasqmLdaKbBJBTqxq9Tcq0m5qMjOU68zGkq3KYVVt5JGZfCHZc42G88J7BuOo9AGt3vg8Quc0eh4jJEgxp64hsY98sZIOZBP945xlHjUfH+XXk2I4WExfrmrdNpcFZDo5hM7D6AcoDSQhsbsSgdS0DLQMtA/8NGWh7bBloGfijM9B+1PijM97WaxloGXjPDMTRijlQDos+DA8chsfxoJFxPaCNcQ5MHP21gCnwaMyABNxMHyKKQC78gDQVWRKT/SGZmGYKCU1QVxrwb11KSTkVdSWDolxAlmRgE4dKhjGmsJG7rPiOnZxVKAal3OE3VbV4eV9zQYZt+ySbscisk3LCQIwS9imoeNkMwmqnGaiyZCJ5Lj7ELGOYiltebnQhzU4ATcdXrqwLPyg8ynJfxTitDE7WUjnogAsexoGaxp4i0B20Zw7JDT2sG5NzxnMCxJmcE6giVpTTmp5lNsIJPSshHIe56EOQNM0vdMJHZt/Zvs1P0K+8COeeheM4ivz0ynH0OHcgFnbOnrkL7sjD/DSPi2Kx/wiQyRjSnzZk5HXgfo/7Pr77h33aCLlJjQjfXHn3g/OAgpkkxgwcDW7V6iwLqqr2Hh9RbWp/lFaOa+SLEKgS97ad4fEpWIOYa4zwJC/ysjJCOo3wQvMgZDnBWmDAcv3q0vPYW534mODOsO2vAbuoskLjethXnWNJ5ejtfgbDh61aOzNycG+1fTjbUx6RNlHLwN8/A22HLQMtAy0DLQN/aAb8I8ofumBbrGWgZaBl4MMz4EMW4JArDryKAxsHaFdq7jkd0aMRxC0gDo6zzPxDiFeKOSmKI/DMmSajm5u9GIxdWChJpWSVzk//FGVXDgwpIpx7y0vqVHJRh23xE0AuBnHAzZwAE4i1vEVmcl6mV7ysz8RimlJCZkCQuT8B84V8DGh62T4hSRLrKXyIIpriV3GicMA8rxmLwp/Q8JLpDUi0NR+C6Cw18FwLHy52gL6nAAIdWIRmNfox5hy7RHgdOUyiE120Gk5ibECmVuW4oiC3+EVX14dRUuVNDWdQ8Zq50EdAIaazpGK2QTg1y7X8gqKLGJMC4miIJRLnIWP8Rlwu/sD3sX/noepIAPHBY+6WmWuEF+7zpWDCXPup9iI1xEFjsqcB+5hBTrFHiDd7AlZZwARPw0OMjt1igKhawLxze/uM2bd3U13WvFlumSny2QnUeYfUfRIz2ilkSz26T+se7WkGEhs+wEDBZ7YxDYOF8Wg9cHyW3cO8PBleW0eouUYfJtHdj4TqF+5O5jH+b21t3y0DLQMtAy0DLQMtA39cBqYfTf64BdtKLQMtAy0D75WBOCtFxzQfmcY4cg1RKeGgC01ooi2M5SE57Sw2LDVdF3koFFj8ALazDprBrA+WT9BMISWlrFSKOpBLLV5wBpxNg7r407nwsy3abjbalI22oEtF1sXBUbwScIsF6Lxlj7OUclJKSbbP0JQYi1dOdPWQafMhAmUuuQkFneUQJLY1PJpwbzhJV4TFV6Mn2VhkqNeHAoQLFoZYdaDw4bKJxwOFDRcyTv2kui8njv3kxCF64qXTAMcYJ9aRosMfyzFYtYhFwpVSSkr4iryZavKNORz9sXmacZTc46yMx4+Qm4fMd6djmUTENUSRKLJxoCdA52DosYCP/RM305dGXYJ5yxCmzrOtc1aBeAQ0XxUDVqRYuudPIbSWNU3YO1s3J7PBvLVzKYoVvN+wg58dxLh2llbu2FtmyEmx2Hue6Fz8GUI2WArmGGHdPDmCDIZVE1LzJhNFyog2j2EftMlvyO/zHtcc0xNpHdvUY8duiWmFNYrcOTPVxjJfkGrpUYRtJnCM7Wix9hZGrWsZaBloGWgZaBloGWgZ+EMycPzJ5A9Zri3SMtAy0DLwoRng+OQ2Hxqhw3LAFYd8PfpiisKMMxrtoc2JMFVbQUGmQFS51TQfspc5icJCUkmZ4k9WogAUT/XECTBrOZ/CRPGh6+Qnf7rtRlvQdYVxp475oZewpJtbrDOELBGPbJfgjJKVUlIoZ/ugY/Sx7+DEwXZiTkhiNCPD0yYCd9KeEGPjVWYw9EpcFxnmJ/igf4SP//OcQVmeJ+XIWQoaPMUyKSmF3BEYeuQ1LrKRazP4SaBFlNAZdW7K8Gbx6TUMDCTGgRi4G4jccO4cq2UTYj58zIHKAtMJ3jtTXBSKPS/FH/whrx6DmSasyMqV3RAEynFK5xNzsPC0PH8hVZ2EdG6PzPOEWX2frsx9pap6Fs7Uu6iah/2pc4+MJU0xOM6vHsnNypFTy0VBQnmOAY2hJyYuU1K8LLTICMETnfUnqCs+Yf0ge2G3mu9lQzZ1c+ThNezcoQxC/LDrZjtjlnn+ejzLG20ZaBloGWgZaBloGWgZ+D0yED+i/B6Om8+WgZaBloF3ysA9o0c/lHxCAj4s+TQ8H/TFYX85689+pvNhnORCGV3UgDT1s+l96qnJHYogx86lCKQ0FxFCDk/LaHJJKjlTzEkcUDn0wev+i3kuOBhdpuhD8SdDw9S62b6GqzyPVzSzVsI2paSUkugqdP9VnZCySMN9rcRc1deRq+NHF0bFrkIV8TJ+lxYFEFcyJnjs62f4WlpsP/Yd1M7Zn3MUSNli1YUTvMcG7KrFPmdnk3xgj7bM+PP8zNgq0/CNMGieV7f2Hu75XGtLDHL07lzwMTUOzPNe/b9cBZ3HUO/dNvVeHCq79PPYNDKkegHNY+T5VcDgY7Rj/CIfa4+OIMaxZg3DMkdiGrp36civQLZ/lqOpMM8UEm1aIvjaZU8JHMdVVuNcz64Wb+/vR3x//PbZH5byGuN7rvQrgTR1y0DLQMtAy0DLQMtAy8Bvy0D9CeW3+WizWwZ+Uwba5JaBd8lAPI3gpykwHkYfq0bXf+rJFJnbww+0Wgix7n2QUpIMmaq+YD30GpVNytiklJQSh9MCUlHOSacvxyplhNb518By8laJJwAAEABJREFUfO8P9mGb0LjNVGEbfbK8IrOO50tJwZtqeqGbuPcnDmyaVdnaT6L3IC4NTOZs2YWPacT52TpfixF+umTYWD8RsxJL50xevDd4kkkzk6zSw1f1NxdVBgqCs41nKacYBh8cHf7ppRBGF8Olm6sRJ4Et2hOmMFqD4bu1R3wfIyFXKz0jtkfuiGsljvA9xzguWi1mWR0dte/NfYADr22s14oxec+OGspF1YMq0DIhrBmZMgN73xPyXMAwpluL0W9ob9vc23S/Yck2tWWgZaBloGWgZaBloGXgT87Ab/8Z6rdvoHloGWgZaBn4lQzUAxlnYA7DHImHUaMH8UQPh2PPdhHEML9GqKNbSx/wKSTujRhQhlBA0ysto6TKmiblUpSykeXDqiG/atjmhILGRy4n2MzksMlV9XSfFpVNE8NMl5jvJvjFIC3cE8zTObBv5V918ITftbhumCtUhTE8rhuXzBqYUMX1s0CRG+ekxmIZuTQBCcxt8T0LoPbFHQEn7ovjehYk2ePag5BYJtUiROVrj8yN+BSlKg8+ADijsY6AOXxw3RnA0CYR3L1mhYHYmwq4czTeF7wJailJC1RfTKVVfukfShbVwpzaxPZXjzSxqgOoWOY8zvz/7L2LYhs5zq0Llvq8/3Puf2a6O75fpNL5FkCyWKUqSXacxE6o4SKuBEFIlkWMnNbz4/4Ls+/AxMiWhoP18mRquVDSiffXhduY3NbSHO7DCNkr/Ll4l+ye4xSAiJPQuV6BXoFegV6BXoFegV6BX1iBix9jfmFufetegV6BXoGpAtyidLk0mj+j/2exjzbCF4f2zQxXru9Hiy+ElBtzoWXFW2jCWRCBMuAs+i/JkoQVKA9Xt8mhkH7ULZv8xxbY6iDobJnfhkPjJ2GKb7zANI0U82xYbNc+5CuEf+wQ/Oqs5FcNrrw8lfWce9U5n9OJO0y5uZgnnl3zL4LxTJvOz5OtkmazE1/pk+GlOqFmfwZMc9JpM/Tm/3iz+h/6Uy5eZFrs+ouTQhJrpwYA1HaDBRvNLCRknyNUw4ZiPuv1rlxHHQzo+R511rlbI10I2HieZ31XaqZawLP39UWYR24z8ipQlwHsMAxMAzxFYREKFUscbNG7GR0dQtyIIAV2V2n6YeDc74idU5tWKowwaRbcyYqFvYu9Ar0CvQK9Ar0CvQK9Ah9Xgf7J4+Nq2SP1CvQK2I8pgS7jfgHlIqrL8JGbvy7D1l6GV9/N8qWf5sB6Ztm+bszalCkkOj5cUxNtloTC/F7qjKYL36LR3dV0rab5oXPs9yP9BaDzuL7cFLnosoNCBlYPh4k2CEeox0uomjHMYjSGJTsYZ1oq3yMTyJdlmomrmFz0CYHB08ncjuSCu5RS8BxzROp0pEJFKY1cR/Ozo45YMFKzxokmXEfqfTzguyeGO+InGi8snhJk+S6hRPSkiS5tq7KeNwz470SgpcmhhoZDeq+2zooD8tnhqY2c/YyXQq2Yr4i+sqpVsTlDmkyolaQJb91j8hc32LAz87ogeqk15fDBDmGnZnA4a8g5O31aUp6zWrkm013Dd7ZXoFegV6BXoFegV6BX4OdVgE9RP2+zvtMfUIF+xF6BD68AFygu68w0Abh/qlnCRV43Yr/818t+Mu6IJ7tz/5dr6CUIIb191oasH9nzKIhXcwFqyAY/KldgvquyPt2m+Iju/dtMBxNfPP3iu/buPNORgfZlT9PeZTF0oPEjwK6OtKqVctD03VD+Q30yYjeP7NNp+FKluTnWeSln59OhiaFFzh6ptAQgmecIDodm6DVDoFGUWKr1yCr3yM6ZoFIWLVBdM7Qk+zlLEXYDVRB20L/+opEhYGVkVycu+uRinnQYsWTGELeKKNOq6XuUvmVukDlBwZiFPEl5ZkVYLkCloXWUxb8gtTNqovoAy6+ZQUY5LsFCKuluTpf2HyJvHOLSXr7Mp0ue3d4r0CvQK9Ar0CvQK9Ar8NMqwMepj92rR+sV6BXoFfghFaBRctAlXuAir28BGXR+xUqzrd1W7tGZFp3TmfcbBMUSaCYc1XAgt+N+tONBjRwaEsqx2aC80aKm0RP2/V6+4LC3kbVGI+dIvJKFLrhxER4sDWjLt4v8iEe50/c5mvbH+u5Rwp4LoKO02PJVmtWWBRGdxXyjZM7b+oMKuiH2OuYWDRLDDaoPvOpobuVJQKYIbj5il+gmNFhdo9fNgedmz/M07qm3AlTHsbizIsYOUgB73fB4xXXgnAYGmhyD6Xn0OuQJjevkHb0OGSQt0MYUr7zdRSeDSYCxsRrLe4Y2mta55JN0leFsks8gu2Yyd+TQpQaqzW4Yok47M31jSs6oRCZwyEG7YnAqCzpWiPtkWJ56NH7SP1mOPZ1egV6BXoFegV6Bj6lAj/K1KuAfn75Wyj3bXoFegT+nAuUipUu6eCiNktGv9cfp4s47WaIoAmQx4rKsmV6N28Q7c+XkvYviy/7G/kcwElBQE2akGbXngq4Gg0FN2Snlsq6h/g0UfPY0JQ7EO8ILWuJunEd3XfFiCx2sPSEZsD9p+FbVp3WRssH6uZsFQ+P8ZvZ0sV/UubDHWZAyDzdF5+z1ANJWmeI5L2vmReQDYL1cI7PONVJH1HkktLDSgZE6qdbzBh0rCcLAcTFOj+JHcLVPc3//hoxU5BvxYpZK2LE6GhucnBqo6SH94M/nIPYsSjSnPp11f7dRoQtUQCpkdgiNNzDEXhO99fOaKFKgLi914PhRj8GbQNW+YHAzyqgRFlcE+9Pn9nxTRqdp4KdTTwYUk9C5XoFegV6B36UC/Ry9Ar0CX6gCv/Ij1BcqU0+1V6BX4OdUoFyQdKUufKZcRMdxTxrIXCqNi7159wOVj+Sz+aXa5iZ1CNxXjLBmR3cySsww0EfQvbh84SSUOe6BnEYaOkfy2gM1JEa3ya281Y42yq/a4yxj9cPXt/QJoQzJgDCJ8wlDYk7YBYgG0Tw/8W8HwWeLlvLMeCIU73KZN12MixK+svAaCjDpJJG9j5EaHQGU0xypF0RDTqdgzbbR3HQcD3bg9ePfuvJvXKmdEfHZqMZUqJJbocpRiPOIAwwt0qtUkRTDqZTk63HEO3BmiFVtBgVGFi9W+rOowQpT6NYqgm+ZrtZrD8DQkkzEBk7OGGrNmEQy8koRAW0m+ehUIzeCvB5Zi5tKKgKmFfVkDVNZPD/TiKxj9rz0YnGmT70Cv2MF+pl6BXoFegV6Bb5KBT7rZ6evUr+eZ69Ar8BPqMCoW2WG+CP3Kobf7uNNLBl9ETt50Gg50eX+j+tb3hVlIt4ioDTWNmqy65E9GKZvmRxoNOzVYCBXhjcfspsT1zHpDCPNrDgHJ4nhPprqmSQ0GMjJL8qDsiloHN7ADo3vQNxJHCb2gziP6JNNV3ydQToaANqGskByIRAYXtOR4o5ed2x4+GAdw9kpYIiac0ixDj03I8+N6JFYiqS49QnSZnjWmPBbY9OHoPWOD8/I4cUpWl4Joe0hBakjOLc2pVCuuEREXryMcPr4WXuMnEAwHUwKtskEbnssfaqcGT8Sk54nvZ4DRj0UE4PIKrBpEZ6qIdKq12dR+nGZGJdTkpNw2fNzevSsegV6BXoFegV6BXoFvkQFPvvnpy9RxJ5kr0CvwM+pgO5HIxd4b8TQPSmXee0eb2ZJ7Anec0+eR1pIiCk3TZLvxg5qVBSQ26imAmDgQeZi3D6abLAGAzAzIn8YH7reOlOnlPAQLFlKAUvZjIkMsnAFKeuKK+sVy9Xii/4iXXfWHV04t3xtJVWi5XAErFSBpHDJGee0TjBvAuC3McInjEdiHXlOjjwHDMoe8Wrxw+0NcxO9hPLVjSC2Bdn7f/GKvI3iqOkh1pc14SSHyDMajFTbwE3byGHmPhNkvQIKVFDcJZN71MoFtyzDu9KnkWMVv3WvYnX3M5Oeq5k5h8tkZvocwkZmGwfmZUCt9Epust/wbTw62yvQK9Ar0CvQK9Ar0Cvw7gpsfFp5d7y+sFegV6BX4IdUQPciNU50Fx11mVcj6MhWIN7IEoKpj2Ht4yi/VnGWJ1ixK5xDU1aK1WZqwAzJhoQANXb1/Mhr1DdNaDjQ5smNBnHl+oyX28gKasvcCGeLBytCgy2xz7BL7AunHIAJZpbsrY+8IpO3rl74z0Rd3P25mmnXhLI5h5PZF5rXTVU7IjNQ+JCHmbsmqzS0p7P8hGxRPiP1FmUDjWw5T2r9G7cmbM5jMurLMpMUq+ufh5F0ufSbGDnOgklxBSLs5Ni8bIsywqYivp02e4gV4mziviPc1vIt/WKrONdC+cVEPfWCp/07HMgP0qdegV6BXoFegV6BXoGvUIH+0eMrPEs9x16BT1+BH5SgbpyLi+GoDhAX+djx9OY7aSYufPN8cidu/cLoPZ3sXombEld4A1BucClBab24P80fo6mj5lRpMhiPaGCQtWwIcOZ2PwcODEIxG5ESWL4tj6b4gywwKeHDAv2jwkOS1uJxhBTAXjeIRVz5Jk2ZNxtcKtNcOq+NVs38SXPJJ62tjIQTqD7G86s6mtfo6LMcI48kNjIN1tp0w8ddmBLIQ7XhOcgSRHnMvVFOQ+YsBRtzVpn23LlADIZkV7pO09JfTtIPpm//SIJjWZJyDjdOep7uaveo2EWFavgRDBswIrJ+FoOb5jYx11ZvlzicU9ItrMuziSX6eYDk51mcPAoVH1Cc4L7OvFa2c9mfnvqcd7f1CvQK9Ar0CvQK9Ar0CrytAl/x89TbTti9f04F+i69Ah9UgdMLUHOFooFC90QjegM0QwZw9dZ+p042LaErwND6TLAliRP0Lz9LwmFuQSG9lARUM0ai5auuziGELuacvhnNIr/0Lh1wi6hqgwRHLwQtg8u29hiG5A2ElJL5AzlZcnY+ab0waVuv0QMffZZH8fzeXwo6o+KtoznwwE4a5L/09Rg0a0QFy62BXFpLrLN6ZhdsepRTNnoON520yWFa9GZOzRvls/OV2ktwgWnao3n12k4uscCGfH6cN4fcTZu4R0jO1omDVf6jmekM8QNHfKkE2NWxalvknUU9rw49t2JEHauRP5Fy9ZBX5de+Fq5a0J16BXoFegV6BXoFegV6BT64Avmj2PdH7RF6BXoFegW+twJ+tRrba5JruH9CuSQyq3fCNnHxTXApNxBKQwOVj/CA1SJIGdndav/A9MjeBEyJqRiz2miTVNbtRk5aJyTzHBRYSNJNqG+y5M8q1pEpzY2460ZyPk+OcnN4k4i9Fc3NxE9p8P1SSpYSkPGtOKZYoeaWEFKeB/OeAyQYTyXb1og7rhmqzj3KROPDmx9YXSWamZG6jKoTDbKod8zKI1ySpybZ/DG4nJzP00yYdMkSggBphte+kbdY91Nu2cHlzO+gLcyzQtkM2aXfyTaEYRAf7IU5LyheG3kU88fSctJC3xhdqfOc+1HFz5aP/vOgyDrSQczMPgkKMUmfncsHbc7DST970j2/XoFegV6BXoFegU2KKesAABAASURBVDdVoDt/zQrkTylfM/meda9Ar8DvXIG4PZV2kEu6JdIQoT/AwWkO0BCBYSRQhr7rga2IlR5pAWQ/GidSK+ZIPPoOEsOOSza77vx0NBaZfzOHRU5RnF5W463W02c/4+H7KoEso6rD1dEhqjojbgJqGvg+NILY2FYfCpAxEF+Y/FKwpM4IvsxKEzBCU5kQ57M2CE1p6IQ0n70WOY7z2RyqmKVSNEHHHn3yWSYLLz+5WRMkuVVTQp0spWTTg2iMKsvkgQZFr+q3MBFOeYkDjNX12ifnuVs6YBv8RDBLm8djYlRTcYMyfGW1zRhZdchQxmst+PfMSkEnfVOxOLOyMGUZjG8dbMwej+TU6JuwtwM6JhvpAknvC5tJ+TTiJ2eX2S7lRfq5NAttF3sFegV6BT57BXp+vQK9Al+wAv1jxxd80nrKvQK/ewUOuiWWzk9zWF2jpn8bphhSMEc1foKl55GZTLzTkf0gp2987mCGLWlyGA/pBauaZPnBfuJCTpZ0+VVDqgnurE/yFIjFIfxirTM6pF/imC3hL6tCm2KBlKQ5D7bxGCOZC5YX+VKftJ74IhVqTbBB2ajqxYya3oGIGU0i8dq87NGEUwOALUY9eU7DJk9TPmKEUE+zdGkSg+NcxAjeLPE/7TxAzR/YneK08jpz08akNHNhTz0GVLwOmGNIDs7nVnQ3KQS3aiIfiM90JZ0ia4RbzJLNExFXziK+IBVmQUvEJk7j4Tk18rtYhRZYLCLA6hkUASPlA+PeXvcjPZ/RXl9HGj/7rC854vpLR5N5ZoPEfCk1NbQ4ldnB383C/eS11sRq2HDuc6/AV6hAz7FXoFegV6BX4KtVoH/k+GrPWM+3V+APqcDJXYnroXEp1vHH3HwR740RMUK2iz1Bvien2gQ48XDFoEZJcraZtBhU/ZE2hSCXZCklMVxyo81gcK7wibdZRrnW+qUQod7f3QeFUya2Yfa/u4rjTDbCeGTtktxpfZpWZHvrrCCuJv9mL6mqSYJwEmipXHWQk0NNH485JPJW1mYwtmw0TLWIeCWtWJvXaCHs2pCf75UDT/GO0ypymIQcZRT1SYxeYV73YFz1tkmhtLlTlopCynDRp6J5D9VpL60rFbzkJ/s18d7uF1E1FyhGLi818AbJgaZP/saPl02Tu+Hg9NdPeknFCTSfz2fpoW8y1ZNUpo2xUC4DtK6fle959Qr0CvQK9Ar0CvQKfKkK9I8bX+rp6sn2Cvw5Fdgtjso90e/lulTJFM0RLpR+1/VJ6gmNilbHpH8vR5MnLdZWmXfSAbs3GIZ00uCw2UPOtvBB194F/SIcB2jVszCW5iItqUkRayc5c8slWT0jpCI5E7EXsJ6hLs6+EMZjaXJeDJZM4C6M5GU1HmryQKbhMXQoMaKTaWzrgbla4YtXybzQov8Y2kZtNuVVPAp6juUiNBuGKI9G6SwxGM56RaoQqmaOGI2isAvDaoSsDMLMqC9W50uwoNWWxYnIOUuF1f4OzscPtH6WK6iJvEPm51p+WSf9z0JJtdD37+sHYHmhsCfj+3c5CdkVvQK9Ar0CvQK9Ar0CvQJnKtA/fZwpTjf1CvQK/JoKLJs/ZuX7QHGZGr37Q5PD6SJH1EUjNlaERrIQEvNMQN4cpX0gWpCdeRcd1Iyh8ZNS8qu55UfszazLftbRAymczZyz9hpCRNobVyd/OeRgOoHpAStyLa7zmwVV9ixb1kQ+FEckMTFwSqAZeSntgUYJizOlhzk/0nsLbtsPvTInjLxSC6ZX7Y78IoJscFvnwHRx1FgrnrIJ2VS3cXku2blaeIwhe7hgtvMgTMg8TzDZDpdlOB94OHWHLMTumlUDGkA8/2OGP5+Vj6WuK+yvoOTNyDtPXFZUsmbxU/Ki0Pm8hyVFXdGZXoFegV6BXoFegV6BXoFfV4G1zy6/Lpu+c69Ar8AXq8BPSpfLlF8IuUiNuelz5GYVLZCY35IJYYwOysqSdKWudWMN3Qd/M9VFWKjtlMnP7Vk/+M3YmEM7eYnz7MSs4rx1dcmXUKomXg0aaaqMqY4oBtFct9nZsS0PtqJaulDzRpUXZFIN/nKr0jUMmdHA4CVpjrxkl2khB9zoEOEyNUCsfSGSCAP3YZ4nGmOVE01yEsSfwRUuG6tZyZBRRBC/I6sBRvDnp/DQduiYLosRXFhOa2dc+vxi2Q+ac2j5rLqGxPFjvsZ/9jxft6B79Qr0CvQK9Ar0CvQK9ApcXYF3fqS5On53/N0r0M/XK/BDKtC+NU2XJ67N7DbaUf8ZMKmbfwsIgw+p611ZvaEVH3d8z0SjJ/ciWJ0cylScLsQDxgHtNMaainTey8CHezTuvgp1kmjxUMLBlXker2gz9cMGHys1C6G7ai5p5LyMbOZ7zqWrYl5yqnlXJlbQ/FFbAGKJSbwbagoLf3JO7nDl5M41GCdl3Q6sDDWBBDfNtp3Wu03TzI6ilRfu/oqgWTQKuMZoF4TmV81DVCW2b3KvbGXC5b2zh4kfCEK4BG3Hmq61d75XoFegV6BXoFegV6BXoFfgrRX47k9Yb92w+/cK9Ar0ClxVgd2KF/dk7s0Yyvd/tpsdR/9mxbadIO8cdBFO3jlTtCKkT0ypCa2cJaJ2Ak14i98CS1ZMw9RM8mOl6uMiUqGweZxqsgFS1heKqgxyLOx7aCyPOdbPeZ1PCNs0uxfTUJoQ8JN1wTUBhlrPlbMsloV4rV94t/MgQY0LZyz+MqqRZVb6O2diyq4IJM0LmGFqADFpoC8eQRUO5eaQl7Dp8GEGdmFEuMIEbeewz2dvdPkrNs48t7KaIV0msBOHkMeaLps+HdnOlQpQidpOJPOWR+yjV6BXoFegV6BX4AtVoKf6tSuw/Ynla5+rZ98r0CvwG1XAL1BMfqk8MsOrv6O/BjsyjQhTq0Oc0BRA/vi4ZmFy3WJKC9nFrMzEVT4lNA7j3h9vqQOc204m2QFNIv1p05afNwD0DZhEANwtx3NWzY6EfmPE8TQLG06NOkJFZMv7VHNRV8XbmSkEp52Ek0Cqh3FwvEgj2ZAGToo0INr6A1NjSFyyG/Eqdh7h2iWxipmhNTumnQ0kKlg0hdDFQAejK//IpMbP6JnG7H/y469PnHyEv4dzeWtKcjF/JJ/r5BF8qqqrmVkqyrNVXBOz8W9Y9pcUAVQvFJE/z7n4QNiDL/Oartg67RXoFegV6BX4BRXoW/YK9Ap84Qr0T1Zf+MnrqfcK/G4V2H5D0uURaKjhk2GlqYM++Gh6uFiLI93RWBIu0kslejUSl1VAU8bU7LF8484JD1gHbAM2UePhJk/EJ9cMKBl4I2rMBCmEpVKyGf0QM1aGZFm2k0c60TSKrXNrEYEZxhbNgutYfaPlkqfHznUL/tKKbfvWMc7HTQQUbPOIZf0OzwLY1QXhy8woAWNNUYhqdW70UKRo/pg5RTZ/Ucon4CvqlEJ5MksvyJDK1vapHuUlT1INi6ThByRvUUG6C+AH50rPC4F+hbmtQMv/ilz6nr0CH1WBHqdXoFegV6BX4KtW4Ot+pvqqFe959wr0Cry7ArpK+xXqqPloTkoTiKjSWpHpEjCKhLVIoogro1yrZbruzVErgDsPNGUAiwewPrBwmTWQgOWGiNUHsSovJmR3LSKqYWCS7OuTz5Zne8cjba2Jgm5ZZ/rWtfCcFp/BnPrkItP6cE/O5jRWuWOJ58LyWylt8s77xOqg5nWBZ5QUjEfsAbMcrdPSJrlJRq4RB24okNME/cPPB5o9I4y/fuENMHQSsTg3QZHWB/ExxAxTBwerfGZOnbLhGkIujEiu9UfJMDfM59brIq/cVKsdnvAM/Tg40DCkgTTjVNMYfwnrhbhuZ7kWXLfia3j1LHsFegV6BXoFegV6Bb5kBT7f56ovWcaedK9Ar8CProAuzLotH2Fo/dhR/7gziC9RbDd11AHS/etSfkn36AI5S+GQUCCHwhtNBsvthWSDfIdkfpPVBddOH1LrTVcwrYRhWDwmTrJLTIPi4jsMyRCNDYBGsoSCISGggwohnZ+TWQJ29WO20+qq1a03lxXvleduaw1LePpX9y7K+ZFCasOpjsV3k7YLFk6ksNCYPy9aEmBmqEVykCcJl2/8tNT0wpw1U+QcsYJjHjyQZeL7oDVLZg6bP8JbOjmIvgN+QJ98sbiCqjAz51cm+a6oV1QD5yFjPxwUD2eh7VjTtfbv5q9P+P1bxfHqel4Smf8Zm+etOukV6BXoFegV6BXoFegVoAKLjyVo+ugV6BXoFfhsFfB7kr4/ocRoGND18cu0X6KRpc4ISTOgQeQXbdhs3iC6MAvZnDsjoYnZsm6wxP+yn0gyozeDLplfaTdurIPpwSxnwGANMqsMzpYP4ng89P7v48iPRUnAP6WEBTBg3jlYTDwt1l6il6GcbeGmJ0hYqBei9hB0FIsJjwTKUIzyZIlHn4nlZgmaxVjLp3FpzdTULaJVL0aQpVB4sfgp3wA6H7wOyYnh0uqE8QD0Gt0f9rZ/BeOe/qXWYiiLnPWpaCrV9hIKFW887/bTHk1eYulmMabdcxdDpkl5jouTaBZ2PoW/WMuvB0puLcLjE8wXDhpnWMnzxBCBcvlWFnRVr0CvQK9Ar0CvQK9Ar8CPq8DJR5Mft1WP3CvQK/D7VOAnniTuS7EhtyZdqun/uOzfAnKOSX6ld5BFSB6NwVmfsAVt3wjT4pI9syWWCBPh2ipFqpdW06NZpLSkwrESNRSsKFxreVfySUasZP5QHG7DTmj4DHgNMsAbvPlDvgJrkWOGedPQ+jcteJuzJz1fsqJqHGrVou2DyMAeM8w0rjnwpeOtJKPnyNWahNnzRR56LUZ2Uy5wtHjsgF7U/+xrP9p+T/MHqteuGlmsxnN7+HYz80KjMwsznyIsfIv6Q2hkHrNOkoNSi8zNqiTdLJsiFCoHYSlLd4KrnE5W/XKFiiVcncgXPefV5+uOvQK9Ar0CvQK9Ar0Cv7IC/ZPGr6z+V967594r8KMqsPKuVO5PTv0f/oFrvt3jbMlHF2MBF5NBvGxQiVJLNP/2UHDTvN0p2LSQ76Bv0Qy0DBKAH2pzZops6HAx0zQEsfogOZoGVYQZchxREz8MloClZIODGFBLZg5732NolxGLE7SaD+MvxfWGiXbjCSr9hGOtCfWRXvYLwHPyWBzORZ/CZVA9g4252gpTKOaGRYqxyAnRPGUxB07EQdT0KTCXWQpl3h7ai9xE/PWCp/PQGDpli9B+yDzf6HLItbPkGJksYkgb2A28KnbiFy6fTtQT+j1Jab3wPTH62l6BXoFegV6BXoFegV6B76/Auz95ff/WPUKvQK9Ar8C5CujtSWh8xmgJ6M6p668sx9VGjqxHv4sfseubQtLIH9EcLlw5LdKoDRc1YBRCjRPxA4zkTSRTKMF4cP9lziMrpwiDJXfgkpwGM8VOyQZ0SbyQLD90ysy++XBlnWgNKKGC3Sv/PiZHyGQZQ8+nP1nckRmYjzZ6ow9z1VsfAAAQAElEQVQWQ+jEr+GMdWma7b9+1rUdzupIXtvQ7jGDL77SoSD7ognqKfAcuuSCc2cnd9O0knLsc3b5m4y82syUnwOW1WJtZwwlgaKM5eZLufi1NIfwmFWflVX+zMw1h/zM+ffcegV6BXoFegV6Bd5Xgb7q96jAV/rU9XtUvJ+iV6BX4EIFuGmueZR/gIQmkHmTgyaB0zXnt+jUGhK0plD4lMEeYpEYhYMyUDAG+kESkg38zxy2/Rgw+e1XDPzJQJ8GYsoAxXeg2TMgCslpwp7gzFISBX4vbfK3Kx6+lqiMedpSXLH+kstGmMHId9Bin8Q4vIlCy6T2UWD8WG69Yrp4fPbloO2uhS90tsuqcuYRAnmStvPlz79c9uR9cpuxtw3xKjHVQLLD4lH3y0zxdTGFjxOffAtX1nO7o6t8WoiuOzvFAs3K0kEOtnNuZeV0NnHC0kk6waZs2xNXd21ThVWPyfpluDj4l0m3J9or0CvQK3ChAt3cK9Ar8BtUQJ/zfoNj9CP0CvQK/AkV0D1b5/Q/5dKlt16wJMjyPSgxjlzNjwTKKO+ScedGvxjS45OA7q3ziyy+NUezsMmx8Nh9JJ+NnY2HS4lLN0z2toHFgqlpk/XJEt6mbTPn4mLSORaqFLITpsFXD6HU7Dk3snRXwReaJ+T+azGKrlB3rFM8x6MdafR5NJ+qeYPRGQWZCxVvfrIyG48EfKxv76barIhkQndVHuGqmafLeNIYPI8Ieu4c2YhK3ByreyjRZKopkbK/mp+Z3SRat2ncNHiOJMfw3KP5g7vCCZmF1NGm3fLVYZXhNGyyG6C74pA3KOIfSCnHH3jqfuSvU4Geaa9Ar0CvQK/AV69A/7T11Z/Bnn+vwG9VgcVbEhfDcqGsNDPu6ZMKkDQ1WMoLUzWXZkFQ9VZyx6CQWFj8C0UbKyz7lUSyQxFt7REH0L8LU63u75Ppop+nMCezlE3GY2DH5E4YzJAsPyKj0GZVJbIJVbHKDE3cuUNYhrnyKmm+Zi61AUZ9Q4Smj5ovTmR0hry9ERN1k3oJN7sSX6fttL7nurZdd54vX0hbeu2ooVdrN9hf3Ob/Gv6yv/4KDMgOe8NjaHwzv12JxvcdLOnFqh0nKGDP3TD4n38NnM3gw+k7ZmIymgCShEb1aVnlKXzaBH9sYj16r0CvQK9Ar0CvQK/Al65A/xTzpZ++nnyvwB9QgfIutXLrHWh/pJSMMSvE1AbInBwSLmAAcD7CGnOyQjFVH+kmVLX7Sm/OmQxcjBks3h4jDY2RbsU47nGi5QFvanx4FB2QmCLSHbFnHN2PJXkMnIfBtvjr61CObGzJ0AoNzzLfkggJWNpxtd/hMACGDgI7iCJeO1jirgPRnPFJ2gJXrEx+aJ06yiGunDlMK2uONlLPI3AjNTh1PXJMaXVg97p60qrq7IJPpsaPUG1rDMdV7YYdlfj/Bm8EDdRy+MsNFk0U8QYP8ogdsjAj+M5qOjN+oMA+O3LWXuS7GwZv/CjfAV5qPD5mvw8L9DHp/Ngof9Rhf2wpe/RegV6BXoFegV6BXoHvqkD/VPJd5euLewV6BX5MBXZN2MEO3IwZXPhH456fbSnTdSI/gQ6AOyQaHYJBNdQasGxUbOmGRKMgme65VmxB0aMJPmbXJJQpcT8WY6YYebHVR32X9RWuVuNCcOFk0hkBTZAjTRDBfeHl6vfwGlMaxRXMlL5MDk06X07N1h6+LJEyGISBs/hCM7RMy/E22QvbLlHshEIUsjo8KU4/ZrROsgU0VwuNspC1oTitFa0eMEvZOCvqMlTYwjtVDPPXHDO5uJKGiFWE5nTeldoR0xsnu6grM3sO0wKlm6XCisbO2aAXVV4iW9GKShbEX0YOctkxe2R/naFqsk4yeg4jrpzW+Xbazq2J0y7ofK9Ar0CvQK9Ar0CvQK9Ar8APrUD/FPZDy9uD9wr8bhX4mefR2xOot8jKkEQy3YvNH/AuBE3Ou4FpcelPqABRjb4NQh7ogkuhT0iCGiiwMaJltLztupsxe0BFFtQyYBUsA6bkwdVe31ihmaP/ytVRPNbaXYAvniabsEdDg2N2evaiX2PeDcMc68UIBPFNjznVrEPdjqNyliINloadpfSXDR4UagP/k1EYNJ0HLgMggDUL8xo3wCcQYxTxSUyGy9RHos4t6pBBOLpUJ6k4+Kha6nkSZZ3qWn0ygzpzK4T0GKcGxSemDGJF34IdhdixQHRQcXaDoUJTxvmoxaqlrPTSlpWixb7k5StdoeIrFso2Rvi0mpbHWtZ6QkVAn4c0BTwtWftestj7vWGuWaekZ34otH2B29A5vXLytT7lBeIz25D88mo0ne0V6BXoFegV6BXoFegV+LEVeOOnmh+bTI/+BSrQU+wV+MEV2HpT0mVJmG+fzHsWlsyA87AMmz38q0ChSTIKIfrse6ILWyKSOcwNajyAZBZKs0rFaFNs7uqT5Qdr1JhwSEVzQ/dADqGmxRFq3JRHt2uWvzvgHPwo+/FgozoYAnJij0F7am/3lK8zTDFIJxiPLbsgVaHZgwMPHHKgASSY0fwZBjMBPYwWsasyFbC5RlPJtVDpGkjtMVpdu77oS05FNs96kjzQJFZuzH5qzI3kWOJIFl9QF/wahiPvBlV5vr0//ahEywlFBdQxWOfPgVM4UeKFcT7P1i3rXl3bxWVFoUYNcdTX7SDzMeWvCC3itZK9ZcjsKVEMoVjkLHmwHSyjGH4+zZtncmb/FQ9XpZM1quph9W8FfcGJf1f0CvQK9Ar0CvQK9Ar0CvyMCrz5k8jPSKrv0SvQK9ArsF0BXa0aq+75iHEF0yyg0KBp0no3FlkXCKu/KTo7BT66nN1bXiqaKEkNGS7ngy7eS7t8KtSoECJ2m1vcvnGUCYMaA+b5I7gRyjD2SCl5+0eu0QURJ7DeDwD1gY4hn2PTBHOTT8Qhd89b+We46Z2Tb+95NgFcdgtKqMuwZ0dOvPFhZSPB4uKhmNQk0xm9brOz4qQC4L45TgJver7PQH6zhTO5FYKPebYC4VKS06pLngRbH4Rg2KgmEAytR7pCMLz+NGuRaAvzgstyDmXF3Mfz9Gmul3RVWDl+EHjpN5HWklrTaQk/PZgGDwAjlaAjQ8effRD27KNXoFegV6BXoFfgIyvQY/1eFWg+rfxeB+un6RXoFfg9K5DvVRZ3el3uP+CcyYyeCpNNj+W7o2T8ioOaPsJgUuoSCB2KdYXWxFdsWeWnIQw9nqw5Q9hLrr594+Y6lz2ac7lYUbKsSSwcgAkcXvxAM8h4cBrmjxoDgQTIe8YVS0c/mQos5HPTBJLkWyazoY3T8u7wo6eayWyjkcZKUbR8oybx7FFzHmxMWXc1qYvzivV83EjDQrmoCQTr/+i1qJ1Z4uvKpK2EIs9oBJFZmJkawfdDLhSWEWthfuJQlsK0Zclp1A9pTWnp4xWkZNUhB+Ana+6a9Z30CvQK9Ap86gr05HoFegV+owr0jyK/0ZPZj9Ir8PtXgAsVQ+d0wsSQ+H4sL9OtLB7QHyF+olWSzBBSghoPUTAAJEbiWoit6TZEfroQWnxZIhR26VHenAt1fwQGe7jkE7sFhRmAC7PpmKWgMWcVeQ8gke/0DQbtkO3fRb4jznKp5IHDQUnVEtQE/avXXLOV5qiGz3i0+BYQVEpHwpW1Bg1iJ48rn5OTdW9UKGVf0jLiBTfkqZFpGRgHCEPWZxI6zUlThoxCFt9C9Cr1UtDlEB//+ro0LlFpeGz+Qi70LRus+RJS6kzEzqBtZopfIqwU1BNe0Zf8ZBeQV/8SDH0fvQJfpwI9016BXoFegV6B36UCZz69/C5H7OfoFegV+PoViJtUXAanFkZo106Xb8RqGjTmaWWjfCObIxv9BL+XSx7YZ6ArId541DfWkmCh2HyRKKh+8CejGtUCkCBMXi7VDQsz2SvH3kfA7Z0OFFrxSf7JUkooFClT2AF4jqJY14eCrFvOa88GXSxVTpMqVkpXMNmMxo9LTvUsC66ZJi1DijgwZXAURpF+DK2bVsZU45DKHPQkAdR6Bcz1yYxhFx8svujTOKgQ/JAx/LWito9U+oswk1JC497ZtgLLWqtYQutT+F1hvg7tmfYK9Ar0CvQK9Ar0CvwWFVh+YvktDtUP0SvQK/B7VUB3T7+AcixdqcZ60UexMcr9+ORNbtEbkN37IFrgzHpAN9HocatTFqAcxNP8CT3RGOJdL0YJi4Kh2NZu79iI6JbkMwoGy3xorYvsaRLwGYAhJ/c4nUb/0yjpy6GDyn9gnVmyNCTzb/8koycxmGYmbwA41dScQeL7sR1IRxqUASkk8nJZuaEzR5m1e5xjpLOl14LokdeEzqvXytHNPhmhfKGfUUHtFz84X82g5aXM+RX1wPmldjifLJfCSfFz+6XpTc4jP248Vwx9CwjJ9O8BiQrLreQmLPXTluIKll5fQx6U/tdItWfZK9Ar0CvQK9Ar0CvQK7BZgf6RZrM03dAr0Cvw2Sqgiz4300hrceP06z7T9KaWwq/OGGmI6I+D6BW4dvJI9AkEV8dE/BorpdBpznzVpIG1Zskv6DZ/DJM4scHV9ZNL5sIuYVBkOQ6ShMKgZMhcNLKuQecNvc4fXJmV85ASzYSA1UeOSg2yat4QqsqPYfJuRiIETDYkM/MbNxYoQwoQw0+iJxGM+b+SNh4OdqQhZALPszxZrRKBBMxhUpoex/ylqHLIQmX7AdC+O8WF0YEERKQpJeQysjlEOQUXs8vJ4kB25cMXbfqqcbY0qtkzq4oE0OoRl8tcPr+bu3z+KR9i9lxcyPq0HqeaCyG6uVegV6BXoFegV6BXoFfgh1Ugf7z5YfF74F6BXoHfogK/8hBrF6hjvuJ7K2CW3OQ9t7nkU3YXzx3aL9GiWR1ERnFBw5xmF/WwWDyiY+H2gXl2YdS7rBSi2TZ9G8WVHiP2cNaUU8qmQULBYKZQ5g8E6WnguHhpkjtIoLgOWi8haWoRVYy51f8Ins11KIF8nLANWhM/wFuum7OaSEzNwJGuxbgf6fkc6AseA/mVIbc5UhYjYggEcmZkrZgii/8xKLsHJScxBWe2dBcmvb4mN9ZPwodwXlMvAxPDC6N/xEZ82cF5albk76Ue73uDfK71OpJgvHY/V2Y9m16BXoFegV6BXoFegT+5Anyc/JOP389+dQW6Y6/AL6lAXKG0te6gxuV+PB6NgUqUNgwDNfKZoQX4MRRi5phoOqSZpgjujRW5bbJIPWoSEvbEFS+ZP9SxCMZnw2r1wdWdd1xmGhvMaTAGa6tDMINNuhwv95fCTswhJWOAhA4wYJqh3BqxsnIEsdgM1qbdLB7UnFH4yobih80c2+K41MYZaZLZkGZ7jtR+HA+2h+4PBzsc9rY/jHbQN4H0PKP3BTVxxXEN0zwWip86SiZBmRmRQGUsOM1CWN82f8wZa/kWm1d9ZRYOWbxgzl5ficTz4S9N0i7U4ofI5o/f7/Tz83WpV6BXoFegV6BXERq/2QAAEABJREFUoFfgq1YgPtFckX136RXoFegV+HUV4EI1Ck0GtcchRmhsYi/dg2d2BDVFtG6JrF/0IaKRpHfQjHohlKwYhYpvQaAhw1Yvj2bRCUlhHRRIQB8aMSABs5yebT60VMAhVpgV6ly22Q9+8OzNdiiytheM1oeoH1d8Ms/TdRYPX8PrYDyONu4Ptt/v7QUcaAKN6I3mj78S3DHW1FmFUrBJoV2q9OMZbQ4Y/vxCGWwbM8zq8G+LeSVWzR+v1BNASrThjAIBhB3bQJhdJaozZJWLa9P0NIgT1rw+q27tdGs6f8VxCJ0P6HWI1A6Vr5U73yvQK9Ar0CvQK/AVKtBz/D0rsPZp5vc8aT9Vr0CvwNesAHcq/8dayF5s4aMDUy5fGDe+BuRrZK5o1yQzNQYg8WYIY6ePwaQXZJvWF83g1+LEnDWDwYcW1vQQlcYv9Fyyg5claaqQnwR6RJDkO8N4vAST0mAJ4wBELSXT/4zZZo/IM1XdxIVFM1heWE8LViN8CMN+o57EvI+IELGHIM088ryO+JcGz3g82kijZ3882MG/AXRAHu1I3CM2X6owQq2JC9TQHO7zU6fYX5vredfWoYlZ8rnM3Guawv0nzMrVt13Zq+gLXXHJqunZNZ7HrPwiRKcTSrrtWbKuqApF3bBIffQK9Ar0CnzZCvTEewV6BX7DCrSfbH7D4/Uj9Qr0CvxWFeCSH5fI0a+StC9oD1w+ofzWvOihuDp5o6DMUiVNKwh9G2+gAaPlg0y8o+rSbLrpN6tRo0omtfjSBJoUOM9uje5lQxBLorhoH5EWScpk5vu7oc1OiiQPMdtQ40SgqqrsLJWZsB3ioiXHcZKn0Z/Pku9iZ9RHPbvuG9Hl79gf7Aj0DaDxsKcRxFrPP/zMT5zMVDfBgoUwknn97ec+ds12OaVGI7Y5qERH69nybvzYKYcXEbx2eQfJnr8Y6fyFKWZCMU2a93BrNXhPnI9b8zHnUj4fF0nROnoFfk4F+i69Ar0CvQK9Ar9bBfonkt/tGe3n6RX4TStQrob0BaIHJEbYPG/CIkDKwL/EKapK5SpUhRgpBPFAbEreXkBiJEfy7sv0dlq5yuDmA390DGvv0GhtunAPE1vWsCPbImllqnRAj8CQDrI5kqWUsAoQ6uC9FegooFJdvB8jxhtBKH24wrkfMnl4nzy851D2dzXNHZQjiY4k7VR/Apa//XPYjzaOB14Tx7KKs5rlk0YtXRjMQoJ+hqF8PjiPjwrJi9NfhYq3Y0JW7ULn8yxxPCZZz5lQNOKFIn9pqpMmTiAKaYaOWMALsbF8cban3yvQK9Ar0CvQK9Ar8FtV4PRTzG91vH6YXoFegd+mAjQB/Cy5EWA0A1x+60TDo12i65zRHHHaGloeu1njoYYPOpGBaZDN6WCXewz4yN94JDAb2BgeQxTGifskJKtgezOmQbDpoeMJkwYOH7NUhumhP6WKGtI4UW0Fbq66xEJwcQ76g0YOL1IQO6mhg4Z84GjuhNZnPxg2F6Zp0NmGRG3gnOqswPQoNK8bpDMacJkJEUVhfhzd1dCLvYvez1yE76QbW2xFdXdNQnYabDCJO8lioJnArYxc4hWLq7bMtO/c/qmmctBCSW5oeMTTsXXAU8+u6RXoFegV6BXoFegV6BX4JRW49HHmlyTVN+0V6BXoFSgVUBOg5ed3LO8IFPNZGp4xzx2T2gdz1UpzST2UlOSb3Df5qvwWmgaaD6hdTBYCMmOeLwoN92vdThSEQJfkvALXJ8/A8mzlkTfMBG0CMSbu6Cc84nSkoWZAdab/gKM4J0z2w8DWxNbzAccwdZ3IQ0TJHcWgVzaRF+6rg1NRqoE6pJSom2QgGdi5h77dwgpzZEf21NZZ+mAyRDwRIaSYtW9wzDMBOTL0JT656sKUX5MXvNbMvoVPk9VFnybdCVfshZ44rClOzzrzelOs2coPFN6QxIXjfGBSPVSvQK9Ar0CvQK9Ar0CvwJsr8IZPNW+O3Rf0CvQKfPkK/MoDTDcpNQE8E1f5pB6Bq8w5NRIaMbPrpPFdd5hp6SnkNkJCD4aEnIzJUkqAizY6m309IFn7iIxbzZJfejTrl+/SLod9OolkYYrrbhJRD5ZMKZoeyCJ2PDIiwpGORzRZ4DwVn9ytTkPlPpApyRCSLRlkQg56ThHGTOM5xgf3gToPiWSovfjEwVLaWUqDDfCypZTgbfXBSvQxw1S/0MQs/Y/Dyh6ctd0vROYByLCyROqPhrahihthZS0m+AEUsaUb6tbl6/H5efh6ifeMewV6BXoFegV6BXoFegVmFfgtP6rNTtiF76tAX90r8EkqMNKhGGkP6Esi0RCgURCC2gRTljQJJmGLi8aHu/q04te+O8LTUzCBHgPNlGSDAYQBKISgy/NgzUP3RvIOjfYUQtIss+hFKKjgjtrJGSZ46SEIjMpkPpGnGamaP1qzK8xG/xqQBHLzhJgY0jgU35mPnYYatzKzDcbmWR3yAZxS7wHs/trZbjfYX7sdTZwEBrMEsMGYaU05L0ezqISJDrhJFEFhLksh4Udjd90G/hT4hD+UAcOoDPwHD4Ue+Rk7DVsqVSzyLPz1dBnlmpXvWXNN3Lf6xGtka9X76rGMpve4pa7LvQK9Ar0CvQK9Ar0CvQIfWYGLn60+crMeq1egV6BX4FIFVq9SrvSJ5X6bh+oq7yQmV/sU8so8WZNbj2oSOLeYchMhpWTlGyUwZtl/bJoTKREL/wFks5VHybjIF+nWAumF/I49ZLoaT3lkQ7iRX5ZbcmwEhda9v9DGFGwECv5ds0deXTk7i9zAsTbNWKK9HYlGzcDTAGj+DCwchh26RCMIukvwg6UU1NaPbeUxFMbpXHLVT51Gld9xbltKMzMvZRl/1ElO9mqfI228hR+V0NZ+P0R/4RBeHE0FG0nsNvRd3SvQK9Ar0CvQK/CJKtBT+b0rcOFTze99+H66XoFegc9WAV2glNPyn4XlgixT/sZP03+Rs2NEKRcXrploFGw1CWrvIPsMabAB58GbK2HVfqhMuiHt2HEAYTPyvDqXmSMCg0Dm3YDjaMt79jDEPgO5+W7yb7o50gkewyeMjMI6JXH5EAJx4GxOgsK2I1tb1dW8UhPKguVZit6PpN11NJBcoQzNEN1toinLybwG+A5DskQzaLcj2wGkgRMONj2UBUhoqroyKLEx//jBPgfgT+71u2nF+pLyxJZY7ZmKbo2e91vfDy1jLdpF3fntLi7/7A7vLctnP1fPr1egV+CPrUA/eK9Ar8BvXIHf/GPZb/zM9aP1CvwpFeB2xeC0NEOY60U4lNJcxPKarAV681M/QPwaZJc+qblAO8FS410DSkfDAR+GlTWemnc7qqNCnaKYtUAoHt5AahVGe6sYjVTKTpYfCiRk0ZRX4YMSMpjZnEx5W1I81ogItvbYNMyd52m7LVQxu+JkIjYj1ORB/vRxbIAa8+DCAJsMETf4BPGRTPa/aMINw852u52lnXThMFI5VWbafTDzuFYfkw2VzJDNccm+XKjgvBYOvHDV+xmhGsvOnsIKJ8tZq2df6/QnQqJar7AcLdx1wCiMTKG7OJfdCj2/YFD8a1w9sTbW+qLJbbBddalMDaDj+5mr5tczejmez2I63Xm/bu0V+KwV6Hn1CvQK9Ar0CvyuFTj9tPW7nrSfq1egV+CLVoDL1MG4L0O5DR654sJ9x1miMbAVQHdpYUzJUgKWzNJgKYkCM+7deBwB/CA91HRBhp7kdnJbxIOB6zQGWAHSDnfzzo32EpIZQ1ulQYzVh7uRmSsak/Rj1iuC2zWRd8RonKUXVnKR+loobyH8J8547jRCn2c3+xQK7e0pwah2AhYk5jIaf1clSziklGyA+WvYmXmhkvlDRcg1wM3MJ8/Gzcpp1OQI1XLWEqUyaLGExoGXZyNtsKTsexTqbghOFwFdpymeMTV+rDmDLJbPY35OO32U0CeWaS8/y5Z9cms8GqWKkS11q8IUmu0TifUzc6hMT1lmJ3fn8I7h0vum9cjvi1VWUT2FBYyidEq65s+ZS1906mn3CvQK9Ar0CvQK9Ar8lhVYfm75LQ/ZD9Ur0CvwdSugy5Tli3lch8tZZJlriqXSVLnMhGLrje8kmtxpKqSUuGYLCoMXl/FjbgBJk3QZboPSqLJ6QZcHULqQ8yOCVNfMHDPV2oFMBPGwZoPNq5PcMp9Iea6wWIpvYn2imaQjhNbigT6Yt81TqnAMT060hlELb5FQa4dvtw4+ZoUYqb2BkfqPFObodSaenyHZwEFSgnI2Wzw8ChNjYUFkX1MxYbfH6spt92xRg0jNn/HArNcGezGydYPg4K4+6TlmrVzRi/ix54xLddpIdUNdl4mRj+gSrqe+FHlpMqWpLE8MrtBKwYWVKdsymRzKYSfNr+LifBu7qyYbplCfHCzUfe4V6BXoFegV6BXoFegV+MkV6J9KfnLB+3a9Ar0C76tAXAVjvjoCfYHwLUyhodWcNGUUXrS8OQ60Sub3O1nzAieNPLjCp7VM/RK5ZvAVa1OTb8OS0sK5NS5MRaRh4k2DmSu50ywJl6FpfwyomsMgfe/wsxOkHD/aGUomuNxBwEM6Oz2i8aDxozOMBBP2mUIwMtJgKTeCnKKaD867jOwJ+bTdv5gHQRrAG4bC0wUa95yVZJW7zgtbg8hFOEkCJ1aFuvAqQl15htlIs32m29VyF4wXvPvskOCbF0brvuA9S3RxCm/8IZVBpMJWmj2rXBhtWfhC19YX23dTEqG0y5SvDKvXlFzPZcgGcrmAYe3gF9Z0c69Ar0CvQK9Ar0CvQK/AWypw7hPLW+J0316BXoHfqgKf9DC6R6kJkC/AEs9nSjNBjQ93gne6nHSBK7BZe8DfIGUyHoXCmnslZoDTkBJ35GR6IIqAkGFWBrl48j7F5X7pdQwbnktLyLPwjaAFQnitztUbRvkKq44/QKm9AppTvnTHWdUU0ZYjz9kxWySrQLqgi1ebYeT5P+p1AEYgu4nWc3MwObMFQxwIXcgxo3zbyGlaSeaK1fq3f5TfyJqRMwmSp6XSKLAwacXFGjitBSxHWBlxtBXDlup0rzVPVWnnBjiGsxemiBxzyXd9afa5EO+HmxdpLMQL2y9PJlmYll2Kp+d48u5cr0CvQK9Ar0CvQK9Ar8CPrcD8k8qP3atH/0oV6Ln2Cny2CugCTE6XLlS4nI7aGFia4uZ8+kYY+qX3TK4uebUTn0zfoJj5NoLyD2huDJvsml/CO/YSh/DOMa32aD69M9Q1y/wo2lOYLxhp4Mg88jxPT5eaI/jJQDdBNpMfPuL9z/BoFo3oYg2OCi3QnmMlA4FzMeDbcaqhi9c6zHgiI5MPe8NsjybsQV4s9D/9In/TWskOJhpZUsstIB0chJ1gaBVxNkR4tcTgYiC/cWhvlrC8bhl7oMk2UwHIn2H6N3kkSidZlOUx5C+EtD3Hwm37l7FQo7fk+lb3a2r5lv27b69Ar0CvQK9Ar0CvQEwGZAwAABAASURBVK/ARgU2P55t+Hd1r0CvQK/A16xAdAg897P3M70rJtyST9FGcB5dM5IsCYXgf7qhhchvHke1AZpVyi6u5o1yYofk9/LYTZsLtng0h11YWnFaGdFa2y/hm4uws16KqIXkkUq5iuPpW0IjSoEeEJ2SknE+lRPOBU16rniOZn9ig8lXFOrC+Ul7tx5q8AjxLRksK7FG2i2+jol06QFVDQuatF1Cxo+ZcXRfGIb47EANNIr0Jlpis0h1IzVi+2AvlIxBr66dDjLYDp6yGUQD67kxNMaWb9Sd7RXoFegV6BXoFegV+LQV6In9GRXon9L+jOe5n7JX4EtXwO+tnGBc3HyveQOjV+D3XJabeadAGpdWpoQu+WXXuTyJmJoIlh954wHdgKqFL0a3PTiNdwLwgGXeHFz7T2yRS6gLr/1D84a5LFbCswAz4Q0BL7u2xx3YVzsJdWUWlJo3HqpBK3nejiONitGO4wFKdUZ0wuJ1YTl29O2SR8mhzeaB3YYy00yqc5ZXiBo/Uu80rYKc9TzLBh15FRbAMpS/jC1ON2YpvtlHITM7kTSxSw7/UFXGPNhClI+XJW8vshuYBYxwzBeGO2kS8J0TFN83mpS/L9AvXL39WvmFSfWtewV6BXoFpgp0rlegV+APqED+iPYHnLQfsVegV+D3qABNgGsOQmuARkHrKc0kLy+UahYMs7u0BCHW+JulnEI0ej9GnwEkMwlyEFxpebbFg11jcA9XO2CeU9zOF0tcZJFTTdpESGbkkxLUPuChkBtZf0D0KYTvgyjq8Cn3ZYb1DGjyjHRCRqe0XqB0gMxo6C0rSOQ8FDdZkuSTmDOQ+xnzqal9Top1JYjSxUz65jmzTM88LwC086HVwqTFWUIsZsn2aeVW12qZr5G2hQytbF7vUnXRQd/+UeOHYAwcNAvzdVuSe/q05THp524hKQc2zU6hy0InvQK9Aj+8An2DXoFegV6BXoHfvQL909Xv/gz38/UK/E4VmN1/Q0hXni+87eS7Ir68CeL9FMkC75BJLQQp4d23TgkuxQXabZKdsbVHuXo7Xb2cN6vciYxFhcYkNrGNmlUQiSdg5YluVaFzrRo+QLmSt0ctelEBZZwjeS2N5sPgeaFlGA+5lT/50r/7o//615FnUnrMMeSbcvtAPCCU2ZCwI3hM2A8YB1oxGhZTRGSLYGKm7+NWb/a4qnBkzXCVewQXmcOXOI2P2EsvGVZePUomdYHv6ZMZRduZshmcZw43MUJIqzNLWRMmuQohXTuzgnGt92f1a4/Q8p8131leXegV6BXoFegV6BXoFfitK9A/m/zWT28/XK/A71OBcXkDPtPlcJNPnP8II8DqIk3fAK4ZqeEbVurkzR/TbMY8gJTQAl12UxrMcoMBzvQQFcSv4xjXfn2LBYeTc6Hz4cmqxUD+rminhAB8b6gJqBj+X8eCXj1IloF7zDA/f2hrB40HP9NgKq3ZELnw3KtOIzXz/5T6kRaGP6e5SPn87q0nBnkABkQHMzgjXGKKIV1weS6hsniWbPiexMxBRvL3Jx26tnR1XaNs2Ig4HSPkt8wEG7xGeRE8KoOYvv2zo+biIRo4DeAHjUXohfiDNv0JYX+bg/yEWvUtegV6BXoFegV6BXoFfmoF+seUn1ruvlmvQK/Amyugr1LURVz8xa/doqWfQY0TISvFetMg5PmbX3ujFi+En0XrwE4f4ZN0TRabaF7YhYfydkQT6EhDoF2xFYG+R3Ub1CBR8gK5SYRUuzO+h3Prk/LFIiLA+hjMnP7YSU+EGltKsuykw3B6P4xoyMU60rUbx4MdjgcTPe5H6LReZ0i+1vRsRPMoJTOHmckGEqwPhXfm7dNh2naxuAQtVObJmYylOIF7axLcCjMA589MfhifcJr7x65zHU6MSedNIESGGft580dUClETw5LZWNPNHBrhLb7Nst+C/ZPP/ls8gf0QvQK9Ar0CvQK9Ar9tBfqnlN/2qe0H6xV4TwU+4xqus7NGiRoIW9fpRf64MmgfSC+upWbJ9ChzQk5+7U3GQxMNBH+ThKKZBqFkDpuxzuLhimDXZk6S1XBHkKVTErZRnR/2KnZaI84O7JiE5OIHTB8WaCOXOM9kjEO5Nk9DNtJ7UD/C6NeYdHqmR2p1pBb69s8BXrIhS+fLcvpJi7JCqoEaqWairj43DeeMk213pd+0IjjlEdxibuPp8NUcJzCvQlEmmOSaQWeTaNPDSzmJ5o4uD8FDXMyT58Sepflj8ILr5eMyjK/zic7dyS44RHhn+nRFBWZd7Sv8u0uvQK9Ar0CvQK9Ar0CvwMdUIH+i+5hgPcpvUIF+hF6BT1wBv3r69IYk5R/9htVFCa3AfdrqhZmGz4BiwFZ0qCQFkggTDYcBPxMdik50C97OMPWzlBa36bmjxwjVmZTDge1NSQmhOZljjxP1pCBvFxRLTLO/RLMTRai/Y1ZOQgmhihQ+qPZMwebZ63WIb/+M+4PtR/jm21zhlteUenC2pFBQwzSomYFCJPzPzG2Ca26Ke6IvJ2kXnzrONUUq1LziLjExXJZW+U9ymnZ3tt1zMlle3WpmPAGHndlugMF3mvFyHbQMfxLW99G64rZGtUrVCZx6aP3Op1Pbj9Nowx8XfR6ZvRhzXZd6BXoFegV6BXoFegV6BX5+BU4+kvz8FPqOvQK9Ar0C11RA18hr/N7hk5o1hXeqKXE1DmrtQyrJvIsOeJijKsQskPPPZGFcETccE64CXQ22Zkauo7SNCq2GM4wHq9mfcfw4Uz3aPE+dxzdxJvKyER+g5oH+AeiRxo+++ZP/iA537MxlaNWgRo8UUPWDklcpSbMO32/ddF573cJBzRS5ip4JKJd4IvSKQmLIvS6TLEh5FhS49XPep2mVB5UuoBwF7S8a2sn9vRyZXF6qzS57dY9egV6BXoFegV6BXoEfUIEe8s+qQP/Y9Wc93/20vQJfuwJ+mzzmP+majnJytc89AXc/8Z7WbXIekEkDbPkN6i6ouXDyTnpmEcHG8m2KSBDN9UOtAeOW7lsOycxzsOaRD3/tuQnhi516VBffM713tcqh/eblOPq/myy9viklnzE3guyIJ3zY2tkPEQqaP4NJBoOZSgXBFjPMbKxrZy5V2NlAwCoGQ0rBxLyD4IWnZoTKITOkuQwcvVGTzAkxbPOxSGAhni4LB8+zbIMTLHOM8ICvDPzVQy274vz2AHHesh769hAs+jpj5AUufJ2Me6a9Ar0Cv1EF+lF6BXoF/qAKtJ/1/qBj96P2CvQKfLkK+AVwnLc1jkm9AZsr0XG40gaB3R7hOtmznEnWI528Uyau4uiNh5NkiQ7DiZs3IPBpxjhra0yG07Wy6dCCeJCdnPiErhmNZ6PdZkuItO3yEy0l+5Hazrc9uqgZHxo/I084nDWldA9fyPPgVBoOGI0EGD0Xskn/IVBMs7P/motc6LAoB7Fl24n3UxR1plgZEkS0Ns6Tgti1jya2sz5Ni130adKtcVe4XFz2zhjLuAojLPU/Vv6eHfUM/tjsevRegY+pQI/SK9Ar0CvQK/CnVKB/OvlTnul+zl6BL16Bk2uY+gEnZ/qOVgZLGaY+gemBwBAHJg4hD+kSl/IBWDz8th7s6pwPITKlL05ghQwTgTs/lMHMI4eZ6c4JBPBfAj6dc/wI25TcWpny0ZuNUq5rqk+J+SMxp2yz1YeOM/gq+a66vFM5sE4w28EJkGa0p5DfQJ5BYfATD2mHL/Gp1Qaf3TOxiBGm01l7LbWLuCMyo/WaGlh1F8wjvTUcGQjfN7SnInxELMX50mhr/MkO0tPpFegV6BXoFegV6BX4IyrQP438EU9zP2SvwNetwMm9ceoj5EOlBc2i+7V/RoSfRmLKLk4kgtmbIXLYCuNSndwXUxIjwFfjGUbXam7WeCi5AsTlkOnk4I2T9vRuwOnG55Z5hNMlrn7b5Am8bYm8h9HmzZ9FMuNRXhPYxv2ZBv/2DgqsMcNsjogbfsFvul5pUKyBSfDS53W7TJ2o+IIL5k0i+bIMMvjZfT1SuAzxctAawEAds9aY+yV0yxF1Ck/ZwltcQLIQkn9VCmeG76c/NRLvQnZxn8rDVAcxBejfMrRs07/NT7yw6fwLDe/I6+y5f+FR+ta9Ar0CvQK9Ar0CvQJ/fAXe8cnmj69ZL0CvQK/AL6mAt0/Yub1dlctxoZj9mx+iRzvGPVmCY5CNBpD3ElwjB0HXX/wteJnSoNkMd0tV39rZE2PCytXe9A/nGo9CYfNIQXPaThTGmTDFjF/e0+XMh9uRu3pw3hNwB8kK5EKeEmbikJNxyEFUIE9zmD+Ofp68dnDqehuCvHlWKqB82cPXn4slWwUMw9eUiVhSJUtoVN1EalA/kyzWPPDJR5BFcGNlXDICZCaT1s5+WbtNWv9FsPVv0SjUQBOIhTsg0dcV3hV64fHcTnwVsluQwVdWG+6jnkOdW0COAybnzk/5sDxZYwmYVWUdJmelnqOucPvlSasvecUJL3m5vSTmwrXTWvw13bXx5Less+IJshUs5aLvtFegV6BXoFegV6BXoFfg11Wgf0L5dbXvO/cKfKIKfOZUmktk+YZIvfQq7/YyNvHuKj9Bl2V3TXGRNh4JQ3WHR2XuB48+0XxQz8TVPh25LmMTj2HArmv5QFPCBOlbDINLMRtrXWTKMeCmkSbWuTUfN1iJJ0n/FrJohYdhcicoORq5VjuMR9bk3TExKDV8DczQ1Btxe2hBi23PsBDXB1MoFjOxqCPzTC95oJYDth1nEU1UIVkyA5pt9mAFfoa/iSbJcoAOQDpRg0ddsvHeggQBfR1yA1IXGM5q+hRUX2dwdlomf5XYMPwFgjcTTdOLYmzXyMZabQaZjexWTYSwlJXVsZXjG0byF6pLYaQ8qKkDOJMS0reDRAPF8QL1eq75tLnILlkQD2bnRqYumtehZGUpVPwlNHtV1zVdNW4w59a0toavaWZdlTe26OpegV6BXoFegV6BXoFegZ9QgfzJ5Cfs1Lf43BXo2fUKfJEKXHOP8t6Gn0cNDsHoBSRLxiMxM+BiiBdCYj7GNbTqtH4J3IiT1GTAO1z1dipgQ6d5Cb9jo1QrCZJHrM4CjaIxs9ozsyLe0So2KQR8psPGrp6CYgYkCvKecPRWVysHv4wf2tP1oW/n1ZV5Ie2F7Lrq5bbs6nyZpFM7ZOCZ26WdqRG041iDgBOEOcbghJnhrKqhxoScWa/h+mxfy2TKE0/5CbCmWE61alz9h58P1UeOWjhhh025D4smkNWkjH7LwJTHSWMk62ckNZLWJl47oqH2TH0KeWtWw+fAC1MUMnNTNGGmPBGKh2hB61R0okUvHjCKZqKhLLnoCGGTviA02/OWn/SLVQtVFX1jXhFOyxpZC1R/QTbpRAXxwAeTVBXEq7zah1WozGy7qu1Mr0CvQK9Ar0CvQK9Ar8DHVKB+OvmYcD1Kr0CvQK/Aj6gA1yKGR/ZGiHMXpuOiyYG7mjblzoYOtRuWAAAQAElEQVRo7kETpfLOMB1NfQP1D9o7urtjVQjBMA7EpDOhYaePS2+xEcXXFdfRJeM270yoi9JVZ6ZERuaw+khwAmQ2dG4BpW8ymhNEq98CWttXXi20AODql3YoErHkIy6Q1Qi6BE8SitXRrh5IXw2UHScbMpYFnyK6s+EG4BkkYybFYLNH6bMoo5nhRJiiHyY2ew3+Z167LFWS/XxLXkgDSegMg/0lzizP5XlGwXPu3s7KnhlIDgY3H/IXUlXLU6gKZ+TjDFPLh+eoQ+nJE2YJ4X52tLFax0mvHYSwSr8Fjh9OJ3Ndr6VYqwxv1PEUbsiTFhVk1ZLIvNSpDmUjp/FtqthLzlqUIbteTILnIy/Zip+oReNQviGuz9gZ67au7RXoFegV6BXoFfjACvRQf2YFyieUP/P0/dS9Ar0CX6YCly9FaX6W41yUtPCQaoGj2gSN7hi8/lzMuz9ZlpbGjxoTYs1XleiFrr29Nuuzmd6ApcxbfZTTyl/Q5bjozHezko9vd7QhwdQ4CZ9kxmz1IVmCGmPErN8cGqUM1PUSG73ETcwWuddcoziA5oI3WmDdqUw4qzFiotLJriYfKeoOrqzVPPmLs8jPIR5fljCXoQWFhw6sFPC1WptmRcPi3QxPwLR3o3T29DsbA80fTHoSBR3Cga6OAc2A3+DUsl9srxm9tsRfEiQPlBqqRdacJ1pdsOUpe2vLMvscOJyeH54mzo7C3YJmL9e0vCs0hZu4BnjGaM4dZtToMi/BWergVJOUQvBuyXUzVoZFDRmBdHFTCqe4ZGdhGRE0S4oUcaWQFHWR0xbkmVFyFZU7OWcLRNEgPii608WEi/aD8DL0ZyWolHBTZot1XewV6BXoFXhbBbp3r0CvwB9YAf9o8geeux+5V6BX4MtV4MjVR1ciJb647Et1Ba5fJU/hUtBkiSbD9W+kyQOmfCG8fp2dfUTUNRdZCtbsRVfqWuTLVI2YuVc5TaF2/otEPJvmTawSZVq31AyWzLhMO4VP8Aa1xcNPkVAOQEN+8P5MQn1J1slcoYUtMBzILxDf3Fi7qu/wi7wG8/8pNpxlSOes/HaSBFmVjCCDEPrgNBcoqcJzilYs6oYW81g3bYzolF5g2s84p6A2Q7DOSdUuZrXynqkQyo6wq4Mz+obFiFwiSV94p/Ipdnix6DNBEfu7jH7aWVyBuzWT9I14FbtY402X5cLIIjIqpZKuASxjufAKud2/5WPppJm4sPS5V+A9FehregV6BXoFegX+tAq87/PJn1alft5egV6BX1cB7jmM2L8yIU5zmtiWO5q3GCCtNngpBaRptRQCytmYPGbqs8JpspffcE/XnGpi06RuBgFTiN89+328jUJs7tlockMA7q3jdOVabbeiyleQ/RipMA803KRRekYNgtoVj7ZS51fpL6I84Mi8bADkpTtMpKMhroEWScw0E6tBiy0MES54WQKLyo1qfsqCH7w4ASl6NgjiIfr3qUWq3gWmITaCawerGK6BHjxHGD+zqCxQkYqlXA3XM7NcilCowogHDDXYjCoPOkCFfNawltuajrVSg3JUNGyFQntKWIWMgoyZ+p99mddbWs8VZiDn4PFjuIg+BvsEw7zWWpQdMHCI0fATO3Hh9I65L+kV6BXoFegV6BXoFfijKqCPJX/UgfthewV6Bb5gBVbuOcfmIrx2otI6cNtMQLOUUbUjNcL2m2Tx2vZowlR2UNOCpQkayiEIZ/TLKJLSUwsAFRKjMvB1XcMn8R+F2WYXgubc57fbjTURV+fSdTmkM644eD18Cj/d/8UNuQkk3jt8YvCvJPOSt1FyX/eIfxQ5slW+8tox7TjrbhiMbgHS6cCCsiQw4g1fzgD1uGoXoI64zrCGEYthGMVXFFGdnep5JC/9CR/UHEdzqrgCa7TExDvDyqqTAjnbiIRbkZHcD+p29AztjZMWZkiZ2eJ3QosdWt3FAO0hYJrioq+yeMCoe4vXHloHH6WC0RqRisxkoiUew9ehZLhO64DH8X/zSgYUGlICBs+zD57HicpljgG7vEXnFj+f741+1utp9rND/V983wzfMuQmFDnTSTVx2dRJr0CvQK9Ar0CvQK9Ar8BmBfSJZdPYDb0CvQK9Ap+tAuOFxk/ky4U4mDoXje7NVelM8nk2eYNhRV+cZNe7pxoB0hUqvmDtXqY1bs+xyzp8GW6ZTSVpKbNDqjFs1gqy9zxSMgVZu7baj3zks7RbNMfift40IFon+MRV2/RQCdtF0gFX+YRwMrToRGkl5IolVOS7c24eeJJwIGu/7LufJulEC9ozyTbWbcvLwOOFqSyCoqCBwEz4+CaQ81jODjkJyssp3sRhJo4PWBlO86oNE6114OpjyrlEcPXK5GfRWt+TfaAjkCuSCIBzHRRp9i0pV/kkC4BnwDDECLCbQ3Zh6SDdEhsvAQ7BaAKUdY2qYcvzGKrwVXWjViFPvLxCpz81dP1hpBEkvTpFgWgNNW0hLZELaFikPnoFegV6BXoFegV6BXoFLldg/tnmsn/36BXoFfitKvC5DnP2QnPWeOYcx8bW8o16xqbkYju7YjENdE4G6XwSE9hOU47Ab4nQcv2vC0py0KojZssj+lByggRCsULcm6EQg/IQ8+bVP2ZBvTBzbu8N5G0GNd2oucbAc5RgOHq2FsKiwl6gJ2tPFArg1TEbZAxenCxqkii/aGpo30DNP5yYQy9/v+SrKSL4t06OERov30J64DFodCq274E91jujaUKCLYBVfg7iR8ysJC5cDBymfx5ZqpHU2JXN9Gdg+q+Cxd6hw8jAR64eZ8lLXoMvqBPb5jjZl/1QMJDX+LJXsVW5hoRhLXqdRyBY1ple2SDsKH0ohxauXEzFvlBPokKyZ1FM+7LnbDGODNV0yguFLxQVXPAOD9WG0gSiESStWkCiKCGT1GztrNY5qFP7vIln4cnQrudwsqAregV6BXoFegV6BXoFfpsK6KPKb3OYfpB3VKAv6RX4MhUoV5a4Sl1Ou7RFRMHpV3/mIS6+Gyb8BUgdiQumLR7stdCYmhU5vogu5oLpIYXoGejkc3ObRyJ6mpvPSm/xPRvoQ41+Rk2A3gcXWxg72pFLbd2I1AdOa7nq8gjbWs3DUuakNQMrS+HhrT6ykInUaveEOPh/wUu6CWVnUa7e5KjLtjC9OsMW8mgH28MCTqaGgWIrlRnVBlLgQ1QkzkVsNX9KNEqCnnMwD8l0qhlQM+QNIQ6bYi/ypBMnW4Hvx146wwGqb+OId7tkxSrUFxNT8hqKXWtWoPN73BXbiV7x8fNcxAvIqskAr3IJviWT+AD5IWsUOfaVpoX81hH+6zbPc9TzCcjDZeUlzGTsPPteX+jkV3Jo40snWS0f0QLphUUTSGapRQXxC3jdFroqrq1Bx9Ap5kDJONWh1HF1viWms+KUV8pnqd/SSa/8PwrLfX+cXCvcMFMN1vdtXDvbK9Ar8AkrcOln+Dr7R7yffcLi9JS+WAWGL5ZvT7dXoFfgD62A/2rlPhwfns8XQb7h4QusXJpDtz7rkui9hcacEoJu2ZBpSDlJVhbpNm/nH+7C5P+gLdfyZaRpNXn7ITQJyJMxc4MNniDimhn1mwdFIOqbl33XAm6P+kCkC/3IEyWYOkBbQcmxmtxv7fArlUVVly6YIha6KxvwXBW+2NzEU1L/bCdfbGXH3dQ0cEiRbabmD/wIjKaB01kzgIDYXE89yh7m/BELZ5SL/r0fjB4auj7kKIso68Q6kPWtIOc1jeRqAD07WAF7Kg8/n76Jghy24htrI7dY689fWS+a16gOsTb8tHLKveg2qGIIJR688prHy2s5l/8n5wrVGm0kWXyFMshrGp0aSatxq89yDU0d8vE1hTa+p+dmPX6q08F7OMjV32gwhry6Tim7rzNMHgCah5Zmdp0QtfFp2HA/UaBe6pYyLrOUXKbg+gex5ZvBkb1E7otuKUu/ppO+QrE/CuTwUaHOx9FGgrxEBfHncI3PufWzUtfyKeq1OB/9krXd5ZLvR9vbvdf4j97vd4m3Vqst3Vc780eeo8T6/hr4+933h+HXL78NCabfKe/9yZ+v+4CkeogvVQF+Y3+pfHuyvQK9Ar0CV1dAv7aNpsK04Dixl7jUOswEN6T0vrfPsmo4Delx20n5C6GbclcMwSxxgT8T6IzJ/DF3GIjm6h88TWeaNuLjjH+o0c1F9lHNHTGTy2p27uKTHFWV+ZlMq9SZkVn8jLqwmIiB/24YuJhjgqKBuTBoNnDV9u1Mh8jwc3kjRU2DPVpR2iv5w5vsHBy9DiEJOuqSL55IiBh986Hm76JPU256fchZFBDfHbQ486SIaiSKAJuHYggSB5x0jp3W7YiHzAKGeHnEESmLCdIUWnjFEC/INkExtLdAHDZlEBse5x2YfNFlY9Vh13A1k+tRwNYYE5/3mNnZfyHrrFQZrWxaE3TSYVItZpDuyCSEf+wrHrWPwou20HMrSCfHlra8bELo/PmQ+GbEer0EhJNjKJ5cCiQLRRaVLIgvkHwFirtocRdfsKaTreg/nL4puJ6na7GW6Zs2I4D8CxDfMLTqDe6rru+PsVwpeYnVLd+pfGts+b9zq3cv057X4C0bXBPvap+3bIyvfh9l8EbC0K+t98GjxTss7AePcv6tsMV+Pb3eM8504o+i1Gsrq1+vJ8lfn0TP4CdWQJ9ZfuJ2fategV6BXoG3VkAfwKc1/pdcag5Mqm2O+5n8Ids+M0uaSSdCNWcmk4Hr5/qbqT4wTVHkhysX57JwuWqs7Srn1n4np+Ua4udwfrlD1LjqzAolaIESc/rzJh3P4Z+OyBg6Hkc+VEr7nXmUb0fVMKVIReHPRhE2aPGpRcJPuQFyjY97ZmpEYIDRwOZPhBo98CPUaPxAR4eaPyHr20AcFu/sp5g0f0aoIFvdI78ylJGD85Ws1MQInhp6IsQTJY7ln5WwZ71sQLoKmHKOHTxmf0WIVXwJztMQkp9495HMCdT0EVzH5D44rVHMPjCrYA6tHXbmTTfpY92gbatv6DkDe0Zd4NnbHVYn7FrU2Pwsvgab66HZ59Qmh5Ec8KlrjiiP6CAM5dnm4jHIL0KOeGiIHlgzcj7xgt7XoPhq/W4nPwEfGm9q+ARUE/xk8hzEaK0g/hqMvrfn5jEmWXl+DJSjMM+njV0sazrZil58wTldsbW0rCt04OSFr9TTVP0uoa64gmljXeF+ycV/dnFSrmfgbmfs+enWS4xg7VjnS6hqLYqWzoLKUL3PMPITzricNWltwdLxmtpr7XLdR8mKvcS1sZfrzsnXxrzGr63ZZV5ZzaNKI8y1V0nvXHY+toIK573eatXPV7zcqRG/m4MnirZySN/K4hc6VF9j+IFItXwGm+R4A2ll3Pr40hXQ780vfYCefK9Ar8CfVIFjc9iWb9Xoy++pRj2x2CfhlEunKtcUfXnX5ALu+uU0hqNSaE1+UWTtYGG3la8AeWZM01oELv5qBkw6og4ZCiUg8DkQXAAAEABJREFUlhErinSG5nXJ80kzR4WfKTaFWVabXusGZcp6/4R1NBEkPl/FrDXyEF3DOZv74zA/lWt9Onc+f57cK09KJ7Mz4kG4Xjo188s1h4gmz95eX1/s+fXJnp8f7PHpwZ5eHu3F8QR9tv3+2V4y9i/iX7P+BdurY9y/0iOiYbSnYZQbY/FaGG30ziZ1k96BjzeYXli7B4ohHryU2OheJIN9C/ylz7pXqIMz7AXkEexbjC/kJrBW+ypHQXqXwzZKt4TsBdgIZH6uw2j694c4HZ83KTw+MJRdGmQaaTiigqfWMG5bpbIX8Kpa+uj5CijERjyt97V6fvGrA38aN1pv/HzGSwCd28d4LcDvgBpbkNwklI+gePgNagoBqNnBdruAePN95StkfwLFnjCMgTUFsYaLB7qJx4kR+cEwKg8fQ/E/AspREacclFvkIv06Sj6FyqvwTnO4XCJqK49t+BrMA54CrHOiOqXolJM0Hw3tkJOePRfX6rS+oORW5O+kCnchhOonuNuq/6rS3a+btP49WEZv69natvTyec++16xR7FNo5an2Z2jaGmzxykMZXoY84meGWCFocYYU74fe2efvde+NldOphFzf/PNXF8MceAduY6Dy0erESynaYk1X7LK9BWXdFn1LrOt9Tz4HnSzV83Si7IovVIH6Pv+Fcu6p9gr0CvxxFeCXjV/GdPCjpu/EpRiJ+AHN0asRJ2DKI3nzBCEBH+tvqaGtTlwG42oi/aQlAMdkno+FTmvM903MyeIhKiAt/NFsjrwi7BE4+M35KqeV1RtJoWbkOz0fBfVtFUA/Y/rHn5st5cunMuI7By1jdpKinFPFEbgOzg2nkru1ar32tCWU4ZYdcQa4AliGzkAT45CbKy9PNH6eaeyo+fMA/5j5ie69KURDiCbQXg0hmjV7mjEjzZ/9ng+hNEjU7FGDJD4o+zaw2kv8kfrhx/87OeIfa15pAL3YnlgvxHrZP7HvCxB9hj7bC/sFojn04ns/swb7EyD3F/AsPD/Z8yOgmeX08QEZSAavQI0uB34vyC+sCfpgQdnbdU+2h+6zz96bZIr9ZK/kuRfYszSbRppOBXtqUUFzSPyIrtgnmpthMxs6l6FaW/FC/aR7oWbQ4qN91cySPL7iI6jOexUdGV+9GIkzUnsDo/Po/UUiv4kP2ysNrhc78PoYD9horrn+FV/kwwyv3LmAgcMz4fHHrv9Cm0EFj0EOvBI8J14UC8pa1o8LEJhVWxeK9+tHv3CRQh76kXFW//DRBsYNvRW9x1ROHkmpB7L4VqIclZd+nj4ePAM893o+1nFNtjqr0Pp6xig+ihJqZei9bEXdqLR/IzqrXN8KX/iOqd1Hy5XPOSz9teZHoN0neL3O9EItVHxguX/4h+2j+LLHsjbS51emXqdXgjc7vbCB1rc5Sn4nSmosL+zHUN6jec94X6yyVpTEZuN9EWchXGjrV3g3MBW5pajPDnJVamd9fpTxl238ow70R8W9/H7/R5WjH7ZXoFfgU1WA34OMKaUP/X1DE8j7BtBphzkne/6mz/RmKeXkNqRiKXSynXL4+P+1AqWB4HZ1lyS68MbJ183zuTLCzE0peahGu5Qb03exiqv9jPaV6UHDp17E6PyIN9t4TlCP2FjCSgRmHx7UudVJFZKLGyvj0pnp1PHk5VddRj4j7x2vNDTUOHl6erSnp3twB0Sf7AX55Qmqpo83WZ5zM+YRKkQDRs2PF5o3ezWBjvqAp9hH4gtkwQd3BHJnX5MNSgNij6+v0TrWv5Qmj+9FfKdlz0LR03DxvPRNJfDy8hD5cIaXDJ3HebfJnoH/U4XO9mDPnNEbR8SdKHrWPlc8mfP4vuC3By/kuyfvOAO10DnWoIYM+hGE74HmTYtXZIDfXnVxFBma12n9SNOsUvzGE8h/T7lp0tDgMTACFBY8taed4q9bXzv5Hfx5irUjTR6tG8lppNn2KhDngP4AfQWjN5vCX7GlP9Akcsq6gz1ztRH2UPbhuTeaSZYbQk6lIx+S89cHHSfulrxmDi1Yy5qxgDXjB8D3J2ZLfY8c26BCu5dkodWNOX9R1TVAM4sajKWZRYNoBCZQDTsB/vXM4vlN4r7UwfMQ/UhQ7py3vzYKX2nY/UzolrQ+X9jkeXoe8p+dMbzeN6+c21+r6FvquaCrNO8mVc1FOinOQT4tlme5ViaGb8OkPBHndUNfcpW9Akd+Nm0L9SzX5rH0I34zlEUjekaTvLFWixxMNe8V3qOhv4pOuwYXr7rp9SntpVjnfJZneYOsr/QJ31375Z7KV7h0rtYu/yVau/il/VpZa1usrStnWLNdo9P6bb9293MvLdm2o6xb9N68bunaz16B+vH1syfa8+sV6BX4yAp8lVj61RW5ihP8c49Uzf1f4hJr5jXdcp3LdAwYzsY0l0LHXN9BN+y4tEPuDp+wqPkDORk6qJIVPTGGIpYm8/5UCt3b53cvXGx1JtGFp3njSwWYPrrrA2n5lgs9IIl5FXEZWYAc7SgHmkAaKOYjzcW5lNhZMH/sfF5OkVerLdsXKpu8CsopdLnXn3290Mh4ommi5s8DDZ+Huxt7eKAJBB5Ko+T5yZ7UKBLFX2te9E2dCpoOhwyaFaM3KfY27vkAL54O2Og4oKMmXGyOah7gu399pXnzPIEGy5P2fXgkj/sJd/AFyq3iwe7u7uwB3N3dwn+b4+bG7hzYbgA+DxXyvbWbO+jNBmTL0Lq7h1v2AqKew609PdyDRyC6ALV94SxPAvyT44Em2ylKU+uF86/hCf0TDamo/xMNuid7qs/HxO/32Py5eY7GUm1SvSK/8Bw8QQte/U/79vuX0NHAEf9KDH1D6uXxwcq3o/Yv9zxP97anIejYBz9K3j+yXmBPfRNpfGIf7SU8wj/bK02kw/hMjwd4c0iNDuGZ/kE0eQ40OxzFr1D8zRF+tmjcvEtmL1sDzS0S5keFvVZ5frp0+6ho/JbxWh9s/ESYvhUlUAjnK6VZZEA+bM6PLnHVFPJfIux5kVJL1ivGNkocYrfxlGcrk2vUpvifo4tYszhl3TW5LX10Ufwg6HyCn6vktEWvOc/W2kbv+zXyal2Knaf7rL34QRX3LHj1uBuvJPzGC/BfYPi09NIaIpOtZvYidbZDbnnZAHEvxjrj40F90g7XPC/Fh6TqOq1dytJdieFKv9l+b12j/K7FWmzWSg352KGgS7Q7LG2X5LK2/FwXeaLls4pTpoHG2wQz/R9yRbZFQ27ks8UM2EdHvDZjF+UYXJ+/TgV4KXydZHumH1iBHqpX4EtWgA9Aqzf/tcOog7Kmv6xL2aXQLDrRm2aB0VJw5YdOl36ZprxbmnZ//1Ht5KHDnSjfoij5F3puLT76sMpzOnIxPKqpUT/05UM1+eDNp44jn6sBa8xR4qepHnbhoZiCu1XGpbXJ91VeMNW7Mloxmv58Rxf9/cszzYhHb16o8fNAM+Ph/s4eufirAfD8/GivNBmEZ1GaQC80g57Qvwivz/YiEEffhjnQ8BGO+6Md4Y+ql5o9ooBimKHf80HtgP5AE+hFTSDiPnlz5NEeHoUH6IM9kYvyeXi8s7sCdHfA9Zne0bi6o7GjZpA3fJBv1PiB3p1D9rm5+5fGkXADbYBdcQpKbO3zQNwHGkF37PsgqHYLPGH3mkqvBpaoN47u7OHhgbpPeGj0si3xlP2rXg0hdEUO+1PElU31ZD819wI8z9I/PPlz/qCmlOzgTnlyhluaXbff/rVv3/4G/9q/0H//+duEv//+2779+7f98+9/oaDK6P9GxvfbN+g//7Fv3/6XEfzt7X9MkF70Fvvt7f/spuL/7N/b/8MHfAPZ333xkf+/rJHPDX43t/9l7RncY1vg/v5vu4TH+3957Z/DLfZvgRfoC3LBI/wM9/aM/Iz9mebZMw1W0Vd44Zmm2WsDyc804ibdM02zR3vl5+v1FXpAPou9vdIYE/TzXUHT41DxynVIOASlcRvNIt4sys/njHKh5r3OFji51Ov95gxGbIJBr4f23sjrTXGIUfzL2Yq8RYvfJbq1vuo5Q+EVq/AtdX3j19rewY8817zJ8kbfnPsdcQiwMq6NWZZe63/GTw0YBzFpBthZyGcZC927zp/j+POT+e+J85a12vOteEv8q31VuyXaWixtl2StbX1KI+gcXfNvdbyzUCu9J83fW/DRdg7i85kDTR5SZraTz12BnN3sI2zWddIr0CvQK/DrKvAhv0dy82B5CqmFpT7LpbXion+1xrmNKa03HM69q8om2KWHisAvYf9QccZ3lvAZv3Omek4Fuyq5c9GussUuPBEc0095HO2o5g8fOgyqIJgg4ak+zyg9dumPUJVGKpzmIy+pyiKLCm7ITCauujRpYzYdtTe+sVTK0aQT9jRf9jRhRPVv6uxfuBhyITzoT1ccRyIc8A8YH6BGcMw4QCULRw4nb5z5DBb7sC38UeWAomMciQhBVj2JSzPoCPaCGkFgzyV4//Jiwgs5vcK3OCALr257tleaT6/PUC7Jz2okOR7sSZRG1hMNpSen6ESfgz7APzzf2RONJcHl3FBqm0tqPs0RzSn3J8YT8R4EeOnqXjRbHmjQRGOGPcXfZSq+NnyiGSTfgOQN3E36p9pQurcH8QLNHO2nOKJP/o2qJwvK3jSF9E2vsJVYt6y/o/F1C77ZnX8b6h+7+fd/9u+//wDR/7n8D7pvQPSfm39MvPCPGkP//Ne+tVAzaIa/7ZvLf9PoEf6bKXoaOreC2/8PP4F4M3lLJ30DGkTfaCIJt9BbYgj/wp8A31uHctF+bRxkcvoGPDen/yHnjH+hLWZNK2zI38At9boVpZF1D24LaGjdCsjS33/7x+4913/Y43+O+3t0t+D+m93fAtErcItPwT3PZ+DWghKn6PC7gb+5+dtuaH4V3MOfBzFY+yg8fqMhRo7Q+w08ot/GLesznqHg+Qo84iOE7709P5/DY7aLCvIVXcOzPeu9pIE34LwR92zRkIOqGbfUIY8F2EfeTwPPvH0C3t9Gwd9fX3m7BCbwXijq/nt8Bd6rDxvw91FsK5Q3V9569S4rwL57aP0SJdhSvyXLf8vW6uXXItvU+HE1F3hals6enYqfvk2WY1Aj1UQVfi94oth1Hk8xvx+EXRv6hf0erMX6Lt3amduAsrfyNfz0up3qt73uvEWx5KE8Wix1kgW9PkSF4i++47NXQD8Onz3Hnl+vQK9ArwC/1/TLhUJwz2WOoeZF/C1Ubca0Zourcvj63FrV8DAbFCO5cWXaNJiVd88h5a/Q2qTLqaKZD+mFudbi89SaYemIzL4MGA1xScw69F+K8hro3MLcjdTnCkk5jUykWUXug6zYlNOKuqhmZnLSRiA+dmgGND+8Jr5mWoAbtWINZ8LLrWUKr6YWDRs+8hBODGGuT6hE+Ylm+MaZL0QFEJBH6OiNn73t1QSigbKnmXI4vISsZgzNHW4h5K8PTArIhUT/z/IIdaDH5+jATkZMR2MAABAASURBVExTHTgrW8wH5lAUJujo/lTGY+xNDaUj+fg3g9jj4Hg15dpij37PfiPrZiDv0de/2gH+UHnJgEvXgTVugx4F9zvgj5066M+UWhz0Z0uqTYFi4ndwaE0D2cC+gIue/4kb9IWLXYXkEzzbS9WJF15dpxiC2xUHv5Bf7IVm2Msz9HXCExdQ/1YWF1BR+U54MfHSv9A0E1Wj7EXNMhpW+nM2fRMpvuGkptANTaEbu7kDNAruaPqoYVCbRMh3d9/w+ZfG0b92cwO9E/0H/n/o/sH2P+dvbpDvAjeirHUq/g4/7Dd3/2n8/8O6Fqyl4XJz0+pW+OxzV/3+H3GEFV98vjn+n327Aewf8n+QA7duD/7bzf+hL/jvgpcM9A2pG6j7ZuqNHfhMb7/9TYPnv3ZPU+levAB/C6ST/f5WPv/aLc2Y29uGil/gHvn+4V+bcAMfuH24sQAxMv+A74Qbe0D/QIwC3w/Z40Jvb4kl3EMd/5iaU7c0qG7VoHL8j/Ns4H6hl7yG3Ay7hQr30IrW3/Xk4PuK/o96/uO4rzrpFyBf5X2vZlr1+0beLbSmlb8RF7BW5/X1NL4iRvaTnHEDFe6hm+Bn6aQZJ52v4XnkOd9cKx/5tpCu4pbnJsMbb7e1webfSKNxdr5Zdp+bZaKP8IL4FtJdi2diTHjl/ekUjzTWWjwjOzLl9wPvcYcZpNvAAT3vf6+8X746fbYROuEV+TyMtQ4acweB3zkHYIL/wtfvsfcifiPyCxbmvTF+9DpSWx3tvnJo5Q1ejTx9TBHKEujkzecAanppXtZL60NHsNmQRSjKluezS1E7lU1woU+ftALlpfNJ0+tp9Qr0CvzRFcj/UIt+vejXyVETv9RKTXSV15vYoCaOpXqFV4tA/6aM9z/MLCV5Wn7ICtuqEOdjacxrcBrbCzlug++qLJJzSm/U5LDQWTw8/WBPZt+BhEcu8fo8tOWrnU4WLxXEkEoxxIpK9tR9I5eYEihDBmUuFJ1ou2ONhKHlWx9Mfmoqs1TLdAW0TH+XnmCmDNmPwyyzuyKcuxDKqVILPuZQaia+yBqWrvm5dVc9WcieF/xIM0U4HA98rt0DvXoFeZQ9MvXzHPGh9jRPRl+PDb3xZMFh810kwkgDwabZIV+p9cOhMMgRR/sLxKcpM9KgGp0ebM9ewgh17PGBn+mQZZNuzzo1YcbSiIGONH8kt5CPg+bOXsBvr28fNXhB59+OohG0F2j87NGtIsc4YJ/j2Q6sO2A/j6VfyK+sFSLGXPdKE0e2FrM9Frm8Ir9yvoocW+u9CVQaQY8P/id3+ibUHRf+B3B3f2v607s752/gb8z1NAbuaBAV6M/lvCnEBfWGxs4NjZ476N3d31bwkPkH1/9T9XdqHmWbfG/gBfF3d/+lEQX0bRUh28L+X2IUsI/sJ9Daxof1d42P+DsaN7GXYuCLfKPGVIHn8Dd5YIevvoUn3qT7h5z+B0TBwz/2UJpdzqOr55/zUZd/Wfs3ED2HG/Lh+fiWoeeDps2dA53Lhf5ravKooTPhXxocwg10wj3rTny+4ScQu20SFd6bVfd/07RaQM2sVi+54r/sW8C6rL93f+RCix56rwaJKLh1/EsT529HyKxzfUvJfZH3PfIcNzRPBOJpjxbZVzVRDR3YHwRsLju9ocaq47+cq4CY1POeRluA+DThgsdW9eK1Ruv/YX0Gr5f7VXyj0Qe8oVXoP9QB0LC6lz43hh75+b1/vOV8Ar6uh5cOPK5g+kbX5FdjrPivxVjq7pXHEsS6f7ynUVVwCw/wU97C/f09ubcgJ+we7wl+hvCLddjcL3QRp4nNuscV3KNz3D+w74M9EePJ8yzxWjrFfiTPx9lZypku0UfOfIrnx0fbxDO2CppsNNeeM06bbM+5mbakr+gXoPlVGmdB9/XPS/UnpgUHb7SNdjhsgM8a/Fbn/9zBzmeNg+C6PboC2Sb4hwg+W6zR+KwwYgLEMUGfJ0Rn8E8bTDIKsG4XFfQZR9QjBOP24ptVnXyaCpx8rP00mfVEegV6Bf64Cmy+IdXfIZnhomtTZ6DWKVvNaKQwoZcjZGvkxpCH8smasFlh7SPixT6yJ1OTYjPvdmnmtVbIohOPyi9o1/uExqmb63R+H9ZkTy0daQRk0UvhJamKhtEyLWhU5r+4UZzo0Z0Znp9PW07JQ3tYJkZ2nDhf7lM2QfyjSXFRvgL6s2Pmw744L8J6LnnC2o6yWaPzxTS1sspzgp95qmsl0GWKHXHIQ+oJEWcYJq9ZnLIGWn30QiMuKl6jyVtA6vlINpfERRRPFd+g0heoKEcsZgPGgekv4a9kf5GLMEAHbOavgRHfEWfREgNR+9XXF/bGd+B1HGuPaI+w2KUT0BhrByAaUFz8ZrpG9uXEYj+9puc48MH1Wrye+E7NLZpianLR9Arda/7m1pLi5z7o+eC996ba3kaoeG9ivbzYnsbUS2kEPT3bqy4UT1wsHh7s8enOHh/APRB94OL0wEVGuLvn8ikeHZcjv4jd6lL0jYvrNy5NQN+y4CJ661SX8X+x/WM3yHdt84Mm0Y1k/2ZH8fvb7rnE34PbCq3HrqaA6/5LvP/aN+fROw3dtKbooay7wefm9r/k8L+KO8k0Z/SNJH0L6YY8JuBLg+eGhtENDR41hO5KQ6hSziTeY/xt7qfzVPxNI0f41+64+D8Qq56fi/3dGmiGRVONNf4tq2/EKLiFLyi6TGm83ekfPHegcxnqMW7JTeuKXOiabrLp37i6u5NPhmK7/I3mU/H7h5yEpSzdOm6oj1BrQf0qz2virpXxrbZN/XKff8npFA9Nw1JNx7sq46tvsRVU/Q1xCv61W56bW2wTpLtBL4gXbuwen4BkQIMommX40RCa+IXN46PL9N7XlTUtxcdta5T98x7ezKNxK3ovys/zvfB4Y49Q4Z6f9SX85x99pdn3Ma/zGOjeQp+IdwLeW55ogvk30Zze2QO6iyixaNI8ZTxAH8jpAZvwRJyT/bJNdveV/ya+2VbjRw0mh3/T6ps9bjaIbu2+vEee0HtsQvh4PHyclngnFH+aTPc0mwrCn/dj9M/g8fGJfDbwgr7iwR5fFnh6sPiPEjzZC34vL/fQx+uwx6+A3yX6twL30D3/Z0Xg0YI+ZyoZvAaeoaWJ1dLNhtaB31nesKKJlak3pvj9zW9bfmHzSxkehg8D4p1jmppACH188gr4x7xPnmNPr1egV+BPrcDK7xO/R6ZcEL2DJQmCdND8+2jW8EAtqy6c2eyi1IJxpbbFQ6FbVbuu6P2irP11aY5AXJizdW2B/9LE4IfIfjMSbQU80OoSbL4CIY+cFSSRc0op6zcIl2arF+sNn6KOTYt0hp53JLXF2sn/1FZcF5ZpSXGAqh6rBmzTWETi+YgapQRNA/LkW7gp6sTJplhaUREKmSyemMnfXwthqbO7M6nR4jHkJFke0IaIBc0ZZed1RcqWWEf2POMGDydbfl7jFWOLx9HkklghGg2XcPFlsMqnbfh4juwjaqyz5qEYEjHbQE4eXIr6+jJXuR9T7DeiG/E6OgbXy29ED5VMLNcXiidqZuzMQ9EXKh3QkF+B5IKZTj9nQjxZ5E5cj5WCN2TQDl8/MDOKXk0n59ExnDUv5BE+oDPL5kthJio7bsNxvmcy6jAaXSmMo/PDX9Ih5kEY1mSbvvKvPxnkLPpmltGIGv1se56tow1pZBWvBvSymXyPr3bUN7VoVpnTV7YTXmzcv9DkEn1GB/YF0oXtZf/kPvvsu3dZuicLGzyXmVdwcDzagYvKK5ebZy5Asz+LQSe9oH+4OWy39ux/PnNr+rdnHv3fnJHuDv1Nhnjp7pFF7+zpFeD7pH9vSni6MV08n55uTRdTXXp1+Q3gqwsreJCfLsM0WnQR1p/l3aG/ozEX9I6mRMENvLAlo78R5HNDE2iO+JO+bxb0FnqLT8E3+Al33kgqvlDkGxoV3kRR48SbW7nZ5fp/aRJJnnCDj3AH1TevvGFGc028A73bFa/oSyzX/ct5Fa80fP6HnHk1jirwkz+NGOX3QOPqgXrGGW5ZUxDnuHNb0UFnzbNv9sBZhfBjjezoqux864eP64jlsYtcqPSFz7TGzDLrb1yXz1cbYZM9znMq37jvv9T/X86qeolm+GvrhobkDc0WsNYAebyzh1avxgmvwQdeg3pNnoNe22u4J946HmiEFNzBn+LxkUZFC5o9947J93EZnzMsfdb3n2LI3u4lucUjMYV7qMNzUO7zGO2aiW/9OA/5KlaBx6txl/G0Vpjr/cw0baLZ9cD7inAPbcB72lMBDaKnDbygFx6h/h5Xv4F0H99EopnzPAP6mfzIe1+LF2ThCQp4X9Y/dt/C37P1f0bM3rtfZu/nL9WGfgT1/8jY47fndwTgd4d+z4z6/UEzyPTNJH4H8YuLX1b6nSMuKL+AsMSH9kkjbcdnrIA+X3zGvHpOvQK9Ar0Ciwq0v1KO2ZaCZhKCmTd/cDn6BdW4IBkPFMwxygJRQdpCzWZvjFrWIqeRtITIukg7O18VqrU5r+fWtWYN3ZGLnHPa2JmYYlN4MmTAWKo6SZO/OEfZT2Yzs+wvmzWPpVtjOmVPnEcuqo1bzq3RrLKDkhkwCRCNGjozRz5SSO8k6yQ3SySeQucUsMx95xJmRhO4SKgYSIy1JaiN5zxMehUAbv1qoDgSDsjMptz9GdWFnaAM1LGSEBoOlHngwQgh+4XAfKT1cITGkHWgjkMazATjQZPDA6IKqmTQa8BKLdaRBdREMYeaGeYP7SOYDTQg5DrZlKCAjYzMUfjRt5VOJRDEC4oho6j0Bb6dKxUDCZ4hVweaOqR3QQxguI+o+dmTOW96HJkECKPsN9l1hsCkUw5IDOVsPIGjn09+shFoa7B/7KHXA06KoeaPWPiwKYZyCgzEV8LVlv20r4PaO/Uc+ICtJo//A67w0mFnSTxH8CbbEZteb7JL1h6FRz+qQQRGt+Fb6Yjnnu1ewYG3KXj8bAldCID0g2zsq9cIizip1r2wViCOTRjlK1lrK15YFj5jzSNyGvENHXb5Ix+B9jX5JvmNlE956vk5wEsnHD0X99N/6YiTsRG6I5zs8kdECr3kCX7xIV9VZGanftyOUO3B5I9AsJBHnqMJr9RCOEBPsde3z/avXLqyD/zIxWvvlzL0+RtlLy/PNN4CuuDpAvfCJU/YQwNP+AAacnvw4ngw0ZDFZzzd24vAJfYF+GVWl96KOy68uvi2uEdX8AiPzf8reE/2RBPjyf9LeI80QIQHKL4PgQfogzc77u3hboGHW3wzaOyoqdQiGkK3NF2EG2iGN+HuaLAVoL+ZI5pp/7JmDjWB5tC3zhrQ7FHDp+AO+c6bRzkOTSTZpBO8kfXwjXN8owl06/RB56Ix+QC8QYnslMaPmjleD2yyuy926WRbQvr3IOI8xHPlz+0dvKDnh4aUPyfn6XYMxbmE2HuZuzdX2Fuxl7br5ekMT/lsagZP62XB7SddAAAQAElEQVQ/h41zE0uNus1GlxpKNJqmJtTdaoPtrF0xHm/qOm86KSavjfsGU52ijnr9PPCaEXXQWNI3qlp4swn9nN6aZH2bqUANqUeaTY80pWQT3EaDXfrnl0fTf61U7zV6z9mPzzYeDuZ/oqb3QX/v1DtfvEvyBsjQe6t0ARR9fMIK6DPDJ0yrp9Qr0CvwYyrwBaOWXzLxuZoD8KGeAbM65LZquKBMF+wn5maBLm7VvvmuGkkrv9HPVFd8B6MkhDZE7NNq8u/oRrVcM5k8NyUplc4iiM9BlLp+1Yu6up3aQtR1rYNyU3Ch1YtnQVaLCPTB4hMEAiNngG9OnxWTALc5wpGL4dxD53CNgjuTJ5d9coWWe1PHz+eS631CDPVf9tew4xKui78SHNysOvk+hGO4bj7hS9MgdPAw1Q/mSABVDbWPWhOXNGk/YcfeyWGLx4A8sIcobB4EV0NATVJw5MLqe7HfCAydieI9uB9MGehHt5MZvPuJyq8+S8dc75FVLY7oR3QMxYCYU3SKISiGU+LLrriYy4vB6+k+GBu92xULjLP1xp6KhTM27VdjEGI25kXClMBcSRS20gwwDYAN8GMovvIlP89BeeCGxUdxFXUFfob/AHXQSDF4IRoqyvtIeNGRJUGV/+DrDBsgIAM+7Fpv2I395WfehNL6AvkJ+rBedKLIfobMq8miOC14rXhTxW34YxvEk3vkrCbHK1urafMCpVFC02aUDw0V/zaSZBo6/v8si2a9oQ8obgGx0Gu94Ht7Q0f2kTNDJRf4PugUUxi0/z78sI3SeY2P1FPnpH5wMSRTXWowcs4RygHwlk7YwwvwcIo10qyRjwNdpfAj9RdCpzwivmFzsNbXZ1lRXS9Z+5Pr3nM+oDlgykAy1hr2FiNrTMhrDMoizq69yZs1UXPJPD9uVx2Azqo683x4DHI3/M33KHnjx/Pt53Ebep53r51egNhGYIqr9VDJguuUN7rg85nkr5wLGnvxm1P29Jx0hvPQ86MzjDTT5lAteF1x1nELasSBfcUzTboJL/snGmvPgf0jjbdHt3uzzW1PyEDNufbbFs5HnHEv+oIfIMd9tr2o2ffdICcu8E9PjzR8WjwjC63uWv6etcK1/vKT/ykeaD46vDF4T8OsxS1yi9bW8vKJ2NFA22jo0GiamkJzHzWglqi+NGIqr294lTj6r0cWFN0G1bcLpxh3NAdvALSuv+GsWacYt+R3j45mUDSh7mqTqG0o3WIP+QZ7Qfjest5xO9ffow/gpwaUx7ipf7aoJpTi3pLDPbmI1zeb1BhSk+iZ17I3g7wR9GoH/Yw79A6gn0vRjq9QAX+7/gqJ9hw/qAI9TK/Al66APnx+ngMkpVLeRUUF6Vag35H+2VcfdrH7r0p94HYGxerwHVYtUtbt5MYFX7oCqcQXKn4Vaw41cKwIsZ1Df3bmXIxtlwjHxSQzxXO2qAjxvMszjqmkkSDMxCiLz1F5ssBdxDvz7qlkZuxO+4XGC/NfoDaBdsQWEnSIp55Feh0IoVAeglzkByWeZlxFJuAWVZhUZskSBSkYtDfrB2Dtgw4Fy83wDRpGXUzn0OVSuwi6WJGFJ8tSX4Lsics+wiHzGh7zazouhfKVXQtG034tpA2w1pkjM7zicAHUBVYwxfS9ZceF3TQbfo4QmFmrueolC1onOlq5n2rdSBydOfgj0pHVQEnCDdTUk4bXSZxoilD4F0G0eKRpCR6KP+653JKTeEMnJKfGg/3g86sCk4Kj1vAzSwasx8iAx19mJ/gMLiR//vXtr0HPMTDlb8tHavKLlTFb6BXeeIgKsDFS2C37QWdDvuTY1lR1JWFf53uQE8OXiYYux5OQIaJFTt3bgxMKynlh0MKX1wWvlaLT/hgZsgM94YJ8G4QfdteJCke2HVmrnIKWM+jVEXvo+XKXZkLH2c1jGU+LogNyZcaPWPCymDc0kNHqORdcTwPFfenq1teJr8GRuLKN7DHKD/3ImQWPB2/4TNDrjZ/f0hhhjRofDt9fNuHV1PBQE848hnT6WQ94/COxiDP6Os7JPso5ID+dReuOfm5lu/a8KX82wyx/1vkZ1HhBhjdWB9DBy9+Bbczw9ZkPHb6cLXi8G1vxjZjYiOm18nNwJs47Zt5odLW2NV6+gvt6k4gY1MXASLMm8Erz5tnG2iR6IY2o8ehr4E3fcCNv1pXcWqraLVHsk56a+XlGf71KT2EZk76s2aa4M7TWfxZhZtRtbTwUs4GNwQHZAobaw+ABn3N7s6wYC6w9tyPPOUUmPHWElzzDXnqecz3HM1D/8jxs0H197l55LudQI27vjbgXGn3CE3SBJ+QLeML+9PJA86zgDp5GDw2maD5J3+j823ST/PCEnYaMfxuoron1bXPpwZtUNzSUsOHvNjWaGn00pPC5E8LvLtsL1bo7mkMPagRBHx8f4tzPj/aqf3tI9Rb0J2GAJ8bH9DLg/UEvC14dYXCmT7+yAou9+fFfaLrYK9Ar0CvwCSug3yWCUjtq4kOpk3dP6X0r67sm6/XpyaOcXLmNT2lu0VTydso0Knd9sJdxA2WbQjfcXJ2YBVtc/kJnzSMqVxUp1TTLPisnsdkDR/nUo8+MpwLHPVX6rmRHrBUjKq0S9NHh6J8pUJovg0kgxsSFvD1fm+8sgqcw+v7lQ2m1K3cPCgPd7agKdBj+suEvYWdpBx12NtiOZQNxBqeGZgSip8DF94XORrKk5UWHz8hr6CigOwKDV7Z7PlCP+9EO3oRAg2zsNwAjH7lWEEfrHCjxNneH1xjYk6Hli1eXFsqjUGVQIPdRu1XI01Ev5pJYy2Y6xwjVsz2Db5z9RAArmPHirM5oyrzbxAvSOwjCcFaT247iam5DaYyhjRgws5GQBIgcBP0MI2oMNb6qF7mNXKKNi4jgZ/PzydsXiwFHG/zvVWE9rxFGg/yK7BSdTAKvIiQ20bOpjUWTDSQh2OaD/OVT7cnPb+XhsdkXOaJatis+SkbRw9bhy3KO+fRhy85sSZxEfhYP9AwPLloBI1+rrw/l0oCN9BMUL07pUVBTr7M/F8ixA/sRTLzHQo+fRKt+6EJhKudY9VIqtqhNr3fCMfwMnqPlh5TOak2BK2LCLv9Bry/x2qwg5zRo73QkZ633ssRan1kkOmb6/7P3J+qN40gaLvwxCFKybOdS1TM9//3f2/+cM9PdtWSmLVEUdN4vQMqyc6mqXqarp81EEEAgEBtAChGWndYIXrqutV6sU/wCIAUK7h22wNP08PK+Cb+33Df/jnGZUnlBeVGsJqbdKomrNCdvlRnr6FJ7HNLIcRrPatOssIzZJ35mLkkaJ1xWmqX2XksgwLTvvgSMV8DPnvdLzcSL6V8CSakce1Ev3xhzokeZbLAenms6t89YQn2VUJizPSGuJRxa30kJ5qw22b6LvMUe71EDHHMzXtr2CeC+gWaOJx0dcM2vCx/wXqcEbiwlRE9jdCjLGjH3GS/mZj/xbalhketpGSskDbQVWNtr3eg9t8l46hv3Eha90h+0LfcKLG/l69p9g9t+P7j9EozPcaz8W0tTC70WO21vZU8+hzOjBvbBZ2NfwbEPakLbIzX3zPF50mnFUXsPzUtyqpJwnFfIb4lNzPsW7Blv0L6pRvIq513h/C21+UHzBA5odPuW6CFZNRk3TdpTO4HlJNCj28DBSaB8No74oaYHmv/tt7YC3oPeB633ev+9eeB1bX5vK/Kqz6sHXj3wTQ+cl4Dp6WPmJfn5JeLS//qcCwmNDvhK+cbQV2a8QPsoAepKkXMeYMFdvY39E30wXy7+VP3yyNexV7y/SvSC5kX3+bRvDkJ6ZR89Dgjt/gLNAbMxcqjRWqZbwMQ+iX22nAvlUi3U/6BqXS8rs4owzv2mQFsOLKARlyBqUImBIKsHBslBFYGWHWGTVk4yLiEEEfD8CGUpxneX4S5pTGUtsoZhdbDDPjI9XVWekdlw4iCaY8s0+AS6OOBLjCes80Akn6RnIP3OBAHMWSVDRmGcuw/hVFC4/xIYiVAHCKBIAW4pNeWecYmhzfV9GX6qruY8IVvrQo9+sUClrp5jQKDxApc1057NKb3CQFIsAIZlH5jGfkQ5UOvaRra5ZcnxbHXcGUNG2knPxTxcr7guoElEu7kbXnumu+21VPo+Hd+IuIf5UpsflerFOCZ6vrwKwXT6taNXAPZeB7AHe0MZ1Btyf/YKaimkTEz21G5TJb+OhqGHAkj5pjEYD0RcxmKZk/5AyazhYIoGjV7MWGlbmzt8UMYNZnRJQUfrVZMZTFfEWoM6A95DGA6WDvdYgApevl9B8lr6JmT/Xc+V++l/81qhaRO2MZa5VKk29RcLPMK8GPSUpM0GiEvxGq/QZHiozTOeHmuZ+8+q0H1erhl22HoNzeuB4AJEfivRMqBhLUGly40J7Eo6OESOMZe9YdwTdBJjenFh5oJB30XH5uLaYnGUj6Rog9nmRpGh3ZKAm2nO1AYqd5lPi2LcFXhyJgsYgiYu4P4KZgAkXcXecw741xNNbwWz7V+LBGQghHUdtC0i215H90EEYJ1dB3wbH7NFDjoowXIqzyi4DI79/jW0RFAlqG8JAOOOBOgEz5mkJ0mUiSHmmY/5L9D4LnjGrIY8ZtF0KG5ZNWroGGtzWDYGKeBdKjSMw2MdN/ZZOxdwpWmjeV+YtMp8jF3omLPin/G6yIEOAvvNs55owJsm9W0jT3fLaOPpZ9MZkrbhGx+3PWut17b7XwKPfw0Weuwxb1Yx19HvoC/DuqZQMufbNCvtrNlJnJk6YWIPAOwV4ytjNZM0jNO+4NxeEkFOCFXaNfcSe4jauAYH+K3AGHQN7zb4/CbTgQTPAvnrh7SpJ4PH19ptEj0tCbS/JIH2j3sdAOMPh+Pio6OU3wJafcv6seZr77X+fXrgdYl+n+vyqtWrB149kB7wh3I2uF236Z6Br5ZvDn511pcGousSHa3K9m+/LfrYhPWw4AjGh5pk5nG/jn0Ad53IX7hBR/kFomfDlrIibI5BHAs5Ia/ov7L+iiK2d+GI2T5XLb2Umm0HGsQhIDpZD/fxAm2Gn06NdHzQMosrpmB/U/mKmp/xWOmQvzZNY8mGXLZsWJ+VItT3RYVAO2HcaAQ2m40G6lI2mFeAHlYLmH9Czyp0UhgfjMMX/pUoC6u1bBWHIzkGYdaQZN1uncQmDXhED5/ct+bVwSwLZF26Wnn3mLg64Kk88Wzjvj+jQCfjDJ6F+q4SKotsfbMDQc5zDQgwLRXus5QGdQl8qq0jaZU1DCoTTEGT4lmLDdgIggJ3CCi0PW6guZTAxjBtBJxCopb7Hs9uqCP506Co8zhz0oa0w4SGjqkNFJ18NZluGeDD3CaljRuLkVSdGF1463LF2qIRC0+jVtmB/MVao+FBZaEGdNQlcVMg66Vzz0GcUKnSZyz3gEhCdqNKv1HpANckgzogVLBpgC9zoZeTSp67wGU82LPwCdNALeYZwjjz8bjroHmjPwAAEABJREFUZdxqz+yP5IeewV60rkFbgNdUyaeX4CFwkeA++tPWkvgwL9NW62Z8zgsljrvwxRlIunPDe6xBBwW4nBvY2ivW55J65FnMZ5S2dYzkL7NcbkIa8zJ5Qh2tDxK+LmffsstQ1jkRZerZwZsDvhP8TqDPOZ50vnmfQ6dl30Nw4ZWNz24dGHQQawYowf1IvC7c6Wbpm732PXsrsM0AMkdX+lh6rd/BxTxdA+FRaubq6qrZ9lg2nt28d1dbLnUn+D6R5UwSKgICP6wg2jgLQktYwFUiswGfmqDEQXpdzPgC0GebOmnO3CvmG9CHMQo4l5Z4Ca8FyYVI3qY7N1kLLhM+blvvrJmbTM4wXMAJJAJ5J3hE23UlOK8E72tb+e0P742ZQL3V1XMyCQQf5Cdb2H9e6oJaaggpyKe4sQJUXkkvoWsMwfYrGsYRgxvhk/twqbPtwRXAP+NpfE1ebl1DbQxBMefSputiHuCSBt8ZZUg0N4pVvAJ4GMkclISUfrZpruUybsQ6fl0b/yW4pnnZ/hL9Fc4yX0D6GNxaX1F/pYn/PGI/JNBh/nM7rZf3pWt7rdXyHk0/NJyfN4PYPx7z52iOsI7Gtz57jHnZhi732nWdSSjvxYn92KAaB80MONE0s4fnCZppInG015S/yrbX4TDxmQN/6Gi4yH8YutmCXa/ld++B3Hq/ey1fFXz1wKsHXj3gz8HfvRe6b2iYH8/Px1/Y9PyF/JLX86mtZxpD633x/pxpknx5xoL9An1O+mtvttFB4ZfmWxYQBBodR8DIk5SkDFyCBqUDXpTzi/5v6lrGr5mwiH8itSH0qAjrfMRvZx36kokbRBSVMmbyZztuNW53GoethmFUGQcO0ANMOgU2hwPnDNR6dVfBqN1ViW4zmDyd+KnhiRDJVgOh5Voa2BPw8PyBwHazvdFmi1wnnYaCvB71FlpmwoH7UpiLItB0DVIncUHfiSFqeqhCEuqcYKM5Y4Jl3PPdWmu30x/cKOc8sArd6TBWmeinQIl3CzyFoSafxJV9V9B9GMdMnA3jiG96xiPBtIpOimzlwTP5Ju+GE3bI16rXQgsHeHTqS4H3qC3JuS1rs/XaDJvEJ83KHD4Bj561MQzUBYjoJcbqhY4edAFfjxfGSx/ICvk6o9uZIO/ET2QrtfWVF5nB8LwrPjkDXB+hngSVIaKH1xWwb0JFQofmiMClvZR91yR/AigbjcV7AaB2MijAd8G+cAKGtuBlqDm3k7LPOGPeUx21cZH4PscDfXpsNZifTFP7jEVaPNClvtfzgnFlcocxZJmHxxt0kvk7YQNYlwqtQdDWKi5sTJoOWzul76FxsqlCI3m8g66jtbbFBQ57/Y08r82YPhnwC/4xPpM8sITS95q10D/kdUw9A36tSOxmhFO7NOplmCXlOSXIP/PM+n/KqflTcTRlrqlzLo3c+SQ7eaDoWRYVNBQaFNhebEbHsH9zvXqFa4P9mf4gbWGfLQA32SdZ5x4JZZvxhu/os1b2Gbi2XkxBZhsPZPRpP5pDu/Kn6UTb2TUAlRI8l8kUYw1XzSRJ/wRNGoVnNwBZvtqV9A6IWxdCMNmnTpw9hpx0vHEN0AzaJODWcEll5/n5SjCeYeY+JXKMM6zGnLHE7QrhFZgP88yTAWh8X+nWutFj3qILfeb5GW/AWxAn1yWwrg6o/R6gXgNs46pp2Du21HaZn6HJhqf33QLruPBRQERZdKutBm9Nc5yGx5MPermu+el1wjKkgeMOlWWsQDeL+TVYeRltP5rPNTzxMIWBeehhXa/pnubaXZbXaM2/wdJfbNVaw0to/MRvoTO+GYjtyDQaOtM2SMSvuFmXL0Dyb3wt5hpeMs21gOCp5lmiEwnY+1lt3BNgAM/d0scGyLNvfAP0W/RpvnIfLZ7JXOdT55B1N93n4LVoAO3Cw3yv5WIBXM7yXp7ZKy0xNGffONR0gcanIrGzaFIg5d5wNF7L79ADLPnvUKtXlV498OqBzz3wb4fhA+ulzeeXiL++331r6jcH28Snl+dK/IRpFM/v7QORIwkNf3D6wPRkTteOw906h8a32a2EWZ/b7Gx/+wZfE2TFjU/67pmcZx1TLvA1/DL8zep6HW21iRvOh4uw7ugRPS0Cg57gMiIk2h11eNxTzssta9qNBY1fXwJSA9U3S6Oxdk9kKY61uz7SGGdIKutKsFbKqOIgM5M/N9qSkDGM442GfqM+EwgF+wyBdb366BVAFw3HYB6wZicLDASSuWcQRmG4k8JSudlPJAoKc8swaNyMclJjQ+JkQI8gUBe8hSTUV17JJFvcbGdk3Xh2WRkrrso8qjzkrTq4vyiQ327pGuJyr7QMVMS4reW57huMMbidEMhH/8COfhw0YMNIcmakLthUwHdAYGuEaQEmVoKDSiA9n08yVAd84LOYLhs8c1mjJfN7+JjndnOjHcm53Y41MuCvkmvTy/4KguuIIq+X8eOwkWGz2WqATuafRqAFdUSvgUTSMG40bEcN4whJR1LkrOk4a3846OFxr/2Rn6SejqrOqqVe3DAn4BcK2c5hZB3hkTre7HRj2O3gC5QbFSBiYGUGJvcYSFjk4JyAXrUoVKDZaGTPbbFxu73TbveG/k6l2zI+SNiXAb/n0A6SCgHPKINsc0+7AMZ11AbjDEPZahx27LM73WxudXtzr5vdrUZkjYwV9p3MD5AK+gHwMK8+Nti4Yc+PCtqX8SsdPH/ls+pgfSu6XoAfklcFOyAkajkZZFmA8WmbeUaReRTWZRzRm+dxNOCbcbvRiK4lRmb1cAkAdpSITsHcCOMayBdrjUG0Ugo0lt7Rb6X6eQVOBPmGmg/dmUEDlZIBDddnBa0VaNJ/4iXrv0L0jLV1C3Cyb1lr01Rst1/SZtrGmSbUoWq/ABUcTBNLXSs4w3xmn9bUzGOR/HvUCQgAVK/sL0ihoc/8vHfwtwwoPdu2GhiWAdcxshQmuB/2qdxpeM+TFXE3kGBwe4FAIkrQY4z7swKbpzGPA/kOQGHm1fz2Azjalv1sLjvHc1NfxtuY551R5wSmtZV0mJN6edPBj0QNDmNKtSVtD6BLQEuVeMFBhMNrYmdmTiZ82BsVmNkfxs1ODOWv/fBOIAkk06UNyIFH43eGJzrQzwY3+81jhlSCMbdrykR/+Kcc+KWsiXckOP+qzzxNanCgNhw1TUclHbpV5pgPjoCr9UCgCwLsx3wmlrawWdYXaJTtbnIva/q3NQQzuemx7LRG8x9tWHK3nVl9dvv6uGUaPMW1wW2D29dg3DWsYwtuFeLu0m7VSvel2sTXYJrrvtuNi9eq+RA7Qb1se9yQeBwWvwbYmy2RUxUFuOqblyEusp7GjW+Avsxx+4kuWBdPsu5eLe8pw8w+aZBr24aXO3yy5Zod6ir7vj3rGPEK/2QPsLr/ZA1exf9qD7wSvnrg380D18F2s339EDm37j/y/nd6O6bGeeNDNA9Ji+6Jy9uVFR3tjg9e+bM4QS+uyAN3l2N5/g791Vd34dVa/vBvzP4Gpo0Bd9vGIeCqZYw4MD4dAhlEaDtQ9ip9wfZQR/DVgVfqp7wq87KRtX1obq4b9pfvHSQBSMk6W1+/NcoX41cTLX0drTJ1gyDAGcuokcByHHfabm+BO5INd1mX3oFvryDI6oCAvvQb7W4Y3+w0jIz3/ISevXI4TPr0+KhH4GH/SPJgr9nfLmBM+KiQKNgQ2G5JZmxJEtzd3enu7o3u3lDfv9Gbt/e6vb3VzXYL3416gnusp4T0zLd6cXX0F8DQirx6mjUdj8B0AetyZjHPHFKVwLRLqRz2mWw8NA3dKFv76R7iH/b00WvsB21tkxMgBOhbwImXKD37Ili7DupOvpI7vGeCliMBzISO1mkdk22Eb6rAvunC8wtrM2g0/92WNdnJiaBM0pHACXwU6BHQirlBu6DTmDqZfiMnhMK8hdUoUdEhoN+yHlsSRNbX9FJkYsrBldfysD/kV+dnEkL+aarwawefDjkdvLoQvNEPeVsSTlvWbUfiZ2tgb2yHG40kMfoyZgJFJAHaN2t6OQFQzz1ceqQOCpIrYyHhMd5i333ClraTKyIZI/ZeXZIFbgf9AN8DrjNp0pmPocg4QyZLevzA3t4tiSXvud3NG21IBg0kVvoYFRpTF8FXKlg5oPNGBd1LbOU931sWY6axfNc940PZwQtARg+U2CSvjI/xN8uNvR3OD6Dnh9aACjTgkFSh8TNpnoEMr8WWpM+OZ9Fwt8UfJKzcNn5kjxXWLteVfea9FiROC22D1zbg3grMW0MCGaxdGQt29Yll12uaDiT7HoBPrPdDJv8cXHufmIhpTOXede4CK89OllWQPeb7Y6MtOjuB9wS3GsGN+HlkL9g3XqvATi2+lggb12TZpd3jq05a+ySVp+NJ0+HIe2VGRxIExyryEfgWslSpowF0PbN6FfaDnwWvXWF/jmXEbgP2R0ndrX9AbQBBoRWhAgR2RaFfBIXyCt+5US60kNKGxkjGUxWeX11BXNoQZDlzN1D5gTd4Is+YVrjMMZ0HV9q1Ns4rSO1NZB6AZTVVzqpOjgCpi/nm+KKricK8G5hTSwKdcl5L+BzxsQF/k5C5JIXY3E7YVGrBU1e6mq0St+oJ/4t+yDY6iRY8Y+Yzs5g1k0tzyvR7aPZ7MuHAPuV9vrS9P2ceLM8zoDDF/LDZsuFpMYZcYy+SOwukrekPI/Cf5yS4b4BX9tcx4wzuu26QZrQme+R6zPOXASqLT3AbsH+sgyG7F1mt57t5B3iD6Rt4ZAXLq+y9BZJ2HftW3eY1fm6b1jV8ksdSk2R50uGJ5mlem+N+s+Opb9wKHrsGFoohaCmIg3FrmOZpDJzXkKrRQJYNI9w2XLfXvrmApyDEyITcA9m6vmEd75Xrc7tFXlO8tv86D/wjZrFa/wi2rzxfPfDqgVcP/H094M8fwy9yPf8ixV9B0C1z1pru0syX6NIG+8sFI+r5zPEORWnnB7Rn+TRDnfyoW3neE8GN1muR+ZJC1zR6fl3iDaPXjvmYicH4vxOkade8jKDfDgQ+VNBBJoUDV9cCBIKp6Hv6DiY6aolTILdWcFseWXBeInzeNFtDIv4Rt4Cpgepl4axzWb4cYw37nmCIwGgkcN0SpLUA7lZbAs4tgbyD0c7BGokFAUHbgdx2u4NmJycPCvgTjnLS4OGBBJCTPySBjiSEfID3t11CoYFkxUjCYZuJgq2cLLi7uycJ9FZv3rxLcHC+JTk0bjYq0HfwfnJqp+fXYih2RIJHz6rnSrAw53//6mTUCvvDXk4K1bkKdU3c4GpBKotkEIvW0Oz7RrXckcm69+hVhkEjwbj95OB8Z58Axo3Doj82WDeJeeh1Iog64JdP/m9z8ZHbq04poAmVN84ZJStgfImQA1jz3pIcsMwtgfUGfw4E34E+9nFEYW8O8rp5fLe705aE20BCyDQV+xw4iefO3zJJXuhsn3fwcNC1Zw0/PnzUh58/6KWawtMAABAASURBVPHBSYFJmQRC/zN+kS98IMA8ixMP8Hfyy/x26LVj/+zYP1sngpBvfUr6YlDuI+TTgJPDGzS33mVE7y2wIZFwo4JdmSwgUeA4cz6e0ePsLx209SNpIMZCROgE+41vr3CiyRCDAjCfEV4jftth6273hr13l2D9StmqiyLzkn9VCb6R80f57xGN/UYFmohRAr9CZ96MbYedtvAdXfdb9dgR6FXPXdPVX8QgyqiXBFaBT68QNbIEXcqmX6JH1kZOfm0XP96mL2+18ze/eHbGcdBYRujgEYX1NngeuOx3EvslxOX9ZKDpUsAXrxe1x2utOpIo3T9+0uPjA0mgvY4khGaSk3ayaVBU0XVy2z+5ly86sEBMAIO8l0beHyM6O/kzjncaSbiNJK9sy5jJvBt5LYK1iPRjL3kfpM/xFb6oAMorgXbFZ5VHcJ7POu6POjwedHyc5OTkRH/mpeY5BkEvfBiGDp+w30Zkee85STviu6zZqwUftv1Y0D8aYGFk0qdXpI969O1yjCFqaa2DxFAxTYJlNR4el1AY0i8XjxmW0TBLbp7oigffazKz4WcSIit4LcRYRJOz1snlan2zv9ySD++b4xGfscZOileSQRU+lyk0KLDm7gKsshY2VhDbO5XoFhQcWJSaOp4yWeP29TzUvKKdGTqqkrChAR4hzKdBt+b8icTOzL5z7YTkTCKoovvMnLWe175tQLZlVvjUan3gudoFzrwxKiuPt/bZXk5cujpbV2uR6+Y+UD1IveLgWQFjG6/W+vyeE5/kXARd8TJPk6E3DoBFdqjFvAq4zu7l1tisdGt9Gb5qrGO/vW4yFlaXjvkY96SXh57DGYIz3l+gnjGLNv5Kn1HLYLuBukDzo/k32msaQfMMPN+ApPaJce0j8zAweKmWBqj2rGSDSZH+bTdwPXBVnvatLbwaeG3+0z3wuiL/9CV4VeDVA68e+JYHnj52nlrfov/fG+suol6+SJ8+9BqJNa/L4aTysS4D/Zofyo3G9+T4kpkHgGt0a5vaIB/59UsX8UaStLrNez6xcTXRU8u9X4bP6K8Rzfhkkj7I1tUNZ7UDRcehOBZobXGqoKVnF/wo9uCC9mEpPbr0v1Jd6wTJiy6YrxfLu4zmRPREtxXHUqKAB4Ao6oeiKASPZasCjPykfnQwR1LItX+K3gU0KhILEgRJZRw1OogimOqBLnqdyHhlMHk46BNJoEcSLofjJAcz4oq+w18Olgyev4XHRjcEtrd3BLgkg3ZLsLvNgHojB2nmHYFstcv2GbIXIaxQl8GJW5iGgacTwSKJlkfrsUBLtsya/a0kdM356w2GlQMmU1mrquoGrTbc1qy1WWXLxAcjAeYWPzjpsd1ttbXuJBm2BJoOOu23gt4d9J5rlpZ9wC8PJIAeSbRYp+NxVj2TITARYDrLr+jD0RgMNhZ8hr+3rM1NyrlD3k5bAm5/u0HRQ9crOsC0BL5OGNifqQ/9gAaWJMEsK+RgPINi/G+aQE+v3yd0+/jxQT+TAPpEfTg86ngJvuwo5WX60oWCINh7wTZvbT/8LHeFrdfSSaBMio2KGHGi1zOUrxRYSp1gpHBSpWy1Ye+VYtqQ/dH8dtTxcNTkXw854RnPy6C/U15ud+jDXghsTV90RV6DCGrWa0SXpte9nGw0+JtKIiFRSUTM8DCIBE6uH/72nC1+Hocb9enHgf02KEyDriOJrt0OfiTbdndv5IRQxJB6H4+VxMpBh8Os6XCSA1p/m6oKu7DZtWinvugX8C8LbOA9AGUzajOMKrRHnrWRurAXCv4p0ctzs806RAK24gPzTb8st7Ac9sboeZ7v5DVjs5+V/V7ek/tPn/QJONCfwFeCbUiQAbdwq8HaTNnwGvFTrj1+sq/s46yXfhvbqfBeKdgX+CeiwMxgbgDJHgEVEL4R/tWZcfonkrYTPjyw/o8kgfb7SYfjCX9WeU8bJHgAqVMZZDn2lxOTI3L97IwkbI1rgJ9Kh214Jlbo5P1iiBLZDo+pXZH8kYR/i8fxZ7HPcx0sv9G1e27Q1vR97V7XxjMNEXB2R9iDXbyjvC6GStvvAo+mLpad8jrmMFlmaJ0M9CniqrXqROLHSRUnT048w8Yt5AhyYS503On4jj+Zu9IE6xApD8sj8Ae1uEjAzCRnnLSpJKoq7WWmIhinBGA+HssfBHgO+6m2xVK1XPrTNPFMH7QnAbTn3Tj5MwO9Z5KQ1XBGrws4m0rfPKhgYilAdp5sYLwmnCABSCBaFxzGenfsDfYHdgn75JdQ0sKDIl+pPA36FT39GVZXO+FlHIwbAfeVnBWgd1WYf9Vbmh066OmCvzt+I7hWKuqJz2GV4foJAl7fABiutDQ/LynCN0v1CroNWKcEpix1xU/PIH12fnJD0jH3oj9zsyw4j2d/9dKZHuDhyxx3vgSQUgIdlAANhkXOY+BSwF/h2vOy+meRyz4Ov1v6y6RL40rFC+618fvwAMv9+1DkVYtXD7x64NUDX/PAlz9E+KD72oQX+F9P+WLis2639NZ66f6Gyh+l/nQ/Y1Br6+qjdWXk1/IKSbUOfLu2Wp52TbX0l+p6ZGl3nN88Ucv1nPJ5byFhxtpq9Uq11sZe693adbXUtnPQUR46lNw883Kw4AAZXYAH8kDZaMz1CVjRxvYJ9Qsty/gFkhw22wZNY7dzgEOO6x7NXFKrBWd80uUt6Bb1PTAUDVHUAs1tJmcKAacDKQfDIugwn+DwFLQLQZwDqe0G2mFQ3/XpNSc0Hh4ftSeIzOQBiZjJwUcG7bP8v3RM08yhn4M/+BPBXaDkBj4ZKDrBQVC9NThxsNmod5BFsGUdIjqoOwnfG7plrNH0iuBYyJodCCSsw6cPD/rpx5/18eePcoB7IEE1E7DIF7RMEAypOrlut2DUQJVyqEkOcM+SI8yNKARFvQpB9TiOGpfkz4jfDIFPlPM7STlLJ/xwJJh1MuMRPz0+7jOxUdHZAOGl1CXYqOxDO7ePUBlGbZI/SSfkOUlm3tXzvdVY18BHhUB7TLpNzokoGTAfHVQlDbzKmOtsvwd+PMFjwj/+73M/kgjw3wGaCLpPTlJlIOonASHyhT3IMd+IXtZjQyLgBpk3mQi6lfluSbo4AB/Rx/uo4JPmF+8X1ir94x1gHqMGeBT2gvlJhVdQsGdqfvvjQGB4XAL/dQmlQCkAPqEexYrI0LCevWyTdYtMCDRbb27udJsJm7dy4mZEnphXWd90c+bHWFf0HUkcNNjJvrT+Pfs+AhnU9rG/4WI+OxKYd/Adsb1jnHiXPX4isJ0yCeTk2kxC6OwY1i5EHorKskPIW3xYWJMNe8l12YzKuozaLO3RCZdifM8Y83guIue2dksKFUWEuAEubnfQ99gxaMz5g4K53jePrPnDx0/66G9+ffwZfR90JDCf2StiTzBbBuXF5qE2/yAJYl72jRNl/obVlkSYvwW0275h/e+0dR8Y05cbjWUrr23gv8Dv1s6+dw1bVC48U2PqFl0nEPK6HNmDB94lCSSBcl+yCaoHZe0C0p65zGe9R3zo/TciN5NArIv7LTllHTbQ20+dxSbYpsJzEID9CAGcGQ/4u2TCqEf/Agz4cm03Pp5v0mR2fWOul9ueM8BUhogOPj1iDAHOz0PVaTqm/0+8J0+8IysPfzDBupUoWmvPt8zsY3PW7AWvK1N43k/sQZLw8PM775TPsDeflUMTilvpYDdQEi1oWVqnYH29VqP3HOC+5fHAyd/M8Xt9Rr+ZzV5J5ojL8w1CAevt9ZmW5EnKYb2MgxQelWf7xPvvAEw67qlJBDnhfIKfeVb2XwKfwTWhwjln+4YY7LEdBkZgDx4aGpXPlmrZbjPGAPsj8B/rhW2pJ/Ogho/vdMQy8C4xeWI8l31m/zU7Z8w4MbzIRSemsDr2mee69zXovjzQxLaxVKo1n+4mqMhw3bBeh4C2cPsSgGZfoVM2xFyD5wPYhBEwos092wuuUtdcT6zPNThjKy9F8Nd0OIyZnr8C3Wflczzqph7PyEBSEn9dP6NBA49RXdCp56VHw/pRXdM0H9kHrDd+yL5prgHTKNeY1/bv0AO5/r9DvV5VevXAqwdePXDlAT74KOLgcoX8heb5F8b/zsPP3qbuGFYZVt5tDgBU1Xbkh+uK/w26djAwULXSOu3eMJ/dvzJ4reFnc34VwgeBLxCuZlFT2vkhG83+ywzjLp2lgVIU5ellQT2rcrAD9SWffQkH6a8sn6tjjGFhwIHHevXc+ghCrWDgCSr4MIQPRwv0o4Zh1KaMGgmMR4K1kYDeQUAL2pkPr4giBxke2+5uVKAJgiYEyIGuExv5d4A4zB+OB/kn2TN7aCahMS2H6cnf5CDAqeBhJge6m5utbre3BOZ3wA3B4w49RsYGdQ5sAvkCXGeFBbQjx/pGQ4LBsg4EPQ8Pe3389FE///yTPlD7m0kOIGcCIesKC7hFHpTdv4AHsuO1c6Mh0rt56y7zSnFAVjQQgG3KRv6mwRZ/jOOA3r1kSnQsBHtug9DpfJKTGXv02z88yAH4RHIjfQGB7bEY963rmjQjf8AoXIaiEXnjuEP3PgOpiQD5iM0TMPuZhbKPoohRYxnTN2eYHvH5kTWYqM0/oBmdpBk26r2G6HliTY4ETl7LI3wn/HVijr+p5Dln+LuuJLNmAkDLNBymSUfWGNGZTBwJwsftRi0A38rtMf3CmnaLT88EGOhVM9hwdsQ7ExvtM/Sx3ypBVuqRCYC9DvuJwPYg23tErxldq/kA6jqFOq1X5YlOXbGJZqLLULTx/iYpEGUER+DNuH044ZcTgaN/pSiiqKSfnTAwbBT0g6dJCkUE4wXYaHSigeSl6xKDpEKyr+pAsu+AD4+ZuDpphjeiFlWQCx9Fr4hRAVie60DHiCJDKcigPYAr6FvQwXXkvF6F8WCuaW2Pn8UcSz8EukhoqxIFPUdg0FiKeuaf8ftEstbfAHr49KBPHz7pkT05Hfaq9SixaSLgkeUMLwMVJeBnPbbswy176Ob2TrcX2D21Sbp53PusjIM8x3NlvqkjzIQAwLKsf0G3bIObT1Xei352DXv2gdfe+MpebM7sYFcUi2/GfAZbktSytyRLW71jP96ojCP0yAxAXFQRBTyAb6LgMZ4FgWcU2g4I2ddl7PHhKPMo3qNAJL2Wiw29tFb22Q3wCz9ht+1r8weFeVgeJPlMYWNLsBCe4nLTjbYt/bfQF3TFTyP4EXtto2v3xTXzXBxJ4Np3k98vPCt13XzIgWQpVgp7MdZ3+948xnyfbdJfW/a3eRf0FLpX9sXpdNTM/vGzy2ZhNvvMNpgdi2K8bTGkXHAmymG3gfZOOTGdZ59+QNBHaOh7FX6wMBo2g7IeRjW9GCtFBZ+X0iuo7csECV489dhuuX4v2Q+whnPHnFF+P7c9GFBT8IXdElDY9oA3TTPi3XrSBK+Jz7L8JpN9mM8wk5j6xZJDLFoOrnV2rm5fxi8aLXRmZFi6S5V2BtqdsJ83AAAQAElEQVReQe5L9C6LL/ysP7VN68nUGMY0dwDzbuD1MWA0eOt2xmX40Xec47GaiaE5/csNUuYyRoM5z4vteAmm+BKOB0svIW20rkzynCajyat8HiiBPuNCR1drz22mwjJY76LosdtGm5Fr+r0JEnR18axl7xmnxLze/rkeiH+u+Ffprx549cCrB77hgfzMyNsTkbv+LH3CfN5inJL4tc7Oi1vnft7cWOCq/2tekFanfvaht/B6hq/5+S4HVMuw5yo/dBeEP0iXJudBPZsO3voYaOZQEJglnWsanQf+FliZ/y081rlpXN60GL6MrLjW9VknMWuDDoU5Hj/7tgDWUayiQUFnGXmqvoRbR5lFWXu69vUF+bVGarQMwuSLc8FrCT4XyuUMlVVlLOQD9iB/o2Hk8B9RJNZtJnGzfzgQgHNgR1Qpg242W93d3QG3Gjajus5/06NeBW2zjiQmHITs/W2Dh0ft9496oH7In/pOuH2RyvxNJg12cnLJyYPSD7jAOnd6uui7EACVvlcGC+jSjwOBbq+AsBI4TtNEQIu8x732JFwOyLculb2N+lC5QI2fQh2da6CbnJYl9rqD8jyDkj5IB/QqPQfNoWhAh3HcqBA8RZTUO9Axemiocw6TTwQV+wy8H0kS7HU8TqokWuQLXbwQM8HtTMAx4XMHgz6ESwFP5JDAsG8CGcQjciLEdAcCvRmEvSnGioMCfBLBemOzbZ9YC/O1OQV9N9bXAL3Q0b6Z0c/fFjLfk5MX+LKaL0kf4gCdmWya5AW/iQDJ8KRj4IuRYGtLsEwgDv+RoLsYHLShj+w/fFEziKy5B7RctquUUYH+Z4JN+2ciKD7gsz3JiQNt7ycHZSd8ZF1gtcxeKhA1fXgk8TITrM74GGSE/O2aTdmqoIvQAzLW4ERiDjrbCZnxgQ7jovuIHwt7MX3EeK34lHpdkw1rMto+aMJ+ZMy+O7ImEz48ksGbWQNcJ8szKK+ARadALxq6XMxvbY+3db/4Jby3nsB2eC3HMspQ8JtpAz3k9w+83W5QVLBlRM/e4wg5sb4HnkU/k3uey8fHBx14ZrymDvKtsPVGE6ibYm7HhXdJ/eOFXq1v3QFmvrTP62N0PS884WfdDV57j4nPHetwdMKBZ2Q+zZlEzbmehiIR8M8aCdmm72AYP/TAgF8246jNDUBtek/1c5Y1gpiGDSUBLmBcYOoK8JxSehX4ldF1L+tovAGSVqJVX793yBDQM39s/II1AeyGyXuFxM1MPbO3xWU/Fp7VkfUqlh+DnKwo4Apr6XfBmPt0I+PgTgLyzJ6eNZGA9LeJZvY1rpRthmUrGB+0DOI5EG+zSBtHmZ8TP1sSpQb3C7ID4hPP7Ezyt7Im/paNuIy3HxiW16byokgwDfSQyGMiEea6oojHvbY1FTvjE6n0gQ2FfTygw8A7ZLOAdVr8lTr2CtbYyY6IgHcoLzaq/TaRKN6zp92uyIqA51i0JRk4lqJGXZUOYQ4NeT1LjrXPsJn3oN8x+Qzne27mXUKiAF/aRth62hehpk0MWQS+tTwDGGR3rhJiRWZvveUk/Ih2rZkDpk1baVjPth97PdX22dov4LEzWt3o8VP2W/3EK1TwZet3Es9ha0OnFRqvCx4d7K8I+NMuCb0KezRYn2so3qcvcB4v4Ex/gat+LN+4s7zcGLKjgCt/yNeLPhRQojP6eO5gu3r6iRU73JOugHcfXk7Esg2y/Xr7/XjAa/r70eZVk1cPvHrg1QO/6IEXn0y/SP+PJ2gv0m4R1HpL57PqDMYWGGh+VsyFz9gFb16JWfqfVx59ifWsBp2CxIE4KOnFlfN8g7ATN/3jry/bDLYVzn00fMDjxF7puaRW0YmCFVYYoOhvun4dA46kWmE9zFisvRW5SNkC5ZrqUtwnkBVwYQCOOQ7AR5I/hcDCBzib65+GOkicOFjbA8Zvdzvd378lAXSfh+ueQ5wgPhJ4HAhkjiQ3JsABZgJJmI+Pj/r48VMmgfYkD2Zok19wSCehdEPQ4V/XcNDhg6LwqLh8QDPQBNP0DOaU4nkb+VfSNswfrHNfTKYjQaMTFXuSB4/A8XiQ+zP4XLuk4obNFBprgf/adM2gdfTB30GPkzITCaYDgVDqb8WgsS55sMUPwWG4S/0GDei1w67b+zcaxlFio1gH++jxE4kgfFTNI2V1Cixke/ET6CPJqwNJsz3JokmWJa6IUZYT0X5VaiIw3u+PmgwEKyeCFISolI3KMCr6Xl3XZxJkz/o5uK/zWZE697J+/un4wGG964Il7EianHQkCDoRiDpQm9EvfVbF2FkzMpsfLPeAX6ekh0yw1eB1GYuKAX8U+paX0GEED45tnpFhcLuC81zTjujcd+gCbj6jCz46OAE07UnWHDSxljP+PxFgOpgU+85cG8AJRap1h2Z2TVAKKw2BTpsi+46bEE+wfMK/R/x7wjZziAxmymg/b1TsR3wTnfXRcrX2UEaNrO/ofWcaDHCC50jy50gCz/WJ/TazJmfrhP8ag1D6AnrXdJSgxhdSqwspdOD6Hr3Thz1kBQDP3GIAX0gGNH0HhQOfYJx5vkNMafO9b0Zog/0Jc/bESd7LD/7Vv4dP7LcH5a8nsr8ra+x1kTWx3gm+eWZTt89m0KFYpn2wyEcoo7xfmFLh8QzY4GvyByJIAz/3DaJT5GcCkgnSKv6zD8+sdUbG8GJE1xciwFrCEzaszxCKHogi0fdoxbkz4JoKVMdQs0Fc1QsIN5qJtz+LfYzPAh4NOokppvkMVjw1hWHL7xov9DCvkWfC65Drhs86eIsr9cGYUCdmMaeX6RXob0yAhTboj+zLkeSjkzUFHgFewt/stZkk0sm1/Yw9VPJVSV76W26mWyHgWZhbYlRhH5vfuCURz2eAfxDwxBsOKFjhSwvdrAtcooHXpPKc+blrPjS+U7HvsNdyPE+pz0nVD5/5AcZHmLZP+nFJtBXmXUNE2/slAvldgpDvlbdM8/TfsfJzZ13IOamwH0f84x9YFOxkklVNwNV0O553no+AN8zMxz/wMA+/L13PvEfMuy66iivQ10DzqZjhCk/YZy3URabvz9B0PBG1svLNABqd7LtgSqvRt6DvZ8D6JW5QWfwWYbpA3ud14+WxZCyIKPRz73XZ5kYxDkCBwH8NOnzWMwakLPMHUp71WMG4tX1VJx1j1ndc8OPSL+6zFpaFLsLP4gpAtcNBtNI11Inj5mbq16FTqMA3oqiHhzzW91I2qF7Lv4wHvHT/Msq+KvrqgX9LD7wavXjgrPxcWnq/WDnT8otEfxtBcJD+tS/RdraxUljhDge1NIhuxwdxAKlNl/cv3vJ8uXzQMi1pzNEN1wa3fxEuMtwIpeiIhbOWC/zS+nVV06jdPWNp2VYMbT00dANcO1Ryp89dFX9U8LODkqVtvDk1QB+XLlC3e6GrvnAh6wW2+xWztF5Bw0D164snrNBmXfI/2cXHHMC2BBYjAUbh4By9Ew3SnqB2IsFgH7AUctB7d3uru/t73exuNIyjfDj0+DED9ikD60N+a2PSnvrwsNenxwcCzUftScocCDSFPwOGGw5t481WN/4fwZBf6BtvtcyTBeDw516n3Nc+eBLMjsjdkmBxIL4ZBvVDkViBE4H/Ef57Ek9N1pFgfybwOMGKRZWv1RfXtfEvgHU/AzPrPsPXfpinWQfa9dh4hX2VOhf061Xo98A4jLqxn+7utRm2MA6SDTOB90H+lbkDfpkJchlQcLPNlf0442/rvSZ3jpPlRCZXIpARnXzZzoNtxOfWaXZgxdiIX0bWcGA9A1+d0D/pSBQlDZMLYzc3N83nmw28WUPeGefTOX11JAlwQjf7H9PRSsu3gM6a0M9Jp/2SVJpJ6B39P/kgRxjSA8G6FgIwKvYG+jsic7KGMVJJJGBIvBBcHee9Kvr34LfbXtvdRtubUcNmEKoz46TT6YBOe/bUI0mgPfIPsszK/Oo/suNUKEmCCnWtR5I5E/wPmpw02j9qPu7ZajNWC11CYw9vdDPijI0zc2fsta3G9REqY2Gfj8CgwtoKwzw+YeeEnysBr7giaQeNm1FlKOoJOKJnAF3M9wzvmlCXved6zna1vwDXCZ62AO5AZKBvuUAbAsceZzDx1q2w1yKKHOR61GOmdRv1oOtUsMHQ96G+6z2MX0/4aNJhP8mJUv8Nr2lJsFX8woJDx9rl6mu5g6L43UGl4J+ip2RrFQ1txUbbeaZ220A7RzzTfCFHQesVrEfQNjv74oTPDOm7M3PxZ2oQbW7+D2W5p8znCjwOmFdgc0IUT2JPwIfNbP6J8A2ZkLuFZimBNvxAhu0qvVYeEcGYy1JTQWnE58BYRCfPsW0FPoV1WmGkPY7sLevGhyfbQO3Cj6xP0sXA/B50BwRt1jj5jPKv4Y28K80nVGT3zDy7J9ZtBk4kejFVzSjP/xzgCE9mw9N8xkwCbbThPeykur9pI18YWZNZ+9xKm+ybgANg3Ss3g8kv3+ixfeOY+9LramVMU/NbcTCFuAup8bNtHW1qeCZOjBmy7zbE9C/FLIAZ2TP2nvxOBmyz51v/oSB/5BkqxeJzL3q+OTWakNfG+lUSXDPvAX8DyO9g1/Zn6mz7kSVfSx08h0HfQPWs5NZcMDnum2HBpTX0UT0xrV4YJwYKxrmnT4K9VLAhdb6qGw6fvcDZphUiPO61arXnfAZJ0/wU7Id8l7g2eB/CP+fEqPhS2342DwPtAJKefZ618YbEj/LnT+KT11Pful7AfsBu4Wd95cIqJQT3KBp6bFja0duBAOXldB6Rl6jX/u/IA19Yst+Rdq+qpAdeb68e+Pf1AEfg5fO6Ve2e/mjnpGw+3Rryiko+tD2NX7W6tX1prIhL/YzPC0ZdfmheSPmAVMIT5qq1MnJtuBr6vNmB6p7xevmiThbXSA57+sXLfFci2gSiHTwoiVxrfVNykv7mW+rrE2NrXM03wgHDiUMjgQwnBgcjM4Ff5TBocDjjCZw30Awt7ffscBjBBn3x4NL2gf7Gq7+az06kZ31lSxJAXBV0u+pVtH3qBsFx6xV0Lw4qtqNGf22enwQHuMrpdOJg7eSHA39TFw72Ttjckdx4+/YtgfuNou91Zr19aD4S1PswzVTZDXgSP57y2y3m418JO5CkmQmmj0kkFYJAcVnenPKgh4+/6TLj/xNBoYMHWxn4ekQH/yrE7e1Ob9691dv7N/L/MObERs/B8kSCaSK49a+C+e+c+BsO02EmEGQ9U2bzGSJflJDtNthXqQ+BQeo9PZLAetSUSayjTgQNPbMdbBQflh304IdCkmGgvd3sdH97LyeqhmFgC/ckM6r894oOJICOJFMqtqY6zVHwtN1HZBy0x0dOOpwgsD4RBd0GoNeMfebhAL7R2Z5QIZCzbwryBvQQ+9W/TjWRsJnxtzdIIYDzt6e2u1ttWPMylNTthJ/9DaCZeiaoqszV8n6p6HBm/oy+E4mCPcmnieSP9askXk4wjoANgPvRFkcLcgAAEABJREFUMQCBoIDzmDp2AjxrnTSTTFnBYxv23XY3arMdtNkU9axx5Xk74qMj8pygMBxJ6MyniX17lLwnSADBlbbXdYYvvrNeuVYfSdbtSQrZN+jBHivjoOh7FKvgTzqxticnk9ALCtnHDk7G7Ub2Y7Cu1s/2p74kQ70eCIQ2ZNoBngM+7Ic+ceKq1s3JC/wmdFT60Zqe5bEZ2yog/PYETMwSyn8I7vuy8IwcsSUGj+e+iyLrEGG6TmpkSeuO6QI+gR2m6+0D1t9iz+yhI7Z7bxzYH0f25An7ml5nT1/40EbXik0ze6C6rRkWTqz5DWS7APD20UTybc8azNQz+8W+W20MZrG08h4xoBr2edTzT4weAfMFAt7dmfGKLujASO4h/Jk6sO9m6z8fSGaxzjwvDW9e6IeuB/bZBH6yPvRzOWyVBVPDmX2w0HsPgE9/LTUkrNfMvjKcqI/ADM4zDdbdVNTp+45Oh854Hj8XguBIYH3KiN2GgXpQ9L0CZzR5tE0X4ANa5orFtL4GtwO8+Q3QGaSWpLd/T/j5xPvIOVHTs/XsrQQ0kcE8LgD/gF8gr5Qte33Lc7fV6Lb1jKJGS0WxjOBzreQ+CoY6sC4Vf5zwxwlbBPTwMozwKvSbZOsk/FvZQ8pnQVxdjpf89R/2sXWCf/MH8wIQPAFZpN+Rbi9gnSo2zzzDFftn1tdDAZ/Uc1NIvo8a4GP8CkE/nx1kFdqwlnnZh1O+bybNvAMr/LLOZa5WYWWx1B11l3jzWEFfvDz6xQGQKYD6umC7dYtOpSx+jFY/9UOlxOLDp7E2jj+ZV2wj++WpHpjTYAQ/eq3HEdzIehm2KvQTz1541jZtwgaaxqMU2vApBt6DBXnmm/1Ah9xfK+2gMN2XALooBVsM+Iq5unhWLy7GE4Pt7J2SOjEPX3hd19EkWW+8Slrz5ejLfqN6vX/bA//I0dcV+Ud695X3qwdePfCbPPD08fzUWhlcXlZxaa1DT+ecxJy5N2iB7NK9HGo6EC7UHLS4Kz//jDIQXOe5aVGhZuecBzwPW3ow7zLJCA+8gOdoM7NOL4iW7nk5sJ05vZ3P7ZAHahlVyjaHC2JtLELOHQgDleme4ElvpR0QZEEX23nxSSK5LQyfOWTFMfxZsaRrpPt10dd1AxnjIdcJbY5RFUMxm4MhutKowBncmTqpTJSNjkOLUjNrFIvuoa9cmPhspFt7X52xEiiFPPUurXa2uSh0wX/WWPYoR/U2dJkSctJkw0FqJCGwJfkzkkiIIKmzHLBbEEXQzUyP+Ve27kkAvXv3Xv4fgXpoK/7xIfxI4ubE4RnPQY2XE19JfhxJoByAPcmNo2b/Ktjiz/CBDxdU+p7rn8I6ID1yIJ8J9Cp4FiP5RYR80NySqLq7u5WTUG9IRN3f3un29lZ978Co6kDg52TLx48Py7ccJmSeyBsA2E6xcrDNli5XdKxpJ18V3U8EFxMJD/Pyt3cM+yW4Td+nPgM/md+ocAhO/Ui+3NxsdXuPTui43d6okJSxGfblnoDbfxDaiZTZAQzPgbXw+AmfT/jPNBMB+UzfY/bRZhg1wCcU6U8HLNP+SAB8xA6hN4du1m6DvM1miwmdjv7WEvqb14G29dtud7q7udP25kYb6LoOfiQEpgO8APv95CDIguGyFu//ipIzgZx/Sj6hXyaBCLQrCYAnYH1J9FQCdOPE8+Xgv5I4mPHnDN5B+QE/HqHDhQSOBX022t3ttCEh1BNMdMw7QXskoXP0r4M5GeQkEHvMPNJ3Z2zPpIDX1TBrzqTAQdbRCSfrbLvHcVQpRdEV+aqsb+pj3ZFlXAQ+hMbBjwMKsR8q65N02DknLZQh1rtoHAprUlSsL+/gM3zO1in37Uln/FXBMQM30PJ8YMaHTrhV/J6LZ5rV3zjE+hpYVaZ6Xk5vpCH1YZnYwrMX6Gha7wupU17mFWBMR1166IGuZzL2VPTyc+bkj/83uKN9yprP+MTzmekKeZZtmGmv4P4C6Xva7FnzmFjT/f6BPYn/WdvqcdtGMkcAqmgF3JxtmQafnfGJqOGmpC1VuNRLIIVfnn7iGMW3uf6s80xyZwJm1sb+xEuajxWYNPMOmAB/C+6IbczU9YULsAlaNy4DWI6CAZh+xq4p9znPBry8bnXxUb3MeWp4XrAmuc/YE23PDfJeCtbiCXps9/p5XUYNvH9LGcD1MAubwT4+p352n9Qr/A8eEDBW08eH/UnzEThBi4sCug5o9EVijiFc14CvW9TQBLwKug7DiFxDo7ddlec07aQT+MJQWDDX1qfis4ofqtcMKd7/TsqPvH+SDttBo+cJG9AP+jNQnZ0yA/agxxsgxH34QZyjxhjaeLtb69bCDGit49k1fI23bpZtsJWef2Ks8rxV6kZjnzOKTe4b7bGKHWfb7Pdt0uNME6Q22cjbtQ6J+E23r8+u2LGysmoNmp7NLreL+j4ukOsKYQBp81K7fQ0j771xLPmOdV1YxwaDRvbcOA4q1IaxbGgDFxxtj9FvYyPjI/PGrDMBA/+syxXu0i7QFTnBU4rb0ATg8aXOsRjYgz0mQavIf+kP71l6DNBd/EcVvPPymUqejW9PEh4m0PXsbipvAKpnpY9n3dfO78sDr6vz+1qPV21ePfDqga95wB8whi+O+wBh+OJgInM0MyV0O4mi55cpDMa6NrjNAahVz+58JvL51/FxGc94hQSO26UsfK50X2nCjaSrLXjJ5A+HSw4o9cVhKMm4XeOTZQeSYinuu6Z7VT7HXA3SNIOLIvTX8iXcOnZdI9WkwLU99lrNw50PpdZ6/swipiyMGOew6oPZmVNiBZaBrJ7osvv8ZvWvMGjjc23Kco6rctg17kLyjBmh8rPBC9VXGw6LbFsKgKr1aawINy/tuuhCnfjl1iuDlDIWjQTgPjT2HPrEzpnnM0kbAiofkPFDsNHyGy73b3V7RyJht9OwGSEl4eCkjf8YqAMukhtsIgR4/5zkYG2/3xO47EnQ7DVfJYGsXmWPzchwIPlIwH8k4DrBr5oXcsW46SKEriH/HZs7Ej/39/d68+aN7q3LdoO8yMDjwPyHR/8R6ibv4CAX/jV5vbCfWZjqQiuwhYriIONAAOhvETkJ5D+cuyeB4yRN0yU44I4crkfqgeevz9pJn7vb+/xVsN3uRptxlNfIfwzbv3bjoHt/mPLv6DDAEPqgl3VzYJ4y9hN2zIxJwU87R2wbOYyb/ohOR5I1/jU9B7rG+RDudctv+Gx26qJowscZwOKLmTlSkXW7ud3phkTRuNmgc+hEEHkgUXSE3jATCAl9Qu3KLcmtEihVguI54aDZfMGJ5+oE1BVI3MxAJVgXiZ/kAp37M4H7RFJnv/+EiBn5wn+DtruN7u9vdeNfBRt7OeivvH8m1u1A4ud4eCShxf5h/hE4EfSbX3XSADo5kYAMy51ICkyMH/CxE0Viz47bQcM4qiM4jehYvqoZ/Uxfc1/MGTiUUthfnQKfQ4b/oUt759QXROpc/FNnnpFC4OHgI4pHTrmmJ+txhh6d7MPAHAVr7GefsUpyZEa/I1DxM0W+cLGZXMB+nkjcTfh5Yv1m6uq1MbEi9YhAggEcLWPxnVsgXhRmsC8Y67ocyQCZ52s24AMMTHy7+T2Nzjx3TUfsQdGT1zjXlL1pL9KfAft7j9+dAHI9s0bV74D0QU1dRSLHqhpQFDHmP7PPj6qnidcFPPEPb0H1qBjlzLwq4Ts7pcKrMl5z3SbmLUC/ooMTaq4Pi8/2JEj3+K2yfgiDT5cVamOqZZ9Ueb/ZPg8EC94AHyF2wicT8yf8bj4zfdMyZPKE6zbKUvAyC+7nsbDXvJ+COtgv4b1FO4PXrlff9yo80+OwyTrEJsIxuBm98Lfdwac5HKUojPCsEhTP2GPbJt6PR57dkxNA0MrnidrhrpCY16CXnrV7dGSPIyschCcU9RHKC+F+/m2n+4FPnCgqfh6i0VTWwDqsNLazJYBGDdg3xEpnH2MH9EnLXjLPBDvOfWqPJXgA+SyOW88AsuwnHTSzny9qI0vBHsDvv8BPxlXeZdZx9pqxxn5ORnRznePMTTv8ecUzhaY658bw6K+FDsJroPuN0rzyOUHgY2ObbqYKBZX7Bo8ZeEy1gp8H417CSu/6CQr8Gqy+Wuvw+uO7tZ+1cYB9ufbd/iJ4Hxnsd5RuMpElDAAvIFbIcY8B0CctYzKtx1wDvC1YiVBeXngDnVbZN8Cic/ufFOkv/CD7hdKnuF8geh3+J3hgWfF/guRXka8eePXAqwd+wQPtA6gRXbfzfNXQl/s6fk5Mu7u54jt3uPmzn0qNBy3K11+ET3zkbIKWKw/0TOTDs2G6S0tXl/nmWfoK51mtu7Y4CvlwZP4c0KoPUCRDRFvgxTFJfDx7zmpLqz3fgVWXFB5vcH7R9+wrO0z0omuUmkMWO6y5uK5rtw2gv1DWkVY3m5r+aGs7bE/agfBG9MQFEg+duVXTXQCShZbzCh3bTPWimMTr+gxtns8QzDWhcWvt9ktYx5rAl6N2pvxFgmygb6ufyNbpDY8fLjRWCOA8ZCf3JQjEx0ysjE42kBwoBCj+qe2eQNpB0EzgIYg97gTH7e0b3d29yW8COUhw4HDywZuAqZqWg39YFfw9c9D2r5xM+0cSSo9LEmhiSRwgNDDNgYB/T6LoAEwEcjOJhBPgeiaonByQUaOGHHS8ub/T27fv9P0fvtf93X3q33VBcHjS4+NB/lUwJ28eHw46kDSZOUFz3rdW8gE0G77hCleG9RkxykGCZR5IkDyg04P/eG7aQALENmJgIYhLXrlGIFxTbcaNbnf3+OhOm82WIKtnrc7YPukx/xtueBDEeY9V1qXypMw8b06WtSQGOpMkEHgHWU7KpRz6M7KPDrjxh/1uva2Hv8V1Q1LObVhqPlZN0wmfTyZpa7zdanNzi/92BGyDyTSziY6sneFE4D6zZtbLsg0VqjO4E2vqdZqQO7EuFf2qg+8EAmrqlhDANo/z7FQH7rxDHLR5zh7/PZAAso0Vnn0Eumx0d0tiaoduQ1EhA3BG1vF4IPGDH6gn9saReiZZ4P1wwlcVmkpCwvu0ImemP6OT98qM/BN+ss/GcauRRGUZ2PB96IxeuRcYn9GZjSjvqQFdguAiXAO2u5onSYY55XlXSKWExi16kqzq+5A6weKEHyfgmG0wIhpnn2m5ZvCzZstkD1vujN9BUuCbxRI9kxq90s/42skft2f8dYJbH4G6wKXulILo9wGeUchYNe7wZVDWUR1jgLicYDuxLpUA2Tae4Q36Uir7zJpYz4oPKvrURV/jDRXfO2k7Ld/+eXz8xHP2SFLxiI+PqgTqyZCHCrVk8LxAs8bzqFP64khCzlkMrHOiqKAxbk3/QatFFyGvWg/Wo17A89LITMA1XQ6a2CtH3l2VtQ4EF68rfmmUVRV7uTf1GE/lXIOZsdfvK+9Vv0MOJKVX/6c6jQmUKEnSBW2Z3st7x3JKcXsE52A3oKRgPRMAABAASURBVOvkeYh0JUWviEE9746SYLoOnSCDaOYlZf2CmRG9WDW3GMfj7MM977Yj77MjCSDckWPRBXwBqGGROG6UhqNBcbuTAo4JpeFILFkxy/X+xGXgTWa9TGs6dGMdchwBqR88Shk18q4r9i99U9mvM8+fnzE/m2JeMnxxM51dacA4VMgWVB6hui5WKuXO7Bn2CdSBvMA/9rdhQAdP8TfCZvw0+1lLB2HDWDDb9gtR9mNNPjMJZLP2vL8XrFas/JrUtfel2hTomPZ0ELhP9ayY6wrPBp51InmsvL5U2w8NCv4qrJ8hqBvwXkt8o4m4quV9YLB+8BZgea4B5XgIR9Oj5k4H/a7a/VV7GQ/vv3xBQbqYWBlbmqy0uSCL4UCek6hjKRrQLb8ZC46hrxTLk/pltPWWzmv1u/HA67r8bpbiVZFXD7x64DMP+NPogqTz4o3VXca+0Dh/jmvTmdUBfPi1/ud0SOIDcGHgxMyzw5Tnyp+3cJC6rhOfm/pVlxkn4QvJiPLhLoEAQV89HUGY8zlQdTQMVK08jcn6vhDRaJb7ZR4NMiehLk3wB73cCn39wgbr+ZwA5ILIYySHRuHBih4ZPBAoVvrGLWSWkqJa43rkqr3q0a2NFzauzNC/MQNxUeWaFnyWLu9ahdJbOdP8djFfwwuqdshZB6gJvJoFWOwzM3aDzTsYndaAjon2dxkLh/lRTq4EByz79sQh2kkEg11ZCFh2uzvd3t7pnvoG6PuiMwfpmUTPKeGgShDlQM/yTwQD0/FR+/0hYSJ54UO6+Rtm9tiJA7t/3WdPcsQB14mAv5KMqOBbfdQ8PQKH9Nh2HDK58v7tO/3h/R/0hmSUk1PB6InA6PFxn393xwmgBwKmA8Gg8ZWfmDefB95DQzuEFk7xfYEu65mE0ZEkzZ65yQ+ee5JJe5JBM0GaZdlPPpC6jWgX2ZfjsNHt/a12d3fpz74PneHn5JaTSakPtjkAEfZb4AmfTacDCRsCWILqCRBOL6zFOHAQ75teZ9MRADpItX+se3AY9t9x2t3caBxGKfpMOO2he0Dn1JegcxxvtCMhtdvdaqTuofP8E+t8JHl3xNYTySDbXtkfFfmqZ1WeH9F2cJzBHWvqAOtIgFXRv8KkepyExUTCbI/f/L/0VN4h3guCZgb38fFBP/70If+HuE8PjzrAx7rfkcC72d3lN6dSLxKQsEwbTvjtiE4n+wv6mT1mHU7onPabENkCUgfoJmyZSAbZryN7pZRBA9DjJ8h0xC8GJ1cO8DkZqVAJQ1HB50G78ZthPWv2nhSuxWcFXgWaQlLJdGfs868beQ3P+Y7xM29ggvUDKutWrT+6We4JuTNyKYxC571IB3NV2V/272x/JkyZPEIRCCnoZrnBO1MRRgAvi/GdOmi4Yx132qZiWWBVWdWTco1oGQ9RVkKPSsJF4CvaGUR9DZW1n/HxxPPsZ8J/9H1iz07gKraKuS2JIzUVa6uTz4w9R3y65z008f5oiZwgAdR1UnQLbXemY8ecmHUGjoDbADIqOiwKo/KsCV/t0ecA+Nn1+jU/4YtUokKnhHZjNvikoWkF7XfzaM/pnncWOrJ3K2tsks8gWQd7plfkvhg1UkfptF5IRZztkPyuiGUPjSRPIgbIgnHhkwpgm90hKKOgUtfG2RPT/ii/i/L9wUY5eyEZ7QhxodblSlFB1yBzAujmHcow3iCesco6oKHXnGenUpssvFei0RhVvV9zHP3yLNKhW69xHKnRn5U5Mr7u2RPtuvoMXrHYErTF5yRa6MvX00iaAY+KAjPrPZunAZz5DDzbfr6tg3n526V7v6d5R3sveJ7xJUaqDt9WTcyf/RxSe9zq9AU/G1iX6JAfttvANErqsXZdfwlWOupvFUx5NmxRz8HMr0lS+gXh+dfg1b0MynOfQ8D821Dkz7AVQvjiAvgCnl+6N7nPZX0L18PHsNKsPLOPiTUTQaG1nzU9tpXvADOwpb13R7m+2JW8IVlKHnfAudv35tm7+Qq/Uw94hX6nqr2q9eqBVw/8W3ugfZrgAj6luGe5amZ/uT1Hc3hd8FnloSlbn986cSTSVy9zMrwkYBoo7j4102ov0lg++kDQaji3gecKMgpuJWCscrAS4DqB4erTBvVaINPTh/KKpTYfwOPW9ewAAPSlNCSH/QuGRtPdhzBaSoX4kGegta8aq1WISOyqBEfXpX9dWQuPAAQJDhRsh6HNszKmYc7CMKu8gcuyjGdbrM+zQVX7Sb90IR+Sah8u7FYurg1XhkL5hbLMy5HrNogeSJ+5vgBEMOYOxvcnSD/kQX7mMDzJ37o5EtjaJ3Z74afXPkw7CVSGQRFF9SxooZ9OshnW179OdP/2rd69e5e/huW/CVQI2h0kHxzYE+jv+cm5+zUP2md4HAnQDgRUj9o/fNKnDx/yf8dav9lxJMg6EBy7dpDvAMK1D+vm9fHDJ/384w96+NjmVezw4X/9e0Dv330n/12gzXabazWTwNjvJz18Qh7Jp8Nhlnl6LXAPvrEltHAPxS5I3HozneUfCSYdVDx+fNCD7XrYa0ZPz7F/InpFCQ7RISHZTrJetzd3mSTbbneZBOq6TjM67Jk/wXPC7ycCVgfgnuO1OdKf5kP6aYLGOhR4j/62SYRgocp75Gga5s/4oPIw+vDuX43bktgZMqjsoZOO8HtgPWaCx0az1eZmp1uSLQNJqui9vmcdSZodSP4cSbSk/82XgMsPq/mLha88zxWcfTKjm9dlZm3nfL4qWpwIro464Gv77HQVZHn0SN/ffvrw08/6+eePeiDZ5//NzAf5HQmg3e1ON9sbef16gjHbWQlyrfuJZODE/sjkFHxSB3Q8o491EtKrn0f0nMFPrM+MbuIqZSRIHVS8n9Peir1HfGw4tbXEP5Cy30PWZ3QAr8Dsyr6FBp5HAISC9ShjUW9+PC/i5WX7TosuFR0S0En4rIG44IWvJuufMKni7wrOfCFYiunOJIFOOp4m9Gz7If0N7Qn+EaEopUGEN3LO9Zj3pRGhThgEvqc2dLSxyXha0tLusqNEh7hsjUFY0GqQSzEBwGfiCX/Yz07+HA6POjwC+cwfU/czuoo1gRpJAtyCH/pX1qat7SlpTdcEVFQ2XUDvOQuAspkrTWp2leB2fybxNDkBxf6b2feV9TDenApr9HK+0AO2yrHGGF1m9sNRe57zA2DbjiQ0Z2zV2Z41QMxESipn/glBIF1oIch7xGuEMahwRlTNfVSRyWyVHtqePel9Fj0o1oKxOp81896qeN7MA56uIYDHmb0w6YCP/YyeeDaSjIWzrKBWAry0XKluLJ2QW7HQeA4i4VvlP8w/8wzMyD6zZoKmsx34rclHI4jth9UGzy/swTIOkHTYaRvnfAdMx4NMCxIXdGpJFddFCjWg+uVyTv0ss6Jf2zOZHVOPb7Y8g36+B57x6ENH9sAn3isT76fUwT5CSPFzSj2zJ+Z8N8xNP2yyMv7sMvRePyfubDd6PnMf81N3anvyGkC14gkrtMVZ7m3463eEJXPXT1SpHl3XKyg5WggDl+J5hgvi0niaZ9SX5hn/NTDPa3hBZ3YJ0Lj2MImcteluAgheGWQbs8et7VHQizXMB3sp7L3WxsuXNhjaEUU9+y6WttdPfe9BUu9XIozSE1/Ik4bba/mdeeBplX5nir2q8+qBVw+8euCrHjh/deR/dcAvUMMq1B+sn7e7FfW8NrFhwVZ/JK92+fSgZeBFdTWFkSfpweERBAV5QfWlYv7+uwWXMWg7ExuMpJ8f3mvfuJdwPXatTVqAFdQEIZUDbcWOyuEvD0+0kxPT26HAPTquruDC8fOhZJOk8LrQrXbbNgaNZ5hWK+5nC34UpXkgIg8qNH6pXBhcESYj+mtNs/E1se0HkUq0PqdpCodf/DJzWJ4ImHxQt3+sUOFg5eTPSBJh5FDdcRD22ESCYMpfyzKfIKDe6s2bd/I3cO7v3mi326nHEAfojwROh/2j/LdbJg7iM8E7QuWgPX8NjITEAwmgjw8f5W/8+JssR5IZB4KGI/qc0OvEnOpf8yDwqvQPHOo/fPhRP/zlB/3400/6+PMHgqGDCgHU3d2d3r//Tv/xh+/13Xff645kQo/uNntPUuMTgekDSRf/fSEnEWp+C6jDMYD9ho102n5xA7DNZxicCFSPBOl7gq7H/YMe0eMjujswtN9yOkHDiB6RQYYDlrN8ON3uNvIfqL5Hnzf399psRlWCyCM+OTweMhE2YfeMDMur7M8Ef8OFAHbCF5V1ihB2EjAOPbU3C+tKYHPMJMIsz0VllXGUfw1sd3OrTPD0Iz6vesR++9iJhwqh19Y63bFm23GrAd1Ba8bXtnWGdz2f4AuWjJPltz0lYuCadDM6zyl/gq4FZLhLlQByIlEzs19m+J2hs34ec/9AQu7Tp0/69Omjfvz5Z5JAj6oEdl5HJxVvWUvrviGJ56/348j85pT18p44wu9s/dJX+MGMgUpSrJ7tizP6nTIIndk3WIB9BTb4DztLKaCCBBA06Dnh5xme1tFr1odpm5+DfZF84T9jywS/yi4xnfkU1ttJoL53MHPGD1Un62HdHIowz/RijpwIch9ZGYDmszQTsOI7fIZSSeU6G9Da3hkfH9Fzz57xPOspE4Rk+REhg1ggr20Cc5XvopDx6qihE7jl1WQOCcrL452Eve4Sv7Ux3ptLw2hFD1222q0eK8mSvfxMZ7KE5+JI8uWETyv+EsmMRglreEfqAAa+9qdt8/uiYn8Fx+ZCQ2gh6YBLSbENs7LwWKJpVJT0czLhK//a1uH4qJlnKP3EeFlkN3o8ZP9YHmPm5299pW7grXfaw3P++OmBd9hBM89/Zd3OjDNF5oPXFfBlt2TtdgKjycuEgGmRKNvb9pp7yjkleo3sSdNXeFtG5Xmv7B9xGe99RnOZP8nPlhNS3ht1tQGCYC/CFMZ08EfezTPbTSaqMY5GEbyrqU3E+IxM761cD3zINFiFrJ91gJy9LXQ4ac61PSu6Lvef9+AQfqbEXj5rcnIFmmP+sIDdVsWa8uxha19aHdCbr1YV0EF5gWiFHg3meqii0Iz/Z/bUibafSUZl2SPJJ/vIe7OyjyaeK++BCR387oYRtnSAZ7AjmG8+s/nxHjnzXEZ06tDPOkXfJ63b8sWYq88gwBionhdsBrGoTqsV91+23LecBu59Cdjd6Pw08sQJa57Qv6JlNg3Mk9kXVjbka/CScbAkXwL4mRSelNZxYwFXHs4kkBsrwu0LPOkQevrXhhljLUI8cbmPivz5kL5jzXS5oFvaPfWzIfqv5ffpgadV+33q96rVqwf+fT3wavmVB9ZPrrW+GvpSk/PAr6T8fHb3HPWi+zR4Gfh1r9GvUTU92/2J+VdaL5lcdICedmegKY5/+tqVNNyg6fIDnzt8I9v67PLhxcjnGpraWEMbybuJAY46HFi4c8j1QbJyaM5xk/+1AAPKXzv7ap5tv+q+bP5dhFSHonACMHPKAAAQAElEQVS2D3wuq5rxy0wwO3FYd5Ihgf5c29+K8YF6HItGDtejvyUShQDA8wgAfHDmIO6DlxMJu929bm/v9PbNW93ubtTnieusE4frI/xPJDgq9D6MzwQXewezJIf8v2r5GyAP/HR9ItnjwN7B4Mz4DL3n+Ke9/kO/5jVB9/jxkz78/JM+/PijfiYJ5G/loJj8zZc3t7ckgUgAkQi6vb/XlgQCJ3k5cfX4OJFsaXA4zLIudi1bjZ22rIERKxAU4DBYn1VJFk3YcNjvM5HyKQPDT/lrWpU9ZTp/s8a+KhxM3Z/BOyCzDnckNO7vb3V/+0bjMCZP+32f/Pb8NH/SiWC1ZsLlxPgs6zdlwH9g786YESr8VNr8e5JAPC4tGLOvCBYr6wkRNGPavWUdbkjulGFQJbny8GmvPf5zcGTSkeTe/f0b3exu5V8bcxJDXE40HNkHJ/x/5jnxbokQPuLGHRL0q8TpJ82smddpZk1nZKQOEFT08XrN3idLEuiUvAgg8eUBux5IAP5EAu+nH37UzySB7I8+gv12ozv08re4drs7bUhO+ZsSnu69YWj744RdvFhJpolB85/RudKu4Nx+0gul0D1KUU+w3feDgpdTxREn9JltB0Gj6C+UKugSURT8M646sMSeiaDSvI1bg8/NZqthgNYBuAdYsRM6eP9aL8t5AvyGnk23IzZgB3IpOdO3tgUrXAAGqm1iP529R6grYDo/f94PpXhtOjVVmcNaeNwI21ywuZRR9qO6nqEOCLZLD3RAL0UnXymrSaaLf7mvJZYGrllaVfbFtD+yhw/y83k8HHPvskEWGilg0+YGsmhhYF3twqczcKb/NAeay2wmo4+7lmuAY+NzTYaPTvCYed/sSUA52XmC7/U8+8v9ts4r37PQKvkVD8Knsp8nksaP7FEnsQ/wy4QW7zMxnuogO/CZeRrafjEntPOYeQE0ufMUWTf0sW7VfHiAw/uLPVlG9k5AaRrW1u/muqyh3yHBc28m/lXLiWfziI0HElIzz5bfGR6zDtF18rdsOq1XpbECTURwl6gtbm17LWbzg/ece/PEUFUHkb8daN5CX1k/xv3rU55jayOKCjb4j/HaL9bPz4hhxo9+biyw2dGzBwfoqc1bKCIu+HourQUDnnF32M2Infm88nMzac5noOkX0fE+hdc4wtPa2M/Q+puRrJn3QvLsuAfjAC2eOdPAj+fe+87ijbedqSd0EUUKsMjgnupVGivQTFzW0Bmf7fVzw51n0ChWWU9DTM6Oa+vYic0Ihj56tFl0UxnXBsayv9bGvQSPvcR9qU8ix0IMXxg2+kvwBdILyvTZQf+sr2/r4Fpfj123V/XNI9vcWAs8hHvYc72fmQX6UI8/DNcscORVt1/asdSv1e/NA68r83tbkSt9XpuvHnj1wC99an3BQz5nfgH9EtV1LzG/pd9xPOskPiCVb9G8XTF4ofcyvFRXdG5e0y7tC+GlYUKgk+U1qnWs4xQGMJplRWfn+e3aNYEFshPCNMynyMzd/RZA7zPCc1o04qTFncMjR0jaNDiw0eaOggtHUyzN6+or6GuSv71txX8jl7+TXj68VwcaPswT0DoomQjKHTT50OxxTlkqBI5OFPjbQCWTOniOQNi/smP6mYDGfi/joDuSHO/f+1fB3uqetoPirgt+InzSkeDiyMHdfw/miLwjsvYkLvYEjoYjgcIJXSq8q789AZwJoE/UJ5IJXj57qoKboXMC4WeSB3/60//of/77v/WXP/8lkwgztP77N2/R4z++/4P++F9/1Pfffae723uNI4kXmBwyCXIgYJ0IWAko0gasYBMFoAQI1akifyZYcyBzdED4uM9vqzweHlsyJXkdNRM4eWdlsB09zDrlNms3WIZubnZ6++6d7u7vtLu9Sd96Oe3zCX8cCepmdLEPhFyvQSUhNOMbs0m1uAXPePg5QcUTPj3izxmfONlgoX2EhnHMhJh/nWqz3ciPkf82zQFa/+qZ6Z2w2pEg8jdtXG9JYvSs8Yk1mAk+Z4KjiTWqDnjNIJKN1quyKBV/z+g8kTxxO8cSX/HJSdbP4zM+NL05uJ7YD3ts/vjxo3786Ud9+PCRZNqRJGWwThvd3b3RG/8vc6ybE2h9TxILZx0JeA0naieYzuwHyzRPyz+jT2Vf16xPmtAr5aOT6by+BV4D+1XYdMK2Gd/N2DBTmyzAmy6iyD5i8exWmeds/5G0m+FvfNLY1/i4kCTtl3VJWnieWL+a+pyZD4Cr+LaypublNWtyZ9TDQC90wtr1rvK8mv6cPd+yrSh0LLWKg+9wIMQciodmblVYAoETP/7j4cNQ1BM0ddFD1cn6qwsFOPVeXINNRZbn45vUCLQAKJlHg7tLtiCY8dsen3hfHf2ND/ZuB0F0vQK9OuR5vwZ1Jkl4rqSwIHxSxXZTZR0r8zDJM3NMSadso0rW9J4V6xQkvzBTFZ1nnsOJfXU4PPB871XPR/WICggSmE24yx3FoWdIBTkRHWtND3Sz56CDkz+Pj/AhAYvfO2ZBAXWHXZJ/8yxQzLhCgsZ6FHRp62GsuFg/5LQ9QNKB/ePkpXUNSHoShiVhhOeiWdKfmdtK6g2x50zMz/cF750jCekzeyHwZd+Hep7dvhSFdQmYt+ncn3jRQfEs7baQoSXv6VlO7MzY6v1jghK9Rj4DgjqQg3vaPvR7wWyRU4AI5ALimtkPk/c374987sGF/dt16qEp5hVwA6eUn7e29GqXMYbWY+ntE/jO1g2ofoYY7ODj/T3yPJsvKJ2gm3iX+htAli/m2hZIFb5BVMHN0J3Ni3cTEtQhMLpOpgl0VNAWSH3lWobsk6Sgv7bXuk1f1hWiipUJC0FWzLN+CKaig454hzYTllJhlLRL//OKedC0SWvbVNdt91f4HJ96MWw51wDqbyvYk6otXFIOAijytwwX9KXy2ng9EuG5rcG9g4332Sg/Y334/TyAsy0Dprtu0EtaQVDQfS1/owf+N6Z79f435LzKePXAqwdePfA3ecAfZOffxOG3UX+TNawoWn7Y9HVSf8p6dK3dBi4v2ksDJMwq4JLkeTP+lyB0+Zy+kKZ2S69b6l9bQZ96caM8zartLMch6gn3orUqsurOQS8PFBzU19pM2vC1ji/4/KZu4/YttX4Tu7878aLfM772JcABeF6Cpv1+IgjfEzQfcdHMmoZ80Bq3o0YHuGORrxNBhxM5e37Cap8GPndy5e7uXu9ItvibG7e3t/KvOgWHaP9k2YmEieDlCOwJHqbDUQfkOYjxt1IcDPuwXlmnE2t2yvqMHifV01ln+vZvjnNgdzLm44cP+tN//0n/QxLoz3/5M4mEn1QJDJww+O7te33/ByeA/n/5jaC7ux22jPm8tG8r7HWY9iSmJs0E6bZLhHZCX+ucbQn5FdknHQlmJgLLfQa6BIUkgg6HPTwOyoCMYALy9FlEEU+Eu8yHBz5mQE6ivX37Vm/evM0E2Xa3hU4yz4P5EbTYH/ZvTsbgii8M4qG0nw1dwB1AsRaMkQSaHXBloqGttR+bXJPtTrvNjUaSHoF9XoOPnx4yiVXhP45b3ZAEenP/RvckpjzHss/2MUma1Id26tBYe/gCRs2pI+tELXga16CmfofjQQfW3Ot7Thrhjl59X+QkTn4T6OMH/ey/CfTjT7n/Sin5h7Pv39zr3fvv0e1eN9ut+tIjQbkeM36t7AuzpMLXWIRgcgnZTr3wW10I0NDqSUHpuGFFhdg6nJZEUb32IST2N5WnpNyZdbYPXZvWA4UAeUPyzPu9DIOCPWSRJ/bMvOjYBKMcXCqJjgbWF5yJgRNAWUgZMy0Iy6ns0cpzVxf9PGrC1A9fWSaCrQ6zGMl58I4CupeTXr0TVD2Jhg6LgAC8Bh2Jgy56RW/fhio+qXZo44SXnhcoQQTQipNYe94FR5IS+S0ZnkGPdMh2UF7CtOxZAZYDnpZQMZ/XSgboPJ9b/wwtaou9muJ5RWdXvmhREk/XbANfBzxhDabmfsvn9PFB03EP/5MClj3g2gChHZSVb8aRt4Guo2seR00Pe+1J8j4+POiIbZVnjEFZjumtf/a5uR0gC3oY3DaOIeS4nLHtjG4zMOnIe+TMWprOSfXC+hUUgAVTGi2NRRacGOCumTmT3z/AgeTPDFTWqe879UNRGXrWuVMx/Qq6vuy8pc+4bMzS9bMys7dnPgtm9pjRgW+9bwrPnHkmOYtWWd8TUGmbTl4rcdGvXkf2vH9AcKJ9nsFTInr82/ZiRBjTlnFVCRSlqeTxhC5FmtBklud3yAn+9mowat3GsddYinzV04SPWT98PPHeqUzuGfN/FjCWogE/J511xZ+2u+JDitHITy2oKW4a2shnd+t0jbQs9y/4r82FgIJmpjYRgL32S+Bz1ziLQfDYiCa0W/G81lrGgjoBLM0L+doG3cqKWOuG/eZ9JXUtfZP0lwdhQrH+Ddo954G/6J1eWT2J5R7LQVOy4uE9xDssRhWgH0aIivqVJhodSBrZoXbpfXuF37kHrlfsd67qq3qvHnj1wL+1B/wZxgH1yQfPOk/of0ArJXE7O8ABfruIl69aGwOXrGCcJyJqUL+udFo/g5/ou6fmN1tPcvIsw7SX2nGC/iaHdbDNa3fOeEzjMEGjXoP9RX+dc123mSsmnbF2/vb6ycwrXs8lXg38A5vNrpScN47T+KOSRJicoCExkj/BJSFhv/lAOvpbDuNGW5IJwzDkUvswPhEc+Sete4KSmQDCtE7A3JPk+O79f2Tw/ubtG222tyoEyjaK+JJg5szaiLrqhOzj8aQjCYcJma5PBIUZGDZVmdZxJjb0EtJr7XSA9sPHT/qJpMEPP/6gv/z5zyQRPmj/cID3GV23ev/mPToYvtf7d2/lb8SUocg8uBEsnKBlj7hzgUDCpZPjZ4KFI/bt0969HGQeDpMmElkTPpvxXa0VHZmbm3h17BkbHQVVjfjv7s1dJjPuSLjc3ezUEVyZr205wutIoqQ64XIRX5F/vvTsX7PvuFX28YnEwAm96ppsIDBjAuYF8kbtdrfy3yAq4yChkhNxn0gA7R8fk8w67dDjnuTdXX5ra5Ph3IkkxYR/D+jkvSD661JEUrBnrBXIim+89rYfFxjLINqBP2GL1/MIr6ThgG8bSt+rJyj0+MePD/pA8uennz7oxx9/Zk1mBXvFur95807vvv9O93dvSEJu1ZM0gkXulSN7ZsbeyruqIhhx2HRO8B7DPalHjjEJEu52Q+CKSD0rwWTqT4Bve2f6SZSj0EUDRZe8ZuyZCC4d4Fq2aUsp+PmGPb7VMIyKvkf0GTv8DajTyilrBqhxGndlB31hYh0Tlbcq7/2attFGpzPKOzGTw9C3ucrAZ+jRkcC2BemdcAB7zvu6UQc2FPy5QTc/u/Zhh+97koIOoAbqkbGxDDyjvdQ130jUzNXVdelaH2BmXf1M+O/kHEgACZs2m1EbEmJb6sGJY/hbB+VkeMLXHsAyqwrg+9SWaQAAEABJREFUAxbszDoqbeuQ2EEObee2LpfnXTrwiVLQubiFzTPP5Z7EzUH+O19HEiTmV7DV8g2eW0lwtHWemacmhxbS0KVq9jNO8sdJ2QmbTryXzuhm9U1jMB/Dum4Rix6XdWAUwoo/TDMvMi3XgOvUoVdJ/Xt0wO8KJrnYypo962y57lSec++9PTodST4feVfI35ljvw280/rSy/7o0CG6Dp7CuCw0zoC9UZ/wAQqxFZ+feH9MTv4gw/uOEfURKvD0uyOi+Tg140GrgLDNLOTLA9ROqLRn4yTru+7Z6EIBL9sjvz+Wics0pZZhJHT0nheo8H8FTtYPX6KybGPpikb27Visn3jmZvYA7+X9UUf2pphThoF34YAto6KHDjGVBZiTF8+o+WGLZVqFLjo1PcUFMYVGFjSx6Gz7tvarsXQoRqc5LxrZ9bghO1e35/IQ6GJlDKLzGVxN/qz5JXrjXhIaZ1jx1+0V99tr22fImWZpyM71LT0GgvpCLHsxobVymJtLl2sSUeRvfPmbmRGDvFtCg5rDLchAl5EnnPuv8K/ggXX1/hV0fdXx1QOvHvi398AZD1x9gtH7ZjH5NwleDHYv+r/QbS/Qjg9LJSgvPmSz/votLVhuWS2k1+0F9VnVZK7obm38yvrKIclonZ+dZzw4s9FvGv2SRSvVepDwge8JYHMpX5BzGfu/3ODoxOGSO0biTZw7cSCeCG4d0E17DtGZ1Dixj/o8QI8Ec/4Wyzhy4OpCDgL2JD/8DQ7PcZAjDl7j9kZvSLZ8R+D+9v13evvuO/kbQT1BZmXcJzziPXE2F2ITHFgfSKgYJuSal5MQNRMPnTp07RxIdr36PMT3OpEkcoD2gQTCD3/+Qf/v//vf+tOf/6Q//+VP+vjpYy797m5H4ue9/us//1P/+V//lX8c+s3bewL2rXr4icO+9akoY3tcp0KS7BsfzA0iaKkE//5VtT2BxYHEyJHA8EjQ5KTKhB9aQMHOC+aibxCUVAycpxOBCQERghyM+lfU3r97p/f4543/ThHBcvR9fqvFQfQR/ieCfutzTr3a+nBHtRm7kCEueFcCscqP2U+u3UcGI+gu9REqY9F23Op2+YPQDujs3wNBrpN3E+td0PMePd69e697ElO3t3cqvf/e05kE15SB1B66mSTJnDLULtQ4I6+ymPOarHAfmhP6zPYXc45eV9tEX9ijrtMwjtqgV9d5HU+y3R8/ftAPP/ygjyT1Kvbb79vdjd69RS+SiHckgW5IaLV9JHl/JLAPEInk5ppsc6vIorrCo7ARqX1FlUpe66RTJpJOmgmoK89AdUAIHcuoYH8keE5On5Xr7T2KjhXu9t+WZ2Nzs8Guop4A3OQnbJ9NA69cEG6w8NCiqCswHoePltrViZv1mPFjNRDoQw3JeZnfKvVSIM++Slhk2A7TJ1UUWcdxs9HAM+hvi0Rf1LPnnDgwznUZB3VRsNmW58zl1kluLehY6hlfHVhb/wF3/02sA0lgk22QsUHWDe+BLXUpBGr2I7pFgqkATBeBd01b6WMaW4kGNuW9W6g7PbnHO05ccIJnQRnvaZQm4VDl5/DIXjuQIDmxnhCqJwHghGNA635lX8w8t67dNz6H0GdmXSf2uv9g+hE+trGiX9KlNovxxgGXMXSJ6NUC0ysfwrPybMz5DbO5vQeYByuF121JivTJlt3E2BNP2whA3KMAo8w/6oSO3hdnaKWOdQzZBxEBpRLabWnr6YIEVwVJkycdK/vdiTz/0esJ2ytJ5eTF/ngKtrvGBN9R2IdoY9sAD9BbcHOrsblCaLy1CnzTA9F1Kd84LUra9AgwBl1dOT+XPpEVeyvPwnxqewD3YXcHFA340UROpk+sm+2YeCcbNzLmzyzX3i/GmU/lfZRgOWlHaiJ1roV6S03TJUncAK7bdLM8x3WJwyQtZmbfN9MZ3E5IIsio0w9MCMBj1gC0EkC4T/WiGHsNL4Yv3Wsat9cBtw1r/6+vm12+A9cs3bYRyZqxpfaaeoVdG8T7QH7Y1/FL2wy8ZwvrPSp4x0ShjsGOg9rjQP5OGbUx7DcZ1NN7Lf8KHmgr96+g6auOrx549cC/pwf8+WVYrV/anF9XzFXdsO1+hf6tze5XTohYjg6/kv6KbDHj8vl76V/RfKvplzfiG0ksCi9VQ/7auzl9m/bJStMu4OpqmvXnzNgOpDR8wDCA4Fjh0SvirzV/JdnXpn8L/8w1L3T/1ry/x1iK49bWC29mg4M1B/eZoNVJgomD9IzfvCEc2IylaLsdNBIoZsBB8OHgf+In0k4mzE50EEz4ELvd3mr35o2c4PB/E397f68tiY4BHj0BYQeosweC5TjrwGF9T9LJyZUjfE4+5KfvO5lfcJBL4DDvGmTOm0jC+NsHP/34k/78pz8vCaAf9OnDR9ZYJHpu9Y5k1H/88T/1X3/8o757/z7/HtANwamTHMHT4mfT+6JmIOCQxRjJMiJ17NTRrSSjnCSwb/zT9xMBvusjQdOEryp+S6HQluhU0NkmTNjmAAu0ooS2u53evn+n9/6fyuyX3ZYgrie4O2UixAkGJ1tqJjbMocKWmrWohuWQXKnPBER11RvfEwWTKoAWYREh+3skObEjkXJ7u5MDYQfGewfurNsevQNd/c2k9ySA3rx9pzt0GsYx/Xtg/HA46sDa2A77QMhNmWttnVY95nPa4T10IsBykuww7bFrD/4Iz6oSoc2w0c3tDfWoHj85CfPx40f95Yc/6cNPP5EE+ph/j2QsY/7K3HvW7Xv89Z6Eor8ZNPQbdV1vc5PulD4QV4evBLC51bGEAYhVVl6VEQd/M7qdCKSt33yadDwe4HMEJh1IDsz2JSwK+zWhL/AJnZFzZD3tiwm7ZgJ7Mx5JZu3YU7vdHXvuTgMBCm5RRY5l+dcgK9kNfxNCHYzD4JnoCmHzZ1s3MAzM+AogyXIiwVepLdtj17RwwbZInzrh6DVnIr7GUviKy7gyDrph39nnN9udNptR43ab/h/QtS8b9axDdB0zrkEKhJgHnqRNBwrrcyDJ8vDwoI+PD3oE7Evh8w18/ayPJH/GcSBg6wUXSieUBTr6tgRYTK7eS4nlFoyjSw+IdpMInpImLXOkgj49tlMz5j23J7G5Z1/7fdT0gYpERsAr4AUZ7iERwxpW1jjYD2Fkgt9/s/Y8G7bnAB/z8Lp1jPfLfKbQQ3feBxVwJyKwEz2orbPwg8H6+h06s34z+62yByoMkr7rm+6eo6ZFZYJBvsAHMk3rLopTvCdOua+qZTPNz1PfhyLXzpSdb2Io60sDBFSK0qnwHi28i7BCXsuJ53zv9xj+s3yP5b5Pul44Gtlofq0fdlhAZe3crLyLPbfyjBiXy5Q3Tw9YPIF1Qh1w61hnlHxVmNVFjmsEG62K71qief3mVsGOBhEFmqqZdU0g+TefZnBSKezBccRuaIIVRz+vx5H1cG2+SciNYYVr7q5pfrU0067vn5O2UePNzYC9dFvLDXySFZjohNgF6GeHwbWsqOt6HftafU37xTZISopy/VfzYeK35jPsYv+6Ntg3Xt8Vci+y9qmLaxNdQTA5gvUGhtgoenxHm3ujqj11gwjXV65k5LX8/j3wK7bQ79+IVw1fPfDqgf+7HvAH1+fWfRn7Od3fH7O+NMMHCLNfEW5f4Av6fUbH0WuJfWldZn7e6EB58lKvct1l5Hn5IvI5yaX3FdovqO4p1uAlGP8EnmhLzmqHjGac28/PF6EI4Gni37nV5PqA84zx6rdnyP+ljv+C6SIqbbf91scO9eHbAUsepid8d8ZdNX3kQHdLoLslqeAAr/QcqBl1UsQBxMPDY/4U3kFPwHOE1t/ceHP/Vvf5TY73un1LmySD+VQCpQOHdSd/Pn38pE+PB80EzR3BUd8P6oeNCgFq9H1qS8zGeOWn4FWOf/ro1ROk9xzye4L04+FIAuFn/fkvP5AQ+pP++7//h2TCAzZU+X8Ju0ePP/zhP/KbQO++e6f7uzv5jzM7SIjo00bMFw0XINRFKAiErEC1UAKIM8HIyQmaTFSdCaJOeKFCgp9k+qIyFuaz6jCcSQ4l4NMIkUjb6Pb2Tm/u3ugtftkRnA/DwPyOcAp+npNJFfjyE/nK/MmJCYKWE2tzpn+GRuhRkSxmMTlbWu6BoIJvxnHUlgTQ3e5WA34y3Yng6EjAt2e93Pe3hJwEeot/3rI+1sdzLeLEejgQPh7RhQRhsxIpZwCCij8q9YxeTpy4zv/RjYDweJw0sb5HwHxMF/h5JAFxQyJioO5Z2xl9Pn76oL+QxPvp55YAmglKC/q+ff9W7959r/fff0/9HX67Vz+MqN3phP3mO1ODaJavChqhzqvBeqpd1hNZJ/xomTP6WTfrnDjWx3JP0PXM3OC/ktDDg70OfoZmwncT9Qyf4LlxomNL4uOOJNvOfh5KyjuxhuZrsO1GhnXqOrh38pXq5s09qXpfIaey2SvzK2vtfVezz2rnGLWtjcg9FtROBEQG9fCAdmauOXos1/f2lv3+Rrd3tyRBb7VDXz/PXovCGkRX4AU/NPO8Bl3DRa/CM2BeiNIBvz18fNCPP/6QyVb/GqjlDUORf81yw/thS7K4LHO08PR8t10bpI5nU97GWecYtL31MURRBxjfQFSdSvRqvJvOMz7xmjyQiDqQmPK6dJB67axLsV/Yp8Y7OfTwuJfrednPFu71mfH1kXWdSAKd2Cdn+NrNsKIEYK5UWa7bIFhDk2MNnaV4SuL9sIDrAr2LevxSxqIy9go7FCGWX1kzg+jrC5f5e+Xb0BlPhbq+g0evznzYi7q6Km3PCfBBO/DDGJZbmAOGvea1nPJ/zeLdTVJbvEv66Bcfmw5g7srL49YVFMVYoa21AuhyFyxkn0IgWTaibGfAV26z7ihA053uUssXPDzXMhKMSwm8F/0uZB2FgO6SyBpUeEZt58w7aOKZPAIn2p7qsVJGDdHsMO+ZdZ78gwbzMsAfJSDvAOtE9VlhDZFr2Q1WAitMm2nczSnB7W9CRIoM6vQFtTGGnJf8fPslSOpfuH2Nxy9M+43DlqJm1TdmNiqvg9d3Zp0q76vK3rfj2mi7NyYd7sErrN+6lvZZr0FPV//UvLSueVyQr43fsQdeV+x3vDivqr164NUD/xwPrC/G7pn4s49RzzDPx9vQcjxpnWf3L1PnAc6TlqBKejbpeWdVbK2fj3JOOr/EfNZ3TH32wSoPYgxbrk9zNFtJjVozDxdL87r6TL4NkM8Ty83E8FlluPsroHH5FYRfIvmSe1/Qfab2i/Ff0/3S0efXzEuaPJwHB6wOaNrY5pkD8p4g1wHTnAe0qiBoGfmJvgNdJ4AMwYG+snYzgYN/+u4E0J7A3Qe74MBm2rs39/krYe/evdO7t+/05v4NAeidhs1WUuhAwPXIT9s/kIx4JDA7EpSZbxmKBpIiwzCiW59rWdkbJw6KM0kJsfv7HhqSBD4Y9n3IwZv/d7C//PnP+u//+ZP+56Gq54wAABAASURBVH/+W+uvg40EpW/e3On7//he33//nd6/JwH09p4E0FbDOKQMPbs6eh14oMNHHbW40KHmPqqcYQH3rd2yZwM3Wh/7yoEqMzQz5oDzYf+oOe0rsv/u377RH77/g969e6+7u11+M6OPnoCYJ8J24vsTazGxFgb7eMK/tr8SDIkrAt3wBU28qfaF956egWogOPI6+FtAu9ubZi9+m0nofPr0UeY5cwAvrNfd/Z3+8z/+qO9Jkr179x1rda/NuFWk7RgGPyErDOCkYPWlykM8sY5e/0+PH3V4fNTheMDWWc1XnS5XSD062T83N1sSBre6IRlU0Mm03gP+BtfHjx+0x+56rCqs8Y7ExTuSQW+9j969xV9v8OGN+n5U6TA2AAHRqeITAfYNKqIDOmKj9/KJ4ND/I92JPXtiXc74+UywX9lTM772nq/43f/NU6CnoVAXAm3bYL+fSG55PSfWorIXTDOSULkhoehfp9tuduiMLrXTTJA94ZszvNNZZnINzBf7h520YGmlrk642X8n9sMJG85QGXhC0bsCIGU7+wiqHgh4VNmOyj4zX4ZkX+/wn5OO93f3JIHudEOiauNfW+P5Kvg38FvYfzgsABgtJbAFTBjEFfCf9fDwST/99GM+X/6bUmf81/PMOgG0ZV3HccO8MXWyVjSY27WK/YPi8oU1qjxDbqdY9lWwlj065fNDWwYGK/70vCi9IgrQiZtsq5PIjySljkvyxiJ6kkhb3iGB7nhVM+vldTs8PGhPUnJmL9iPlTWotfltYt8e4HFkjSv7+oxiBqpLsc7mH+iq6Oxm1qYNwyb7QddA1QqdAq19PaLTlnfOWGxDG7Z877tcOxLLDSubt95aWzDyYMp2Y+nTzFbezuhjLakX3xZkeR+UcdRYCtRS/srU/oFkGAkx9ugJfwjDCvqVcVBJPydDbMKDGEeRr8Z2GTMCwM1oxz7p6NDyncWV51gb8QAwih3ckzgJIWOUNaBxKWDkiU4MzDyP1QAjS/T6j2WQn7u2tiY9a4LG38qzLzvbEX3aYL+jfb6HZz9b2Fp5/v0sN4Hog77mRdVQvluYa/TO6lffXu6YdeLCMCxP6QdulA6xjFFouOjvd5np34/bL3GyNMOX6bB7GfQa5bqyHrnGrC2raKfgj2U2m8DkzFLBZ/6MGobCuKGNMGEhfqqSVXZNk43X27+AB15X619gkV5V/DfzwKu5X/EAR4qnT5qv0Pxvo7uLQD47W3ttrHXDPj9keMzgsbV2+xsHn+uXdWs/yeb0eZn9taNQEqw3iCy2cgjMOvHNv+5n97fePNHAvMo6UWhxxFgb2fsn33Ac5X9ZCfsVkfYD/vZGcHBg8KHaNaMEVbMmAqb95ODgQNB3MprDV0dAudV2d6NMKpDIGYcN+OC8fk46JxUe9ns5GTQTiFpURFEhKBy3Nxq3t7QHMUkzAfKRZMREoF8JfHroRvMk8bAB+r4gN3Refr3oSGDmADzXlJGui5YoKqM6aNlKOhLcPRDk/fTjT/kNBf/E34dNBwz+5oO/pbHzr+sQsO92O22HbSaBioMKgjQfODsOnA4IAv6dOrmtrpO6HFW7CLAwzoEiVdv2zCulEGSNihISxYGGvwnz8LDXTCLAvJwAekNy7Pv/+E7vSGrcos9ms1H0vTep1iSPAxb/VNs+9VrYthPBi7x2KAH7lLHW7rid0IcKOmzGkbXaATdy0qUQ2JnnR/9BaJJvM4FTRCGpcqf//ON/kiAjKfWepBT6bViLIJCSSKwo0E2IoA5DRwcUxts+/+rMg3my9g7EjyQFqr0CqQn9OAY8zK/H1xsSJXckJLbsJa+z/XhAnw8kf37+8FF71tBBqv3obzC9efOexN17vfvuD7p/8wZbdhrxWc++in5QWCcVRFkvhFKEPDTUPE8EiAf2NECQf8JmZRLNa2iYNZ+gYc/bH6k2/Ar7wf7ymvYBQ4yorGEm5EhQNVonqYru2EtvSerd3t625NQwkLw563CYkXvKANTLZkDJLBVB3svWUfjxBJhnRb/5fJT3TnWQ5IgbqDxPbZyZPDttLlaim4MkWskKtjzDVlYqZdSO5+4NPnv3/jv9x/f/qfffvdebN+/Sh7YPsaooBldPxZeFeQPQo2cAFRsmfSJp+PPPP+kvP/4l/2bTIwmEil790GscNtpsbjSy34JnINcDvdCi6SRfsfDutdJERztCXVfUex7PQPS9BATrZ5A60WRuD1i3nn4k35nExf6w1yd0OR4n+QrWbRwGdBmghwx/5ppB528KHfcT9vJOw/C6AonAmfeL3zHGpSNg1qXsTtEhL0L+J+4N4C1g4QHTdRrYDvCYK2Zh27DoNLJn7Xf7yGteSUTOBuuw8vI0AKlCbLZarZTeJUbZDuxdiMBScDpssuH5ljUW/MGzPwyjepAzz4TfK9P+oCPPXWVfB/hxHFj3onV9LKGyN2xbAly/ViL16JRKcX5ADaZwb8qgYiduOYyoZMNo+sy1Ea1mJyKzst8n9DrTFvw8sceGET+WGLADLkxwkn0mseP3pplF9Iq+l/d+RMg4r60TRHP6eAbHRIY8rK6zaNh3gL59MedzAn/yGD4fQVAicxrCXKdObhssESQ7hBaN5Z6T/pVuTXWh/te1xuWVvXANXrvsX2YtjKjsJ+9Dv38beG/iKfx2If9mAybfHH8d/L144HWlfi8rcaXHa/PVA68euPYAn2B0253GWj5DMHB9HrhuM/S3lS8x4/XZmSs1n8C+u/eb4Es2fIPBr5KRB7dvMMGUMz9p1QrQVwP4L87yB78FX8MXCRuSY2RrcAKsHDyWzu+kshFWZa3d/keBF9dg/k9e4SiliCIHCGVstVBn5tA9caB2cOAgYSZY8CwH4w4QMvlD4O5vFux22wy0pI6fss/yN10+8tP4h4dHPRDET9MsjttqB7lR43aDvFGC/kRih7wPR/uqjkP7QGB0c7PTZrvVQEBZyiBB51/zcWBmOBDMOTGQQTxjAzRbgm//Ck5+A+PmRr4ekf/zh5/15z//Wf5W0Mef/a2SYwYkpRRtkbUlMN7dbeX/DWtDsmNDvx8HfIITxMU+pNDo5G+pjENR2RR0G+n34Cnsq0rwVvERzOWZQZBSyqAR8DdUvPdmElMOQg0zNgjKcdzI35q4f/tW7946KH+j3f2tbvDtSHKjlFA9z/lT+vxmDQGsf23jRHKl60I9QU4fIR+UhR5HkgXTYcq/y/IB29sf6H0g+dEC43HYoPsgJwvOPHNHEh77j3vtSdpYn+12J//Pbe9Jsnz3/R/15t177e7e6Iakxg6/DvhnIDG3YX02rOMwjAqC/zPPV34LI/U7yAmhMwkKvJOl+o48V5it6HuNm4EExI1u4Gnf279nkgn+FtAj+2ZPYOokIqw1jKN2u1uSVPd6h6/eAre397pBp3HY4ucNe2qQ/W5fRNcrosiXfT2TJPB+PqCfk1MzSbQzu84+q/7LSezDmT1vOq+lEBoh2f+lFOpeoc7sSOSc8htOfjZm1tG2jayz9XOS5fb2Tk5ulSiZhDkejvKvxZ3gX/1uY0KFG8uV/CwLcbQ9MKMSz0udZPqT+TNH6HhmQvU+A5wsONGHmHnC1oCjwdwq7Cp6UkNj/W+8riTbvnMC6D//oPfvvpd/5e+G56ZH98raQA07dIBjEMjbpsAG+7PCZ88e+fjxZ/388w/5618//fQXTY+Pslv87Z8N67m+CzxHy2W+TSsQEVZWUUYV5Pqd0Lnu8THgRF7v2rjooQW6Thio4J996nkGkJqdIOA95f3y+OkT/ZN65m2GQePYq4yDRefz48SPk5SP+0f250Ezz1BN31ovgHIGxL5IND7oAqmGrkeFFRYceBzNGp8a4COJseQRbmbLt4CX/bndjug1YHsPlAu1aarnW7BrM0YP4w32Z8l3Sq/oewl+1tW/BukA+pR7C08z39O9ipZZevzAc7pN2CqisJWqjryTvX/3D5808WxYhvmP+K19O6mX3xGW6zHrVtHnjF7eK8oaKRSPG0zr9fQaWba8MVBmZr9aPz8rblfeUdXz5Qsr0NmtuNxowNcyZ+zys+o5YNG/B4oK+yd4NxpnuspzMk2sA/KkaDSBfwE6PD3YzPvZ/KzLmecdEZ4usb8imMWNQqODg377BY82qWvVF+5JYiFA+kud1QOsc47qrxOuf4HLq97UzDVjrSprT+XtdIHLuuCIYP1Kaes9DK6Leva0udh/rr8FNZl/i+J17Fse+N8cW3b//6bIV1mvHnj1wKsH/goPcG5ZZ7UPrCvEOvCi/mWKFxO+2u0+G/kcc0WSCuZN+sZbtnLAU8LV3F/ZXNm2erF0qS48O5itQNPFJGeCjwQfCmnLNeCSYMIFGn93Wsuf7wZjGix2ts5X7pb6laFfg2b6r5Hya1iZplni1t8bvqHl4jTOoSocpCN8uOrz0G8tKoG4D8t7B+EOmEgUzByaPeYD2Q1JAAcV/mbBlgDegZb5WOJ0PGnPT5QfHg4kgwh+OZy3g5gPucjIw/sAKyc3JESpnkMdgds4jgT1t9r6mwROgCyHPevib5Q4cMmf9HLYPxEciAN0T9DiRICTUf4Vsy0JJG/j/eNeH0j6/PCXv+gvwKcPHwgED2ypmgfukeSLbdiSWNiRcNmRyNpuRjloMl9xVVOfz+q6Tj2JjlIGbdB/GEb10cNHsm0VG62j20FwVkqRYRwHaEgEwMd/m8KJkSl9eQIvgsGRxMZOTmi8ff9e9/f3cgLhBn02+KIn2DtzSD4cHknqPMr1Ad86kFIIHnEB+74S5BymvT4S2P38808E6z/p48dP2pMMs24jPEeCwYLPemyajrM+fPoIzYNmbAiCzN3uXn/4w/f64x//S//xB39b5A96++a9bvPX9251d3+nu9s3wB2638jrjxJyoHY4HkiOTLKtJwI/sRCBHNfpS/ad9XC/j5513mjrv51D0sS2j+yrAD+TFfTee7Du7MEjAau4RnR/8+Ytial3eoe/3r79Xk6e+Vs3Nzd32rD2m80Ovw74v2dG1TQdsO+DPn36WZ/wy97fFCFpUJ0AQD9vwGvd5vThxF7ZA4ec7z1XoS19Z7eL5cyg33j7Nn0Xgdyt7u52ev/+razn7vaeZBAJKvZxh10K5kMXXSjyuaOOkChmWgmOZ/a1+XpPibU3Xlwd4Lb95zHTum10wCOSfzJCt6rkw5ricjkoH0navbm71zuSP+/evZMTfXf4axw2iq6X55uusMdHng2DkwCWMeGvB3z3448/6qcfftLPP/6gjx8+6sj+6SO0gYfXZmR/ZXB+pYv1895c64C+8HxE6eVnLfqi3v4pg3rqoI5uQJ8C9OKm4F/W+KyMjDE/+eEv75NH1nTPe+pEYi/6Tg4WB/iMpUBWtfe+JKn4SMLKidTpOOGjGXdas2ruXtLs+7OISQr2bfSh6PENcjugoGugd0QHSafK+sw4eEYPEK1EUK9AE84Bznr7WRnTt6MdP/S5AAAQAElEQVTsa4EXPAQPQ9PmTPPsiRfI+djSL7K7Dv7MqeyVk/cx76jq5w2c9zOj8A+NZWRPbnhG2zNhPk6e+5l44J3g56uSmDZ+GAatSfEyjgrkKcypqZG6+YY9trsiq9JuowFpILNXQUfvm+iDJ+asS+IbOZbrvT2zL2d0bzwkSwn7Nwp8WAZmVnw616NO7L2KjwKfl76XIZAhZh3RwUnvmUTgDE/Tgb7QFHiimRmy3hW/Ahed4eA1FnWEOvjT9HQjWo1c474NT2sVENrqNpnOF0qjsQg0yw61J1zaX5j0z0H9lVJtyBemXvZONtpauMkaVgPr4tV5molfWD+/Kxps8rkO1srwRPfa+r/gga/smv8Lpr3a8OqBVw/8X/GAP7NWW7KdtxXzz6w7HyP0dD0dTJ5wX2td0XKYTKpfYdf1S7vrupzWbiu/tW7Yz+8eP8uH7orcsw8BPnTlgSB7eXizHD73c7rb2bjcODa81NVEAOVC9WsbL1l9fR6UVv/rBL9i5K/R8FewxY8Xqm+JwKk+TOWB3W0OXO57bj3PclA/7Y8ZBE8kFnx498Hc4w4QRoIxB5ZOBPkbEDsSF5m8ISAMAjDTzaznNFV4zPy0+aR2UGcEef1QNJLouSUQvSUJcEMy5ma30wCuJxhgas45PE5KOBx1ICBwAHcgiJsI7I5OqBBcOIC5e3Ovd2/f6T0B7tt3b7WFjw+Xh/0k/yqY/ybQw8OewH6C7xFdWEOK1Ml2BzKDQCA6Dp8K+ds7PUHHZhgJorYkPLYE9CMBb1HJIEQ6o6R/iu4AdCLZMBPYiMuH1gyK/Qdxo8hL4oBtQpfJOkPHNpcDQdPZd7u7nfyNoN1mm7qXMsCppq4HbLXNp1MLXAt6OhgqfSfrLuuBbxyo+9tOP/7wF/1IwO5EkBNCM0mzdU5fehUCPOvzQFD8+PiAL45YHNh5g//ekwT6g74jAfTdd9+TcHlPYuONdrt73e1IAL250+7uTtvdDvqNugiSPicdDxNwJDGAbwlM5YsxV7a1EtjZX1QK5A8kdHas/d39Lfzv8O1W0YVOBHMHeH38+FF7gnv7y8s0jlvdkwB69+693n33XYJ/lWlHYmN3d6fddoc+Nxrha79aptfk559/1qcPn2Tf7Pf7DEor/vI7p9UnVDypEkTPyPY+P5B42rPnJ3zqb4tAkDoHfnd7hvnEOiY/1tI7ZuR5uEOX92/f6y1JoDuSZTckuMZxo4heoaLoqO3/GFiDATw4SfVUWYOqSgJqno+pS11+TY1hKbjzjqwExobUkwSM91UwFsUaNMjx1O0Azym/DeQ/hHvDet3xjFhHww5d/dw6MeFn2Ou5g8b9Lc+ysNU2fvz4QT/88Gf99//z/9eff/iT/Bz5bykJuRt8vdmO8vOXOqAMBWWxKe+tnu1vfIbBlB7bmYNfbm62JO5u1L4JtlHpRwX+6ZDdpiOEdvoPH3pdbWUl6N/zbnJC1HvliC+gZA+NPJ8b+PQ5fcaX/rbLg7/9xTvjCJxZL+8n6y9uEUWlC3XI7fvQwN7s+6JhKOppl35QBPyikxQLLC9/GNksQzBUaeTaeN/kWkHADL9jR55nP3dhQnAsMoU1Z47XkQ7OqrxTKk2DiZCIft5b47BJ+4ZhUId+yXn1K53UqJOCvVDYi5ngZm38rZ7NiF8RMrO/vGf3JMwe8cnMnu9LpxH6EZqEMqpEn5a2G8ytIw+uqwZIy8aqY8i2GexH22hfOCnn99YRuRPvML8rZ9akktzxOAajMAXfBnpouSp2zbzrTI8nFF3IvAtrFNgnLouf2Qczfp7pUBT8M02BJnLNLIFnCxo/F+ZrfkynQB2RNR8BimzTzYLNWfvmtsFtA7a7egkLq5foS38dR042Xa+A3sY12qdW6/9e7/bJCquO7q/ttbbHWQPWqrJIhqeRpeVpC3gdCvvBz3phLw5DybUP1jMWfy2zdFo/Z1bEUl/LWFCv1e/YA/8qO/537MJX1V498OqBf5gH/OGUzNfGVw4BSXN9+wZdd03329rPuK58/qq3qD+cn2TbOsMT5v9j708U3EZ2bG10MRgkNeVgV9Xu8/7vds/fp7urys5BA0VR91sIUqlM2zXs7t6Dd9IEYwYQACIUgKj07+W+RXTiEGSRi8eXuDjncaw8c+jloEYBH4fD71W/b6GPLiCP9J/r4cNscHyZ2yUT1a8fc9ucvm79Q6W3Q10Gkk+9gA/UPlwnH7AmhCd0ccSJOfjQjjPc4zD0HOLng5Udyg6HvDgZS4IDay0WhoVaHLuU/OaLcEAdwBi0xyHt7VxPh0DTsmPVgaNbrrVcElAgXeDEN81CKefg5HQ8aYfTfiC4YmfUznkPX0eCQT2wB6+/1c511g0O7QcCAz/88EP8LZslAaWURECil4McDgI8PW4JBGy13x4IShGogKeRuZpY4tCZUnEKEnk7fy14u2Unvy2xWq+Z4xLHsFVd17IeRw60vYMVz8b7DM49cx7CmfD/wGRnusVhy7nBzqX+dNR+tyewcQB26sMZGulfqaXPYrHQAuc7gOBRlZJGDrl2Kp2aHp2DfoPTlrMPxylo7gmWOODz83/+p/7v//2/+vf/9//pP//rP/Trzz9r+/wIbwclJupv+v3WTNs1lKQe5/npeUfA6HPwRCxCDQdv69aBgluCBre3t9oE3Mhvkmw26wjaLJDxKpz4Vk3TykGpQMrjzGIecTDnVXqdpqqSoc61Whzb+OnfcqkOXI3tR7adQT2Bqz367tEzopbfGPEfEV+sNtC/meAW+7uJ/GqzUdsuldtpboy17v2WSI/cj36DCseS3QYKM0eUQG7Z2r7KzxgftX14ijddDtj+GTuxUxL2wUhvWAO6c3BhCN5G2WGxzG4dpLq910280bWOOXmOuanhq1WLnjPzztm6q4SKBQfse4MG+O2BATuhQjYa68xAJwlbNZ/jcNYJnqhQrQTtyW5FDW0RaGTdDP2gE3NLTdYC2d7c3OruDoC/DetlZVsjiON1NwfQFrGOV/CVkP9B/jnhz//1i/793/+ffv6v/9QzgbkjgZQqVRGQ6AhYtp5PykrUCX4UV0XIIUUOFmSASzXMu0U/DtB2rPflYqkOHqzXGtmkVDPG+0cZm8CXEs/Abxq0gcyy9zyPBIhPBIEr+nTYYNthh9BIUB8I9hwIdFiHTo/Y+oBNyoKVcQLwnoCWNd0wvmkaNR1APqMzt5k+THGPzMMgsBcAwzRl5gu9nr3KQZaeAJXpMwC50CsD0PTA0CFzuKTBjzAr434BCCrD2wI5OTi3Rmdejw6cNU2jqq4Ct0BapxS25fVtva5YowtkO++ltiu/9eOffg3waL4ysl40nWy3XjO2yWQdWvSkyfymXGhQdhHu4HOIwKLzpm08rYNN6HHFOjZ/HXqo66wKXJ7nCdlYHgaXDR7rdLRd0z5aJtj1SMBGyMRyT/BoGVRTgIgusA5lMiXwc6YrIF+VlCBoRklrUs/B4PrEHFKiFFBJUa5EDXlu6vXqetkjhIzdlPwImGlG4Q8+ghKsVOJxoUvmD47/R+l2LRfz9Lqc6hcpoaaLvkK/l65kfF+AjFEhDNusoc3skW2rpkkqtlnw1nWt+XobBDKNue09/eeQQNHqPwev71y+S+BfRwLvMy0SeLVD8cEfn1WkpfUPPP9M3z+A7k2Xwl55vmn6w8WY0h/uPR+HGPCW7DxV0jOHOAXQ76u3OwH0GTkEajpkjT41zP1f4X9VmHv8TvrXjPkdlP8LzX9W/n8dC5ZF4ohVfTE8cfhNOBsZp6eOgzFd0IMP7HscBjtcTg/9Xn71/oSuEmMyB7SWg7+diIXfICAo4ABGG454Nx3cMjQL7Zza+JZ+td7ohqDC3d297JSuVht13UqZwx1kcT5P8rf7fmvHcMDRdsBkwEEIZwInwU5NTwDGsmtxQFbh5N7ow/0dAYE1B8eFUpV0Op3BddCBYNaeIMCetJ/xgcf0mG3c5rLyvOCjaRt1BCTsfBkiQNE1zKmW587JVgdk8/z8JL9lZLwDgQG3WR4r5NICNXJ13yPO/Q7afvPGP8MwD8Lu3T8jR49ZOAjEmBa6qapx4M/wfyI96XweoauQkfVkfSV0ZYfJP0d6/PxZ//Xzf+r/+/f/n/7j30sA6NPnX/T8/KweJ9kTbHH4NgSzGuNXInh01G671S+/fpbl7LXngMFyudINwYKbu3uCGbehI+fXBBEKrAm8LLWIIMJCbZdV28mFH9MxHr9lo2vhumGCmDMytnwXy4VW4Tiu4u2nCnl5WE/QcU8AxnJ1fiQ6lVJWR9Bhif2sbzZabW4JTt2g7wILnN6cW1lQJ4I9BwI/PQELv4VwIph2NmL2mwQfiQc3uTNsDurR5dPjA7L4WT9/8t+7+UX+w9S9ZUfnCqhzo1SXIMSe/jNYl56T5bHZ3Oj+/gd9/Pgj6T28wefKwPy8PnDo7ajPfFpWthvPcTgd5LezRvNYSalKcoAzVZXigv8Rmx2AE3kxAdO1k5yxV6fuV3AOBJV6+Y/gTl2VkF9ukCHBV8tqBT8r80bwzIEGO1oe6wCG38L6Fbv4/PBJnx8/ESDca8QGmxjfyMHRtkUeOGqCDwMiggZ7DGXnTdf4AswYlSm3BB0WWrJfLLGzxXKtDp3aNmv4S6kyKskBasoZmedUK5EX10CwYMs6OrCWj+h4JNiYWCuLrlUHP3kOFtDWW/cBA+toCP7NE2jAVymnpJyzMuuiYbyDP13bsXc0qmsg6Fr2SfO4kb1PXAlQPPjkYhMaCHDbDmyzPWt9YK+imi7QgQakYmTIAmTRzvpH1cYEfuyQuY3gsY7dr2bckv3AAZ0bbH6DbVlvmTWS4M0DgwZrqWXu3kMczLvZrLVkL2kYbzuxbW237FMEBnvseYRurhN66GRbbNtWyThZw8YZwNwSuhCQUpL/MVOCP/DJ+JE5uJ957JDZgr1gtVpovcbO4Tk3dciYibHPnDSij3leYtJl+EjbAE6AvXMgQDfSltB9Zn4Zfow/pWxSGi1TBo5B/2zUyLRihEjncnQVxBVjkYF17HxtW0JWFfOpEzNK7kYqZ5yfxn4locdUe55SJ5b+DC5P4KrIzhnToAKaUIEa2Lidp/Y7uD1Pg6dS0jH0NKIjA2sPu7aW3EqTOwaUfpFFZZUcTM+5ZQ22yugrpUx9CqjRXen5/vxeJBDL4HuZzPc0j/e5vEvgX1IC/oTSqUy9dhIVzgREKc4AfhiiWtcb2ZlDKScSDiYv7a6aSxVDqiqeHHUofOXmjPOV2rnKY52fU+cN5uJtHfXBNOlXbn8A8yk9tXCImnJz4qEzzHUv6UxrTueWaaYMnHKl4aqb60ck5AP8GcfCfJy/OWnPq6CwXKfcm8R9UtGDD1qleNXnivhVbWThM9I/+PiT3b+N1Tx+u/Wq5Q93vBrzZfY1FmsAeSErH/AzB+WWg1c4nBy6LMjhdFQEf+yIb3c4gbtwlK0rY/e4jjEtzkZxxcSY/wAAEABJREFUJtcEBtY4vU6XOBgL2blocU4yToYdFDsxd3f3ur//KP/NmbsPH+m/UdO1oEzyN/V7HJUnAhePj0/a7XY6EOg52TmC5apmFihgwLFzMMXf8O+3OKecKk3Lf+Pkw4cP+vGHH/ThB3DfbnBWF0o4EwP2ZUd/C/7t01YeZ1o9AaHB+MEBExw2a9V1ow6eughOLNQ1jbIPoFWS10vIBr52zzs9w6d/buS3cLYEVIzLeFoOsCsCHE3XyQ4NI2Ub748n5HhEnr32OIvmyW+AeNwsW4iAYlSFA1anWk3OappWxtW0jdqclZnTSDDAgYin3ZP8x68//YrD/vkBnp61Q2f++0EDzhXI0EWNTjotcLgXS/OUZYfw2UEs5LGN/r3GKdgSh3H0lvMCWq068m1uI990GXyNuq6Br041bTXzTdZPSjYfySmT5jb5V5Boy03N+A4gIICcLO9cN/JlWfR75IOuLBv/3Q/XZ+gv6btYbHA2Dbfxd4rWOMgL7DDbkaWjx/unLkcHCnB6T3ZA2Wdo0mXTrcYiZoKE+8O+vPHyyy/69MvP8QfEHx8eZNuomI31Z34z+hixFeP12ujNH/L1fMyXA2f+W0D3/gnd7Qds+4Y1sZEd8wUBKq+BDj47ywu8J2zOOow5YgsnnGAzhXhUE8yI+ViABu+XsjN1YhscGS3VKaGPjC5aJWzClSOtA3js+PstuRebQi8pq+1aAgQrAmg3WhMsWK9vKC9RV6URR81vQj08fNbnz7/KgcWnp0fkcBCiVfDPeOuqaTM0ky5XIs8NIhVgJjE/OELUsCXPp0UOG/TlQN6KdEEgqMGmEwRSysLoGW7ctbJtinklyx1cPTLa7baxJ4wE9VKVsL8MXwvm1SnGC7rIyrI8seZH9D5SPpM/g8OtdKFvUoZuRwB5TQBjvdqgr3XIom3baA+20fcsw7CDVCvBq0RgCHl5/W73z3LQ7Il15HIhcya4ARC46Nlj4m1KAocD+ZF1632EaYFFcZnPAVsyWG+uzE3Gdpa6vb/XDwQVf/j4UR/YM+8p393fRoB2QwDPQaIFwcV20chjzO8ROg5I+c0fr+3heDBKNW2ttm0CsmUrLhj2GIOQleDKNu32KmE3dUUnwfIIYIP0Z5sIGdmeWoI+EQSCl6X3F+SX60YppzIOnAxhrMeHVAn+nIAjtnUkdX6IdpCqbmvVyDgBucIuwTKgvwEkwSMpVZfbRTBP5STjMP8N88vYUIaXXNeqELjrU5UUaXQlLzIxmpQ7stPjTXGq9Rym7CU5k3upn3Pz+EjjAXvQK9nyZOA/5R1yZ6JOsQ6x7TAPNEGF9TSwPgKmsvcAOry6aaKMDlJWRl9tJsV+Gmw/obu6TkJ19Hm//1YS+FvR+ee2/r+VlN7pvEvgXQJ/AwnwSfYNKrFRRXM8xHlGnEdeelcl6yOAc2d3KBmdHf2Zyxfvg0aPqXgYOQk1gbd0nTG5tiqj6FtVlaLgMbq6fqecaE9x6Kh46isX8+IuDZcMRefNCx/qhTHqpttNUzYS81YysAifHLZ4Rs23HmdOkSdg4DCvr50OYqBpR+abPdzqOXKqi/mVuYoiuWhwjwJvinSKOxoR00t6mV/JlDbwVdHlDz9MLyERD0jIxGlAQRv8RjkeKZ5fPt7WT+UJx7dl9yWmtzUJVOHY4BRkoK4r5CadOZn5Jx8OktiRsGNoR2bEobEi6pSUOaR1HPiXOOVrvtVfrTbh8IYz0nayY5DbheJgh+O74VtsOy8Oztihcd4OaNN0EpI49oOed3ucqR0BjUc9E5QwTR8ixTpKVSI5q/fPwHC+97sDzuBBI4vRzs/m9kb+H6N++JEAEE64f/rSdp1SqnXG6ToQDPCbIXYidwSX9gQIHAQZrgIEiXm1OB4N/HtedmjarmUODXjE1Ef1OIUHHKodwbHH50c9Pjzq4fMjQaUtDk1PH0X/1WqtRduq5iDrwSMyPeHkmY89QQe/vbPfHggGHRh3xBEaYi4IA4tJ8t8o8UG4ZQ5L8CzhY0E+t/DCQVmsSQfDPKdw9Ajm7HbPyGSvI/gHdDXCq7gSzpgd25WdXZz+Dp1Z5n6bwn8U+tOnzwQ/cPqfntSjg56xlrtXn/l2EGZAhobjcQAjc4QP41nC02KFE44z3cBXjV34pzV2vFKqVWH33DGmPJISck4pK2wDWbeA84nx5mtApz287wkEbQms+X8Ksy0cj3CEHN3nGodxuU5ILqO/rmnD/lYE8fxmwnq91AZYEPzq2la2edt4j1O+Q26fP32Kn819In18fJRpHtGxrM2KuabCa2I+4hrgoUeXexztHru1rFGezL9tZom9L3DKLe8FMne+o65FhyklMDAPy5igRg8dw0DQ9cy8aQz51GmSkyuAMRyqHjKMpUwn5pHU5kYhO/qb3ehnnoARXcGqe9M9Rb92WrMLgi8LeMrwJCXsupfl7ODrEwGwZ2zJQa4zCOq6JjjSqlsCTaPc1OCzc84mlDRdFXXmuZavEWZG5uPUX6uklGU5rDYbgi2bCOItscMWXaWKMVUloT/Lx33LnLJ8wYIcFHTQtScAfAaveWrgvSOo1GKLGRs3LQTETY7PlZGB/gx2OuKhOoVJ7hxyW2Afy+UaXtbsXWvmt1JuGinmdNZwflmTXkOGwpc0gG+/P2ArOz0/bwN69hiI+wYG1vQp1rb7GWwzZU0iN08s6IyBa4Bf2/iAXTFYYUvrle5vb/XjX37QT//2F/3bX/6inwD/5PX+451u2fP808wlNtbkFoyjjtjkdvusJ/YlB6UO7AWet+WzsrzbRrnNyCBBZkTvx+BzRKYj8kqJ6We31/IazqlBHFl05j4DpwChsuARe/Jed2u93qLXG4DPgw7bakzLARgjNXfeQ2zzrDt/ruzZxwfK1k2CiveNtumCbqrgL8agB9ty8EcF/WQ7qeCJlGr4p0+sj0EnUtEnN5lAV4teOy3ZnxbdUl3XUtfItpNSrWArqVzJOjG4OKfOTzD3i+JX2qP+K48gYo5ou8JxlaXhH+b+BiNfm6/rCthuMBDs4qXsuhF9j6yT0Uri88rIMTH6OWdwf2SDjDL268+73DTKKQOWUE0nA8n7/V1JwNr9rib0Ppl3CbxL4PuRQPloKvOJPLGQMx9iBpG6pfLjAnSY6jn7zrlL6yXDQbeqXo+8tJHB15XhgoC+r3tT8u7JhybdX92ufqkIrilSy82ZiPx0882o5+Aehqn2dfK1hvggf93NJTgi4clNhmMZzylPLspV5QoDlJng6XyKnymccPRGnwrc8Ws0Lcyv1nuAyiGOyXmKwtNMyKVAaf/qMzpft1BR7pdKeAoxVaWKZjI8wS8SCtzWOckX99yBwdwJvr7o8qcqks/bXxnxWjCmavhKxy+q3C/khOOUcZpbIONM1hy+PD/rZCA4sr8c1ncEK3Y4NAf5pzUDwbvRujHmOimlAhnnoW05aHOgazMHOacuEyDw2xAbAiN393c4XTdxGPfwA47TE06LnW//z007HIMDdAecZH87Liwo1bV8naBrR8nO6jMBiy3BHPcz/RYam80Kx2iDw7/Serni0N+pZl5uL/PCecPmbHcn4+eAOlzZdcJOM7RmSB7EYhxw0A6HXv5fhRwgCNrQf3x8kGH7VGQz4oAkZNq2HfMDONAGffBYpnYAj9D3nEO2zLMHBuoG88Pa8Dxr9NEw1gGWcFz4pr1tORwj0wZZG9cRZ/HQ72QZWG4H5NYT2HKQ5oTzf8aGWW3ygdpjVzhlt7drrXB8rf8iw638k59Pnx4i+LYj6DIcBg7pIyDA6YiTOqL3IcpMBQcaHSNvB4EcSOi6TuY31znkbZuqM9KDV88nIPhxLsFThXwaoFXOBuaWaglde252DPeTg71nXpZ9P/SFvrjAm1LG7gyJCpEXzl1Wg5wciHEAZo0T7eDPCqd0yfy7zrSyxP5jG3t+fiaARwDo15/1KQJAnwnm7XSMQMNJxpyYh+eTSeuasczD/PnNDjuyz897HZC3l0OiT25aWS4d9rcMIECGo+y1kRpjxAbHI853r4N/XomTfvLczkfmMSpVUspVzEdclsdoO7V9YCcIQQY74C1rK2Mr1rEHuK+DZ5bVgf5hU/DrnQLMIE50Yw7Ga8Bee5zwEozcsb73oWfb/xI72dws420hy7JrGsYynnFf3DEt2pIzBSArr4cBGhBWZh0uCNgsCFhYH8632HXGpmdI2EDMB5tIgQtZMY+ePcJB1yOpBdQ0WV3TaIE+W/SdkYH7GzLjEuvYPFoeA/uYxxtG5IdFy7JbYA9+E2mJjazWay0JkDTwaBwJO3QQIqVKuc3YaQf/dczf8xqmQMveAVPsdGAtnmnw2KALHffpabONlDV+xESsCQWuzFzdV+w/g+2BfcC2fsJxdn3OrfyTxw/3H/Tx40d9/PHHSO8p++9O3RBUN+8tMjCqkQCp6UQA6OlB+91W+8NOZ2ynbWoCcB3zaKCdpWQTYl0TXLGNGMbRVBNrM0efbFmgGyEDcz0yP+vSaVJSA38dQf71eqObCEbdEHDZaLVeoJdOLfpprRfWBOSwhTM2fySYd4CvPvbSngBo7PF0yNBaoMs2Z+RcydfIfj+w945hQ66paKMdvIIH8zKi36E/EQg6yeVUp+C/BVfomODPkuDlwnsUdaaTEzNgXpAFnzHpzcWM3YjGXhqoeyn8iVxF30AmWC5Azcv91+J9wfDX50z79+CPY8dEps6sMtC6fA2WQgrZv9hY7GFti85aNQnd2phr62dCRXLCBkje7+9EAraD72Qq79N4l8C7BL5vCfBhhhP4zTmeaZk+7NzNRWqkyZmLfMWTQ6kTcuJ8qa9fHg24o8GdGJc4rFQxiDbXvTqYRIXicFEeet08b7dzSjP8Bn+k3BOCN4kbOJy61lmnnLAi+fqjkuAz2LzuUFEAmAaZcvubWQeB/ME+TjTcUjgszwtNN/wGRO/kA8MMFYc6g8uKi+ZIrx9lnOg710YNhdFqJJ1uVzOvBEw1v5tAOfqkFIPJzynZWTnXVa6+BtpqyjPAJSUqef7e7TEvfa6lONuOW40rcdhPanM5jLWZtK5RH9++MuyEE3Mk6GEnZz85MnscVjsL4aRwOKebfDEMOSbF4Ro8L4c6cOZWLY6CD+Mbf1OM47IhEFTXjUSU7UjQ4un5SY8PT3IgxW/HHA/HONDbToThpKqWVOlEf/99EztVDwRgdjjw/R7HmVOmaS8WK21WN/GWwWqDM7JZaYEj23H4r3MDjzWQ5Mt2d8axsONmcJ1U2vz03EacsQGn02/aOOjz+PhZT4+PwJOeoG1nyzw842z5D67aAbN6zYudWzu6q+VKDgg0BIWSD7fwOlq2xmv5hmwPON9HxDEq1ZUcSOlw7DqCLE3bqsbhSdhS8OXxBhzj83DGVs+FdZ6ISnRT5Y5mhLr5zjg/i8U6ZLO+WROE26iClp0wv/nxiQDIf/3Xz/rPX37Wzz//SmDoF33+/C+LXDUAABAASURBVAl40DOBrm3Mdyc7WyO4a4iYx9DpaqUVsl7h4LuuxgZSqiBNT3Q2EnAZYz8ci4RTkudjx72FL4P5s2MmejA99D8UZxH5bPdb7Xa9djjePfMe7LhaN3QcJiABZ60WXduZt+w3m7VW2JoDGA6mmU6qKgJag/YElp7D7h6Z42d0+igH93rbOAGd0Qgl5VSB13YMpFrmz2tg78AJvNkWewJnpX+SgwttbmWb77B7Q0PZ4Dnjppa5Mb7H6T8wJ9vYiE0IbSZTqMCTDBSQtXEPtNseT8wbEeEsJXVtq2xZG6iMfsZn+RjmediYjSpwQoFU7s8a7um/3e60I5hx2B10Qr65TtjHShsCI5v1UiuCJF3XKE3jwGBsBaiD02hzu8GiG+F7IGN9mXyG1wXrc7GwTlZaYCuuy16XYd91zCVny8606vi4GeDngHx38Hg6ntgFKjWN+xg6AjTumwt9NqIaqMBn5kY+W04ECI4E9HrkPSC7EZ5SqqHfsRZWzHHDXDcELRbKTa1UATW6BkfbNlqwbhcRqGqNMnS3x3aesB3/FHUgwJKUVEPX/RHHpc8eu92yN1jPhW5SRlcZvG3TqIaG+5/Q7Z452s6tCwdvBoKCica2awlOrXTHvnmDPS+Rm21KXAP7h2348+dH/fzpZz08YMfsi3v21DPyN42O9WD+27YNGY3IM4JTBI/3++dYY6ZlOYMy+mT48lya3ETZa9eBmIFA135aHyfkyLRZH1ktAc4WObWLRk4z43KqjQ4djsjjWII/8OU/jH+GhxHdxPgqgaNSYp3xUFy0jadzjOURVXJnQ0r0z6pIxXViD+xPPfPYQ2fQiE1bbh3zXdjeVkstsLnOPDatWuaWcoJUKijB4TteAkJmkffjAtOedSk7Y4t2+gcAMu4FRZKpQO71/SfwvR74j1G6Yn/ELrhf83WpsBQAdJczukBHTjtsPLMuZr3Ur0afXpX+SMH6/yP93vv8fSTwrVXw9+Hmneq7BN4l8C6Br0jg6nONVpfOHNELUMFdAdN91nR8IEOVn+dweihwzz29+c15ql/uS1/jL9VxJirZ8jQLJcdzLjg1Naqm2zVTVjJBFyKNh0sTvB43VV6SC54p48SAEC59IlPxfIuaKnFcN1SR6nKdOeCd+FZnJB0vh4NLcxGkCRkmqV61UhMNl6rEJAPiYJc53GX5EJuS89XUb05fGPUYTpLc5C7Vl8w07iVJzCO9FN/kZvxU04mbTAUvUqrAr69dpZefhlc93la8Kf/5Y9EVdnBxwxhPDmOJw3riYBwyq+E1l77WjZ0TOzB7nFWn4UjhnBw5xJ84bLtn8FKDzmND5kmJfJ6hQR8+fOMQrwgWXBySKmkgOOCAz8HOAd8I2xk2zRHbIHYA+koV/aRKZ5yCAbvZ4ahuH5/lN196jyGQk5jHEkdt4QM/NFZ2/O0A8E1/C90W+rUPmV5UwsQwIdMYceBKSgX15UYu2KVp9Tg9/tnYI4EfO1qP8fOKJ4Ii2ykItJODI0+zo4d1+jBrmgvzAD8OBuWmCTszlQGaluOeAMIR/u2wDTioIzQTumjaRi38htOC453rWmni+zQ5sXbKRmSHxwPLZ1WVlMg5JbncdsTd4oP22nLBibRjv96swJl1INj2+PSkXz991n/+/LP+6+df9F8EgX755ZM+UfeAU/kQc36Wf25mGxgneft/cgo545xuCLytCBi0OJzm1wyM6HDEubWMh5lv5GM+PZ+ErVhWhhaHIDPv4jhW+H0jQbEBx66H7kFbHNvt4zZ+buOA27N/eoPM7WRblqaVQNyCw3LbEOSK4BSBQKcOChW+znIQ0YG77dOztrsn7Xc7WQ8ndG2dn9GPecZKPA1lELc4tYtVhzPZKLctssN2WQN7ggHbeIPtCZsAF3z1OOYDgZVYI+jUOjtQ7glilbdC9hqsb/Z8WA4aImPau4Pn+KgteBwMcP8BvszLCC4DIrRKgwe//WP+EnufEbl9QOY9a/RAUOEALzM/g3mAZwfQevKXgBr9Ia8mZ+bXyXZye7OSbWS9JlhjnTJ/xABNW/AZdpzq5UqwFDZKhlpMRAP8mhcSxiXZ0fP/lue/BxTQLiNgELqHdoo9KCPvFgyQgK8eOfXeGw572d6tQ+Pp4GnhgAPjcrwxlRgHwGeualmeZ+R7BMeBAJDlP/QnWT6JibQELFarlQJYC7EnMdZtiTWYyVvPXrsRrII3cVkXW/afR/afPbId2Y9AB+2s3GbmWRGIOIVN7SKotpX3qGJPsAUe22jGTnP2RoutI6zDYaft01bb/U479gXbKOTUta3W7GF+G2i1JlCFPtquBZF0QJe2kaenz/Ezzk+fP+sxAlN7ho5q2kwAqwE6oIE3Mf9BXsN76PiPwO9jXz9SX/SZ4S/nVtnzbxrGoE8UeIaWx/UE3A/oZKRsO6xTUsc8ujarjXEtY5ED9jjSwfrvCXZbhwfWysljWV8JW8kh5xoaWXGxRwzgHQjajeTlg0ZKNBlKkigneEyMp0YjHxIn9LpHZl4rR8bDbuhjxd678d6EfjeAdZw9L8YmUHIbxTegyKM0znlS7lL3P/M0r4b/GWx/Bst/ZyKvJXeNKfRj4XoBTuxc2hnm9qL3BjtpZVu2vdVha43qmk5XY1leE5b35HuRgDX8vczlfR7vEniXwL+IBC4fZG/ny3k4Dis+sLxtuy6Hd1Zd13wjHwi/0fbt6m9vrG9aODS9YPGsDC81zvnwVlI/xVGupGKOX+OuUjV3iI9vU7yAm4Bq6jNyMD9z6vFbQJdBV5nCTXleVX89OxFJHDrKwSJzsKg5VKaAMqiKJE30o+B80oVXUU4cDOUL3pww1UguD/pf8rMQ5vTSMGXQdQVOBeirV0FXnt/s4GbDVzt8WRnBmKgu8it6nJl03QzRqcw/CZkhLw7ymcN1DSQO8G70eDs5Pvz7kG3HwWmPA+nD+uk4SA4EQdjfvurKUgoFniFP01XoxLjbtpadq67pVJsuQY4aSHWtqk70q1TN+kARZTTYsZ0Th/w9DqF/FrLbblW+ye7j5yv0kPWYjRPnqcXR88HfTlx5G2eljm+DO79dY6BP07bqCB4ZmtzEeNvojsDAA05VvAnz6VMERB4/P+jp6TGCT/vtngDKQQeCOMdwpAaNOJwvTmYr052hxWnNgb+Ght+0GnEWzzox5shJdyRgIi4HDK2DOvomapgV33QPOPU9DpR1YTji2J6QxRmH6syaHpHTGfm4bP5HnKgR2Y/opEGfLfNcExRb4RTd3Nxo0bXBxwn6nuvjw7M+//oIfAY+Md8HPTwYnmLOT9ud9sxzgJ6w6xb+1uul1kuA4I9/Xtbg2KZUeD7Bm3+q5vQEjTECVkWTaFgZnmwLGb7MW85ZLieGwzayOaHbg7bo2LT9U8H5j+66zlBskYAKc00pq2laOdizxlne3Gx0Q+p81y3lnxggIh0JKOz8PyQ9P2v3zJxwho848+bx7L/9Ap+jnVBkKa6EHWbs1W+DtObV64P5D8zJTnTh6zFktMPJPXhtsC6K/AfmMahHV4d+z3z2BLXg91TeXFMSOgCgc8JRtk37fyJ7hr+9A1yWN3IMPSIUpyKNETVSRIYZfhwIMiK3D/S3o76HF4N52jE/w4GghAMTOwJMdpgH5oB1qQbHAof55natm5u17v0/wm3WWnYtgYSa9qQaOcAm5McAYa+JipQS0yCXMiVjA+BxMB+WBbqhSFsCT1ZLQHZBUKOsywX7wFKZdRr6n2gM8GXet6xBB3AG9hivi7Zr42eMi1hLrTI2mBJ2w7jcNnJ7Q5+mblXXrDF02TN34/JPorx+LCOPyblV23YKvcKP96NF27JmOznfgi+lWu4/sO78dqL3vyM6ORGUY9paQGvpsW2tLOjBd08wx/tSz77geYyWk/lDxhkbb6HRsve0DbSYR0KHlk+PTZhG7C/eY9DRM7a/w26OrP2y/vfaYRc7go5b+jw9PcQafXx80GG/lQPoCFo1dBbscy37Woa3BLMj67bHJsrPFw/Y5E4DcxnQ02gGGFiHLLPabKhVw3eKsWf1BFq87/Tw08OPgy0n9hYxb4P7JfpHEVxi3gNzOiI7y8y8jcjHTVWSMg/LI3sMlSP9zWOsQ/pNLBk1UIE2yTRyKqm4Rjr16MKBsz18jcwF61NuWvaBlW4iCL8m0LcuekX2ibmBgdHlGVMoD4Z6fzLQ/CfvPzpq7jenf5LMP1j3SYZwZd0YUFboKU16pWm66UtdRgcte4Chywt0leX9i9ap35xwqJiz7+l3I4H03czkfSLvEniXwPcngd/5ZK7+t2ZsuvbVDdDgPMSz3Gd7LiXL8xtbqKsTD246xX2VjfLXH3++dnzFzzfGf0VQFY6Tb4+o/PgGcK6TD3cWyRdzoJKbwxqDyfjg4INHShwkONz5YJ/DMaimg4hIS3f5AiG3yrhK4lBSucJthus8+F0VQJ47sn/oUZVegS4epVyeX1SU6v+B59d5vKqdssEB9vIiu1p2Jts6Twd/MzMS3zmqPwDTt6x2pnzo9mHb3/JbT+5pmPU2/6d6rrtA7VyKw5511DUdDntWg87qoJmVUq26qlVVSVIlX2c74ldgx8M8bAlIbHFonPbhaJYDY2JOdt5aDprF0VziACy1WC20WiwVdQQEFjhfC3iIFGdp0bXKOH0V4wccEDvjn3/9rE+//qpf/T9tffoVZ+uznh6fCBw8a08g4YAD5eBBfzzh6CMjHJABmHkoTm4XNFuczQZ6xTZruY/9jhFaA05MyHHWTZWUK+ZPefSbTzhce+S/xfFzYMBvDByg3xNoML0TNE8ELfztuaEfDpodLjtV4kpNZn6tNjhF/lsi/p/Z/Pc7FsuVUm4IRA0RzHomsPWZOX5+eNTnz496fHzU8+NzOJ4HeOhx6EY2J/PvuXhe3aJR3TZK6GzE4T/sez0TYHkEh8ducVoP6MpOrgNIIwYyYiyJETnXahkfegn9dDjmLbzW8IVTLSHbAQfUcNAeHrbAPv6Qdk/9kXa7oqPMU8KectOoaYyjUcvcknHAV4++4m854VyXgMAh5n3CORZBNCFr6yMA/sQ+lxhsB6VtW/gCH3p03nyDlqDfCH3z1gdvdkQj6EKwxT+h9NtKOwI6W+zVAQTDCX17bJ2QAOD8kbotDv8jQbcn4BH5eXyR91j2Q+Tumbq/5+qgVs7MExm67HrL1TaxR0979LBnbeyRvWFLWuBAMK8PvjExtchrvVrpdrPR7e0NsNHNeqUlAQT/gd5cV0qYo2ywgHXscUI2CJ2beUShmvi0TE6Kn4AN5l1x2QY71lmHA7hYrFTeBOpU5NmCJ0c/82+n/oA8jgRSTgRIEwx06GBFwMWBmrZt2K8yAO3ktCZY1ahrqG+yUl2j0jN7F3N1UMZyQP+WT6J/F3pcqPUcDS47Bbxuw26SJyjmcYxApIMvPcG8kcBSYn129F0twQEvoqv5PiDznX9eReDJtu4JwaG+5qGZAAAQAElEQVSsn7JeGi2gtSDgtmTtNYw1Ga/hLYFtB10/of9P7De/sv9cw2f2ogfq3fbpF/ajz59ibW4JlHm9p0rIspb3sg34/Xd1EoyZr5414/1jy1rcQ+eIfQzoxvzRhYQJ8HSAJcNTQMiykUDsfcW2+8Qe5H3x8+Nn9oYH1vkTAfEdtr8P6L0u4WeP3goNgp3gTXWKNe352t5SruXLMhqsG8b0BEFjL8TGLBO/8ZX5TPD6yzkztw59YTfs3S2Q4c/69F7otfNEUOyRvct75ID8j6x500ggM4gpcjMf14YFoxeKbqeKhCd3NPlh2y0pLHGT56aHUTG2AjKQ+FwzkM8pyqZHDuQKCLpk/9lvyyjmRoY75jY9mBozpnJuV3weiIt68ol15/3KbwI6uJzbVl3ukFdWXVtCBnaZScYM/NO37eFPD3of8DeTQNHw34zcO6F3CbxL4Dcl8N74TQnYBzjz+DOfR+dvYvsTDXZ4cT6+pFtNSNhGo5F0qnmVXFW/ZGPAq27/o4WZtd9C+q0+L0xOo9/y6g6GuZmD2ZR1kjh0+ICYOVSWNMup66V53KwZyvR3tdt9NHGfaqpz3jg5hpQEPTgzOr1iK7KVW64haq8rJMi9rvhG6StDv9Hz29WBY+Sg6i5RcCbKpdZP1xsm1qZ5R8LDB3Mf1uuEZAAjOOOw23nf40DtcSJ7vm22M9Dzraudi9EHbdZJglIMqQt+j3VupB4UIYrEAdmOyWq10Hq1Cafz5naj1WZNeSU7VdZdnaDPoVGWO2DtGU7Q6nHCepyYHU6DHZoevkacmXL4Y5zHploRDMitsh0uggt2OO142cFbRLnTnI/6psPJaDiQVoo3MnCWdjjuDmZsn55xdLYRCNkTfDlYDnYy4OWIA9PbebFTBX+edwPdzo5uu4TGAuhkZ7PBacm5gUYdCjDPL7x7ZEWbIcmXZesgwH5y4PwGxx7aduyPOFmnKfhzIgBU8scI/gwEFAYCRyPtxmNbb3FW1zcb+Y/L3t7f6ebmVisc/VxnDew5B+bjnx/ZkXrAwXvwT8AIAD0+4+Q9bbVH5kfm6TdlqioRZGkCWsutbqRKGnDWHVx5Rl52Zv1Gyz4CLgedkI/58ZzFlXAs25xlhyCcYhzqBQ5+S0ConWVE0GMgSNYjYwcv9tienb3tHqcTvTsYOSDzwInIMjgv+0BdKxG8wDRlfVpnDs7YZjyXARmdHfhxB2zMOM7wP5yOBDJOwCBBPyXFftLmVuYvbCV47aJeXANy7lkPW+zFTvIDwa/Plh/wCXh6+hxBhB7bMR07t02TlQgkMFxH5vJIwO3XX37Rr3bycfD9v8316HgkQOUxMp9eUB4ApJyU2ywHUCyv3Laynt3Xch6Qtx3/Pbbjt0siaAZ/ewIrrh+Ra1JifKOlbYPg4IpgaNs2ViXkCGyibwcXQib0HwDjj7UuBb3kfRc+EvwU+tgB69F9e/OAHe4Og44OWDKHEqqdxhoH4C3CeAfkOKDrgXG2JePzGl0R0Fiv11oSpPI6yjkX2ijHfTL24rdeFsulOoIDLVClOuzxgF07mLZ9KjZjGif0rWQeWrUZYI+4yDEVOSIAue8AP9ZDDx7rwjprkdECGuYtw0PpeyTgtNdhd5ADekSgTAIiIkDgz6QU9hJjobdiD2ybVlWMP+uInp5Zaw+PD3r49FmfPn0iJdCD/Tw8/BrlT7YNAkG/fv6VAO2DYn0RlDG9JKmBrxV7m3/e1kIjUGM/Pfb1RFDxmXXsdWC9DNSPlgPj3M9yTLlSRrYttmQ+jc/1J/rumP+W8Q8P8AVPT9j4TH/vPclrkmDbgSCY5zJg69ahoJFSpRodtU0T9maZJQmxnWTZmqcjPI6sP0yEFsSWkryHh11l66hl/XXAknm2auBzZN/asy9tmdsTAaAn+HpGHgfW4ogtyes3sIHPVp1KwckMUUMhiQeFEWO0Lb4C6nzTXG7mk1KW52F5ZfjLLWWn8JVTDe9gTIBSGXNJp+J3kMy6snSZaqzJzPxTyMbyqJERQF3IKNKshJyauqE/eWRlUaRZTC68w3cpgXcV/4Op9Z2ddwm8S+BbEphO21PCOeZbHf98vb3ZadRVNmouZQ43IwcYV5a68uTYJH1jJ/1GtVF8Bdx7hpdm17g0p87/HlS/12Fqf8H5rRGzsKcBJB7z5eHAxzQauX1AzXY+4nBRqxxAOHgxiJseL7dxuZR8GESIqSr9XFdFnXMFRhTuA47TucYHzi85LK3WTmlzThzsNV1JesvI1PKSMJI7Dplz+tL4m7nSvTzL+FHm24PIYS60uYKk1PkJmK1IKktCGR4DcOhSXU/fynn4qBPOcn/cac/her/dy474wIF9wLkbjduEk+IqiYlNMHt89PG3uXYu7KDcEIzwmygfbu90f3ujDc7dEuelbVqlulZVVbK8z14DlWV61gkHwc7OAWdkjzP77OBC8DHowgdcFB4qMSXm5YNoS6ChC+dhsVqRLqY3gpayI2Z+VpuVVnwrb0ey5nDKaBX6o0YcIAcLzl6TOBZHHOM9Ds4eR7XHST+S2lkccXyZJvrmhridAjuJC+Y101lCw9A52IGTlnMTPNqODYyUwfM54XD30OqPyHy31+GwBQ6ys2R6JwI/dpoG9HOCr6iD1xNMjNgviMqdpCb4aeVA0Apn3/+j0N3dnW4N6OBmc6MFAaGOIIB5Mg9GMSL/8QzGmJt1ekGJfBO2U1GBjcDnASfWztgjAaTPOIrPz48Ezp5wirfqrScHV+ATgTJGMb7pMk5hGzqxnBwQapFNZj0n2yLOlmDEfAzmhfkN8DJid+bGHKScYt3nlvkFNJSBlCVk0RN8OOCc7gl+7J53cgDENn0G15n24AfdDgSTTsj8fOERCsgtwUOLc21drgj+tAT32tBdDX4RKDgxvyPrYqctwS87ow84ow8PDzjxwONTBA8PBBMETe9XGb1Xk/Nz2B/lvr8Q+PkV+IyDv316IijQwxo8eN5QIsezyC3VmW/QPd9FyK/NrRJycAfbQc/a3NsxZ73652pb5r5lzTh41mOvI/KzvTV1pzU2uWZddItWXdOEXsaQRS/LyWBn3nWCF9Pw2NgvUsJ+6xjDQ76Mu+8H+S2gPTbR45D3zN1BoDF0Ry8mwy3YAEaNyL3HjgfANk+l7CRusMnN6kY3642ct9xNu04JJClIZmzFuukIFK0myE3GaiTTdOD0MYIE2/hbO3uCFAN8gIDxSR6f0Yfxisv8D+YneD8ig7KJtXUusiLQVOwgY14jej+oJxBxYJ06WCYoO8iXch34mR1YZUsTFcptLdt68LpcqEPudQsupaC1Z0/Zstf6D97bLh4ItjxgQ37DxUHMgbV2RnC5rtR1rfy/3y09726JLTTMJ0Fs1ICe99Y5++SO4JKDszN/9ICVCnCO7uYOmabk/bJR8Ldcg39BsKVRxRqwTKzPrW0ce7KdO+Dpz4We/fCIjq2/sBVkwBAlbLxGtpaH7SVBQ1wDa8x/7+gIjz2B9BjDnMxNYoxllLHnjG6bSFt5XzCskH/rfYr5206O6Cr4Yq57bL4H50Cd9SgQYiVQlLMBUfDDbQbnPX/SEfsuY8+gvgLmY3udsSTm4QCV+cu5VvYcI62V4DfaU1IQfEmgMN3URdtU/Psnnt0fgW9zOs/Zn/NFNi1ymcF21appWkV7yiCahVBSi4tK7lo1Z4C3QMNv3qb/mx3eG19J4G9dSH9rgu/03iXwLoF3Cfz3JVAc0P8uHnwMn7QmNC84X3JuOiv6OWtwo9MJ/BE9ZUkq4Nv3fPC89Lh0r96cPf7s1gyiqlKlP3v91ghm5hv4FlY3cUacml0iG6yXI54PAAZNnLmvQVdX6U5/ZzihpgleurwR+KWBMczZwy5VkXF/AwWIcX4kI46LTq7n++VI95hm4WxAcTUi+1c8XmO7phi2AH/ioDv3Kim8u2NifiGLxAGt5MVVDsTHcEb9h2q3u2cCQThSOCi9nXoczYHD/DjjPhmrqZFOedMEFc5AwkFpcS46Aj4r3d3d6O7+Tv7pyY0DQHwr3nWdGg7SFbycQ5jw58FIdDyPxdGG7m6/xaneaU8waBj7OKwzNYVhp5KIOflw3raNWhz3BYGF1cIBIMNSCztNKwI/AQ4GrdXRr61zoDG+M3M4EXhyKvgZCLoccND2OIcHnI0D9HscsgGHY8C598yRnuygNxx2O4IFCweAFpt402m1WRN0WsuBJrfXuVbCeUiJNMXImO1oWuA84RAfoLXjG/Z4u4C5DzhaJ8scvpwajqde5nOkznwGksQTqJlNAneTszoCJGs71QR8bpH9xw8f9cOPP+j+4wd9uL9HL7dygMpvqNQcwpPXEqoEE3cCrm50HnxCs8ep9ps/T4+P+vXTJ33+9Kv8M7Itjvce3i8yYk4DvAtZwZKCry5riW4WBusEHdg5jjJ1LeW2bZQncN51K+pDhyHfhS79IziDgwG7J+gdcM53BEJ2pHsHI5DpCO+YFKY56gQvJ4JTZ/iyfkfKI/KPadPPeXFZO3Ze/MbSatVpgd2YZgsf5i2lOgzP4wYCDKOBzdzjR/DIAB53gjVonxHDSJCix657Wcd+Q8ly3OJg7+F3CGd20AhvMR4cxuXxqUnoM6ttW+beyXw5n3OLXJk/endfw4AcBnAMUwoa+lRKOKteI3bQU5XkD58R+Ryw7S2Bg/2ONUbw8djvIqAwEhgyPvlKSQmbym1WJk2J8YDn7z4OABn22GsfMERQaIAPt7/AQBCtB/8eORx1wsZHdNA0tWyLflNts97Ia9fzq0POleoEfSBjF61toFtpsVxpiQ01dQ5xHQn+Wa5+W8Vv2Diw4n1rZB4MlXk27y8yE+NG+EAnrLuwW9Y3M0PWjbx2VpPec27YIs7qsW/L60gg48jcxJWRR4ZPj6N4ueFYLfqxzSzgebHyXrBUrhu0VWgfoPvMujF89t8iI5D4yLpy2cGsI/zQU1XKaggAddjfarlAPh24G9lG3T6gx733ye1TCcQSBLVuTSixv7qf+dG0xp3PuZrsaclesI49awHutm5knD173xZ7eHp4Imj5qC2BJZcPrP8eWx3ZC+ioVFXKuVbT1mo7eMpZVIZszVePrHrbBOnAOKHvlOhie2TfsT4sw5Sy/PPBpsvqmKtl5j3UXyCssQnru0P/iXHisk3ZvgzWMQpyLcDnCIZpu3efkYZIqRhYEz087LF5B8wC0GkPf4P1ybiEjJISeOCRxPlk/TJH8/kFmO8UvRjDAJ7/YPcVO0zwqvTXZcsck+eMrm1bAc7nVtnQoEvKKTWx7hLyq2tkVIZCtgb+/J1ME/jzI99H/C0lcFHz35LoO613CbxL4F0Cf1wCX/kw5OzwavxV+SpLl9clKspN9Vewlrar5xlngXMJNefwTchQZPCl5Jrfhm9tsq/oT52m5AuEX603G3PPr3aYG7+WenA1NZBycwKYylNyYdAZw1T/KnE9wB3V8JHEP6ccPktYygAAEABJREFUAHwQcD1ZJxfwQQ9BXsp0Z1QFiKuUpgJlH3Mj+foD3j3i0sjUrDbhMF7qvpa5DJqZ/7LTHPyZ07lHGVqec93b1FgL+KlpOozhnvuWFpc4/nLwFUCOxC0Gj7M8K9STVCVx0YMDsp3RnZ2Sp0f5DY+npwdtyce3v/0W5w0HjsOyD93DEVwETmZJGs180LOO2py1wLHfRCBio9vNLcGgW77lx+HA2fBBv+FgXacKHiolpxzArcfAz8F8j5O04xvfYxzUjziQgwbmc61nMUZXV6JsXCl5jgWEpFKqOaBmtYtGfgtoc3tDYMrBkI3izYKmVa6TGB6yssPS45z7bagtTvIOJ9mOkZ30wiPzl+A7KXPo7do28Cxw+OInGptVBIFWdv7ssPJtdocT17TQaRtl5p6Ys7hGZG8Y7CjhXI3IdcTWzgTDaMZfHwn8DDodTyXFkbKMYNTNE8BPDT/MITdZLUEpO7KW+62DQB8/6h64u7vXDUE5O1Zdt4SPRil4STGXlIyOvBNQjiFv6PeDSpDlSY+fH/SZANAn4OnxQY84iJbPEf7Pk32M5nFSVAKpnacW526J7hfYxWJysFcOsiCXxaKFZwO8Z6ctwQ4g5NnJMl0Q2HOAIMa3DbzXaLaSAzrmLQIqOK4HnDzrz8FEsa86tdN6RrZ29vxzMZdDfszPcxwJFjgFoRzwaNFToddpAQ8LeGzhK+OEpllvyIiVA5pRZ/CQYcYjQEM8zzqf0RkyOeLQH7FpO5x28MPRJwBkvnvaBmzAtj3MfBhfSgoHq2nVWWbM3zxd+EEGbZuRQ0Z3ernQmwsMd6L4b7DBN1on0PLbUTt09kzQwW8xPT18Uqx1vzmF829eQhbgqcGQQZSz6TToqAMse2giC5o1Mj//L1z7cLC3ckBijw72rF/T6h2QI+/y3mv5cEBnJ8Q1Ih9sFnlWAGRcAKQTejuxBk7IcUQpKWW1BGMcVLHt3rCfrDYbghcrOUByhpEDgVoHKp5Yr09Pz/BxIMgzaCBIZ/CcCrjuBP0z2M/IOClskzUae4Nt07JlfokeIwHwPXtBD98jAReh0wS9VFVKNblgXPRUuVyV4RcbasFj21kQ+F5g403XqY71lqVUMWbUyDq3bk62AYLPgaRK9Gu06DIBMgI/sW6W8vxtg6ZmPVm+EcBDrgds/+Q1yIdVAnfKSSkVEDwxYzl1XYaHFpvy/rQiXdi+4ZUBMh9HAnR+o26HLP1GksvDcJDXjWUoLuOpmWeuGzkwaZxUa0RvA2utB8cRmUVK8HXEBgUDdUrKyDbDg/eeOvJZObdqvW8hK/O1ueWzgmD6Mt4G6uS1gLTAf0KnAymABHV1YbKUohciogTN0XJFh+Zjvz3wpcI24LDDPvb+XDmBi76M9J2Qnfn0/ML2k3l7gQSf5sXtSNddPewVIO5X5b9NwXMwvKX2tbq3fa7LX/ZP04Q8Z0/YaZr1hp3nFvm0rZrUYkJZde0Bhmu8JW9chlJ6/Uw0fA1e93ov/aNK4Osa/0fl9p2vdwm8S+BfXAI+Ohr+oBh+s+t14zkOt5zFQOz6GSjOt6umfDWlTi6b6JcZmjmSTp/PnG0oc18y5Od76jMXL2ngjMel6pK5ZuJb4y+dX2euphINX1Kghjsa40EBGtxxhPvaFKIbHabjXBzSyiGynO2iPR4zdXrSP6r84DDBaUTTec4134Bp4rD0jQ5Un+ETOhxuhXNCxR+44eeq1+kqH9lrXqn4Nnk6covAAEzIcOkbGT8MIOEOGYVATR+q5MfgGyTuFsDR1fKhvxEO52M4+P77Cs9bnPrHz3rGud8+PeFI7fgG/MChe6+Rg/SIwzdeHNVAINUl9cGvmQ6G5W8BreVvcm8IuNze3GhzswmHZkEwIOesCl6sn1RVcvBFOEMnnCD/DKzHcdzz7badLzv0Q9C0HsyxvriSjAwg9ZOEm9pUBXuZg7x/fuQ3T+7ubvXDxw/yG0p++6DFOcs4mH5D4oys/NOFA07rbrfVs2VAIOrAN+B2ugbmf7JMrQhTAG/GSfd/nR4OOkGfzYq5boDbDcGvGxxVnNWlYaUOR7NpO9WmB2+66EFy0YGopk6y85HqSr5G6FkuI068gDE2FvTreuRyAsYjDhE2MgJCAA5kdMh5vVppg7Pst7DuCQb5j0Tf3NxqvV4HLAkEmacWB7BOteqqyCwlp+w3zHPA8XWw4pmghd9gOeDg27nbIZednW0CZP4DzD0O6ECQIWwEx7uk/ls7o0AHJDVNVofuLfOFnU8cvoWDLKtlBHpWTlcdAbRSvrRRb0d1Rd8WR7EN+SWM4Sy/BXKYAizmdUQeZ/QoLqcjMrOMTujO+nMZ6TEznrSN5tX9WSI1Y4JHZNfheJtPO8stwcPctrKjaltpcyYP1LXqbCCfDAnxJ7DAmvWDXk44xH5zxHZ8wCn2Gyv7kGFPYNVOKLqDtxEewrZYtkZgHWToRIACWS2BxQRt8NLIena/VEh6WAGepYpJcQseBvR4PO7DAX56fCSY91kPBPSeCAbtd8/xFuDIGhfyQzJgkOqGOeUW59yQ1WaX69ClOwzMsWeM3xDbs2YK7LQnaNwTBPCcne4JUtgBj2ACwaIz/CChWPbmH4S+QYnNwS9o2fMpcnstWPae+wp7Xtt+VxtsZBV8CSxHbO9AEMQ/G30iwLXFNntsouib2YBwZF4DAYGR/Iw8oz+vAe8DG69dgg4t69M8jejD/B/Zh44ExxwASRL6lWrvcxS4qYFhrGnG6TqPt60Y1wKbXQXujTbrDetuFT81WzqoR4DDbwt6rXYEiDr02nWtXLdkrpvlSovJ9jN2BjHUM2A3B/bmrQ7I9cQ8izzhi/k0rA33TfQ3HzGGOY8GCuY2pUq2nQy9xcwf9NYE7ZeG5VLdslWHLBrA87Adeu9emE/ssG1a5N8pQ++FDrxhZyd0PIxHKfYqodskyzo3TYxpYw23yk0ubcgzAZn9cQUfm81NvDl6f39Peht72Ga1nmTRggPIQJuZh9dcJaED69c622N7tkX/JNI/kXTg9eBAHjbam7ewg7OHMI47JcEIGSdTnjrPyxA2mLKcunwBrIHeMe764TrDdd3fPm9N/zVUy7iv8Y9IYsbZ+0CL/khb9OA9M+roELIJsjOGOY1KHuhr7neV0vB+/xNL4K2W/4mn8s76uwTeJfDdSiA+33wo/N+ZYaCfUMf5h3PGV+MGrp/6cXaZcnw4Trm3Cee3q6prKlS7eI2Pqrh/Y1eOJo+Ljr/9iL6/3YWTkziKK65v979uMfFriKGvHzSP4aBZX6MGDvEjB/MxhOE6dyd18iLEKP2Rh7mZofSvdJmEhNoQKjwYtROnVF/u12NLdfQr2auna6/hqmnOgqye83PqIXP+LXHqGcLz9e0hlo9F5FSMc37uFQc0OwBVkvN2XE44cf7W10GfJwJA/sOkfhPo4fMnPT09arv1t+rFsRsIzgz0t0OFN6IITkHDvKQ6qeFQ58Ng22Y5ELQkwLJcrnDwF/JPGVocCB8Y65RUVQZxqBS+woifeiLYdNQhDvB7Hfhm34d5H+qDHnR86xtXcj1zKxhdKNDgDBkcQLjFgfzoN2Ju7rRZbWQHKOOYVARc/OaNA0D+dn1HYOORANCWwMcBx704DgPisoQLXjEHO1Ith+EO52XNPP2WwgoHZhNwi/OyBnDk7GgBbVMOzsljJzSeU4Lvuq5VN1m10yqpov2M8k4ExkaCOyNBMhjwTQt80GYdFyjBllqSHZVw7ghirAm83d3d6+7DR93ffwiHygGhNUEg66XDwWtqeIJmRk4Olpk3CMQ9EiRx0Gcb/2PYTn4b4oAjtccx3j4/a/u804GAhh39AefP/UfWaaxV8+3Jgck4c07KXaslsjIskJedbzt9L7DBuTestLLDTB/zWWCh5aJTxrZyzoHZ+jLdAujndA65VVVIT2dkdCLgcAROBAoGgi0xcNpHgk/4HYGTG5LC0TP+Dl0t2xYbWcjBqc1mjS4BBzUd4Lu91S08rizL1UJN26pGhuJywMCBn1PQQ1d8GIR94XyaF78pcUK2Y8BZJm09lgwIfCcVXpqsFrl1OM4OBJW3oZAPwYHVYg1vhiV8LtWiT+tQrCqmruF0lHWzc0DTgV2CP0/PrOkIlGzlt0gcSOjtIE/O8WRgYBC2mGRZ+E0Pr5WFAxe2Y+bqetNKSdGXRHExXePwfCzvngCK6ZfgzKO8rp6fHthbHrSDD/PXYzvuW3ZzIwhMIE5KiflDz8GQzWYj2/R6UwKZTdvSsWIbOsvjj8zBa3XGV/Q7ws4VIGzz2rYNMmuRH7JDf55fm7PcNqK3AXvZY9tOT9iysJmKxhQWlhQdof5yuy6pZi3ntmb/68A/6WlDiv2snFpvrE2vgQ57dnDT+0Lbuf9SSwIwfiNp5f4h60aWteDbdt73O/lv/ngN9vDoOUKZPpXapvSN/lYMn2LWwwzmNVGfsdMWW1kQzLFtx/qDtw28uW4B3QU2t4CnjtR8NtQ57zrzvEB+lmFKdYhiZO3Z3v0fCwzY+RkDTBBM0Kuhl3ODfRZocquUkDVQG+pMW9aSAJSD1He3d/JPV+8JXN8CfnNzw566JhC0hMc1sER2beBBMtAa+FyyvrZPWz2xNz0/PvFlxpOeYu/i8wRZndgHRN+EjpL5BooNV5IIQPJ8ua/s8KXyHyz3P8ejMSGaMj8Ux00+KSUA2Vg+kfBwjeXmzyunKXTYRF8eqhn5cr8uvdS/574XCRRb+V5m8z6Pdwm8S+D7k4A/4ThEXT7kphly/J5yX0leNb4qfKUzVUGD9Ft3tJ85lr3g4vP1qnelLzbTGBMPXS6K3MzGNc45/R0IxFXp5LyhlP6K54SHkZyleHIHvnhQuL6p8w1c136RtyAufa4O7CjMB8rRwaB5xjFl93nBElVvpHdBF91eeL50C+Zdb4hOL4+CUHiR1J0nymTne0I+JXPtt9MZnzFd8t/u/s0W5HSh6UzAjHCchlk28IzsBL0R54VhnM0qIOFYVqQ1digd7STybbIDPf5pyMPnz3r4/Iv8B2sdCPJbAtvto/z3MHqCMwPfOtvpGCfcxm8INiASB0anOFO5btR0jbquU2enB4ejxXGoaavrpCrkf4YPgABHOBA4cQcO6weCTQcc0wgCcbgf0L98GTegSYnMFPJ+WgbnqdYdyxorfNKbQ6odG7+RdHt/o7u723hLx45YTnW4deP5pOF41N7ywIl4wkH1m0DPONAxdxzD0cEYZGpHwokpBcBTAvw3SlJulXFOTW+12hA4uNFqsyLFWSeo0REEadpW/sY+EXyqU62aIExTJ1IgJVCedYKeAwlH5OG3XWIdRNBgJP4GHEec35H50z3uMjYxVwensvlA1rnNyl0bTlbGEcu5Vgv4m/kErSTTE0LiRidRImjhQIXp2rEKvSObAXuJt4AIkh2Qi2XlIMLRdgG/5tFwRGche+wEEjKdbF4MbavlDLaL9SgU1Q0AABAASURBVALnbwKXDdiK39xaOvABdECL3FrmlFINs8QfceiO2ItlZFmdsSE3VNYm6rcTesJuTvDteTgwI9aC+RoJ+owEHmJfgUfXeWxyoAqGc5vVIrNl8LLSerVCf5uwmQ3O6C0QjilOqR321s63+bI6oGGd2eE8I0fjPdtukI9/0nfEQR7ID/BGd820S+oa4UQl1eixsbyAdon+gpcFvCy0WqwIXqxkGyuBmU4tayujV9iX960ROg6k7ghkPuEQG3akW4Kb/omn/yaKA3heZxFMgKdrHjKIOmSwsC6Y/wrH27AgGLDAAbeMctvKtpZSUobPjPycp6iR9XQkYLjdPck0PxFU/vzpZ/3Xf/ys//h//6FffvU+85m25whUmbZnb5AvI7E9gtcBixU83BJ4+/Dhg+7uP0ZAc0MwaEHQJDdZputhnvfA3ItuB43oQyxWo/OcMjJq4dtzWLQNayGrcSN2EAEk1r8DwSds2rYzhlxOiJQ1x25lGgkbM70XcO1rMMqUMvjb0I3peQ6rzTpsabPeyMHYCGo5z96wWi3QaRcBJPNp/LZV87XdP8s/dzt47RGYPhOYysinZj7ea9s2ax5j2oJHy7LAGQlYCi4JWUkZe80h2zbozXo1nwt03RLAb9HzoqPd4DxyawkeZeTmsbkQQsbIhr3Jcj+zLkfLKUGnquAJGbh/azm0yl1WyjQ2QJ2Cl6Zp5b14ia2tkEW8QcoeHSmB+zXBoYWBNeA/eO83hua5Cv1aPjvksmNP8p79SODnmS8vts9b+Q2xI3vAaJsQPBlSgi/TriSluMlM9xiymgr/gIl1aPgzrLn/WyjjXfvFhJEPtyXzSjZIqpRDb8gP+2m895GmhF6xqdKBnoG40Hh/fr8SQNPf7+TeZ/YugXcJ/PNI4OufOW9r35b/G/PD0Xg1msOI4tDvhmt41WsqVKQGkt+9javwPfpw5f6mReoWEkn/nE+OEZo/RJz3LEYO4z74+kA5cAA3jKSu1zz/0tHPCYp8psKbM835igYynwnS+XLQufQoEh3BMNIe6iRPliO14sDq/P84XPH0NdxjtJuj0uqiAY7iLrW0IzvB78x/qa+C78Rk7bDVKalKots5vj23k/9M0MNBn4eHT3r49Isecdie/caAf+4TP63Y0vdA8KGXdWMHiwgESMrtsx9oQ4oZx8QOQjhYXScf7O1YtDgBPrjXNcSrSiFQ+PUbEQMOzYBT3hNoOhwP8jfdzvc+uGPrI3NSYGcsNzOFf24yI+3RrOmiDp+7FMg3OeEwL7XBgfQ3zB8+3MnBoA6Ho061BC8jDozfHiiyeNITjnIEgR632k9/N+Jkpx1+QQk5ntwpeBKskUtJdmYc5Fni0K1Xa+ji8K1uSA1LnPelFk0ny8HfoDoQY1nVdVYNL8mykec1EJDqkflRRweBCL4MwIg8BngdHcSAl1PhhBHlnoaLKEKp8BNhwKpzAMILnp1Ch/G+/XdjSg1dfIN7hM7JNHHqYl9jMThIdtjvtcMmttjMFkfLMosgAk5zBIv6QeMRCBxjoQbyNIHRi0IOwHFNhiI/10d7jBJF12dSQy3LKmNfoIpucxoFHtdlByF6eDJ/B5zmPXZlG7MMR/PGxMfr/YTxEOIGC7wlIDfQBRoc16bN6hyMwm5WOMQr9LvZbNDtWgsCEW3TMrZifZx1xiZH5CXAqeFMkOpMYGQ8nSXydDRFwUZJv/Ksk+efcNgBeGi7Vh0BIa+pFUGRWFfw0rK2UoZv5DZab15LBFEPBIC2DvyErrZywM4BjiNyOR56nXCOTwTSikxOL7xA1/bZEXhbLBdaEHQqsJBptW1DcKMGSMlnaLt/yhUyAA3ytU3ssJOn5wc9PnzWrz//op9//k/953/8P/36C3sMdf55Yc+aD30wRlwjc5Aq8CTl3EC7CxlvCPjc398TwL3Tzc2d1hvLfQU/nSrWjm3cgbWBz4rB62Q4I2JquZMU+Nqcg+eQW9uBP1NvfgcN8NFj215v5n3A9k9eO9YhMgUZWAoy24ahZt51Sqxdml7dlUImpofNhOzQ1yZsZs1etCEQdAM4XUWQuARhljGflDLYRvbbUwTI/HbLlrW2JdDhIKx1XKfEflOrCfk3ytAyT0J2ulzniW2nBnDaNm33jHf/nFtoNiHnhYNQyCXe/CJtA6zjTg4ItdBqcw57lIVqPBjwCM6w7SgLDhL81MoN0NbIPKvpWmSdAmpxedMhQfoyLu99NTgb+GoS/aHTTNA5pS7RRhfmdEIuR/bmnRz4eXp81DOfVQYHyU7o332bpmXPXWtte1lvkPMm5pmxK034gnjw4YexO/3eATt+O8W3VcmyMLij04SaEh8tCf1noEGXeYKa+iwe8vUWleve4fuTQPr+pvQ+o3cJ/BNK4J3lb0rAH0aGr3eopurzlP755IuRrjBMqMbpUOTiTM15Q3zGOhPwG9spE5jOx/gOFOhfnmTe3MZSoDyj2dnI/E8+Kg56VUEY+Kd8qZmebjC4OHPs1OA6ACH4sEaOoyTHQSY6xCGeQ3mkJw58Z2AE3O6eBa6wUOHSBFMSA2gpd+GvgusEVFVFdRInGNJyexgUFCrjUCtz5MrQJ305ApWev/3ElSodPLbkXj1dzWxe1V0KyOOSd8ZkzQd5jyO53G4ylDmQi7EJLg2eWjX1pWzH2VAntXWjjgO533JoOKTrPOiIA/T8/BRvAD09ftIzh+rd7lHb7ZP2OJJ7OyAcsp3u90+KN3V2ex1wNP33Fnq+8d/3ew7lewIXB+CokeCBnRWDAz0ndDsCGDF8nVXBT65r5VyrNsAbmmbsST3OqZ3DHpx9f6JuQJ0joJgfD2eUwCEghfNZyXnQgN93kZidigVO8gYn4P7ugz58vNft7Y2WfLPc4SSkKsHSSQ5w7HcH7ZjvI47z49ODdnyT3OMw99iiHcJJFXMiJBugRM6As5JzK39bvVyutMR5XvOt+mKBcxfOeqO2acp8Y87MHYZrQ1VJOJwDDox/5nREBg5aFBimn0NaBp6XgTmmKyD79o5ePCz2aKM/bEb2MolSiifNpGd0N8iOlHUo1sIZZ/hIYMdvhO39bbuDCrYH8kdsZxiKzs3rCVmFnsHk23MTUjIkiAc0yGuGlBEfZfr4SeJhsmft/zHIwY0GuaZU0y+L5es7ZGV5GZJeXyO21xM8czDRNmoee4IdA7wpJv4ilLdjYVEQ4oabnHB24K/Oyl1Whx111ulmiQNfnPgVzn2HblNVwwqyQ4eW2TilZ4Q/IsOog/YYG4zK9ZY4tV4nM8hjqYOh4Ccjh8za9fpt4cXgugTTRjXSv8dujqzLPevTDrLX0Img0OjAEzxV4HNfwYf7j3NAkTQCu+CwDoyzg17HvBcRCGq1IABWYEVgxsGhBU72ZNu5VTbAi5jnaejlQNOewIX52LK/PD89EhB61AP7yzM2tGffsE7QRnCVWMumXcpUCdmnpBxz7aC5Qu4bgkC3WrOel6yxhQNwuQn5eKziGhEdAB8uJvAaMvpsM7okrd1AYNc22xOssrx65BaBMWydRUCPs1AqkiKllIAaIgaRUoz7NOmXzlEWFlro1cikjiCLgygL9oESEOpCbg5GzRC6bD1fyWxbLj1BqS1r7GDwG0oEMke4yXVSrrNa9pC29dxr5q8AvblGI0OnYwSySmMiycihbcGBbM2T3y4zL63fAGo7eO7QNzDlW9Iccq6ZeQIDt+dtu3IKDWrE1FUl8NK3za0y/LXZMs+qa8aVW68u19GWUlJiX8gN/QMY35FnfJ3oxKBh0tmewO72eVcC9g7as2/7j1gPrP0KfTddS9Bnha3chM2sVmu1yD/nVqYDKuaBzJy5gGnMcKn8B894tRjesvm1urmP22YIc5sbXqWW0wtkJfSQ0G1dk08JOTb0t7xINKfgM2pXXdVF8f3x3UjgRdvfzZT+OSfyzvW7BN4l8Gck4MOc4c+M+eN9/dln8LmLsxrJG1qXnbOSD0v6nStwgcW3u8aBzogDXDPBBe9U/qPJXzsu8DMHp38NDsZwe7TinBATZXYcJotjcuIQPwDRUPq9en5Zz1B6fFlP5ctdvWSdu/AwqcmjI+uMO7wC9za8qvyy8GbsJSh03TP6GNcMV431VR39xpgYmdkIQmClj58e6ZQzGYeyuSTyPqS9QA6HoZYdSB/269pvLYyyk2gH7eHzr3rg2/nnrYMfzwRAnrSNn3I8EggyPKnHaetxTDwmUvL7gB14DrIDOjiIMR7xoUb8pzPg9FTSsNszTkJSDT+ZQ6X58qGyYl5nHJUjznq/7wkoHRRvloBvnB0MT5R+CWCGzDGrTjNEIydQ7pCZ6JLUQGO1Wck/I/nhh4/6eH+nuxuCQDiPdqTEQjyB/4ij7J9bPDw86tOnT3r0m1A4XgP8BP2kyzVrwylEot48JZSQVJwWO+stjoidp0XbqSVQkHGMUqqVKvf2yEpVBTDujH5PfiPKbyAw5xMBCwczRs+lEJLoxyO+cC0YFNfFxsjMXaOBRwxxqsSziqemy30L/rGsNSrMX8ZJTnVSlaRKXDh6DiKEw4yjbMf+gGx6HLH+0KsnENQTLBtw/MdTD66BQSDjiTZ4Oj+KqUPfnE9Qi3IBOr2+0QkiIS5ReBsJUoyns87Iw9jcufLjDZwiYHUM+9nD0x5+wy6xLc91NN4YA14TiPybB/NO5ozUssgI0Y6p9bkg8OCfp6wJ7vnvTLmuxpZl20ZOcAgyPwGCLjCMPKAF3zQYq5MJIDDlbIP0mvqSCz6RGV0SNpyBtm1xzlt1y5bUdlYr4/D6vwAbmd9A4OuATg77Lev3WT1ztx2dkYmYK6gKNeOGV4hptJ1RDrmQuo9pGdrcqoNm/FSnW2hJMGi9duoAJ2kEhVp4aZWRgVkxnsGBKGziAP0dvDjg4wCQ39h4enzQI0Egv5nlvrClEAoyLhlzCptmJE1zjPVD4Gmzlt/o29xuwrFfrBbyukqmTV9GBTqncybQgDvBXEqJteOaUUdstWc/2x+QlYMs8DogP8txtN5mBMgk8PnhoQBoXHqxTfqiMerOE5Bcj6PoOSZ48BtTlm3Os9w8x5kvEfA+su8dYk35b7Ud0OeR4M+JvcG2VKUkzyNVuaTwU+RGJtpMrKLNUJPO4HIlyaC4zKJ1EBA1lVJOmvlLyNW2n4RObF/skV7jAzYzeD0yb5qgYZ6kzAK3HbRtg000YTu23ToldwMJN4s36BXipcKttRS96Bvzi4KbJ12hn57Pmi0Bu912H19AHNh7BvZK2zHDlGtoYqcr1uZ6iY0Q+Fkt1mqx0xYbSgmZKcFvhqIJGCryojaSf6IHgvwqt9+qv+r8qgsF7tJqebzIAkkhq6S6TsoIOKVGGftw6joDC0rv199HAn8vqsVK/l7U3+m+S+BdAu8S+MMSOGs6e//hEX+m4+Wz82rQaGfgqqyqojRB5CmK8h/cSUcftDwJEzN4OFCGg8e4Aqj8vdtn1N/r8wfn3Th5AAAQAElEQVTb0x+hycGhoEslUYp/PKZyScp5kJmS8QFRIcOryVoGpevl6VbD3OT8mXGjgXm6XPBchnwz89L3HOgY/mXfeQpftrzU/JE+L70jdxkyZ0i59VZG0fmLxxj8flFNreVoEHm3VziRXdOqIzDRdRyWOaj7EHci6OBATrzlgcO22z1zwN7piIN0OO5xpifod+GYlH47+X9e8d+E6enX4/Q5WGJc8U06DssAjDifo51NGKgM2IMdjA7Hsu06HAXz0yjVVXBpx2KPI7YH5x4ncsDZGLH9EbsQAgm5gMdpHWkSKMmVm1ATjhkBCPq7T6JxRfDl/sOdPtx/1N39vW5v7nBml2pyExY88s3ykUCPAxuPOKiffv2kRwJBe5yNHkfR7QW7MZbcq2f5rR5VSXUyZHBnDss4ye2COQK5o0xdyvBbA5WYjm/GVBJO5xl5nY4DzulRR1I7fWfmMYZkFH3jAY1UT+WogDT33I+s4mBOP9GegKiLR+IJ2OCN2wBtQYNa1exPDY5UXSeRpe9ZoRl0eMIB7NHJHhs54JAZXB4ItAxuA47WlwG8xgkCbhMj8e2fgCQyBhImD4twGLy6glG2GcC679FL2NdhkGUz4ohaVqVnJZZ6ycbzjO5POsaYvfyztYMdaHgecBRH5ugBo51X8we4LsB5QO5zxW6gjUephFN0hx5ZS9k2jA3lukZGSalKpNFZM19nMiPytW5H5DLMNExn6jonac68SWvKtdIkqkSuANXlhrUzcjkhf689BzeOzkPvfCIqiO4SPRMBCFiER8YjunFaVyM8nQDQ0IubvEwlpcnxoz+OXwQvsF+v39xgx0BjOeRq6lcxSlxnjfAzQn9EFwMBjB49OKCxI3B4QB8n6kfTp7fMEbTEFaSdAnFP9Nq2iXW0slOPg78wLJbUNTI/yeMNMUhIFx6QvYtuMzS0c2MjQwRaevjYbrfas9/1u7385t0Zu4P5aR4ebZglM76pL20jTHMzDEui6whdEpiIpzsBSeYhOaiCzNo2q81ZmbROaIfbeAZkZpvfI694MwkezdcJ+xV4E4sygyMh85SqwMsjblCQTnTS6xTi8O46ulzuceJ5iNTVCZzG37a1Mvx5nJBm4e0YchuwqTP8jOjPY0CsqqqU4Kltajko17atcpPVNHBVA/I16gSuEzI2jKQz0OAORqXyKLwd2H/3z9vYj5+eHvRMYN6fT0eCP/55ZU4pPs9sFxsChP4fH2/WN9pgJ7YR85JzwzSwV8stkTImRTrn4Y+6YOCf5/E/wGmxz3jGY0KJLEI+TVKNDh3Ec7mhLBWZlZ6JxECiOXX+Hb5nCbxr+nvW7vvc3iXwvUiAUxk3szkD0339QRdVV21R/p1H9WX7tzG87uyN02AMJS1Pl38PvmCbg9RXx3yB0jwYvtb7W/Vf6zvVvRnyBbmpG2cIfXkmeOmdaEx0cjoNiWREYS/gKkv3avag4HZDAZq4OcDSzwdSxnNOps211JG73BTPpdFn2kt1ZNydjFFo7kPZ9yt6rvgG1HP9Hx1A/7mr02SZXOpcouAb3ri/onHXTh2cBJQ6i6HIkUnHpEZlDuk+2C+XnVZ8K2pocw7H8kwQyE6j/4CmHeceB6THcRtw1OIPR+OIROCHoMg24Fn+WZjrroM/gwNBODFHxh4PRzmIIehXdSU7ix3fxK755t5/R+X2ZqMbvs1fr9cc4heqOaB7kifG73EUw/E33X6P43ECBtmBHnA+euAAb3YmdwSLdvD0DOzt0PEN8TNBit0E7m/RtE0TgZ8b6C6XS2i2ytSlnHAQ/HOwkeDLoD0BDdN/3uEcmg/4KbIssjWuxINRaIwMd8jbgST6Oghy7OGVvMcJp0oMCHsn71SVR1cSZVUg4Hag4HQ+6YyDNQLme0Av1sGAI3QA7FSHs27niTEnC4x05sz0zIsdqpLHkXKfuQN9YYWnFP3iIbkuwUvDgb/1T0HCLhIBoegqB13OBE6OyMZ6OVgv2Ij13BOwGygPtAVMbwGdzCP4ueHADIyFDiUFTHSjttBhiE4hx1EDQZ8enD24j7YrB8jocLY9le7lSYDF/HnZnmkf4GePgxh87vfyW0qW4wgjAabtPGmUmVdIiTqqwFl4JRPFSxulGkHZjnNq1WGvObeqU61UVZJBpJquMym8nrHV0QER8iUFP7cS7dNtvFO2JFdtUfG27MqrOs9jQD5H5n46npDhEf1iHQR/KguG/mYv2+5SBekEiIvZed7krBPjoYaxZtBAA3TcO5HGIKdUu79tMbLUJTpk1lK2XOqEXCol1n0N4QRNcY3o54Q8BmQxQLfQAxOkKAZd1K+RR7TPKe3GkVKSZW5okX0m0NCyp7RtQ309BaI0sVkpMipX0GJNDuwbtqmeIObRYJkhOxZeYWSSV8iB9TgOZ/Ydy3QM/sxnwVie5gm2VNIKkgZQyQDjpPNd+lX0rSRkUmMviAR9Dexvxwiw77HZmS8HgkfkJfQorhgf8kyKf1HhBtMivbrdRCdoQQr9OE+Ou7r0skwGZFxGY7BmN/r64W6sQ+uKgGLIDNkN5AfsGWHIOCvmYF5sW5l9w9AQQErkU8pB35gIRYroG8NMZGSLKmDaSNZdpImsZTwSBB/Qj/d2/322h+dnPT0+ard9JljXM2xUTfC16xZaE/C5ubkhuH8bb4etCAatIkC4UNgJvDiAmVINPwY4Rv6FYHpFuxT+lZ6WftGJZ53qpMaA7iyz0Kc/Jykn5Ke4JplZqacprzpaikyn7Hvy3Ulg1vZ3N7H3Cb1L4F0C368Ezr8ztVftV4Xqm+Pc6czx50yPCZxQenvHpsnBzfWpilI56zhrcEOAP4jjbFNKHL4iE483yD3OEG2/8yhop05v8Ey1/+3kipdX5L6C2O0+5L1tSpxar0FIV0iq1InLRAyupRj3y3wCL45aVF8epX30wT6y3+jlavfxuOjnDFDIkflv3IH7D4w3rZDBt/oaUQHLb7R9UByZc5QZ5rriaJ44bA9uIWVC4G5wlBZdRyCk1WrVarFoVGOXIw7GCUfoiLN94NB9JIBzsrPkwz51Lvtb6a3/ZxoO4FsCLVsHSHC0B5z0k/tNYCf04OAA5ZFABixBI6nmEO63fpYc1jcEYTY+sG82Wm9WWsJTTjVdz+EIHcC7h+6e4E4fTkfPHE60ATjsA8EQv52zx1naE+jZE6jZOwDk1GWCQNsoH3AmB9l+fJBd4Cxsbtbyfy/ctK1c50OufYETshyg5QDYFrzPfPO83R6gaWca1i53wvgmwDajGuH77/f0u15+m8DOpcFBG4E3+mDLpuN8Rb6qkqqKHOA6NMTCP9P9JAfOTlPwpyf4sbccgB268dyP0DsBHsegkkzPkfoB3Tm9AFaQaE+qZFkUEFdiBhV1WZlDvp2pzRJ9ECDs2uJUp2D6jO826gQvlvsJ56zwN8gyM092EPf9Lt688dwHAnfjaEdtgEWMVOWK3PQY8H6H0OeA89vH22Zby/3xQZ8fPuvTL5/083/9Iv9vdf5jrz12Zbssy9QSAyopRBgPSEVAaNSIU3/CeR5shyGPk0Zo8UAaZ2QME8iKAoPI63euuQtjRgaN6HUkf3YaNKUzqcvkAhlN9DxD8qwzfSmIQiROo5MfM27nkx9CL1PGRY91GiNHjU6NnLrCC0/m6gCL5w2xoBMpfSwa67FClwm0FUA1LEAYPJ4HHrmrSh34TZLWqIMZ0jIonvGgarpne3IQoK5r1SmprqsC0KwBobQTgYMTe4LpGbdBpi+ZInCW2waIX6fMDoEk5VwrATljm9hnyxo2ZPYWQ0q16MhdkSrYTs6BD8QR4LU9ODjYs8ZtTwM2NRK0PGOLgscUAxgEX+ZjOA8aCZLYTo+kxiM4pQcEEjQA6CbmmBKDDdRGe0zQuZKhp6IP7XVKiNzzHdhjBuz/gP0D8NOz/x0JoI/Y7Zm92RiuwXhANFVVEzsjrBU60XCVjbIfZs8p9C0SDww5YzveMwb0M5KP+bJuvPfGumbv8X7ax2fEUUPo8Cwoi2kXVphPKZgAhJzMcoo8j1qlrxK2UUB1UgLgvgR9d3vtnp/kv8f2+eFRnx4+yf+jnP8+3R6djdCuIOrPkvV6pbvbW93c3JXAz2rDZ9oi7ARKEJxvaMBfIkCZEnsdNuS0gHk1zH3/WdOvKfzPziWpVlIKWVlOAJ8LCZlFHfVuf8GaXrLvuX8JCbxr/F9Cze+TfJfAdyQBDubfns352020/HYrHf7MzQfodfcUR6jrGudN0R/mBo5ocQD08Yj82wOVu8+Q5ozTyo9XULC9VH3Z46XtW7nLGGdmenMag95SeVuOTq8fHg+UA4bi8KErubyIjIOJykX3kuHAHiLhNFscLOhxi8N71E+9XhIfuC1H10RHZwDLnDZyHirjraRCsTxp4i6UR1oo/IkbWvD4whPly+iC08Wax0spFSpUcJOfx2AL4BrjsI7zMKWj//YOh/bBQCDDB/ee4ExPfsSR8MHZB3wxtq4bLZYLDs1r3XCAvp/+C97VaqGua9Q0WTWHbNjhNr0TThAHfwIAgwMTTk0HsAMx2kkKwZ3Rn1TXtToctNVqqdvbDXCjO2gEHZcJAPnwvvAf0iUoU0PvhdyZb9yHEmyA/z3OR4E9DtIWcHog3QVsp2BP/CSNvPv6zaQ9zoIDQ56/gxSj4IvD7JJvhlcOQq3X8c3xAh67bhk/JzHfVVXJsnIgqycQ1sODA1IGO0kjQQTP2XJ0ahhwHg8EpXbQNDzDh9Me2Zcxpn6WhZOYaEpo1Ck8Jdt6RQabOxuQ4xk4gfOInIsePd+titPaa8Zp2sbs0QaXTxN/o+0CeLE5eiTBQgWQYlEUBRtApQanaOm3w1ZLLRaduqZVONXI44zNnHC8TPfInAwOePntsBM24Hn2BOz6SVeHPYEwnFj3H4MBuGQ+8gUu142Uza/B/Sxfv4H2vH0i+POoT58+6ddfftUvP/+sz58+ywG5A/hN13IyqoqHISFD2OQpJercbp5HgkBn+D4jhxHnfUSuo+nPMpp5Y0wM9OAZXBfgishEEMxveA22CcDz7dHRmblYPmfv1XzWcJcBwVE15UuCJMiUJxnMaCQQ4JzQS4KNAmSi8gSPhqDLOvb8R9KYB/YSnaZHQpl1BF6S6pSUEIq5T2aIuYNK1NLbtSTTbXtMzVyXgqfQkeWE3IZ+kAN/PUE9vxm3I0i3IwDs8oD+zY9xV6lSBlLNXKoZuQQbqusEsK80tVIyJHgRw0pHSwTVUBZXArgj4cFc5N6kaQKQcFcTGFfpF+2K3tNzZD6nKfhzYA3ttDfvBFN7Ahon9jPLklVPf9aoGSE3hs0MGgiIzDAijxMcom56TDdkIwdfTuei8wbPyekXQMNo2aLLfl478HQ4bBVv2LH3nLBf8zaPNYkKAk4LeN6WoefoXmfmOk3AxQukcOzrS9kZjzEwo+CFFF4G8v6cGJxHt7Zx76N78xbrr9eITExVqiT00Pr0MAAAEABJREFUkqxzQ5Qqnm/vK55gogZCTynJqXuPCPXIHnqwjWFfj0+f9UDwx8Hfz/E/VD7rcNixBk/KIPA+vl7dRPDn/t4BoFu+1Fixj3fgzIIto0VbUzblqI89LbWRL7ThIXoi2Ei/88cX02T+6MFSSjX5nGQZ+YuRhs/LJllu1GNB9SxU+Up+TFBP6XvyvUvgWuvf+1zf5/cugXcJ/LNJIM4a8YBzUm4y5bwSma88zoqjjN5ePjgD5zhony8ff1X089MQhfJ4VQRpqY3nq6aoefMY57J7cgifi6ScyRQskP/mPY3/+gY9XnjX12d6wW80AWfF4Wk0YfJyGqBvXB7lJlIzTOLSV2FqG4OC4M1cV9OhrFYcQHBInSachcwBJRmip/uKa0ICjoLHTBYoLTyDj5EvwqnHAXLxeh5UXeEh++qe6VBJNkGb3Jubhlc1r8v1q7bXhYuGGcLUmLvbKZDEXJ0FuPVCevRsOeSfcEwGAiUnDuM9eZdnOOKsHTXgmPaA0wEnx29DnHFqBIYW2S5x9DcEQfxTrFuCQGvyS7/5QUAm0x6HQXgZEdKI4E6MPeEQXMMZh0jUK+wCedO/Ql9Nk9UtWq1v1rq/v9f9h3t9mODu9o5D+yaCL4VeGwd6y0Dw5hkap52QIw6anaPt9jn+15et3zwC/PMz17kceQIvdur2OAh7vkH3H5mNlHr3eWJ8TxuCU9O22qyXwdPHHz/oA/zdfbjVLQEq/4zAcujoU0nyXP1m0fbpUVsCE898M+1AhMH/C9oF4Gmm80TfAL693j49M+6ZQNUBnfQaCEaMlifzFDKzxEb2l4o1WaekhgN3hrZ/htXUaJ7bcg8Z7HeB6xH8/ltFj88PBEWetIf23m89AXbK/cesXe4JUNiJG60f9KfpGk0XwmPw4EqIKLHmGvntMP8tjdvNrW4meSwJ0rXwVNe1HOAwvjN6P094x8B91ohT2BMcMq9+E2hnfuw04tD18BJA2W83xFtS1B3QT5HhlnnsL39Xar9lrpY1c/X/HPWEQ2jH8Ig9n4Kerq5KIsJQqVJCZhVyrCvmlCpmCF88zaP5HuF7hO9SHjAHpAA+nqLAjWDENSVUXgojDup4HFlXg46eJ85wPznpw4Tz5D9UzVaDiBlXAfN9nacO/MGDcUaRCtLLDfv1pQAX5hHerc+jU2AMKOPorsR8q6oirVWnmrRSTflCGTtTYUzzlcgkxjUp0b84elSVO2gyXwIBR9bhEd1ZV/uLvRFIwSYdGBqZv5CzQFjXNfRT4KiqM1ohC40K3di+m5r1nk2rFkSBGOlO5CtSbg83T0ZIPk2pnNJcZj2Po8J39Jt6MDZwU+++I3PoCbLsCcx6nW7ZDw7M54j+RtZksF6lwisysm5O1B+xt4E9z2AcrjeYsvF6HGKCypmqMezH7eTInwNoIKWGjoOBdTLAyw778Trd+n+yenjS0+NT/C+M2+cdAaBepm8aibnUdZJ/wltVNRLgk4OGcQoeDeAbB9M6aaBu9P6CPmyTbutp99x3M03S/rImD+qx5X3wcmD97VmHz7HPzHLao+M9wdwj/QY+R4xzJNAJGXjRy0VFoXkk2Mbnj4M52M0BODqQFYAcsPkTo0ZkEXAc5J+6HdgPvIc/Iwfvnw8PD3p4fNCjf/a1e9YRnkfWVwXVum7U8TnV8YWFv2RY8Fm28mcXgesmbCvp9WULSnJQIyXbHvmpH+KdjEb/YtdrGSVs7LIPIBuvVZ+/CjSqE/1rRES/i8Ci7Af13Ml9SN/v71cCWMH3O7n3mb1L4F0C34cEOCPFRDga+ZwW+T/7GH0YBHzPYzlTK3GgLeDayo/fBndhYKWKfoZvbaMJ3Aow06MfQdyzMTBcb4EZcvh6W/tS5nA6F6o5o8DqUvgF30IdHaa+0CiYeMYgN87wgsA5g8x7ZOIxd5xS1wHcrvDBYT5o2Nlsc6c2t8q5ATiw5VrZsguxMciHRx96OdiPHCgFbyZnXAFup248cyjm0OhDvg+bwRPs08QQMkjhDIAxhhl9Qk8yUDNWPLhHcegmLTc6iox7O+O0QE2xpm+dkmry5Z6xl1LwMGdh+jVmKMVAxjAHAaMdPeY5kA52RnwQ53A9DAfZkehddw0c0k8G6k6G8agT40ecAssAzEp1rbZp1S2XfGu61u3NDQEZv/mxVNe18h8CTponjxV67AXHEbYGgGM8gjwzB9/iYtrKdQXurAWHcweY4s2f+9t4A+j2dqONf/blYNOyI+DQqoWXnCZaRsScQU5A4YhDc4xvfQ84a8Uh2eKcALu9/BO0J77Jd8DjQOpgwt5vntiRIN0TXHCb+20JIOypF1fbNVpv1vrAt8Y/fPxBHz7ey98gm8/bO/hbr9TQxzZpZ8cOkB0SO40z7AlubCeIPAGLPeD2J4I+Dzh1D08PBK3sTO0IAO3D0RpChtaAsDqAdRTyw94Sh+4MhF4IuFRNExoY7cDhqHr+T09bcD7q6eEzQAqdRwdKAAd/zMueQNUep83f3Ie9YDeFoiT0Jcs35EzRKdWhN2h3OFWb9SaCPx8/fERGH0JfC5wrf+tOV76Bxx7geywzkOUkOB3BNYw98zww3522yGOPo+0/4mrenuHRP+t4xKkreeRDEGt7kdMzzieBIJzRHif1gJ3beezR22B7Zp2foHuWr8SjmjiYaqoUe0UHr0t06J/7dV2nGvsqPMIhDnKPDoyzN37s6oBza/DP62xn5vUC2I2DHgHY0x6d75DtHme0h68e3Vi2uc6qE1AnpVQrNzmCeS167JpWOTeqqBfXiPy9Zg+MPxgPtuyfDu7ho5+Bth3Qu9106RM8HLbqKffw3jMP45KlgDhSDd1cq64TQIpSq2ld2WE/4YAbevYO/5TPtjh4D8UmPAdYm27kBI/eb0ZoHHHgzYfXU4Ed+j1MfPTsQUfWaY9ZsR9MGEpS9IJpqE5JDby1LXJhf6mRR0pZop6HXl+J4gROxIObyrgLr+XpCucC4NllMeck/wOzx1E/sH/12NTeumOv2NkuCQgXOcRoeKwYJS7KjBmRl9+2OjH/so5OlznSLAovfWMIKxlZDsBoYD1QTbcih6jDXix362APP1uCabFfsA4enx9LQBcb6wlij6xbBquqKoVOkV9O9Twpmgo/xjfQd8C2RxjzOOcD/OZW2FGPzvbaY0971lfIATu6zm+RTeFnyx7zxPpln8X+vYce4XWIYBg0Cf7INmeoxGV78dyHsIXAzby8hvbQKPbKvoDdXXh10Af5RuCH+h6+vCd8JuAbP/n69Ks+/fprBMS8t7sfhNSwrlrspwMWQFtzPkAmadIcIr+8Tef+inqMwLdtDXDfRFra5ycd5uy/RFrmazkE1El1SizHpEzasJ/lnCkbGs4y9KdPkaeurvoq/579V5AAlvCvMM33Ob5L4B9UAu9s/UEJcPzift25HMZe132lxKErat3dEIWXR1VVLwXnXJ6qEgdQV/0mXO+iE4+RRH08ynAqOdNx2CvFl+frPq6nqxPFmafkvngmVa/r3syNc+vlbBcZHK5IOeydAUV5RjENNoNTFUdBcuak5Chc7pTEgcJF2rl9WHMpwbDB38750JFxDjKOU44/7tmpdRlnIYEAFB6CPM7AoJFvaXmIAvUjmKBBTuYVvkYcnDOH/5HD8RneRyY4us1A/gwUPs5loPUInakApopmqJpfSjEBipFeUXPTl+COL7UuXcOlxbjhtcxBHLYUmAVl19kJGwnkRLCHg3jf7ybn64CzvePQ3eOAHVSc5KPO9B0J+ow4BSU9gQZZUSYzka2YQoNsWzkItCQgs1it5T+O3OCwplxPTIxwAYMe66M1spRlZvnRIv+vTqQWWc4MwQltOuPsIqC03qzkv7mzWq20Xi9l53zRZTmYkHNinsg9cJ1ANQHllFxvukd57iPBrhNBkBkGl3GmzjioZ/ga4cHyOsOP89cQztEkD4gooeMOHtebtRzwuScQ5DeU7glS3d7d6OZ2rRLwqEA5yA7wPv72EU4RDsp++6gtqWHv1M5ktD/jZOEcE1QobyLhdPl/UaPc23kiiDEgv5H5KUlVnZTbRg1Bl8UUiFvB0wo5tQTP2iYr1TlmdmKuPfM33ggymYcZ4MGBFjtv4Xzh4PXYyYBjNSIfXdkWEp2KkVNc8OI0OXBHwGQJ/fhZoANjHz7Ib4etCKh0fLteYRdIxd0vUDHe+jfi0XzicJqPbchkp+JYOhD2jGNp2ZXUQbUZtjEX99kiwwN23csyc2DmAL74+RNr3WvYlqHYx7w2JYtTqSryxAg7zwF5WocNtuz9RCLMypQt/4H10UcABRqke2QVTirOqh3WAji/OLHm3YE9z8fwjJPst0j2yNjjrBcrqEaXyZBq1fBgmqbdtS367XBcGyWEBAsaQkZDzHMPzV3AVgcc/90MDlJMYMd4R1BvC7zwsgfPEZETdAGpcdfopsZebDOpSkwZqCqdK0XQ7oDTbZ4P8L51ICkCGz14etrL/jBiKwUGnQ6DDtjuHp7M595zN+Cs274sQ8uywEkD+jkh2xN7hQNNJ2zdujJfTduqxc69/u3Ae/0jDrQCj6jw9T0yr0EDtmvwPuY0foaGLZjuWxioH7B31w/wMMDDEHI+yXV7z9n6RKbPz9gkAbXj4ajheOIjzXCWeRV2JL3wBCfwImCEHwD5DPA18+QgnIM5PTLZo8c9srKeDHvo7dGZ834DcU6fsPWnOZDr9PmZwM+zdrudHAAc4NssOKjYsFd2BModmG3aTq3tOdWIC3vmOfC5NsCPwTwZXFfSAZ57WTa9bRzYI4ce2GP3PTIr9Ud5bzliDwcCTw6ERrARWR2Y05F+g/cv9Kl578fmIB+39ejMyOerP4N6xuwNBIB3xoENeR0HHnRkXgcCxZFS7pGd+23ZRx8IbH/yTz8/f46fgD4+PGiHzTkIZxq5aeT17eCP96O2zUr+HJlUdvJihDfUhNKSxQg4dYcpJVty5Xmtb9P4V4GEHDxX71t1ysrsWwlwkC3nRt5TDHVNR+BFWpQ9UHU8XSrgZ1S9P75jCbxr+e+s3Hfy7xJ4l8Afk0Ac6i5dX5cu1ZF5aavCuYjKeJzL0TDyfkQ7B2tuihVQ7sS4VLIiy8FDv3FxSqG1PMn44OLkC3APw1nlUHPVwdUcyJxw2rlq0Be06XZpr6rqkr/OxBd71xVTPiTjhyHqLhkpHPWo5FE4IRN3yCIedIua8vA83NNQanj6NAKkxEEkoC4HEKXpXyUydOQOBBzNmdTIoXSMMjw5JaFHiMPBoWjHMRnPHA3pe1HlK+Ixgkc1AYnvcAacAZLBD9JghDy3S78J0CEmESNe9ZvGloROof8BvkedTp6b4azZkRk4KF8CQByu+zkIxKH9SGDgxAH9RFBkDOenzNVjY/7URcr8x5AZnISsa2UcikW31HK10WpJ4IP8grpw0OgmC4yDvQ/3o+UbfM78uoPzpNUY+sq5wklp5J92LRdLrYwocBsAABAASURBVAn83Kw3WhNAcHlJ4KXhEN80tepKXiYSfCX4wk2VoGfXJoD6EUduJHgz4LAMOAo9cxyYjx1Nz3Wc+njsGLZofq6A9jM4z1MKAVVZOKONlpulNrcbOejzgSBQwN2tbm/XWi9b1TgW5mcYdjrsnrXfPfGt+BNBDNInw4Oe7OA5j/PS4+j06OIIjyf4PcLncU6pO/YnnXDuBsuxSgQFWi2WKwJkN7r7cKf7jx8D1gSi1gSCuuVCua2VUhVS91jj3kPHQQg7TC/wpD082AEdoDXiFFo2mq/kzJnHLBuB02WqyLlWWKlppbqRaW9ub+HnXh9//EE//tu/6cef/gL8pPsfftCaNjvzNfpMqTYSwFoDL7IePU/mPuB0lr/HtIO/CQgM7XHqXN/jjPbu476MGS0bA/zmula3aOXg03qzkX+StkE/5mt9e6P1jeE2eNnc3OoGnm7u73V7/0F3d3dabTbY4RJ7bFVhl+Iy/iGcZpx/aPZeS4D52cNLSeET/kp+T6BmC5Bif9HHa4+xA/yCUrmp5WDTkqDTCntfrtexnpwu0G/XdfRp0CPyYW4DuhnQUX+Fb+/AAeA0IIIHcxCKdOJnG30O6uFhCB6Gor2UlNFbJmhYw0/tFPmlCkGyyk5B9xg/LdoT/PHfUjkwX6+l0WsMniwb5/1B4z/yPbDnmMeefnuc+YDgYw99eGAOwYMDBPDSY+8De20AsjmRJ7oi24dlYKd94SBQ04Zd2950uUbIGs6kAIH7wfjAM0xg/IbB9OA30n6IIEdv+gZ4cr6MfWnbE/DxW4DPBFu20xwO9DePiObChTMV8hJrIYCFAVfy9lTkQ4kBJfBD4ATbtU1skY/XYgnsPOnhwfCgTwQwDA8ENT59+hxBjU+/kH7+pM+fHzW/DeeAS88e7hWZCOS1BHsckF+zL2+wKe8Hq+VKHcGg3DbIlD0BPsxTkY/najB/1+lJPfLrkZdlV6BHZscJTnzGnGQ8GBKLFwkYL2NIokqpkveEtsGO2xZbBlj3bdOqncrON00r6xqRgXOA7pF1cyjQb2UdxN+PIigUf0Pq+UmlvNceOfah16NsPzAkqyHVtZq21YK1tYyfea20XCCHdhH2bnpmsqzpgWAXwFxtxwVGmg3iMmckSn4UuMqWiu//6SmzXcREU53ELb/1k1JWZt9IuUGPOaCuG/oleQwZ7jlXR12iptwvuVJ+f/5vSeDvjfdd039vDbzTf5fAuwS+KYH5Y55PfvpcSuTL+SYyV4/XPa4avpqt5E++yqcT2ivA95wq6qcSByddXbFx0lRFZm7wkQ++rpiYP5zdw4ewmEe0x4NqkMxZSi+3Dzo0cLvOZAzOCyc40mvkc537Fzaiy/Ujqnm4y3W9Kirnihcicw3py4hofnnQFgXSlzvB1wwib0gpk9DXcqQujiFGy2ncB9bxNGiMw95J5xBUwccIMnR0P5wQ9z3jlIqy5XAdkKlCX1IirRiVgNf3lzWv279e8qgET06jB+w4dTnmCUXnhXJH+g3MY5i+ce9x8nqclH5Ocfb24aTuZWesx3Gxs3A6HQkoHDUSIBntxDG/USfImNiI7M5QESmSs/wAGqe7UKeVu7RrkjMDuN3u+qpUV5JrFNfIcwayEXihlcBiQmcOAmWcmNzWsjOa6lq5LrqMuSeJm4G+RyQ/kimAi0zbGaAK2STmJOuOeY1OJ3DeIOoLjAwwnEkLnLHvMzhCxuSdOmBpMdQEBLpFQ3BhoZvNKoI+m81ahhWORtc18FxJso3Z0dvpiD4Odp4JBO2ALeB05zoDejrixIR+wnllHGmUrTPn0ZO5U6qVm0blbZs73d590P1H4AMBDIIZi9Wab7oXSvRRNucjTtWI433UEWdpZyfKgBO1dRBqgh47cdDFDrBH+U2qxNwNTIbbe8QZqQQXkVpq7jtaKSnJulsQfFrf3OgWnj7+9JP+7f/8H/30bw4A/UU//PhRtwRbOpyytmmV0LVSUowHoykMzNM89PC6dwABe95H4OdZEUiIYNUOewboMxBsGBnjtRDKB19uaxzeVQTpbgiQ3X1APgTJ7uDphvytgWDPDeX7Hz7qw48/6v7jD/pI/u7DR8bdaLFeqll06LKReYQ9jTi38TZJ8HXAQb0O+HyZLwED1+/pS3906fXKslWFHi0HB6bu4ecjPPz0AzIiSPYDcIMMFzis/kZdrC/PcbAdhJ0c0Cfzx678N5P21zJCVlugyMy0t9De0f+gwbJiDsYV8pJUw0fGUW4WSy0dyCVw0JJmyrnrVDfMv05YgnQkwHw4DupPPTiZD3LwHMOWsaln7HpvnoIf09wH3f4V3RKsHr0+wOqUjQhOpFRXIfMlgYvNzUYO3N3c3hEE3shBw9zCCz3Nv+U4hDxOzOuEbgbSXqblAE8fcqJMsKzkzYvLlt0RviaAtx48BZ9xnMBRcPbIao/Odode+9hjj+qZ/wkFjlVSqmsJqOpMkpWbrAZ5JcopN0qqbTZM7wx/Z9YhEAGqQT0BqLBxbHiLHJ+w66fnrZ5Zl4+PzwR4DI/6/Ah8fiDo81mfHwDyj58/65Hg8RPBo91up3jLjW9hUl1Dv2VvWGnNPrAhkLlebSivtUCmbdNKKcEPq5Y5lDmXuY7sjwPzHVlLTodIj8iUOSODwTDJyXIZ6D9iD5Bljt4JRvAyT/CGbVGVkEBmjTdtG8FU02+bJvKZtCFY1RCobUlTlWCKXRMeQl/sR3t097IH7AiiF7CsHDjbY2fetyxHr00YwDoUa6tp2tgHbUvr1Q1B3w0yWWmBTbdtIwSBPkbmN6Bv4DI/5HGZA5MgT2du8syUKXko5ZcbzilM7e7zCmj6X7lN1fCHkf+3O8YM/QghGB30sacENClTi8bJu2UGdy8whlTm+vf0X08CWMu/3qTfZ/wugXcJ/JNKwE7kf4P1Chf1t4ZX1VUreW4+RP28qo/s1+qiQQyYMj4/zVusP3LF8frSNGWK8zYVSEo/Ml+/f6fZg95idN1bOL/hpHrV4ZrIdf5Vp28U5vk6LYcPnl/2ndD6LBdv9HDIHDnAnjmMEwFCUJ7F1MlvrZSOkoNAHHJF3fXpJeGQWe6V0y+pvdRE+8yReaRpSoKaH18DupW7NE5Douo67wOvv3E/cFDugT3OxH52wHAOwmH2Iflw0PG4B0hxjOw4FTiBwg7ZUWTAb3qWBVkTmsF2PM0lREM3bjpZkzVpkg+BBiEYpwVq6itAXGUEmek+G6uqpAJ1parKqnBiqqqWwMMDsXvcDKUGF4ZMqavoAQp6j0qO0GFrKYAyvSJPB6dMMvqUfh5Ph+h7JjOSK+B+DviIGhDTZgseoXQugO24LYHXQau2rZQNGa4rMeQUoDnI5P4E21x20O2EIzVOEI6U28FsvowzIetEoKlAUspASqoJbLRdizO3xqG51f3He90BDiA4sGJnp8XxSU3NPCt4SKTwkwrIV8jIcyfgF/8DW7GBEYfPIBxzwYu7giCSy8N4LoWSMabI0TbCY8Lha3GylsuVbghImTcHWD7+9KM+EGTZ3N/IfGaCK6m2wOBtRuAUhHYgA7xOexwyZDU7oKPrDMhsBOQ92kYJfQ+33TU4eMvVgkDORnd3t/rwwweCPB/lIM89QZ4AglEfCLTc//CjDB9+/EFuvyUYs9ncEHBYKTeNcrJjU4VEzJOd4x5nsWdd7WfAeY+3qEgdEIl6rz+c2C0QZYJ8Xp92nm1JCZ123ZKA2B06/KAff/hJP/wFCDk5CHWrBcG0Gnl6XgN71UCw17SNJ2CmT8DHdB34MUTwx/ThZ3aQHdzr2R+MY0B+wrYRtRL4G/TVEZTrCBosCbwsCBa47HoHMqq6BDJOePv+o7yH40H7Y6+YFzzYGd9Cay7v909TgG6Hc30g+AGMvWQ9AZaj0JvT0Sm6s94c7OqY883dXbyN9YGgnfWyubtRB38pZTGc4MkB2AMO6DidgEBK6IV5eq59lN0XcD7qPYZy5I8abF8EYyyTwbxAYGAtWE8DXxQMfuuLOlYLhlrLgdW66dSguwYbX6w2WmIvy5s7re7utSZgtXKZerfnuolxlrVxjeAagBFaoI75OE+VEG+xMxQ+UsFNu63F+w6VVSWlWlXGLlnn3WKhzm+N+U3JzS1B6Bv2hTutyS9Ze936NvaKtlspNwtZl4nxSgk6xgluiBRaQ6EFX6VsjqHJnVTJY2ZwUCeDJ2MXdc5qcqfaPBlaeJugJm1Y5y325bRpOzXtQjV1zrdtq7bplBvGMFaphprN5ERgxroxoK9hjz0Zttr3W/ROns+7fvosG82zRzIv89aCr4XmCpvxW4Deb/wW1KJbqIWHlKGToIMUBvaQ8lkIToKBA2vMe8yADYyWDX0iJW8S1wAKGYzpuv5/P1+o/u/T+S0KSQl5G5omk2+AHANq7KLIZLahOY1mJFrS8nzdVuren9+jBP4RrPZ7lOv7nN4l8C6B/xEJvP4wui79qc2Lg1qqrhmaC3NK2yXrTMURq6Lyt28fEN98er4eMDM8p7S+ZO3kUvF3vn9bjhwqfKS67hQT8EH1hfHSTN+SiYY4pHGi9sHNh7gCOLc4O9EWBziQccfhZEpHO0K0jT5ERmp0Z9c68xqgl1BsCv1aX1S4B7j8U6dr3bjF4OYCdCIDiUu3cCqoK/fIzOkTDrpryJMUHM4DHErL/Pr4Gxv+mwv7twGf7R7H7MBBmYOz3/QhiHXikDsim9HEwTkyVxLuEV7OgCVC6nrI0MBdwU8BTnYSpUiTnWFzVUnJB7+apCZfq0q1ag7XhpRqZZzcjIOQUlICw3wnpDvnS8PUCu5Cg/5TlfuZJXNqLl1+CxUVFf2dJmZjEDRSgORjKSwopTM9C5S2cyFPrfu/BiqTGFNSt52RYwA0BBhn22TlOqutE6n5HiXoGmYamgJBI0GgGQbyBpcFrgKFXoJh4y5QScglUch1o6ZpVd7+udX9B4IaOJ0RtLi91xKHNLeNcm7gOzEOVmSeZqAKPLS4AUAW2JSYlyHB58wz3Wifb+ZERWKXErxcwM2pcG7TGv1wHf0STli3XshvcNzef9BHgi0fCbbc3MIngYam6ZSwFTjiLvzlRBo2Q+o8uEliLnmqd58XqJlrBaTXAG07fabtANQPBFV+/MuPMvz0E0GWf/uJPPDTX/TTX/5C4OUv8Pejbu5x4Nc36pBjC46QY0aW2HAEglIOXpJloBT/xJNKRUoelnlSIuN+iTTayXjEnDduBzWWyOKWoMEHglQ/IKN7eLhFp2uCCE3bYlO1Us3INJNAF9jLiN5G9DWiuwJHHPhpv2PPG7CvUj+goFHjRTfn4A9sSuapzsrQWeAsLzYbbSKQcRuBjOXNDcGNNUGElVram7aVefHYM/T95owDLfsIbu3Yd4D+mb3ngJNeYCR4Z4da3lvmdRHr0FjKqo6p1ZXqJmtJ8Onm7kb3HwnaETD8AKwIaCy6VjVBUYHDwUDTjQAPgZw5uBV1lKPYQWwDAAAQAElEQVR+Cvj4DZIoR9AOnqKevdHBA8BzGCwv9scB53+I9KyewL+DQEfkRrPGsdLZgekanRBIaBYrdQFreN4gpxsCL3fI7Z7A452WyM5/uygTcBByHlkT4zjGWyckU8r8oef6UWdrFTqkdBgl8iPg1AUAzaWqUqpr1dhnAx/LRaG/RkZLdLe+udFmfaNVwEYLgkMtgaLcLpWwZR4qV1USqEIBOqZlGCI/NZLY9gyVbLMXYF4t4KCKdbMgINYRvOvgyWDePP+WdW76kdLWdi1Bn4VK21LGkbGr3Dbgz0qpDpoxf3gLG0YBkdrWyQ8BR/g80UOMEWNrLbpGHXzYhpYb9IMtLVnL5s80EjRYUPTPZRCUQvbIe8A+x9B/T/DJcMSG9wQIAQJQA8GhMcDy8Zpy+iKvGc8lhbN5DpZvAQi+utOlVPqWXpc8GVhjntTPeUaQ5fn6dt0FyBQ+XvcppReapezn1+pc/xZe+tUp2RpDlsn5AKmuX/pw9JBYR2xTV4jKqQcWkdBc/bo0176n35cEXizj+5rX+2zeJfAuge9FAnw+8bF+NRucpKvS17J+QYTzG/d130qc+fTbV+nDma50u2RK8fL8wzsnnPNZys1Q8+KcgeLlflu+NPxVGWbwx8Zdd7zOT6M9RQOniqmGQw85c+tDENmXezpsvFTQi04DMHI4HOMgx+GQtByESnvpT57MGW2NjqgxRhz+NKccS1ykmZxlSGdu8xaAjpLpw2hiHq6jGWbpa3wUfDSiWTOY4gWCzsiZqNTAJSOcJ4EiiDhUjQDDjdxA/YjDNRwHHQ97HXZ8Exp/6+NZ/ubdUF6Lp8w38vtDrxPfXp+Hc0xLNkTzbCCfUg1+QByEVUvUzTA6P1ZmA6pJij6J1P0mYLxSEzgqnIo6d2qaRrnpAlrSBuegblvVtLuPIeFIpwSuBB6EdzZA70zVGWGdoTLfI+WRwguk4GdkvIFmvQL6vrrB+ZvtdH7BHdMF//i7wDA6nwtEgcdEa0qoeIuZKhsU2IVxjTgymuzALYo2pgMCy8fgIIdTg/OZYEnGgWmBBY7Ucr3C4bzR+uYGh28tlxu+Wa9pr5DRDB5veAGpgo7BEi20cWjMW4DiAoVKu+cCb9QWHOQZz02GyrhnuQkMtDDYvPrv2KzvbvThwwf9QPDnw08/6ObuFud0pcWileeUsIEXqJWxjRRQaa7P9LkAQYAcQN+cwJFlu8opKSGjRN+2bYOGAwl3BBLuf/xRH3/8ST8Q+PkI/PjTvyn+NtH/IfDzl38jCPST7j5+hLc7rW7WssOasd/i7ELH/IDb/GbnkYymi9lGKZHhJs+Tmwz8C6guIPhOAbUcIGu7Fr1tgu7d/Ud9gId70ltktMZ5bbtOKeciE49LCVwG4xWXdfMGHEAG6Erf0s/5zKNAreABOSXAczSdDkd5c3Orzcd73X/4QXc//qB4c8uy++EnePsQfG5ub7Uk8FG3yD1Z3zjCBHkGA8EXB2fG4UCA4wh/rBNbBP0SkIEEzQDPx3MjzU0j2+4Cmzb+e8vBwTB0d/fhTuvNOtpTncEJTdbOGOvoqJE9fmA9lTKy4KYH/ZwZrYYAKkIYyTxQIOE53VFpuXpOhlqpAnKj3AKsN7/NE2/brDZabDbwdBPBntXtvZa3H7W+uwc+aI0Ml2tsfLnGxldKjE/YjJVhbsyVqSZoGlyfaLdt1QR480SznVKXW3Bk2yPQGljn/nmg/26U39ZaEuQxrExzuVELjy32k9FTbhfMYakEDjIhg5E9d4SJIjN/RhSw3EZk61TXexKKy9lySXJqME+teQFvCz8t6znK5BdX8FLfqqW+XSxLytjMmExwyuMS802tZZ7gUVzsKfAy8rlnGKxnAjDDBNZ78EqfhE0VnjotVotY+5bFCnuyfEwzt23wnpiHZQ4BhQx4DtAI/NjRwPlhpjHYpicYxz4CQ07Nj2k7FeO/CvD1ssebkileA/O8Lv7h/JfjvsT+Zc1X0bubIRqN9zdgTEr05akLpDzla0SawGIg8c052nKJJMoMDllFgYdbrk4/0RwP2r51z+2/lX5r7Hv931sCV9bx92blnf67BN4l8C6B35AAB0x/gP1Gj6umM3kDyZ+5K3EUExcZnl+/X9qqP7GD+vzxdXx/Ra0/b/3h7UhX5P8KHB7yMhUODnPhW5OaCTm9BiN6DZ4rx0XOWwOOx8hBjZQD44gORxpH0hhhNJF5ebgqgIcDQu47esx0AH7p+ZKrOHAm2OZ+qXyTS2i2HJSmBnDCIIWR4A+J7yTVTi1bA2XuqCkPmKI++CGgc+Tw2/d7vmEH/LOP+Pstz/J/B7wlILQjMLTbHXTk2+44yHKwLTQV8k5QSz604XA4L1LJFHH1OeCZRf9BltH5qV7MVYyLvu4/jyetfGi302IgCNRyyDZkOwU4dW3TKTc4UO7HwbtivEEWnky3zPL6eUZuZyoKpN/Qgse/BQb6drXT3wBL9nXzlzWIvmwBV01hZzRcp9GJPty0vMZaSm4pOU87IdOUUoghWI0y7VHn+kSQplZF0KG+gsb5tlGNPBuD8wbqU6rBB1RJJV+RVqpxsKsJnK8TfWr6VBOkyiwFKK6R/MRvSqIQtfPDLbaTS0qGe24uKcOcgQLDKZgGkKFtSDnr25CUw+GcUwIg9M+J9BXQnqAQAJvgJ6vEIyOPjDPZ4mQucDg3EdzAaV+vtcZZXt+sI2i2Il+cxDXO+hLo1Lat7CwmaF2D6Rt3grdIoVNS0wYERN2czrwx1ze4jNc8tuZvclgdrLpxMO9mA28bLZYLePHaqfVC07hN6BqQfirlRPolwId5vgY6Fd6TMnZU+FgRvLjRHQGou48/6P7Dj/pA0O7jR9KfPlL+KL9pdkPwo4PnzJoX9Eb21oF96fIWjoM/OM0jQHQGfWBP9IMk+Uopew7wlADs0naQseGWYNcSPd3c3kAH+gR/bj981M2He3S2Vtt0ssxAxZbG6mNvG9jjB+iUYABBTBsmK9B99OZynQHqcZfmM1OoXsA2hO0kINvmmGPTLtUtsQ1sZ7m60ZoA2GZzr+XdBznoc3P3/2fvXxQcx3EtbRSEZDkyq3rPnPP+TzmdGWHLsvx/CyBl+RYZeauq3m0XFwGCIAhSsgjDzqj/a/rF1v/86/8Xv57681//1z7/+SeJiD9JdHzC5615PzBnLJw9EO2hHXKuL2vX/RbXgHt1y3X/tP1sn0TZj08kMT6R2PkDKnz6g/uYJE+Tf8IvJTmUEBpe/rCeJItzTQ00OvO+m/UM59k6A6sv98pA1jzNVZFSQvdMdIQyMlGv6+lZU+zbxjRvoqvrZhR6jh8NBm+ODbpmrkDyfnX15ujV81U9NKQZEL+G69q5m+NHz9p7qPbdmdd079M/g/WYNc8dxX1FMlP3VSSCFEOMxBINR27nI+0JOiakyz3Y7j8lhGbuwQar/5wWEbbbWtqsaid/5rL9kVpjEtpD4cGoVNIWniFVyUUF8YL4a0guhFzzuHWdc7kS4s16ej3kFvcZzYtSDSjnwxXOXwUhUzt/JiRpIIfRF61rmr3v123M+1rP3r9+B/yvn/I543MHnjvw3IHv3wEdI+98+lwMnioX+pW/S8pZWiIIKwgaxIqHRpAivgEZZXl4ihGQ3S/ypHolFiUFIFVC6+8pWs3FzG0NjV50VseRyfcGmquyHkj4htLMh5G5UiIuSsoV+cw3F3PtkeY7ZcjBeEN3xtYpePUJq6npUxfkLOS6eXGubDGHt/aSYlpGgh3anYCsQ2Juphg1EF+xoUPgOBuBJ9866o8H648Ff919sVf9b4DB65d/2xdRkj673c70f5A6EkjN2A17zO/eWU8g3PEhc9NvreMDVGKwaCPv+WAiuG/wWd70eKVQG6fmjv1LGEGdOwE+ej02nbFlM5g+BOrDm8eHGD7MyN6AnH7pSDewoa9CuoUPCgFsxuKxH8G544MzN21jJ411mDlX4xKSXUJXLGG8tIOQ7yyadzUEIxT2wxIXDfRWbW27mlXzspOWiqwvgNEyncpZo0fbuQZO4qdYJ1nn1hf2vOutD7CHfCAdBPZyaFj6GM8Yx5h34nOsq79gA7igPnR6zRGw81ZWli2Ha8WzvzUXqieKgIDFU2DOBQ+yEXPQ6gHzOh/Meuhj4Cv3RV/h6AY0/hrRh3vMIZ+ZgQYFeYxnrmHorOf+HAQ+HOvXCQP3pz4oSxZJBe477zszqOBQtR27a/SSC+j27hbATxeYy8O/s/+xVmT9XaDHmPCT8UHVfgeyJ/TSaWOCpi+OTwuYM/1xW2RLP/dGjBPV9ZWO/OEeY2/0a6A/SGL861//x5Tg+D//8/+PJMe//vwXyZg/7WX7YtpT+YxJbnvuA94EMx+IeWiYxTsWEqZlWyh3/ECuvRR0fYSXl/wFxx9/JiUJol9wxLWKvZcdLpUlIOfCfK0hFuv358Rp7YlxfQ1F8a79Yk8c6JkY62Mvhu1gQyRkSMqQbPn0x7/s07/+hyTdv/Dvf+zz//xf8D/28ic80K+DXj7/SQLoD+u532THWZ/juwlWTLyuY5tL96Oge/MzSaDPnz/Z589/2J8Vn//8I5JKn//80/4En//8k34g+ed/wf9hA2MG9q7vX6zHb/eBDRrI5/dQweFZrEHt/GIrTEgJ15Frp+untuRrSGb4H4i9K4xt6Ez3pfd90OC9pz/ndBlij3nT2AJkc8DyGWuXL6cpQAy3sQWHgCHJaxRtpFnwyYHsO3MFrzY+5/NJ60vVrOuZnw1ZAzO3sEDCpyaCIsGjJCfnsRKbSjrex5SJISWFeC/M8c/7kImP94fsgphFa06+Tn9LWJv8XkOjLhVb71rKQG0YotteJBS6bovkF2h2Gs0hhBrsEZ5IV0kc1iPBUf/c6/z1lnWoC5Ba5upVbWqcsIzTnle7TWVF2UJN8y7O6nJujXPPk/t7dkB30d8z83PW5w48d+C5Ax/dAZ0ba93TWfCRh1ipY53AQ6U2KznZqZyC96iND33Arl7NSIjVEKLxwUrBBar61Y7lfLR+sDCeLaBmfNYwHyxN/3v9VyDApAoQAvenOwcFrJeGPoQoETITvIkaWRrEGGvjtesC7VIprGaSLqydGNOmXMYuqly/6NQIQSMsAptCsOnolWImCpudGElfpN9QdVAKXaiUMzzPoPF4GG2cdraLX/t8jaTPly//zxJfTP/3nf3+zQ7jyDeTB5vlN0YUbHf9xjqSBb2w2drAh4JA/8n6DR8Suq11vjGvMNswsgcK2Uj8mLNnBZvQCOU25tgs3WCdbPJhTR804sMScifJpOSOdHo+8AjihZ7+BRrL3KGPvDjzoe/esyFAc7GPhnw27YZ8wY94IxX8K9zNZyj+VPzIFi9XhU866P1I0VorvNKVmXbl1lT8WUVjWku8QDts4bsoa3PW6qzPWXfHB6aOdqFdoo8xxU3/UalgQGMhdIUgqGQVdBn7448Qdou5aNVZ7Fh7aSUCVksmOwAAEABJREFU7SCqKkRCDEMxroBI4kTPqrhhOqqcT2yAFblQqryDPkLTKdbj8z048kCsZzUns0dxN++F3pQ8iHt/GGzgQ/kg2g+me9fZ/9BzdK+hPu/xU7jq59p5Rc+16/GnwftivYCsXeem+zNU76llLtl/D8zd/HlEHZ2A9tDdnD0ZeE68kEj4k2THn//6Fwmg/2P6Z1j/A6/258+f7UXJBt7/sRbWbtixi1cxydyxaYD+4NVu6N2UQOrV7nv4jj3bXGDg+ZDIvrhWfnktNP4CPbYWMIfmuYF01CeKPenzHIz95Zom3eZ9w/3y+fOLvURi5o9ItrywPwNy7ZWea86+hW/M4/jHDWOCeK2bBk3tAwgdKPuW+1foA8ybbb0n1H9Grq+zvo1BVz467UadvXLWIRg+yJbRLx13N5PMRI0XlNq47vbdL73fGyyeuWcTxZxrbWus5mBFhiPfAN1RNEcwJm/XSGmreQqtO+HTh46pohGKaIWv19R4lq2hM3SO2GHiTB05/w7QhtGmSAJBlRAad5HwmcQr6TNJ78gYoH9KpsRPJIGYlQNqFuQFFKXwKyv6k1nV+K5WJWK1EdJsCNm9ahmzMJoVTY2EfKicx4pzJk/UwTLFOo4g1gWNNcWBrKrqiXRUgNsRJgYulJ0iZTSbkkeC0RKQ4POVHUap7z1oXKjdVJr3RvgU/IU7oPvoL5zuOdVzB5478NyBj+7A7QERkqg+auOeXlkJTxFurARmyhZYfa1VLRuqhaphnIqw60fpmqdLZfH5HERJ/KNYzGHgZyy2dXhdG+YeFA951sFeVuHQOuFDwoRAS/8kYIbOBF4TAUkEJjGSATIWcIJUt44gWoGxe2cICG9ya2cSZmizzbKv1Z7gZURSUSBWXWY0YriVUpKndks+LSKgOLjXVooj5Pg8t1/9kPjZ719tpz+oSvJnt/tCEujf4GtgH/9Hr5HkUAs48VX2Cbzd3UrXWd/pww0fqPig1gt8QOhJ0pz5wZxETAHOt8VOv/MhyIRIBm3MvMdqZw5Vf1c2pg88LfEjmdoeH4CklzBspCx9kJ4Q4/iAGT6QCHKB61CceVzXoZgFzV8iGesJmOOHduoa7NxcuD5VPleKti6RYLoWzc41Vd970LR1bhyzS9BcFc3FLUcMjA80KNnrYSR55nLaBT8KHwQ71urw3nXmnVtf3PQrMnePqRx9E9y+/6UxFbJ3BqYkh9wrupMENpXNRYOFqC2EjCcYIjouC55Xn+G0poD43qgDJlkMe8eBpV8630DrjjFZpZ/UXAy9/+XzTGJ0xu/UONezOtXUgq7R5KLfQvgRFZq52twMZFkspT9fYwjTMvqrUcx1fbgnB54FSnC8KOkhRNLnj0iCDLT1nlfiQQkcvLB8aW2Nay4iC5uiaHqjpc4l2lkmNrhPej0vGnjW6Lkl4I/znMg5Hf1HkK1CvyAetHGirE1zCWFPbckDmnewWBtzDoGtvQyfYt0vSgI1sAfam/yFD2M8fTcoC6PQ9lyvWfLn95/agqMHWLMzrkc/dHguyDfHtwX45yE/r9s1TohxK3vRdjNsumMfamGrmNGmSmLomF5F1V3wFuJ5xmOA98Z9Xodgno+opA0xKySrZzR2UuM7atl/X33tV7ydc0Img6mdcGcjbdmNnntiratmsLNsYDioEkNK7AQm9CeSQ0oGwbckEAmiSbzO89DTGQ2qfFafkkXqD+BdnSMmXCrk8OGmKoF2luxTLaTsqpa+UMWcSskh022wRnZc12kZdTqoKTCrwtMTvxVrzQetj72gfWRNR/bLIpEj9bTDBVHjLKZ1md6R3hyJoNBVE50cIM2GEN6pNEDQaOneUQm/pCPc63/KfucO3NxCv3Oyp+3nDjx34LkDH9uB9YEgXtDIDEBaS5JLqJU64i5BYFWKPr5dilurwNBPbSYKihWLF4RSA7WQfLBKT6N+5NYHLf1yNS1I63twCoTPN303gnCL0IPgi4OeQQrMlPiZFJwRgCQ90S+tpDFIFeacfXYF1ERAnQLjQpAcfoWD0rL5NNuJRJDxoZEpQtaqGXmAvognaod7Mcc2lbnmsfaarQVfiOGt9ksuHWYgaIpAiuBwv9/ZOJL8IfHzGn/j59+W9NX0N372+0z8SN/kAEadDwd9/Bqgt67rrO/1YaZRPkh5Z14/RHkkZza0B/To6wfGbOEbJE94JIa2oduR/Ekb6tsgA96bYdu8sBCtMkEDz1Jm7iY4e27oOr55+LIx0Z4EVL/Bh83WOhJUHR+8inwiUeS0PXSH0E0+x7l32IV32S8WPoQfmr1QAbXVb+jcgdPn7J3j2wLsOjD1QUOOHb+B5seuA2y7AO8NtGXDuLecseLVV2TT0S6dRbKng7eEdGBNL2ec6A/Bc1RarY0UUTfpSs4tyAWL26lRva8amsy456V6bmNOpZoKy22tLMS1zgpDnmrUFPtJ5PCsLYzhGe9/A83vhcphukXkrjC3BnLxa5j6kEtvjTuidXe6sXaJXjWzozYk+FGECe3yYhHJx8p5So1f48H4utggqtjXtrfaHzVzZLWl6+u9RVJI73F4Dxn9zuzAaRv3NS27fRVEZ5x1kssalWrDRG+gfjRdsOXtRMvwgjY1fbovm5+igsdzoFSdPmnI4FlPzzPpDGSxPuxhGWXqylt7ZZvpqiO1LU0Jgfw4Q3uHTpPH3LRFqyyTRKu5kcfcUNkR38DI87z0G/4a+xV6Rq82pbl6h56v77ozbgQEZ5p6J2S6K24RHVGVqL+/ku1vIa2evbr0I3tVVx+u187AXId0GjRn8vkcIcmDks7dxIHkj0C6o/3yJyh6SvBwlp8TQUoSSbdB7aqnsz+eNzghGsh5Wy13G5pM78VErnWRw3jH9RUFXOq4JUQF2bFOHWe4hEKI5EcwVJX3RhFVvfnIExPfJ3BgrYf9nv1440sprW20vWTT3g7zwY4kiI7Hg81H1mwTRoQZN2RXQHRTUq46oCp0xNyB/BJCR9WjJJD6nvg7duDi8vwdDjznfO7AL92Bp7H/dTvQjhYjCfDRxZ0+ovhAiZiMc7kGJtVOIUiu7AW5Z2J5qOI4hZggasII0dvg4MLgjzbS9I+ONhbM2MVz2p4ipOdCv0qNToKcO2OdGZgpEGGdEZzhmApYqVa2MAfzYCg+eMeH/mKdKDLTi/lEjA+6omcz1zt/2W7DZKZoYB3v0HUfDkQw5lwd8QbNYHKyg371A8bpLX7ls1sSQF/s69d/k/z5gvyV5NCb6Q+uTkp4yT4TODeRe29d11lPwkRYkiXem/PhxUn89CDkJHZSZ2t9JFm2jB2sg1dbcPgAY0okf1I3xiHrvcNuZ7EgY0UeC49qpi1m5j4O3nv0evSBxspHEj36JZD+2Zhs9sNgPUmgTAhtzLuNdegV9IvoGs68tF2UfpSZDh+YV3NCmM8hcqqYx/5c0w6dzgo2ivfQ3jpRPuwV0CEXHOq6R+5BfYL6oBYoJuoxZ2fuXtuay7NdoMaLLjqjWPDIapm5toJBbT4Zt8pj1DELmeHAzCCB1qpIkqA7ba56H7P4QKfcjCVpfVxfD8p6XChmQcWjKR4dCx0Gm2SivwCYWswFH9XKcGwAS1xR9dIUeQ+povoMce+Nedwnv+itBO7Hy2JDDHvMBny05sIwL+MoDFuaCGtTHWqtbom6aJEGi+csetyTksFhCy90rfU+AHo2CM77Ke9/+kMRVVF0kzvPKXHDWdq4RqvGVbNKTbOoK5G17scEWlWktvzSL4r03hZd+6u+0AmL1VN8llyIPmxpPqyyJfl+Uq32JaSFsoQiFSnNmmnaJJhO2VJfzdt0l34JsLlui08xHTFvSBDVtmTfANPe0dD4azS1fD601n1a7ovfkXK7sb/ck9xs4u+ram7hfu+l9NYHTF+qLC3ZPGPWmdswKfEjHGwiCRK/7AmqNqBfX0yFnIRQ8hNJEpIgshHJotHy7wtJhhfLAuF5ci1ucOUar91vfFJ0KcF3Zt5VDVG1oyMrHU+GjGIdVYN6dXqyy2KBDAqSJEW4KrMd8S+SQLG2kXWNduDLqcP+zfaRDNqzL1offbPoZEclg1h7/qpHdme5s7Jr4dci0H40MJ+8WfrWTF1yiubVbj2TQLkn/4z64jL9M1z6OS+eo5878NyB/507oOMpzpxvLe+EggC5LQWRAFGR0VMqhzQqOkox50OSQUupwkpMrzX/3lNU9qVfobOzsj9Ormz+uKEcWawEk3WwN5WW2KBOV0NMQ/ikipBb5OpCSd+pXHM5g8QHLeyzg8689FDBrZQOHrnxCseiMn32TtNqO50q4ou5Qd0Mhqok4UNRDqpidJjaNlQUdOocZhH4TXxLtt/vSPC8mv7As/648+uXr/a6eyXZ80ayhyCKQHFWYBnOMJA5Y20YdO4ZJ6rzrreOaC4+yJC8cGeeHogCww/jpT+4Kc+ccWYda+4DkYAh4aMETNd9so5EzKZTUgjAZ0JoY4Zt887MPcGKYLBMO/75FeuipftOgKWUCnSY02J8b+6AJE7OPVhPkip4JYaq3EkC9ZuNiV6A/g4U4HzglC2UzGNdmkdgWtraC7PeigteafJdjO3Mu856oDmC4mPYpV86HUkmoUCLa2yio9+lCzBg3hdb2sgaL/+Kuxn+4AA6xajM4z9YW710P6+gfQxw/Wdg34NqZ+YmPoO5qvy7bNVhFvdSMVxnCayAdXmgGAIKMhMLZb10oaq1C3T8soJ9LDMhBZ6JKJp4hTYZC45ysQutEyuMj3oRsWN2gXPPxzlW/HHl79ZkQT/tIZNq06qj2gUkUdI6ddx8ZwoX/aZry72Q156RPBt6bAkp4/1Nm4tjjp6FvjNWgCzlut06VvJgmYOuYCuVZA1TZ4CKova6f+Hpc/njbr3jp56V+J9+SytvIfnewBCZo6n+1sp7xPRaNkaNNh5eqkFy3FIzdxqULlLa1IioxTek5KZGwECK9KLBJKuCFTpVFgdWvfh95e9FZ21gmvViAxPv8VUdotjmEeiOUqjvAXEt61uuihay7lvzqfCtuVPLdD9avmSjcknu1NJJ8PyAmeOfmc8kOKbAzBk9kfA5UyV0Jjb5SPKqQomSSISQEOHcn8STDJlJiigJNElWMUPjzOfcxwgeXV4sLsfNdUGplqYreon4Bc5xskPDAZ4vneTLhH+aU8ks8QkSN/jQfJvD51ybdI/0HY6sBxvjtItf/4z4Po07kkHC3vYHYphICKGnPmwcoId5nwkhO+B39bODjWea6H2wm5F8utgXDa/q2pvKVvL7kkB1gif54A7cXpsPDnyqPXfguQPPHfjtO9DOitWBopDi2/OerOZ1zqqKcc6tC651FQKRQiBaorfcCeOyx+702DsvYpR6jK4W8o7+e103678RvDd63VeM5Vq+OAooya9q3L0QE3W2oNxiD1ovigzTOjMQkFMpS7UCQTcKlenlyLDCfvcE/D3UA515T5/4UlAUIO+W1PHiLE2b1pMAABAASURBVAmeclbHl5oIcpdUthvMtB75rG/P9KufkWApf+1D4uf1i315/X+2e/1KAmhHAmgkWDtEEEnGCGNzrEGVbMuWd24diYg+0FvSLudBqe4KYym1MZMQMeDeobcxJ5HSKwEEhmGLjU/WQ5Pf0j+gJ91OCwjIE5m7AQJK3H+XtOBAK/Du2OzN9cEr5u+Yt/kyBN8PG+gWiEpWoaSUkkOgY6wHOsMYNkXTV2ejirsVrq2BXG+xoF2HqLceG7lnmqPLuTZQyRtIQvVgqBAfIEm2Qdb1G9sAUf0TtkYL1yR4zVVtefiBZ+5mFOMOEoI1XmLuga4fLpcXYmWmwH8cju/y2T39F+11D0Xiq8qwKLmhq2Ww2WbB0PELS5hc+cHszKNauJwol0+tBwYkbs6mIkNCtG/HhviDlcyc0bgPDv5OtbYM0e8aqgFrxGB8ZS91nXIHaIecJxW6l9smjQrGONc/7gFdb+53tRMFcwA5DAWbFBi7fVV7dIrjQt5TQYyBmDMp6shQpSleYwNVx6GSJ4pZ+FLMec+pT9D9GWOMbrAU1s2D97JJa9ZmxA00R43oblmpLf1hklEaKSwdjfHGVKr2I1SVjxMZ+rj2X69ZHkyZu8adSL94yJ2i/X4Ei6T57SDpp7TZbTSlqlNHcq4YRNdfmKaJI5l0BImfCcyRBCI5okRKtOkjQaLkjpIls5I9yKegqZeJlYkkEmd8jB9tjv+hQ/YzAbcgk3LPGOCtZgnu2G4N455OyGfpJrKVPDZZzFx9irlJxgQlIdPoDD8jb1BCJ7GLeER6YQM7k8B645977UfTl1nCGMkg6b8y5tX2E9h/tTewf/tq4/4N+RgJo4nxM0mw8PGotcpn0Vsc2QP1CgrVE1WvEShXSiorSHPVDBbFoM/qr9qBf/oT6K/ah+c8zx147sB/wA6Q1sHL7zgoVlmgwkgBcqeoR6hdpRCSVn4hZeEaE5KH7qw74CMJwUgOfeqfKNhidNTNJu0PlxhoF+u7dxBUtTjiG28PX2kh4nvvzYmK+n6wYeht4IP40JMoGDrr+56+AtCnwNjyYrASOC6Kd6WEgkW7wHNNTNCHhmVQMaMk0DFeEInglhJt5EbgmT+tpisWRWhC0DTrmzcCrYlgb9y9kfAB0FewC4x24Juzw/FgE0GjAs4YLpvyN9BZT2Kh40OXPoDFWuGdNZuz7ggJCxOXuqfpiRI3CM0cY9IDvQ/m2jMSQL0wbCyo+MCG/p4xwATGhpGs5FuAisJ8rJOu5I02DUrM7YwFzjVLbMzDb1HNO9DeWCZ/JCNJMwy019hY/NMx/NSvdjr2wZ01c63cCYwBzlK6gHf0lQrx6OeedebsV8890+NDj73k6/ytLbpgsCH0q454kkA9CZ6hot/gM7xkukbNZvrYm1vHbpSEQ6IU5PbuK1XruLwJ0X+vTfejImMrtH27S5UgBfq1hOB9Z9o/0dRnTe7cUgnjOuS0miC5X13r3uLTETcXHM+4vOPaLPjR2BVFk3sxaxjGrjoXV2/HqqthNWJhsy9rs0aX7t/CaJaz4cvWWd64uuZl0a3d+hvFDqW1Qp2GtBtPMwvXmwvOctkveI/3H/cB90neE1VuUKCCMmM1wTUQPyypm/XaQtpdzxVzyBdsOe+PS6zGoiPfw4JLmarKJEdyLtxb6/tMvPZjNqmIE/02UjPrd7VxJfobjUWF5G51ed+fVUK+nm7NV7Vc2klL+iZySIH8KBj6zZK2dSnOqtqINc49H+HSluy+p31p/zym1NtB/ba84jwmkTONBxIZ+8BuFB2DH6c95/YIDuwryQd0lcyhwTNHiRhSGcgiOaQ4YIHO+4aR8dIdGTYxNxfwnQSJrre+VLoE4w0Qc0yRaJHNsSZeDvFPycdIPMFf0CNzV7CuqSH8nOgT0pYSQpPiGJI+E19m6QstJYHWkGyNPXr6p2KKcVoyaWY/2JxcJ/V1OcYDiD24oWbsMGh9jBQbevBLkdbSqEwoVv5JfvcOXL6LfvdsT/vPHXjuwHMHfmgHdDAIPzT4PEhxh3CW3OEKoSriAuKDE4wSDzTvl9VjtLHQ5q2CumVcE0rwHX/TSOqPcXrc9ZM94W5UzdC5kUFZlbNeIzBW8N/T0fd84NaHUiUxhhXvHQGcwvwibYuXqy60w4LFCxvGVXD2v6E442hLCyOrcKIYPcDoKlS1FPYlbNOGUmBaYR0EYQr4Jn1TpoCp/jOv3W5vCh5FR/jD4RC/+hmV+ImgTaFd2nE+ZPWxzo3plyebYWO9EhCDPnh1uOmpSD2zHshVaf2N0h1sXRFrxggFe96bAe0xgqYIzTAtmFrJREBVyMScIS7EqmZV1zakASjGnrc5RTPJ0OECiLVDua6RiJB/fOA02gVI3xgvOLQ46yoA3oEBr3pK/Mh2TztsaR+xHzLuJ5dtAb6/Rtt39PsYx3UYOhPvrV3HZFt9Z7jLpwpLCjGTf1w3fwBDbm7ofQCo3C11fBLmxqD8gZjoI2ifXP5pzc44rU/0AsVMOkyMBjzMbyt6XwhX95IWFnOGB8FdV7oFl5FqNIWrsbIg5ELUqVaFnWn2YyRVsnnN0/1LiuyGofX8IXhQLSuNZ5iW2xA7pwMjBFSND0tMxLXlpqAknzNGZwytXNjlUyoy2WjSa4qNeyKJmefyvuP5w/3lDqWvB8mrLeBJyKC2QsiKme7B4Om7Q1mQadqsrp2izRjpwN0vLPN+x31pqmd9X+NKGs5Jhv8i30Be4ftK6z55EJdYTKhzZgX9dqVx39Z6T4O1sK+X1/lWlhYK2/9rYHpm2r1XuSeMee1iTNOrF4W9m/kibOJ8HvmCRkkMJTsO+13+suWwI7FyIElyIOdD2kLnfmye9joGG28U3i4TkE6iJVKCRqKl2UBPcYAgO5EEwg5WllJlM/1zzDcx/5hQrAEmEjxjJKwOmaQiCXNOymRSaIx567jGY29qPDYmklsjCaGEfskDSP6Msgc968rmjrl2pv95ReKLfX07Y7cT/+/4ZdA4vqL7Zvv93vaHN2KgPZhI7AhX610WLkZ9iSM5nmM+jdhb9X0EGvsRvafOz+5AfQf9rJnn+OcOPHfguQO/YwdWh8GKNdPh/T3zKWgQ2pjK33kC1p6meIdWjWXshWN39L/Vf2fIB0UXln9gS7wFVq4JoxJzFxdzoUFsQ30uxJIEawSQJAD0Ab7nA0MmRwYLfvUh4CbQ19RhwLBRKrCFTAFqibHIGYjI7r6kQwejMAJDKVf3iaZRAJ5B2WxT/eVPBEsEUfq1j34BlIkfAh6SPwrSJgK1ScEW34rNQPef/HLm7Ls+kj/DkoQYzH0DevzID0emifGnlVl/n4cN1R4G6KBJLUXgiZxDKzrbcsemIUMHLcZkmZElt67Roym9NXAM6ark5DVUq3INwGYlyWnOhrjO2Jc/AomI9Ldj7W5WAKNM+pVK5uxZ6rEOjXPZ6HCpoIpMdoTo6033jisphCzvpw69W2TfxuKXSKELH/egbGyw08AcXB/pO3qObdEeKjjrcnyKe9jRVbsBufouwNr8Gvf0mo1Gb3SY60KmNWpPVtA/7cLn8FO6Wp/oDYqZ9tkgYCn1Oi/tX8XILoh7mUoffCLiRxZTeNRU2inIujQdZCuWVi2rsSFR+6OIAdoDzatBVfCriUzfw5157q6x6qkvoaeUxftRbXWfzedaVPNGYHGtBy32Xvuu/de4e0CLojGQVZG9wMW91DEF0H1X3x957xXkxXSPJdDR/XYDybGKTQagn/zF+4c+N72om8OxcsmugG6zk7T2M7RyD4l2tCF39qHqw44PTHMzNpek+rorn9htSer1m/0rLDNhcVYXs0qlaz/5qreLbpmHMPuRVX+/Y/LlclSJtVu85EMDHrFPEksiquuqf/501BnNWT1ylgsHEi0H8Ye9TfA6w2cSRVrsTCLFSGeYYgSd6RWyM0WC5UDChnEkWKbASAJpRHYAIyYm7tJEmKFlFfIn3oPMoXlkbyZhJDrJR+yN8kdJmsAbyZZ9fPE0yt8K6Y6hr3nH+ksh8RM+KHG0Y5zwWql44Y3+PTgA0V30TySExkjsvJqSPbvXL0Hz/2pK8ufrF5JDKdM/DxP2jJliP0bWfLBZWZ36d4I6ny3AujvQ1m8kwOKXTzaxxbr3BXpvLjIZIl3AJ/6WHWjvn79l8uekzx147sBzB75rB07vaOcZkwqrf/ql8z2Fj+swW+hfg+a9Erq1I/gPPEXPrp25auJvJFrst6aPUEYndyjenN869K+WRIhv7UN0BvqFQI5NcvAomJSNalys6SV9Aj0vxbx0AevcjDaV6TXr4nKtZ5sJTk7yBjQLrM8L4wDUeKlnJhA7KEjcv9rb7tVeX98Igr4C0T2B0sEmvkmcJ+xpgDGnFWpWxocgJ3nglfbdxjr9wsQ71qgEwwBFV75bvsJEVLW94kPiUUelLiEaS4WCCsC4Laj9EnOBLP9BWRWuSSqsJfBtlkZXItilaKzA+pmAwh6oZn3i5Iuzt+60gMFLJnjwJU25YwEdavUJTr9gsXf0kWzReIcGSHS4oH4SHSFrfY1KHtiYByXZQ1/fcx1o91ybsCE7FUr89PTJXiR5Ku9KzLibPuBKx6WPj9GWD0LVaetdU2OssJa9y8uWwDiXbeZygXlzTu1JhfTwM/z1JlsljBjjjDUg6maGVtTiYCj1Wov8aoR1jOo9XEEr34ti6MehdMXlmSAhkLMQlRWrZqKNz5Zu9e8D4+bw5NoQHX9DubvGd/yQfuwW+6b7K/cRKWU9LNeYW7OW3/JXAzGY9rk8un94jzrU4p6kR/ee3lMOv6CXsvnSxuaKX+RMvvChEtXdsbiBdi26VLqPaDIiuhY7VQah0Mu8MFFoVV2aakCyyGBy36pZJTbu198ae92fs2bNLXjdXdsFynyxDjl9D8ZeX4JBf1Gp/v/EbLqUDffMqC/lBZKI7aBlXI0gS6X9UaOYNiXuC5pNOismIJmjM3xS8oREy0EgCTQe3jjfSYiQYJmIAYT8GzskcnBCSRtnvJDvpJm4gvVH39GUHFL8oL+R02xP2J5IkOifkQv6Uil1RsaOpj4hEjmaE92JGETzTvg5BzTPhL6o0HhR4cjcR/oVkwAyTvJ1rr98mkhqTVqrMB/Qm5hXGKHCAbpn7SSNIvm0j2RT/tJZeyK8IgPERO3XQYqPdm9fbb9/A+xbSwYdJxJBB/I8xwT7vy4z/pH5YQuV4KEl8vgNsB765P/CHWjvmb9wyudUzx147sBzB761A3o0eR4Zef4mX2vOaAwU0ApUQyBRSBKceyNNE+KlUic4YVu9sBFmlCKuwBcrpZhea7NqhzQqtyASNmAvWKgH86hC4VHXXXm1VslaRf6rfdKmtIYEH0Wss7Bmu3rhI+UszMZMMJQyBSqc8bom2YUYB4ncIiiD6gOr+AjUNAPdKC0FCzJA+yQrARpRnN0tpbMYGx9CihVsuj6clBymaWfWLYSEgCh41om7AAAQAElEQVQGUxU3cysmfS8FrqAyExzN8U3a224fSZ/X3ddIAkUi6O3NxsPBjgRU53W6YQR02FOCoSNJsDH9LZmOBEMPHPR8QI+53A1Fi1c6GKyFn5UN0vSg0a4VYzQ3nsZ+BGXPEWN2DlTNhVxZCHm+exhFCUFUagjRwJao2hWaB5hmFgUUlE4hqhXtLDfzau3NVKpQpxYW4FXULpqBhnhIeFJgWhs2SmurLwTnKrokFyQWBS4YFlHAH91/a+S1zL7GZz8JlbjPHLFbr7G6pgK82r0+FCvZEr+IKOid0TOv4FCX3neg95zT+0pbe6H4tvBN5zy3r/pwisVrfQYFF6VenNj9X8frHpXJud7jsswb7WJmNfBcJP2Sz3mVqCXCZ3EiqXV9uzXp91E583fhgada4j1cqmu3qtayVylLadba98tx2QrNm3Eak/2tDgmV84QMWRsjKljee+f7ynWxaMYMumIJxMlgZeHF0F46xMfwZN6rmTu6RYVoUFW+WUaylLzMc9562eAegqEsSu8y96y+O+C7O88ziGMPIR7PDPGPkbuG8rKX7/EfcUub8hF8xNZjnTw/zv3fakvTtTQxsdZgolrLF5XQyVbUTDCfjtwDR5uOo41gOuxsHHd2ULIm/g9Zo00kQmYSJrPOemDzxBzsB+O5abBK1iLiCdmasAfQn2oCJ+kBO4LsJWb1z+In+gT1C5Lhj3yQHSV+lAiq884xl07JBt3HZ+BA+tfe8LnYlQzf1Yf/mVQ6MmQicQTkU2AXv4QaI5EDLxq+yrc9/u7Zp1fioi/5fz5t/zxs94Xk0Bd7i2QQCaHxDd3RJvYyEl7HvenvI8764ix+IYRbKuEjTCffoHcL+3xX/hT+7h1ol+d3z/O0/9yB37sDT+v/y3eAA0QHJITPGBdrlcgQ6ti86LhoPOqVXECZJIETBDu0RKRRrJRiRnHTq+oxl0so0RrpyFqy8L7ibtTOnYuWGEJBs3Vf8MWIvNV9xkl+CbkLyZ27L7hCK+xYrqDypteKX7HquQExxpXsZlXRT/hiRCGBWYHOamAb0WgdsJAmdy8subMSH6hXCzBeTYlFx+1BRu8UDH3GKopbAQ5/4rrNBFwj38KNBGE7AsL4Oz+vbzbudjbu93bkm8FDBGfhOUY0spg7CR/gJHqErv3yR23kfdDO3PLDkkYZLbm3hsXLo6Y76bqO/dEIhCJqi9KMfRQF1QIcZdUQm8hBya89QZ/S5LDqZH3i2ET2yICCUUF8IM1JCVw0aGNCBuEqgaOgRoExhaXQAtYajYdyjelkS8QLTVc8iE7J0lbazba6LiF9+sImFKt2g4JkBXTbfbZOpigxI7iSQAGPxFAkNqPN9W7UueqC2lCN+xCU9NEYwbHHWPkQFwVeVCsSLF7FDH+D/clK+/izWLvgVswN90Crg9UkMO1dBbsq5xEr4XeymuCfgm+53tZ7S7mD2L+Uq9a1F5IvZrruDatptPJ4kwWjDkZEUQWsQX1rSK52oWJ27jfdew0xt2SMb7KgtE3QcPqlF23JLoDZaIsmNCS4Ng56ltGjhlBZyG1hzIVQ677AutE0ZfR9qLdp/wqa9rI+b0NtM4GW4ct7vjP98nCN2GuUpNPzfBDOstvrhSpWVTSHIP7vg46ve7NL3nDdf7mG695Vm+W5njduPJMLe9dbR3J+GNjH+J8KeCifmEi/tJn4YmfS+Q7GPQkMkhej+CURdOBwUTKCRBBjdN7GlyjiORONhI0Rw+jXPzMxgmKJmaSKMNG+wHgkQXKoWCdgDpgQxqDyS+esEM6u38SKYzQv0HMzIF+EVI465Iybkc/hH5LKh32SW/qFkH6BJEys94wDPu5JEkGVCCIu0p7on8LvXvXFGIkf/V9Q9U/Dvr7a2/hKImhn49vO4ldBsqVxxFVtbjYRv/T+g9TSVSqCd3gr7j1cjn9P89n34zuQ75AfH/+PGfl05LkDzx34z96BeBhFdb2O82Fw5oyj35bXIi+IBEgrkR9RA3kBFwMl54BNGZ0E16W4lVLMgRkyu//y++IbqQK2RXg1aLF+JV/0Nb/6BItq6XL5HUCkz+6NXyjyVVnmQhZ8NScSbeTiBdh3yrc0OOJ1QQSszAQyEwHJBJ2hAeQZKASzBASMJO6KxWRH1MynayHo/9bk8laITsaueawyrywIqZH9CoJ2CnDi/+q1i//Tl/7ez04JIYLDo4I4fMQgRjTS2XEnuCT5Q4Kn32xts3mx7eaTDcOLDf0n0z81UsAuTUN7Furf97GbV0kJy0Et+ahxeJk0+diHRUZAKt6zL51jJtoKlp2+htbHJsKiz35b/Bz7RLsi7g/4Sn2h4UxUi4uYCAFzYCDKuh3XksB4nvCYuWaCTc0tucku4ykWwxkYvO7pugFzo9nR1GQC7XWRRzKjPWy47peOILkoV0Uk5pOsjSumfYup1d9gliLuL79Cv7Q7cz5k6D19ndxZkkTu3DOa+woadwe9d+gXfCpBNZct86Vc7TNseXlwWQf7wUrbLXxQ/V21xY7cYO0sxBKQ9chFcSWMMbTXlOb3Fe49Bsj8PwG6SxM41cpqfbp3FvRuvqDjedLRTqrnSt4bKVvGOGMMcN943CfoO20SBHEPun6lSJt+i/7C5WjAlnQFnqXe+s1NBUULxmkjwAptipqQdZHoR7C28ZiX5ce9y4PijspyD8BQFg1Z/BYW5V/I5JyqMbom4rXPoOceEJxrl2DnQ95Zr2dGu07QbHdcqtRZ3xdmKWOmWrzSM+ExHc/X76Hn0e9z1zbva5/ui5GyZGqVW78llX3Ra+g9NAwbe9nqjN7a9mWwIf5PkF0+/Rl4JEkxKumz39meL3yEET4Qv2g5kAw5sDdKArU7Z2afzZzx+Z4+QXjeRKIl9SfsziSCJv2aJuiInYaW/DmGXZ2LjOb2PQHNIZxXs1xLvHautUETtrw0Iuzgk2wtHdoyd/wF3E96FvRq69eqQPdNtvV8APG8QFc61chsE342sIb5YCNrGvVlmZI/SgIpGaRfBulXQcF/tUgGkUyb0BXkH4aq1RVRzELTWT0bCdeK9rzysUB41hdqsN8qz/4f2wHdMj828jnquQPPHXjuwF+wA3EeqIq5OICD3lZlLYpkwVoAH0MLR6pAu5WQm2lIKfQBB8UL4ZTFa9aH2eCqcvCq9AgVxL8H6ZSVAu0CQtJoNN6vUD1bSU6+BcK1qO7YQJc1qQMTZjSzCiZZu36F5rUw2sQMQR9XM2c34BBXMNC+HZrbPirRcjVYehLpUjOM8Va1iy2BEWtwgCD6zqst6J/shN2ZjJ+AwEwLdfWZTUeCmf3edvsxkj87gsAd7fGwtyNJoInkxaxgrk0+F6bpzPuNbbqtbfoXexm2mfwZlATaEpxv0BkMJaMCWWINYhemqBVw6jVoXpQ5HM+kT/IYicAJSp/HYPEaJiqsePnfdkf7QTv3VnqAtmFHyEBMY4WZ+z2hvoYMfulv46CyN0cQnMHiRKA4RwJtim8TZ5JCpxNzyQ8RXQdMGDMEeafC/EXvdfuiM+xpQy6l55YCXLWKqkDs3zJOY0H4GN0PK7RiVChwT9kVnHbDdZ/abfyZ4pvRcgBVy6CynxJxjyGdx73v9/zM2MeWz1bFCamrza2oJOX/O2st8WJldSN0ffUc0yX25V7prCdRk0CDD276lYfg8QGtt6AODaCDgbQD74AxvthIe2q7+oSqv7TR9QBj6bdm1+UosnC+URoSYwOuPRKC/elKb+wGjGnGBprn0nTWlOfXxT6Hj+cha+6sJ05P1J/H2j6unPclp4ju61lCuFTpsGrBYn9ZPdeAwpmS/KU8ZY5CX6+5L/dRYYxw1pGeY1y02RFV+z7oDf1rirD6R4+9h5wPDYY0ngFXpdA+VUBuCoNvZA8EUnVj7W4DibJIAr1s7IXkz2boeG8V+oy44Gj648VHEkAHzvtxt6+/YtnZgeTGhDwSF5xhOruMc9O4sFqDqKBzMK8ptjjfMlYYbdKvYARiiJEkiBImKTvQdzDZm5ezso7lXqbQZ7x001j4aXFOFsvt1rWEZY0UO7/Qb4ODZg/aDKPGaef93bekT9+bnieJDr7B4RMMYewJGK8Z5Lk+R0JnTxIIxBdnr/ZK4if+aDTJn6/gDex2r8RVr5EI0i+oY70kk7RvFl9AYZJyuQ4E10VTf0R2rfNs/9AOfPN6/JDV56DnDjx34LkDP7ADjx9IJw7Lq9NhpdxYrwdo0dxRiSHYoFj0WX0tnRzzVUR/AU5QZcURFrAqJBbUClNiVpB2aypIyIOvScwcBeEsucOhc0eKSB0lDmeOd2uv2A05E4ykJ6suqvEABXkDLGUZztotZkHYiqZufO07rwNv6I92VItiMhieCVAgsR3B0xBNhTt1rAelSByo0XSKma4L88Vmhq/FQgavEQY1Xl6KeddZ2bh1UP2tHic4xBUCmaONCtQOBxuBkj7cWNwDjGEN7vqg1Vnfb0n0bKyDdiR/et8g25hD3aXTm5mc6aDlMZw+AY3bkl7LSmwQXvBVY1iVTMkZofW1+2peAiuSRFpUgG/QFLQSmBLpsqQawBF42g2wFGOgmrP1i79xsunIV3jGxfVjnll/JDuSZgS1JM4mMCuARnY6aX7GUM4mtapzq3GYhD3hM2Tlg+SCpAmNF9QSFcR/C851O8Nih7815rpfcwHdI4zH2nfXMS/jcQZWtpgDQk2buvFYphVlEUXrXD2Sh4b2fI0Q3lbv2rhV/y7JevpLvrYqicst/rusXyvrapy3UOta41r7L23LESZMD2EorueU4y/3AkUMtwQaNDyeLfd4ZDEWih4DKOL1LIIqIXANQy6g74ABMZeo2oHol2EcEg+rfpGAxiEPvl4nngLR/HhVB35kgNxAr5Ll9pCFa6BWy7eJxkqrUfG/FR+YqK1x8QOBtlvXhQuFmOuHgMIlaXxS9UvvGj3nnHPeuHd1jO6PdQJA7bThfk3Vdw/Xeo/b8usat/OwNL0HAuK/B9rYhjau1LXKr0LSp7NIdujsV/ID2rmjYwHjdSIpMbcvLYgDDkrc1C+DIjkUvwgaI4FjnHV5BjOeA8kZn+cy8YnOXO5SnYmR9OAsjTNQFF0dauqL8XKbsViJ+rYq+Cc/Pf2X7/0A38B11Dri/ZgepMmsTS/6La6/7OhaOvuxAjaHHjuDsImkme4ZwUkYGYujmF6z1kWsoXVNJILGaWcj+7IjEfT6+pUv0b7Y66vwal/fSP6AMZJpOzuQEIt1aw9kDFuxBwsfDFX1XST2GdG9Ev10iEKe5dfsQLvWv8ba08pzB5478NyB37kD33kAhDrndLhUoqaCyQJvOvOgxcgbWK2s6MlY7PyqNsLeWXrDRX9UtUt2KttIE6X5rLNPfOtNSatDGpUk0hPEV1T/TImTQJU/IqF/ZWPR1USCBKJAgQVNOOosVUSDYIP6orAHCiDy3IdTINBwoahGOCMGdQbCMYJV1PpiUvkMJIOg/HKidgAAEABJREFUaibKBUsrNAiACu2+663f9NYR8JRSwvaBYG+vYE9JIDATdJwI4mTOvbNev/YB3bAhebQ1/bMvJYP6AV7BWCSAOu6ZzsxA/edebWlB6fUroLwUrUpIgdY7o20LFsbpayAQMzALNXDNQPNAjAkI0GaBNU2RhEEW/N4m0TUUnKmN3tInnsTNDL2EkjuAOafoh0dnimTPGAHyxH4maLO/R/0fQtBV4Kx1Zqiaq1Ude8TSRI2r0mSNKnCcuSbqm1GisEZajKGWGsAybfXR+GaRXsONMnZuZDeClZLT+aNgqMp6uNrfA419qB9uqrrG/RGy9WugOz7v4fsznaXpGdcvrr1a9FUCd1mac5fSy1a0UNQD6Rq8meSZEGrfUWGR0bmmR/x3mAtDbsVkNPxxsXBQq34Hi4LTpiCmn0kkp8EAODootUm/9/AVGluBcNEXnzal32wkT80IVJlHekFUCe1NA9Ul0lULsaoAtoJ+u8rx+Q5e849G3lpuoy5HLHqVCaJKuFT9h7XkIKgXU9chrwLcWcwlob1cITrg19fylufcUzKQ88w5C6/RkyQSPPqx7b8G2lx/aIuV4TrdqGk+yFJOcALkYclrz214PgskQh+z1BSM95z1ztq1vp71dSQ1+pAX64gB8IIbkIEYOp6ONnFWTfpn4Ycxfgl02O1sjD8YzVnGGTlzjs2cdVbPI4sX41d0pm8mjhDizMP2DIwkkM5sJgxtLhvXsgDjtXgNr9Js4mG8nzuSMxu+hNomXpL2xCVOfKJ9RtP0ipFRpUSWWbKmYy5aNKTv7I32px96bA4VL1CBNvHNQJ/6e+1hG6dJ9KxmTTNr0n5MxBoj+zNy9o/jq436BRB7t9/v7A0afyNI/0MN9la6B+IC7UPsS7MX9Fn9nTvA3fF3Tv+c+7kDzx147sD37sA5WPjRB9j1uIt2ue9PzFoP2vsakoYWjCwKsN8oH9NaG9EcgpEkWcs/xrclaN6IiTJU+Njgb2jJplTaHMHTmBUkqbEA4cKLUTvXFB8y1JRYIvh58VEz6AKdcaLvJF0oEY8JTpDbbXrrNhvrN4P1BE102Kwg5jTH/7r0BA+LuFgh2CneWce4frO1oQN9QmM9Ej8bTPfm1ptRCzOc6AVC6PQ0qFc8oosixYqW6IH6AsbFMK3uhO8kX0jEKACb55H2gRizgT4SMzOBWYDgbFKiJ2QHm6ANc+3LpE3tQzbXYC3GNzuVTuPEXID5ww76jeqXVOMRO+DIPHMAfwiKcTJW7NypJbjLikuAivbAoFojVx9hXCfdM/D0MEg6AuxSsi2Vb2EZAnOtm/bpoMjiPdBFoYeiWPhdoHm3aGztENsQomhERZM9iHrtGYJazlqtH0lbFI7Rom59ddBCdEM1LML/MKatcOW2lrRqLuxKvmKX7kdM6qp+H+p9ZKPJ+bjb2ErbKGiU1IA1HjAUtRsYwrMJYX3ioCIRrdRQO7mo0dWHvdDHIAVN6QAa6muQzg2wfV3Ouw1HiZsLJbEQCoap3ytn3fe0ap/MCbWZBAuUnFtMSm9qjQOUWHfrV1t8o+wGTbUE2FZkuqHJ/gJ65QUzSrJCXFe8RgS7XDYkN7rZz90A4855FbS1z7TnQ757h62GAv+DILHZL7bOc/gyt/y4RtNr87vleqhhNRZBLc75UNk10bWi7czvUBWssg5q1iefOs50L5057VLMihsvzlTOlxNnVCSCSPLon4GNNRE0kgSaDnvOzT3z6iybGHMM6J+CnZ+ucuAMPbln/bqI826u0HQNGKAUcwQNy6Pb9MJvknZ9P1g/DCSBhvrPzrfwLxZyEjnaG5e6UWv64GuFYawwB33iBcb07EM/dNjZhM345+wkll5IKg2BYbHfh35vvcbKjOk18/Y7xj/x1tmfvwja2W63B2/gFdB+29kb0P9k423/Zvu99nCyI/HBed9kr0IbUFlj7xb2yfz2HeDS/vY5nhM8d+C5A88d+KkdaGfEzKH6Q4aKESKYqSrwVl/JZq2zlLNXKrX3ihAzXEmumtcnMd2zHrECPOXM0fhF5fQTe2IsmjM+PNHag7mqWv+VmMDoWsLqKGvpTMhwPvRPtNgjAq+4nqporvXX/HW3VCVb65jZuakLW9y6rrcNiZ9t/EHIwTbDYN22tx6ZEwR5tzEnWC0C7Y7kUD9sbKC/J/nT9xsTnCBIeu49+j3zEITaGoi4vvJJoEVxdHMTtG+JlFEzWrV2HdU7RSMFi2vKDUeAavGrn4n9PhCQCgSmfPM2KWETlDbJHiV09K2c5KPafOs2CUf6FcxWRLJGcgE9fYsXY0n2TCR2wgZJHAV5AWRK6gQf8qPNBHP6m0qC+k7Il+QPPs98U4jDrJA1ULeSa2utM53ZQApDuEdgss3dE/eKZNcwdAXp3Ae9TBB3zbtUGii8W8464t4DZtQNuVtYG2+CK9c0gDUwIDmYVli/3UPrh7YxjSJaimRLg7sv+EcXITp/vNJcwnsWNPUaF+8EDX6Exeh5n3ITl44PMPnee6R49qtxV5pNvKbsqZpXmnGJwz/WI48FCWe9r7kH5mhQi29Alvc973XxAn0GQs4kmEMalhe6brV+VFMczAcq5tA8bVCzIxpy+inMic/UIYNmK7Ro5Wi1rrH0hBF6RWPE0pNO0hVi0ZRkvW6veXrPTV2JNfLukgS1pegukKxh6bhmzobrVdaIa6W/sq35L+EcMPeglZ/leX55PceS5i7oA76Quvf0PiiLs9ItbXWcgY/RE2ic58MPrcEqrT7Kf+OFlPrbRZcqQEVhQMEHRne9ReKDc9457zV3s228dP+anq98EzTz3pw5u3RmHjhXx3Fn8Qeidzub4HU2ziSKZiUplvt3xvOcEXPwaT2jhOQNuwnanrCIMtEifkBigrt83djQ5y9yWoJmGPS3B5FFsuZT/cWO6NZanMJiw0Z4QiX3ErPFs0P/k4b4NdMp2/EmY1btPdeuD3Q2sE+94p9hsH7oE9HHXvYgrp0xELBv2q+Zs35iXxQfxJ6xV7vxlSRQQjIlgUa+RDoQc0g/fAoHsRMFp4OqUqJNVFjL1QZ3REif5Qd2gNvxB0Y9hzx34LkDzx34q3bg3Qf+9zlR4uBlTKmgrbyBUblJiHxdbkQnznKw1qn8jZtueS5HP42gWV22UvZz9X2ffsbmXR9DqKBCli9XTCwhIQglqzEGbRV0KZKJSJK49jvbWadG6lNTJBGZTXMQQEGJQzBb6CpWCPK8I3DZDCSBtjYoCbQdbNhsrd9IvrGOgKYQ5CjB00P7DjlJoX7Ymr4J64fBQk6fe8817LGt+Rpl3nACSo+Z+i7hsRkKmBJSk0xiUbUTJ8gJCwmrwWJarh8ECUrn+UDgRptEy6SkDcmakQTQSFInsCdY5dvLCRyQHQm0jugdCWQPJHCOjFsQsr2p7xi6ezugP8GPjJ/ASHsByZ5MGo02IY/kj/whoDwR/J3CP4I2AroZkB0yi4syQ1keV0f1t5H31czYGTuTgtZKxa8x1znfoxP+3ceJRFpijr9jpKD4fWg9s/xiEawqVnSfzvQB/J6voR4GhVx8Q8i4D7CveRpm2nShldt4wasPNN1LipOronFLU7fp/cYi/V1MTq16je+bbb2WNb+2wjuO95PmWEsb33pv6fI+1tB7qCbWI5kIqZQhKnJKgE9CTaHJdYRR4brFtb2+P+61cxTDYyA3worSh6DW4lBTCzsmqLkGQ0OuvitEF7opvrp/sTlnR06CMhqYEpM492ebTnQbL8O1mSwWs73ohTysZl+0qR6VxZ/1HI3HDv0UzMNjkR74nLNJJHtkfpFXJY1h9CL+KWZ1u9zY0Xxr3Ch8RMAdykFDze15Wec9Lhs4gQ6HGyJ04HUufQg3VhkvGWel7H3bhs7UDtUCRNeQTJDMwzcqyxftZO7Wut6X16hL+5ztOvP7rraLhuuKaqOTN85d3cMz56R+7TrtR9tzpsb/Keygs3XPmbHnHjoAjTuafgnkGg7yvJbc2IlboIIvUVPlqPSXJsUjsdJZ3w/WDxsb+q1tty/2afvZttAt9BN0+PRiLy+fwJZY5TN6A3Y75nSsUHBBdhOsUW3O0YlzehIV9PyBar28NWKsrllPXKTYZxh67MqHimHAp4H5JO/xUX4W874Yg80wMvMl1UQSaCTWGJUAImm2e3014evX1/hbQW9vX0kK7djXfcQbxyPxTIzFz2pF3HxUzZdMSrQhl/0G9QRigdH5rH5iB+pd8xMWnkOfO/B37sBz7v/dO8ABlgvksc+3NJzT2XxQp/rpW2oxuijhE0/AEu2s1nxKZIyPZxxVqqvsiuS8V8La9JhDDYUJNChqJR7bzP4P1JigfEDxWuV6rReOhfK1JM7dWGxUoRPVhWL2ccU4t08RMMU4djB0L6qVD2Fj1UZP4zRMVGuUZYEuiU2X0EqJIKgQwGTyZ2MdCaB+OyRVAKM2CZ0O9A3dYP1mY/1QofH0uXeGQaOiyKkKXUjvQ+5Qp52UoCjaUL4l67HT0xay303fjAoxxtKsu1ZEg5UoGJsJ0i6hpMqB/SNQIjCdSehM4Ah/IilzJGFzVJugS7JjpTP9k0BbVG1BfMPSlo6wsnNg7JHk0g0krziRXNGcMzR8joCSoE3BZVysuPosrl0t2AJqkcoZ6NLQHnDDsF61233D2m/2ZSIYb5jhvxdtLLTZDv/xFT9wADcuefmGhK7Tz4GgdhaWBNaJq3/EptZ8CYSUS1n4gY+NTvANTTbrgcV1qFv9lxG9SzSZ6BpNJvoYsbvsxbyAi7BST/lKEKyklQmiSjJB/BlpP202/ty7cHJ8adwybvcV7kvbbMzHdWJhFHmmtvp4/4ulb7l2D3npXyHGIrsYQxu36WKuR3z6sK5DEzvccLCMXvHBYm2tL5l0w+/rvos25mpbnMaskTbpkcEAzqOv+iPA09BOO+caiwxXGw6l8FP2pU1bhB50rooupLAWS3/dvuav9dUWrvXW7dYPpWTPvXkWmbQaUv1HalmwuIfFPcI3LD8ahjzOtzgXeac0yny0znWV5/lIj9qcmxq7nJGSWccxXAA6Gh2yytOOdSALavmaQ17MOH/Dnn7RwnnugWLRjeqyrfCtOIzks/42kJ7PJDQmvgw57PY2ch6OJIVEJ/iJc3DSlyDoxf3MWI0XYGsJa/DpFcyDUpBrJGtzJ1bo+fKqNyWD3JOK7/sX2wqbFxsGYWspH9ijzow1mpW4tXXnc6TZTDUtmDgrG06mc2MObTPr3Lqutw3oiZWGbc8cQ0Dx0TB0OdfQQwF+UkxgNFswY2/E/she7W3cvVn+sWj9kegv8Uei3+KPRL+RABpDb2bvjiR7ND7fi7OpfZRPkiv8OVKlgqSGAkiBfJ95T18je5/1R3ZAd91H9P6xOk/Hnjvw3IH/ph3Qoar1nlTdwUouFlCu9MpVuzXvy2PGakT/l61otyHf+wQN/aiahSt6Yf2q78o/OZPH4vt6V723TbCqmfwAABAASURBVOzyDdSt/FLSDvsrqeVqsj735TqyPkuDQzVsUVEiiEAUXcQvSal1wENY4QkoRJjtxIEvmS5H2i6M76xgyCN46a3rB1MQs1EgM2zgN9ZBN8M2+J6kzyC8DDb09Pdb6xnj3mHLTf8ZNQ0LWnnHuUDodeYxdpM2hqRpr8NehXsEdH3fI1sBuYc9VsGaZiUiSKZMCixJxkzj3oSx0kky+k4ERDPJn5ngdCaAOoNECbvUgiEiMrt+OYIGWK0qlogrwadsXni134PGZT87JsM0JKNlXJCw4wjULtxfohbUDPECW73kv5pJue4kMuZ3Qbh4sQ/f2SY4ntl/fUOadGbrHiD2/EEfNjT+XWi85rsA103tB+Nxhhs/7xHxaZ8xul9ugG/cA6EXm3hS/Q6w+07vj3TFNTZuBl1gUUALU6oF2DtFngjrrmyr1rrWPZf80puq7Bf9a549WTcbn4ro/sqiJQrnScJ6NqkpuEPB67jm3OMk7GaB+zyuXchn2IZH1/s9eRu7pk1/Lfs2z6fIlS9NX+8zfMfnuf2KTlTtC0ivjbmi2oW6ViZQkQR6pScddhFp9rcaOcpcRja18vn+QJO2+It+2ZAq42HfL7qGaw3GrZs3vPQbbjofCKTfut61v1bUALU/Aune4tsj9S7+fvBUZ7I71vUsuEKcC8iUBFrDvedcEJiffmraxahMvOgamo1JLwvjTOcMyR+XPc5p58zGCHr6Eg5SS4yXfilIogWd7aQkEGftxJk7Hkc7kPQ5jDuLfxK2f4uzeaZv5hmcGYl2Aed0DyuXRf0nRLNploB8jBgAcSuocevyFYE0DFusWmvAR1/FEJtIAg0kaLbEH1vrSQxpH837sCQbuv+V5BHmesZMomDkLJrGI8mag+1iXaPtlew68IzQL3Na3sWd+AUwdyaBNsw5ACWgRImfht56EniZvOPtyPtrBjpTJ87mUb9W3u3sdfdqSgK9vv4b+hW8Mv8bCaE3OzDv4VAXb9pReGykNZ4h7Egkf+hTbxAze9Kf24G8y37OxnP0cweeO/Dcgb9uB3Q2fGu20/sKhYM3NYoZh3+xYpev6/atwY+4cWnTzN8ddDvH9fib9g8MkY3rYctBsDDSaqjCd31vulDpAQUgDTrI4zyn+24h0LB2Dep0Fi8MicrhyqqZKGYK7BgbyR/91Jukz2Y78A3aYD1BUr/Z2iYSPFtzkj49wWBPsiYA7wN6fLvlChYJctyZvKGFajVQM+Tqd+/N0VXA1YtiYyCBNECVSBIvqj7HP6HHfsAV0CVyDdoZwqVI/ox81joQXB4IjPiWrCV/CD6Ph4OdwFy/dZwJrGaCT+2vwRsfuoIqUArD2jAhGsaqLtEE2U0fPlVeHp1hcVWKXb5am+XUDsYv+1S0VQAZowtKms6oKEaHrV9O/7qt4FVtrU18g2QNKWPfYFLvR3hWyb5NYAYT12AGohdgfxXITpqLwHn+UWj8B6B5Eke+VU3MF+NONuvD9hr4nzqsSZuEvsgZsfPn5l/BLVMuTJ1Vb+Rr1K4fJrJ3f/Djnvv6v07KzLoOgbTKXcpjUHLaQZDQn9dujus9x7XkQ89KPn+DN/ovMXEjXONyrvs2Ne81eI7gk62gsXmPyucJvyeTbObD5QXwa2bcAiW6Ghb5McdKV+NFH0H9wqP+K3nzcW5ydj9LbD4slAeTnlQNXJks927b7Pm1tVx4zyK+s0FcTxS/h3/P5m/o03Z9FBwCFLT17L9CNLkmOid0NsR1iXO0IKKFAjUabhihYIcWjShLH2MMOOe1lQ49UIoZ51QoqmJogUKoKXypduK+NJ75J3AkGTKRnBhJjugXQAfO5JHzWO1pPNgcSaCZuO5ksiFghTKvAFvLub9yrMWAx+i8xKEaCRjpuHWd0Jt+neOsRbGFYg3907AhfglEMkaxDH1u+R83Nr7xftd7ReC+4djiNpotkz8TdIw4Y2QdgtYz1ZhilgEc8c7MN04SqDfFM5p3IH4aXjYkgYaA5IKTBGJ602tmvhlbE8kf2Y0kk5JAr6+mfxImvO6UBPpKAmi0iS+4ZsU2mpexssFTQYR8D3upXwTRJ1lszRLnpMq61tzr9pN/vAO6wx73PnueO/DcgecO/IN24IQvHAeEkDC16CEmWW1eEY1YiwoNAcKHUxVxC1VDQYLohTAESxXzNTOL9ONMjP+4+m/VXJb7i2ZR8CCkOXFgWfDCtFgBtdxIXUcaREFRRyXthhjg0gLFzUmquIKjTW/9ZjAlfiIo2r7Yy6fPtn35ZJuXF9M/Betr8keJG4uoBhsO4hqLCpoaitwb+hLBj8Yp4eP9YP3AfKvETx+8ZOoDal/AcR27sSJVrEhBDoGmgqSZpEMEkgSTCpb0y59JPAmfI4HnEap+yeaI4giBCE6dd4FjQxYThXkEq7TybS1Be9NaOu9tjeJuAYOu4SZjgQLfgAo754HcK1SwkTzrZY/FF2Tm2GCgo21q00Q76vsV+7N0iE8osGvQlZJKa19SehkSW/wu1X25xhQfZBUEN+T1QUdBNNfpIjG0bnM9psCJIPsxUudIwAtC/5bOyGdszzFnzq1xM9c6+ljYfA3p0s/ksXiWTbisHao77fAC5C8pawcuJlQHLiIT10Azy40gxX+Z623+a5pusKdcj1VdxUEufIyGqgqR0MpKVmIX7swTfSHn7Ipr+m06o/cR2Ht6PE9i2tX65Ms9GPffNWZkN7qSgbMu689JYvlMFXQOv+roC32Uac8NDAitaMN9kx6Z+qxHIyzgxVKuLg2Pq5VkxcYA3An6q6pfbe9X+fWb7Vxv6+V02Rs154WTWOiDcsZyrvTAdfZzNgdVX6BwvDAKHsbiyRd8MbULPCeTCQiyn/3n3WXcfrRpUJvOKbS4UeLeNO4x/fpEz2Alg/RrIJ3TSgJl4kQJDL64UQKDZzeZF9NAPIFqplnWAiGgwhWLeAJG56T803wTSZOwSeJkHCemnpm6+cVArEjfOb81fkvc86IkEHHOMGwjIaM+zXoG3sQfm4bKBOb0fpo4MybmaNB8mlt0Is6QL7MSL0KHtc7xGdTYZhg21vcb5uxt6Hv6epbh1tZtvGKeOfdnHHe2270GXkkEvX3NXwSNo34FNHImjqz3wDbk+5XhpHlYP5LkVQssQITeIHcqzSvc6XqKVjuwvlYr8ZN97sBzB5478M/ZAZ3BRoD63R6VYiaYqMUrvgCiqZPq4gGILFRD6/1K44Smteab7K+jpx+far3gu4vIA/1u151Z8zoZB3ke4nEIx3lNm4Nc7IWti8aVwbYsDYquqswFLAqcilunwKMbbEOCZ7Pd2kDyR0kgJX7EB4YtgcrWlPgw78zdsdbjDRccfjaHTxi8+gMEmT32NU7fuokf+h5bwlCpgh/xYBB/2ddLnznCHrNGYZO0LzPBXn7QnzLxwIf+6Xgg4AMkfQ582zjx7dzEt2OiM/0zAabGssNhCndZT6nA+zZX0N7ke+duhXUX1tMRNHfwzh46vCNr6OFvgK4C7ganvQB9jS3YCfv0xRxQ6Ujm7sbswHEuCryodt2WF2pVrj7E7BH1N0rawPLF2LyS6vs2Yh+ZS3sKiSY3w0Ily752/z6gqcg4+uGXMVd8s43WxXvkRh/FRQc+CrYaXfqQxVg6gvJJRn3Lxi3vnUXytzN3XZKQtbCB+EeDAlNLXmHdSVWQ5K+s5c8jhB/ysd670aaSqIHmdUlzulpncFPEFpwlv56LCbhf7lJdg3TsbncblirNt6aKNMavqVYtvbOOWhdgTLZPLP8UinkvI1UfoKPKIZiXHzPxwALd91UeffAzMvEWegY7A/kD6JcE7kHRhXvQFWMf9D3FH94B7fA9hIE4EHjHQ905x6A9cM5TbwkhtQPFOAAZ1oMOFDPOIKPPjLZooJiFvJhx/qFIwYO4ntx3FASKFEUqZu4e3ZdHmzmbp/rFzGE/ms7n8bCLX+xKnuezkjbSl7HZdBaFIaYJGnOJc9PZ2OOPBwq3+Iytqf4qZ6y/jJG9mZjAAhqJ89hlPHvRD4NtP73Yp+GzvQAlgXqSMl73DC2GZN3GIYgy876agH4RNOpXTQv2+HDAF2GM2GQ+TDjAsA4rnZuSTz3zD4Nino31zDkEFP8IHutz7bvxYp6J2EX7pETQOF4mgsZRvwTam/749sweG8k0Iz46v0dnrmQD9pZ3Ml+GqfnED+1Auy1/aPBz0HMHnjvw3IG/ZgdmDkhmUlDHkQz3Y6XkMBFBrUvaWup5D9Ir9u0H6HLim16XLUm+H/pb2BolW4L4H0HREmJgMhzZ0bpXaR6h9XGeN/aK6jo1nLhm8FyvOa5bqrax6slz/BQdM3rBRMXYoFTa5EJF0Fac4KITNtZtBuvBZjvYpiZ/MvGztWED4huqwZzAxJWs8M7MsWM9tFTDtJH5BTqTft8zDxj6pGr7wru1tisgBWcbxjRuenkSljmzF6xJ36wFCK4IdOKbNuhMwudIgHlUwidAMKRv55BPh6MpMTQTFCnINO0lF0OmPcJVj/nceytMmOiskJjpvNDXWY9/CtrSf6fNmlygj32JQLTrzLv3of+TSugyxplLaHYdewH2qGM+7Ytr/uJmWez6hVhdiOEotUGbUm+UJm6UHspsVL+4cH24B+c7MGRcRHsPcnemmlH6Fr7X8bU9zIcfMz41hKwZ5d4w/GjNG6r+G+GvEsh4YsapWzyYRxc3Lr4Yoemted1Gl+2mpRljU5izyd6jaSXr9/S+r0/2PFbxfePO2lqH9iyun67hDwObaey8LR9pM+zbRYbQElnQnuHX06FAOa/nepxWiwKl6cw83xa0e7zKDCqoPy51jMNmFPmQ72FjnESyHnpqN11ROiuB+3aRHWHR/J7By6CfYzTlR/Bzs/z1o6/XtPYg31G87x0O6LzROyxobdNrzjlDBSu9HhPS6hA5fFeB3NVuKHlr0HtdyiJAVw6qzb03n7i/6t8G0tmt83o87EmY6LwGOsuVuOB9G/eoxgGsUKswnj5x1s5unhitX1/wyO4Yf5+nJYG487A5L+PMWBhF5/dgQ//CF1+DbUkGiW9fVrnnet2wHutmHEVmwhbrmqcTiR7iC75cGok7xt2BtYxgB0abWM9EX+izW1hiXucLN7e+620g/tJ8Qz9YP+APcVbP+R8xAXNSNDsjZ/I5E/Ym7O5tt9vH/xls9/ql/m2gHfKd7fVl1zzarPXqFz5yltEWsHx1OB5co9G4W6Xfd7ueQnZA1xPyLM8deO7Acwf+iTugDP+dB/0d0aX3CgZXkpJ8JdmIuklEhRDeVqX2QeKhGZXUShxw9s7r7OqZe0f9Y12r5a3Yj41dtEqEINHUSR3MbXXtdZzJK7Xor0IduPeQ6mgSRMVhDivZTGAuVmPUNgVYkkkYAm10IegQOvOus9JtrNtsCEK2ttm+BAa+Bdu8bAmEtgQiwsZ8Sfz0poDR4krxnZzLAypPeARK6BC4OAGMQyOICTrn3mwhAAAQAElEQVRYBjYENwMIWVLZDBN2fs0EKlrLRJJnBqLxRxDHffyxRQU+425nIwFQYL+zw2G0g759kwy9kW/bpkj8HAiYDgROwtHm4+pK47oR9MqHjmRLcfYl2oW1dubI1OeudTlL75DTV4pZ6VZw+ITb+/8Z/YGCXqAzL4XxJag7dIH6OjP0zN18udOWC2vrl9MQIBfF6321FkrvV+Fsd7W3cvEK2ZTOB5DKusl+HnLw2p7eH4BbDft0RuGDBQJYjThDG3Vuoa+GtATxvwc/ZF2+riA2vBPTgEB3E+SmfHROmTLuyDCgxq8GtmUy7P9gpbX8HOJJVO+In7NUb5rblWiRC8pt/0NJ+pMeptKaz/mkQ5+IAHuv5LjHChf3yuLrpaX7o6u0kssRf33re9z4Ht2/fiWXMz7ytV0qnR0NeZ5xRTlPJIu23mu0g4+zp6NLOr3BMFkHPHDiDJorDIqC3X1hz+gvDCtmcYRZvAqzGS+etcQxOqP1z8B0du/3o+0iEcSZTSJlns9xK2YYozKrWuEEj0wKmjOoZuQdQAJEyZeRuODtbUfCZEcsMIKJ5Ah3vc5FhoZDjHXOeX0Zth0GexlICA2fbBi2psSM4hn1uxH7aAzUgEzggGnv1E4gYW3zxBw1ftE/ERtZ04gv+jtI+pWO/mjzrH8axjKdIbKhpE+AGKoX8KsH6pMOahQc0MSsb2aeCTqNO+Khne31fwljrfs3/ZOwN9Y6stYDm3EgFcQ4nmY0sKGitui3MWu+b6v9V2qcr8t/5fKfi37uwHMH/jN34B2vda7edBckDbAc8AYksVKs2PnV+PXDUTJHS1SajYoPeNRZrXlJ4gBqBxY02ur4FWCxFFkidyLyt6EdtKJrcIpzdGvdZ9cIL/IsR6z+6GFf1EQ5mktFEGEELIXERQQWJGEGAh1hSwLoBWxfCHg2CnyGCHz6SP4MBDc9Q3VBQLVjVowOo6L0sIRGNXjssZ0YLGkme4Yhaa/ESkOYVIWpKKxKawhM8dPpaRoJZA58yzYS5LwFlATakfjZC0r6CPu9TSSCJhI/R5JACrCO4g9HO/GN40kBJXb9NLMTuE2N11ZYk4fvtLyno62nY10d7WJeBDcrwKQD9UsoSLMr2XX7vk6dD7te4CsMyuSYcGMmi5curhAXOJgQr6tFdy1k3evmr+Q1X6KEn+IXRo2KJMXMPgL7Na+c1G78wQd1hVwVDQ/Zaq+9usA2U7KxMNn8XfWvm4ZFUC78rO1KLrrUyLmzVjsfMsmpznFZa+sk++UI87oW34u81L/an/VuhG359zPAiIZDborkl1DrRi2eALfSvFryN6H6nhayarbtMBI2r5h54ZmTEG/SazKjG0RBrrHBX3nDU/yeGFMMyp5n/Yt24N0d1Xl0d5525RiNTpxLujpx/knWMUpYn3XFuDGQ02/qEy2081dAJ56febdJhhi7hgyzppfDu5h2FtX/S1gkRQ47GznLD3yxM+kMnw6ENBM3syyeGCUKuSjLXbZIncliDiQT84wkRnbEAvq7ORErkGSaIzGDvSxoOqtx8xa3KBYiAfTy8mJKBPXxK+gNS5flCo0FDKbU9cK1wtT4fyJ+OZqSPxOJn4k4Zowk0IF4ZgQTOkDvHcy6QFzUyw+ug+KkniSQro360rYmBfX/hEI6KvZIX5Lt6j8J+7r7Yl+/fiHh9UpCKJNAShLx7dc5CVQTTwgwi71k4B+XWYt63P1f28Nl+69d+3Ph/8k78PT9v2IH+IJhtc6Z40YH6kp0zX6j+1pd7XgIxjmoqkE9CeLHZKKmvwACgqIOsaK0w07onKvfe+78wGLPri2cDugL3y8aOmCbqviGJksaUiodtAl9S0aAwLc8umpcuFS8qOU/g0IWWhEQRHNVyR1nj/Wrlq7b2GazMf3zr43+2ddmsM2wtb7bmIIP956RGdRhjCCFJlNQzMJGZ/rJsnT7YeAbMo0D8Gp7P5iCKXNmDTAelvqeCPszgRKIAGmMnzErYNvt3mz3+mavC16T37/Zm77hQt4SQfpW7UBwdYiEz2QTCZ9ZgR57ZwGzciLIs0RPyNd5Z4JD3Xt860AJmGQF3QozpyRcexD3aup65e2br4LGGjSXwlyyC6wi5hGPfQsYL11viC6GwE2hILCBHl0yc5PeGuqZkdsCSX49CiYLc9zCljWYofBtoHYuJ9gG2O8s7C5TtprBDvDHBfZYFIXqUzFzR0GAtBL7rcbCqPFLIcvCjxiVt22Fjcaa7hqrz4q7fXELcWdJR3ig9DvFF5ugxj3cc6DtwnXfvfHfI7u29yPt1XxyExPtOiXltkP2kSJL9/Ue91zo1/nj/hAfKNFML0JAG8/0/lBTLb0vAFJ79FrumCtXLsbInvDIyPfIZecCNPAx38NnQ0hZwbn9iPuo3qPxf4e8+Syq+RsVfwEFU0DXSMh3ujS4OnXPPM5CnYdY4Rw02gaVvJQNzY31Hf2BjtulM52hMBhyUEtcfzfXMxZUaRL5AEyJB751m6eTzbMSI5MdSNjoV0HjTrEAiRLO9Sn+CZUSQgx3ZgJwuE98FGfdzDwpV+zhJFKkoin0K+IRG7tqb08SSH+zZ5oYW3GcZRuH3U2/uOk3vW23A1+EVURSpmOdbpev1i6IG2BVmHwmBpn44mnCfyWCRiWCxokYh7Xik/oV6/GwNS1Au+XyAf8jvtK8qyQQXVILWE0C6ZdSk/YO25EEelXy54sp4TWSANsTL2kPzLTGAzuuTwSsNSYVlbMfw6w1gY9p/3dotTvgP261T4efO/Dcgf99O3Dv+axH/rLSU+MWpgkW+qFjgcAwzvVI5mhoURWiSyZaWaXKFb9+hK551K4duW6j8qMlVi97wo8aWcZd+b3IG3Oe5Hx9mqzS6JgJhG5hSmLEgd3sXVJGWB0eWoRTQatlM10rogfvOvNNZz0JoEEgyNnEP/vKQKfvFeB1RqQTE8hm2I5WoXa6elOQNaA7DBvra+JH1Psh+hTEuBu6FYyMgKWDESBEb/go6wrECPYiAbTjm6s9eCPZ88W+vH61L1+gX/5tX9++8o0W32q9osO3hTsCuT3fGCqg2+/3pqBxGo+mYGsmoDTtWd2AYm7OfeoKZNmDEkFVZ9731kumviIdgfXBm3t1Hhm8c2cL1l5emUbpt4oZegut2FavAn/GTGs2GVsD4apIxyLgrUIElNr430p0Nxv3SsLW6//eJWtr2WOuKJeXmutKc+GRqLng0rx2WriU/pUtuZ8+3tYmr1MhWDXl27WmZBfQkta46PxFjbX9j/DLtHo+2HLt29Cl+x3meis+0n5kTmMv+pojjV50frBxY1SCa9zayh25la8velrJKx/3QQpQKdzrgOeTCw4f6JCjz/vBr2E8D12o/TLomBK180t+CSHRvgRzp2LsHelvEt1OJsl7+E2O/B6zXCsuHBejrQh2mUmypcGbKK+OPsQbBzsF2aqf6+lxnXuEjA0eypclHvfAhqm6it4K56bgpTNDx7ifrL3mEly654xxM0qAnjme4SfmF2abT0fTmT3zxc1EUuZI4mJc/3MwEigoxUiqWhinJ4MWorMeqe7dodeZrjklIO1Bcqf9E/KReGGH7T3xgxBy5ouEUNjRGMbKBrHMdpu/iFZs0yOTfYEFodhKLkxywZZ9SHm6OPMlV8YmmnNSEkjzkgSaSNxozTPJIjYkTMuO0JMIGoaeL9k665m/weHVH/upafBdiaCZfZoijhqJoV75ouzVlBTa779CR3yYTNf/aEeLzwSdPV8/uQPa/p808Rz+3IHnDjx34DfvAIeEDqOPzcLBzCGt2qA5JlvBl6jPVW2XSpcz8KwRXHTXJ6ZXJY8ei7Ms2ZLkTj3LF62jLmTl0R3t90TXEeraknjhvfHrvuYvVBFP7VqxVfIeSX90ON/H7di2b+rx+r8oFX9G2jQCfDM3LwCnlPCIQILkzab+8icCiggqOobLcmK2pIYN6Whc0g0ByVDBh4N+MMmdgEVBi+gSoGAxkj+icd1m6ikCkZngbCYQUtCiQGjHt3+73au97pQA2pEE+mpvXwUCGRI/rzVwU/CWGO1AIuhwgB6OdiSAPOnnzSfWftKqhWKO/z1Bau9unW8i6RP/1r505p2bew9EaaPrAvenVxhUlha428Jb8szIuixA5/cX2cRUEGiaFXPPFItrYk18wdc+yYXWd0UfWb5S+3uai9+nm/3MrrrGb3mXyhdazgavoftA92vPBxrvS70P2B3pGS9Y6otyx+xF/+9opBtZ573BLGpWxJro4C6+qGmcb1WGZNGg5H57vWyWmG/hY97Iyt13mpYlfMzMjZaG3kPOpVnvATMSQ763cIudr831xHeMrae5Vj+34WQYYjzHjGeXN7gxH3cI/cv90vhHlGd66C79mDAZki1wXdZOXvf97rbmVnzQcPP0+N0O/IX2uR4Xs9VLssjWbe3L0hFMXkFs5LXl/Kvnv/PlSM+XOx7gjB/oI1bowUC8sNE/E9c/Fyc50oNuGKzb9NZ1G/PSBcyZo957xr1n8UIYfujZHUxIW5VJoKNNhwNf5hzsQGLkwHk/kgiapgNf7EzEDEpbzJg/MQxE4ke2gM88u7k3db/GWrjP0WIQyaXR9OubkYTLSAJoxLYSMYf9FPFDJmCwX+8XnQkDMU3P2rda7zCYfvWsvalWscx6qFXYRpGcXw2tXUCKZ7gw479AEoYkzRh+iBeOS2JGty1DsOPMRyKLdfQC8w/af3gXmEPXrT2XsMwcE3MIB9a6J+Gzq0kgqP4uEEmgiS/KIuaKieSZPV8/uQPnu+AnDT2HP3fguQPPHfhdO6DH/SmMiwvmO6oc+aEB33giugICZYoK1jjIqDnQVV9Dfgopn+vhrFacX6u2ZN+Pb63pI/1axHlmP7M/wbFmBTZaZKOyhlhEyHlUa35Ru9hDDZXeggKHmhOUuHemIKIjwOu7DTxtZEQddmHECXWkLz0fzPvEoHbf0wbeIN1E2JEhb+aa41CSM/NxqsHKaPHHCyMgI2Ah6TOucNi/EZztCGaAEjwEg0r2KCA8EkAp2TPPBIQslpmtd7eu62yzGWwgaNtut7bdfrLt9nO0B4LXrhusl/++wc0uN0W+6p4MIIo2zov9KEI9qo+OQE/6AL9xhnaWuc7vQZGhQh1lxdI+AWtad/nQZ9tNidPQUKMhx0rnZxBmLyr5tcZFZzaaC49oaJ3O7/C1Hn1q5prW89zjF+VY7HlPC1u+RkebXu+DUuW+cv/b1SvntrNvV/2/o+lhNOt0TMvBXxrO/SPA4na5Bfe1V4ROVtRu8RJZI4SyL9Q5qrbUancSbca3wE7p2f0tNfWfdzVHpCynuq7V17REoz+FwZ4rCc+tX8/JvvALLYe5qBajly2JdTVWCJYqSuGKAfGABvdFvZbRpqr3TUijGVXqtT5RBuv+EnRHBFBFbDevWyfPKo/GnDV+jntv7nuWWRuLZTk4tubvLuyegX+gTOuQxgRvFwAAEABJREFU/0Grf5yPel/l9mTd1q1rKvQ16ZO/dBlsof3WejAM+iXMJ3v5/Id9BttPn+3Tpz/t08tne9H5SiKo32hcj+nOIhFkjgOCZocNP+ozvbqBFH0uAYzzjApNYh79QkaJoIkvhA5K1igJBF0nauI97wzk+dLGpdk5bZII6odMoije0ZZozEQCRl82jdgTJr6A0t8LnA70wrcv4GQz3hvY2bK2YRjsBQz6xTS0VwzkWq/LicAyVo6wDpHoiL0Qhy77wEzEQDOJH6A55ZOovhBTPwhtnNY8PT4EHTbW8yWF2nTFOuWndJNimbEzdpQ0G8dXG/lC7U1USaBpR5Joz9yKwYidcuCz/okd4Ir+xOjn0OcOPHfguQO/eweWk0gHBJOdTlS3JaVZt961qvI2cU63zqCX+iF6WBWOa/RlFMJJFJrpHo/SLCE7V6GY5xvC1G3M0kLwfklN2XpHryzT2HJmF/QFyGUpdSsKYgHn4SwGNj4E311xldgn1elP+p5mPGb1aKgW7s15OYZQhg+z7p05wUQh4PNOfEdAsSGQIJDB7ozvAgLsF0MZlj6SPz1jFAz2/QtjBqDgCrvYc4d2KzhDAUZqkTdaD1CAQrAzTSSAwEiQpyBlHN/4xurN9vvXgH4JtCPpswftm8ADuhGskUSa+FYwAq46QykdPm1ss9mS9CFgJSgdKvR/OuvEkwTqfWPesSb0XXtipVoQWTu95tX3DYS6qvfQbEgHvhK4VWGPakvd7Kq5mJDJVyEaWS19NG/43Hd6uLKq/wrIvzW+Mad8XuOe+lW/mhbXbT3PPd6sLVz7KN51zZ1WQ8+90PiFFjP0GH1RtJsXgp9qaBVr3DcmDZyJYtHAdzHwjo/OPgTg40ZxR/caadvRjaFZUXt2rGpJNANGoqBUe7MnhVX0kOgebnigpM0UHnR/r1iz5Zh3jK6X8D18Go5a1q8RHTyxz0/raw21U2td35WGMKpq8byyNlauNz6uTwh01Qq3QDEqitqA+8EBgpQzQOoSXcrQbX3GK5QqhURpsmhcVenylbA2Na6yv5wwL0dK3avHV+By3ncceqfr0sY/qMUeRCyljdBOiDY8cFP3hJDnus7yhsFc572SHCCTP1sbXkgABT6TBAJ//mkvJIK2+r+HRoJosPxCacNt1ZkpWCx28ZKb4WeVOs8sj3sORYq+p9AvgU7Hg0186aN/1j3q/FeyhvM+z/wDJiYsyBrwEyvWewQeTneALmHvvQ19W1M+49WnhM8oW2FzZyMxyAQO8xgJGf0iuVljISY7fT/YZjvY8EJcoT3pNxYJGWIfHIkSsYiSPgILkTfRUatcpzwTEEpvmknI6Fc7whEeH4iN0laz4DGXElA5Z49b2ixbXmGRyiu0ziUJRNJH8ZX+OPTbm2KrHfFVJoGOxFFHvpRbDMHonoA8ywd3gC3/oOZT7bkDzx147sBfuQNXD/c4HzmcTvd8COHJlJvJ7tUhE30pVb3qwZqOG6TxJFz3ILsol31zjKxjL/TuNNpZuOoKl6goLKsqVLJSu2AjJkJyqSYLZvJOML2CiUotQpQgdyrpFPpFjVejsEhVX0OH9Fm28kT7J9CpQzhROOwVOmA3BlYFvJXUNMeMjumlPkmBEj3ACjIBYoyXzUIiJ76hEwWSy4tZtqzHZAc25r0SPYKCHeDwTvBBUOWi0jUMt39+xhdKtCQ5A4E71mPjCdoU3BBsTePOJhI+Y/zi5yuJn138wecDyZ9ICJHomfjW7xj0YEcCtuNhMv16iIoAEBfdTcHrwBo2m8EGArNGh81gGxJBm2Frm2FAD/8J2lwg8WUEnlo3VqwBL7mP8n5c8yjUcl9aO5Ow3mR+ttZcaxse7l6aL3bZtng590YwqlzVLc6SE+yvBOa+p9zz755sZTO7y0pSWXXcg7qr3LU33Dd6H2hDnQBevH495txHHvdFiX11s6CQKNdXRELJ1pCsoclbu1HJLy23nlspV51OPKGoV+1kC74VowJIHdDQWr6J2AOGoR9FY1fQvixymLBMf5Mj0uBvgFGMoUb9Xm3n8bAqsS60xf84cnfP46/b554f527fLx+bRVoND2ZXN08hEeGsddkKuTZMoBE7LB40/vY+YMvpz+sYWrHbEqVMhmhx3dRuGkGRhT1GRPuKMvJxwWR2nkfiSYr+wvq8g4tDj2dnvemjdK/xeNhf2hNn6sxZeMaEbI2WSBDNk421sDZdSz3zdH72/cAXJg0vwQ8kO/SLnvgChQTPQKLnRb/2+fyHff5T+Jf9SQIo8T/25x9/2id0tuhs9UUL44c4d3szfdFSiuU9VSDcB/KB5xDeWL54TxF4zsSEJ9aga0UkylF/JClzJElzsMN+b6OSNmAiHpin47J2Y5zZRFsyKLz+2bnXX8sMPYmgoY+5jfeXoD/OPEc8gn7Q2SLG0PwAY9zlctutZ/zQ97ZlXfEroFhbhzzXYstLnoMYjxDWZIX10soSfK5c10VQUkoY428YTiSC8Ek2GCH1uF7MPwysA9rXc0vrCBBjSWeZSubjV0D6p2974qs38BoYFXspBtOa9Qvq2A8momguyLN8xw5oq79D/an63IHnDjx34DfuQH0iVRLng2bTQRMHLGet2nFmBrOq4sCiLR0B9kOFw3t1jtjZ9h0jmkP614ZLFSyO22JSQ2rvDxJZWPnCty+yflpmwKyCFIhXCmvEKLa8mn8SLOaKzlwzakIB6HVZLWbVpYNWCBGHN8OTpdZB7l4iWAlenWFGVUK16SU/1I+jkuW4zor7eXzwxdSP0Lz0BC4KhgjOvGcHHBSABvMaMhdIlvTASQQlBrqA+kxj0TfBtJVUFJJAJsCqqFcIBQKamW/ZZgUgJHbiFz47kj+vX23/9pUA79WUEJr4xu/It39HApSJbwJPBCvz4WCzgr4jxrFD/GM9iZzNZmNbvpXbEqQq+NQ3kpvt1rqXrfXD1nzY4HMF+kYwOrs8EsIr1i1PG7Sha1zpaJgQo6TXxjUq2XuQnu7DqsNaFGgu0OYpKEM+E8DFezb4OVXijaXx1U74In4FvhHNluaAW3Q07hKYzpVI5wexbKfuHaY7l3sGz71rbq35SN50jHvdrl/qRMZdzx35qC7c/vThsC/okBUzfD/LnPYZqNpHX3XHL9TXssY3eqFYG8xsDSFSA0kQCeRrUNYiuRwE4X9tB99kK8piKYyTjQC8xqxR9Y3+NRDXsYyhcTGHIbsH9BCznzisBSy41U+lqsegRbWJoN8q2td3QWfc899LmZghvFf0/qFxUx7JbxSrQNYq20iIeJ+v25IJTbZQ7Y52jH2MPS7sWHdxfWig4EZ1gSZhAF20NB4NFVoiD3HXlYfalx1r22v+Uus7W9/p0ByL/uAcD51Ux9+N1bnEDa1zYqp0SWrQXmRact2r8Jxr7n1nSv5str31SmgI/YDsxTac+ZsBWrEdPkeC54VEz8sf/2OfP//LPv9Z8flP2p8DOn9fSABtNW7DGcyZG8kK9t15buczo+PWFByvhFwLDZh0MqSwJ4QziR79GmhH3HAgNtjt30hk7EgK7Xk/EheQ7MmzkmiOM3NCX22GMquZa51DZ4NoTZ5Yfc2cp9LN/SPxwvjDUckXYcY+TuBMB3rGDuzP9tNgw8tgL6AnPhoG9o+AxL0aXQhjsaAikaPgfCnn2gdgAS2ZeXStFO8EjiSADkDJmxE6cfZXW8Z63LhGvQ1DCdrjV8CzLxYdk+aYXB9rI35S8ke/Akp8tbe3HUm1velX1UdirZnYQ3vBNM/ywR1g2z+o+VR77sBzB5478BfsAGfN1Sw6DJpIxyqHJYdfnBNN/EMUW4+SOchjVlQ0VZx3hUl4Yi5ymqY/2CsakIJxhqEUbQ7ISh8SGWu4q4QD634OW6kFoYtCs4DrQg9lkQbf9ESvUNSW35VqzmWwmCYQrUCdwnpngiKrcHMCCn1D5558UG2glNFGk40pcPSbXuooMNCCTOPQ9/gQJzFy+EJA5gRCiWKya8jNMxFkJHYc3nxD32Dev1jv0AU98t6ojFkMBtSiJcH6CjhJoYPAaiaRM/Ht3UjyR4me8XVnu9dXkj+vQcf9K0mgnR3QmQ57E04kgiaSP5OCskj+kACSfXzesI7tdjAlf16UAPr8YlsSPwOyYbO1frOxvtuYVxhrMk/v2G1u/cbjIjYvihKEDXHzni66zw3WhqWwoBtKzXMnnMZdA/Fic93H2rBBOIjFY8CUELrQ1dgfwdkxcYmsw3dm+3569sN1ry1NhxMgN0VyoXbIhcp+jJSPqaGlezvRcdkLcKOiiBp8oaol7ovKX5GZO13lSnzVxGYoKZmasNoWlQ1BPA4ESco4zf0esOPsr3HPC/G+Q19rCxt40mTmNKjUXiMm1Jjozh6NdWzegLlShp6vURhyB4v+bZ+F/bWNyltSSLh2QY1XXce6M0R0fbysb64Tw34FMPOwyP7DzjsdK/+C1TsfNfFCZSH51gxGO8JORFFV2DpwcZ3YW6S6P+6Bi4gRxqJjH33hDyW0G43GupLJdfuG18g1bhS+TyBTywgaPDv5pMxeXfMoIaKmaI9rQ0RA+k8tcu8RwmfWrA/sU5yvE8mCA4kR4WjTeKAt2cSXJ9CqK3sxlkqXLO4W7p/4p04bkhk3GKzfIiep80ngC5dPfygh9Kfl3wT6HPTl5Q97oS+w/USCYrDNsDXvevO+5yzuLH55rDgpgANR5BHAv2gulWQnO52OdiQGOOz3Fv8kXImgw4617VnXkUveMMEfkI9QyRjvZj2x1ND34U9PzNDeE9wo6HE/MG/sX93DmSTMrF8b00YhvPGN22bTm5Jl+mXTVjHGMGCzx35nZ5sWL10TIRpUDiyek+y2J3gTml5Mj88zmAL6ldOED2NcvxGZ1qO1sR4G9KwnoTV11QdsIse06ZXzaYV6JmGbL94m4q9x2lt+8fZqbyTTxvHN9nvNQbw1zXY45Byy8cTHdqDt9ce0n1rPHfi7d+A5/3/ZDrSHOjTPA4vPlA92QSrCuVst4Sy5z53s/DA8689MNseAs0wOqHXSh+zou1edrd3rlUy2LT68qnUPzExZenTa0nh3Wvovihy9EJTaEhU62qLyV6C5npNmlcJddYTvKxknuHOQ90E7gosMMBScaXNdFVYs/tmVrBZaTSoqFAIS5NgwXq5vnfRBjCDIFQBVmJP0QW5hE1voSea+gQzYEHq6e3hBtqEmoG9qizIJ69DH3rwWMz1mm46h7PdMIKXkz7jbx//V6/XLv+0L+Pr1/9n+K8mft1cSP28EIjvTv/ePXwCRBDop6cM3Us7903fFhu3GtiR4PpHsUZCpxM9AomfgW7iu7yz2rGhSl0OgmLE+bdUZBU+bl0lRpKyuAa17Je61uHFOdCdm2g2GnwkSOUrc4Psc65+JI6cP4IgOYxlnYA60sfKvgelVWOYcc6pxhrSMvrMkuZmVCwZloiDRo1+gIVv64LNTlh5BI+ebaX6dwbsAABAASURBVBzJ++CSMPSsQ/tiihNTgzvrMq6laV0N93SwreIupcJ9W0zBsvfcs8hCri6C8Utbdvcl17KDQYzHIA4joZk8TMib7AM0VBgHlTH55Lz3Eo7Zhg6+BKhwN+WNt3g5NaDIlrBi1aRfRVKAr1hB3vYj39/ml9SNfs3oaC9Ahp4v7drH88qB/LpG6naIyyV62qBf1i2dau/KPgPx1wNp777e4z4NZT7uH7+C0f4QdL8ssNWrmMbLrkW/ffDFekxYq6sNKCllnaGDwAFCSSRKWmCR05dtXIFHKMZ+5SveB1F9wyruXGhcty86f6Jx5QuP2YdPLR4oOdFqTD7rUhwDK/tPIit377rV1tx+5TNxXkzjROJHGG3kDB31ZYt++QGUVIjkBudxPv+1C3WWSmIirlm+l/R+587innLe9/0GftNbvxls6AEJkG382if/NtAQfx+IxA90+ExS6NNnzuxPnNmfSZy8mDPGOaeN97zm4eiMrV9PLXlRVTFzjuocjLUdD3ZUEoOExbjbETNojW+sd2/TfGBJR6Bz9kjSZDLFHBPrnkmmxBysq+ccGIghevzQGjXNzDkysyfan0kUHNncGe8EjKpECxMMYR/cbbNhL1hT2GQvRPtqV7YFW165KsymrXCIOzNoO+9O9DEjSuELfk/TMdYywctHRoRF2c755ENnPc9fyRKo6EwXYI31CRovO7on9GuqUX8cuv4CKJNAU8x/5Is2IYZ+sJrx+YOq/+vU8p74D1rW09XnDjx34L9wB+Kw4YDhKHt39TqP3lX40c7CQAHyMFhm8vBTOr8LzPGtPVimli6NSuB0lgaxWENbTx4D69quXuojbjALhk4oBYYCo7+Vo35Yc+9BBhrJF6NlxpxJjVdoQgsQD1mKpyYGnQ85CgxKKWGzJ2HiBEIWgZibMZehY9Y+BCrxAwhu3KEB+qLfjQErwBqyes1azNEhRkpNIXiZ+DZL3zy9fvliX75+sbev/7ZX8Bb//IvkD8HI4W1PUAfiVz8jgc+BgISECCY69wi4IuBUAkgg+NwMg22GjeUvfZgVPQMz65lxoLplzWe1Z/UhEW+r+wB1rSSBDmbQooSiqvreSRbfFgYz9BE4KshSMBQgeDW+vdQftVxjOh1sIphdY6Y9nwjAKqZK5zYeW2GTQIuZ8Jq54fEOnsCRIG+ukAzngrxb6WIJK6VmYyY6X4BduwHzM/MMVsM/wGqXH6mt32T3dE5cmzNSo46Zs2Urf3T9dN8HGKn7wriuxjvDbtzIlcjMGnb3pcHC3U6E3+qjP53DpYJ+B/WKLtpmog7vVQ6vMXIcFmH0UcGGQKzRSEivoY0LDXRpa09CFx3x14g+9DAGe/ZBehbPi7RDJyrJq+8x9Dy7A31wEVxzFMwlTNepwqEeU0jnY8Ap+wiwZt8GlmL+RsviZ/hll6/1/bPmF60ZY+pYBDAyhCfMQKOHCOghzz3NvWNiSkd/gZ77aTCaNjWdFi/GSp7t1hc9D6trt5qiRgcvBaBHjxAyKmde6VyABoWe9AC1i+LxXl0ZW56fPAcbz9kRH+CvqfqrbCIpcFcn+mebJoD+BFKP9zrORxs6C+gEFb8GPqK91BcL+M2NdvmuaWxonRtX41E/87yOdZIwGEl6jJy3DZP+rgyJoRn5RP+8rJVnZ2x/rlAmcy6uJsz6vuuj3duG9/6G2GGzHWzL+TsMLzZwFm+3JHxIrGQS6LMNL8jBi5JBVa/jyxrv8r5mWk2X+0pD69C9qjnVUVSxJi1uDp8nkj+T6Y9C65dA+h9D7CIJtLORRNesa63rSxIszmDG5D6MJIcUQ8yYd+uH3vJv+PSWSRNODMZN7M1MEmmSHXBxb+Alk5teuGpdZ2mLfdhuexuGAVubpMF39KMUF8o1TMsIeq5kSZCkqKo4QWf0hYl7d2R9h/qrLtaCb3iMjjOHM28fcGI5j2tkvJpdQ4cmxeMZii/zbLk/sjvGr4H0P90Yxzc7HEimTXvmnhghG9o32DtljgsmnezU3Mn999Xs6n/fop8rfu7Acwf+83bg/Mj+5/g+tw+XOvuu3FoermKEq/5f0ryZV4KGqxkk1gfIC3GpkoL0vpPadwGFi7LIOFAX3nW4G4e3aIIGBf5idGtkKK0WZmzWP72DCVfDM7dC1OIELM43VBhCtYNgL+Yq8BlI9EoOeR/tONSDb3pueAVakcezOXM1iYITeXPUv8s/zvEt3EgwqmBN/9zrVcmfL1/t69dXkkCv8aufgxI+BGwz3zy1hEfcEhjtCWy6TWfDprftZmsvBJ4vm8G2wzYSPwNy7zbWs7aetfVDB5/tXG9v5oI8M17yrvFnqpXReVm0vJDAaI0BjWFdlTcoLZPfxr4Lsf+RuKGH4JJNsFmBqdZIoHmCnmifCDgTRzvSPiJvCB3aMY457IQt2dfGqE1QilfYpVZbQIYAB5GF31ktLTGBqLJzqU9wILqiol0ptmcB+3hRa3TRYDJq6dEWoXUuBVaAfLMw/kZHBhsswukblRBoLJBqtFUVKl3VigiAS9hwiSxfF0NY2Xk96lkj9VWf9wBtVNia87bTRoqaJrmF3lOC8b50fOKNRkHPz1D/GhZeG8RDl5qGSh0jNkAbGi5AVcQL4q8RdlbzYjzmWFP5gZChsi20lkZfAVvSXyNc17CHwMYyTu9TFFtbiaEFHW59FAVdYW37Po8iC/I7MGQN9H97IU35IZ2xkcg7RNcl27KvYY987HCzVIiXHnuFPe21HGXLIG7xUkOIBpXECxqDvJb0ozbWpKmuba374XXvL28b/EGEH9QaC1kXmVnQOjQ5BuI9JWMgnjV80D1/qJ94fyX0AT3AmRIf8HmeKsEx8qy8xoRsUn9AH6YnPkiL5gfpiTkmkkdBeU4HRTYvCRKcwx/cywuGzzMNpHA/Uh6PTLutxrb2j83See29zjPAFx3Jd+acd7r2CfRr0Qyxf/g5cabMsQda74G1H5VQAHuSCkqc7EgAfOUc/hLYvX6x3durTW87dHaseeSKTgGZ71QtcDg373pzH6wn8bEhCTS8/GHDixJAosKftP+0nr6ehJD3L+ZxHnd42HGaeQAhbUyquGyLAVoQ595JscFxsiOxwpGEjxJB00FrGJHtbUI2xXU+cq8IE8fuoUJ8JjUIJ0z/jKtn/xQvtP3Tnk1x3ScSRgn9XZyZ+0I4cB8ciWfYFJziFsdHrUN2ttuhJn86G/oWR7E3PN8dGM9644UJfOMaw1DgES6lLJyxIxZf+By5Dviie7SuT75orLNF8n1LAko+JDps0EEtHUgUDx+CjSrXeox7IOIyEmnrvwWUc8x4IPUj1T1Y9V8XCJX/4pI7/l+8Ac+lP3fguQP/8B34hz+n88DCScrFTrqbc4CqFi76frbBXJRq5VTpPbLuawc19ATwLUeUhcs2B6SY8wRqAQfrQkDQQp8LXVartROx9KLsgoKkwHq45LWtPQxrMLO+PQt5s9MzdANEBfmRcAKyCChJoIhXMCGayPFm0EAYjYppahCgXqEuoHYcCZ5GApdxfLVI/hBcfiUB9JVA8233Znv9PJ2AblJwR5An341d9NKZd249gW+32dh2u7WNfk6ubxr5RrGLQBgd9FA0Z38UzPUkhQagbx0/f/5sn9FVe5C+9zjodvMKl3Pmiz72L6SReIE7nmwCSvSsE1VK9hi+6xLWZWMmjEJXJURRpTCUYSUKHkZUhhaoHzkB4UxfgFtRc9LkBqMPhjpHwMxw10DxSioJQJ8OGAo8pmhqNPNel4utywZD0Gcsujk25TQpBbSy5iVb66l9D7K+ltPWJGvRDa/NuRFyfxTuXOOleQXYpZxYwzXqmtBhVvrV1r4kEGcJf84aEl62JKngHsURGuwFAbnuWcOroPQ592cC/2iHbqXSCTA6S9PJVtbIkom6+RGNpZJOQwrVSu62vt8naUX4x7jatDs0/EbvLmXA8lRBR2v22AektG/GLMkg+tf8jW5vHv0dtGAWynPU76C/kGHXG7ARvlTKB7v0rbYXPenr2dKg9gdh2DJ0gVlnxn0hODRR/dZaFl8cPWdNCePljswEGgsVfw+6ly9xV6uZW+wxX+XVtUaMlyAYqnbz6f3RwLsonl+0g+oLAng+oXOG8OFciRcSFhMJi5kP8jO8oPYamdA42IT+tHwwHmmvoQ/NEwmPpKFLwmjC7oT9WzR7E+4whnNrjmTAjG/aq7ogEZYnSZBWae330PqDtsGVrvWjf1VFH/vNfdBz3wVIsPT9YOLduW/ivkVR1z5QzGjKN80w6/xiHVPgyP5ojdojKHuhfwY0cgbvwOvrV9M/y9bZvOd81nk970dMCRN35hxAwBSyfva1c/zcDOYkdvrhs205p7eRBFLy518W/xTs859B+81n64YXIwODrxs76fyWZdZ54tw3MAM3ut2tOBQ+itZDAmjWdT8e7MQajvgY/2ScGCP+TiAy9eui6d6Zub8m6es+iWvPfUYSB4+t176yp4NiA/h8DxnJn1PeN+MEHfmCSnTC5Bw4Mp5wJVzCRXPXtej5cmog+fNCImgbOF8rZpNijFhXJxrXYL2smQ7KXHGEHpkbH2ItXL9Yzxgy+RPXhXFaQ8+zItYWa+rxr2O8W/4HW4v2Jvdo5N7YRTJIvwSaJuKyPQm1eW/zcSQJxJ7x3tUcZ8iI/BIV5KvofyfY+v/OhT9X/dyB5w78Z+yAHtFC8zZ4nT9NcEFbR6N0FrCUi8YibcyjB6LkgnHIG69yZUY+rcGphdaDkobeVXkwciVerW8l/RBbh1Y3LJdEi2K8KoH7WNG6pUnMEmvSYd7AKU7RES4NQMBEfVkwQIhixEkmG+Qt4thmoFkEi531keDpzDXesSfguObR3xjqfTBfAgf68US1ibqLxJwxT1hn0kbpjs7anhV4KjCb9nzLuLfXt6/xq5/Xr1/t7fXN3t7ebCSAOxwOdiIoD6cxIDOOf47PXdcRKw42bF9Mv/zZ8g3isKW92eY/+SLYccdD6fcbGwjolPwJkAAaSAC9kBDq6Yu1Yz+K3IZREAQ5xzWxeUhqv3GNpTNPJwLD2RRcKqCclw8HKLLZoVPXHcYQL03MmQwFpUK/rZXWbWljaw8umK6lYBiNuaRD0ikSQSikDP+wTcE8CQ3WMt+BIUvkBDI1r/3jWtsa7C83DBL2mWDdgXHPJEwuAV21QgMWTYt++1teWk9OzMYkY7EPwat3Zhej8aDKdTzoPItl6tyC0x4kcfYgWm3voM6eOPdp28ug7jFA9zBMLYxGLln2Slw55BqHeQlXUP+q+R679GlMghkxeVsb0ltUAxoarJgfxLIe5oaPNQftWeZ3QM8sPQvWcI2XXWj0v0MX3Y553wHPT4trWMy8W6GYI0+8M54xLmAnKGNkL8e5xX9OHf7gr3h817PZxQck75lbegkatsBh3yk3t+1KV33CSnRmq11mRKa6InyqPD355uI9xvN/5mGUCYj88KozQc/5ch4XAAAQAElEQVTQOT7ASnbgw6dwTBrnxVj5Ax9K1ceHUb4omCr0R2wn/ZMmPtDPnBsTiaIJGjxU/ERfwwifYA6NI0mg9qS5wIgvoz5YI5/AiP4lxZ/Qm/BLvGgFa5zArPNgDdattZ8x8QzSngD2KGptdAOyLBIkp9p1H+j6c+b1YAt0Fg4kUXTW9SQv+vjF62C99IBzb/VxTQr3ZL1oXJSc84gfR86yibWwv6x1SQSRBBqX/yPnF5v40mba72w+7Exf5JAaMT3dqc6Fecx667w37+SD8Nn0ax8lgoZIBCkJBMRzJvv2kznJIut6K/hqpcOeV0CilKiNZ6a1l35Ry/Wd9ceZ9aXRYW8H7okjyQolgcRPyHUfGPcEC6VM4P9j708UHLeRtG00GASpJZWZVXbPzLn/OzszX7ddZbvWXCSKgv7nDZASpVwq7fZ0j+1U4SW2QCAQAIFgUMraMVahM9VJw053dePWpmSpBcih+0tdaY1qDXVaFzHvnembQL3WiOZaDNCnaOvazWGWBj6aH/2R7Da18G5M5ZpD0dKlIlTIuRRncMnqqrpA/BxbHQiqUczMaT3JFUP/Wm8989YjX8HooLFBljr6bZPGBZBPMlIJQ+TlaqbelBBvrYUOHd1xv93h8LohvrWt5h7bTT992+F4Q3AaFHlKmiwyIRo6poSE1nuoRmSq/otg1OZfZLivw3zVwKsG/pgaYGcmvFT2X0F6ZFkdk9OUj+W/Zbc8tOEAg9EhO+3gt6Z1GP/WtmqncSGTkicYhHxeh6U2Ds7DyVnKCi+N1zi7K2AkKi4lFCoOcNodroxFvMa8KB3ZKows9xoeQqLYB9RmnigXisEyfdg42AlQD6d89DamOfYLCewIUEmqjDHR4fS5t5u7r6Y/9qy/+3N/t7Yw0nh9tkdOiEuoaImMhnypRgaM2waHzwxDcbZYWNvMMdJmVqdZOH1SOHNEByhr25mdgrdw88bk+GnbZCkMITenm9KhFZklahRIW0pgmCkanSFjNsq4YOBw1ZAZPm0w+EkoUEae+tD9g3h/oEF5I/dg9exF8k1BSzmBBDqEJ33CIFNeHEH0M3UKQZgnKF4kWjKuwhZ65iEHKKcQ0eE4hspM82IVuqtJ18RO7CU20vpbJort9/4gzD/LUiwYUB5g4zif5Fsxkspe9IE3QdMZOLRBJWjHUFCALMnKDD06C/AERm2UDa3JDqljRD0MaE/RWb2yBbpSrzBJKhsYBSWTkfafBWzOwtjBvzs+EyuyUshjiMrDpaiZmSNxMkeTfJkErpOyp2hfVI6zSnMrWvNEcuw/qZMhX8rJEMZ6YtaOrhQGLVlihqOhEj0VNENR9wI6bpsgHS9q4lwKKrNY05V57A+KjY+DcS9hpfHAGg/d8cC6Kw/gecv5oLRiPXgqPoMevHm4L06fUtfJOQPknBkffPVQnocHc6UP6HocGAMO6S6+0aEH+56y4Idc3egUgnc35FXXSwY9ZA/lfcRyJEgeeKtOfY9grHo4z8SZsyFAWmU9yhz3IcWmPPcimkJf6CnS5IYJkhYd/SbWSKqTzTjDZqnlnJvbbN6a/hOE2WJuLZhzXrbxt3fIcxbOIz2DtrWEg6hNnIGsr+SxYuhPQYfADjF65kRzsOGhf8OZfQduh28DfY2fhXXru/hJ2I6XNUwcjSUkYAwSGy5yA1CO/LWzLpJ5ou+0tPKt3aW1cv7McQItV7ZcXdri4tKWy2ubL1bWcM7XTYsfaPw5GHw408RbTCt3S2ZWVRaxfjCG4Bbfwt3lmOcd89kzXzvmqMcxFPPHXGYcRkGreSDdx5x1DAOnCfLXyFvsgzZ05ejbzGkCX+jlGOyCd29yAmnuMoIxeisfJ0KvyOjSsXTNWFILvyQ0JntKute9KmoaDEFcstFbyYfzR8lSfnS4DXnkzTi2ivNUY9gyDrTP2CSXWiIG3bglHFoB11wAVdjxIzkEtcvMXp91bxQHUIfjb7O5gfc9eujAlobCIAfj1wwVUEV7CyitUtGV9F/lKl3+Vcb6Os5XDbxq4I+qgdib9xPpp+lJcSSfqwuCf9lFG6zOMCE6jYRbFZnffgl1RPO98XwYqRddTlRTHeVwta50AZEh1qEY0eGiGuFQoATCcMYrFXDGSMBAKAYGJztpIxpaEtEkaHXJNI4Hfoyn/WEwldloBGCcOGkLaZOZ1QZn+MlAqE2GkLvSlI6xOXQ2XCPJYDCB6IvEWBD1Xkgp7jEeegzJNYbkjX35emNfb2/s/v6Wt0tryzJiMCJChRi5Jnm8Nq9rq+vWmhY0c2vi2z5La4nrNLPUNOZJaM3bxhLpVjFGb4vRO4dOxm8Ao3gGnxYaGXXujAkp3TQWaU29K6ZASRwnqM2kNsHIR21coCGIA9FJkBpC7/3e9gfsSI/Yku4LIN4Dhj7wcEZ+DqOsQJLa9CNZBBjg1yk1yr8QWc4a0apljJmE4kOPFQVTOHmNOkVs6O8B0GspqwYaokdDdDSpGQUZ40nVP52kL+kZPY3clWXVwpm6caIVByiOQB1DJkTuuUuOdtAfiGgVQRfpzMy1toFysf48UpQXGqlTJVAOgVzQRPbAeUzQSk0AdFyDCvoxGfFI/Eg86uKRql9VdMrnNPerGD1BHHMF2382HtmHilDeaYwOVRBKo/LJeOSCtiE7zCNt/9fSyCLeLBQF5QIlIyGQiYhCEv8bAeVz77CRW+xtTETGodEDxQU7yzwg9yfo2fc7MMY70oLyPfSq63A0KL8lLuj1UM7De88Du/iJb+aMoHNCPoAEIo35Hdn9AcamncEYK/0cevirjxxj6ss3YniQ7nHmZNBHehfydxojTqJO5SEn9CobkBUHfc8YqUNf0V5lpI99jLJDJ/2qThimMJMekqolySSzzuqUzMHJN4B4QdJyxunbJnIEzTnr5sM5qPJWac7GlvMvETsOgcOaCu6DLJIdvXeMq+vWtr67BzcFN1+Jv9rm/g4nyx1j6yy+CSI5BSRkQsqVJUMgjcw191bTWgoZl9bMVzZbLG2+vACXgeXqCifQtc1mK2vnS0v1nBssIVkFD7M9zJAwlrjDUs4forgFqLU9jh8hb3vS6Hy7tX5DzDi2ctgoz5zFHEvWmG/qYw63ttG3muChDsr/5JWsbZE5NfShnsw0H70cSqxPzX3HfG61XoIf9UjKuyyuCowZZu5lrpo6WWrhmYhD98QaSAB6dQEIZAiHBKOGv/rOWs9xzlCPZkqPPXLtAONFrj6gtMpxakHq9DHK4aliPMhkRT6Lz9hZptSAlA1P1kGf19yXdwdsNvfcA2vmHt47nEDSWfzyizYHmZQW46hQAlBGIPGXCKNG/xKDfR3kqwZeNfBH1EDZkePKA245UH7vcVS/kuFAH0KNTZXZj5lJfLrNRi4u4hGJCe2/Iyk5jAP1vG+N57xszCP3o9WUBwmxDnTSpIYrRgKGQZahwCGsXI+B01N2eNMIpSSRMVBXNUZATQnA0aJyMiU4xkGghWZMK/ZSH1f1ICGJ6ZMuKVVenDLtShzrCSNJRnTH29v1+tZu4udedxiR9zh/Ntbvetux9kpr2FRuzlu3SjLiAJJjp65bS01rMmQbDNm6mVmL8yeRThizQtu2Fvn5AgNyBu0SKJ5bg9HVNMm8Bg5/ZuQ4GnomlDHQP5ZmRm/Khz5jfBkDizrRERmOE7dKKeAxTJNxBvaCHD+0i/YyMGVUb3fWywhVrDw0GVrI4EGAZ+EIP+SzAOURl7JK2QES5QAlKEd0ZBky5E9DDiNa4zoAAlFLhkDkqxiKVECWQN/IZgc5asoqoHiKCgqVj7DhQ/tI7blOQfbZINqRQFKO6dP4pOYkc0qnnKpz3ltmsHn4eyORVj4wqE+EagCy5oj4W8G9ivFrtAIZs3IhJlDPlRJqI8QFEmJVAKeWiLK4Hi8ODVD9FEZZAaSQjM3JPR9EC8UQkfq/G5iW31U4qaww1OinGEopEs1TKJMDUSj7NNbe+k8BnvpmgHvZpzS3Yzrm/SAUsqpriwuZ3x7EQQgOh0Tk4pLZLE7AvZGZlOfRm75Ro32/5wG8j4dm9r/h4TTrwTL2QJUJcvxseMjkPOgVb60Pmp57dUSRgjs05EKsiBEn4nJRDgzylbLhqrEJQ7bwKbRjETnY7gPGfV8gSvqGZ89ZlvXArz090jscRSDGgsxRxthVj/zFEaR66oJGaaBvPOl8hqYfy+WkCP2ofcf4BaULcvCkLf1vSYf+efguj9huNWdm4oyTU6hNcxwsc2v1bSCcKXPORP39OzlclsuF6e/gCfPhBUnLOdqmhvOysYRzIrli4HWsMIaOPJn52eIAurc7nEL3t/fx8219G0j/+9YWx8uO8e9ELKDFaOxo97BuWddNsuQAGdMMJ9BiVRxAy2tb4QSSI2i2uLA5MrfN3Oq6gUENKiBmRArsp7pXavfoptKBhU4z6JFFjqDdDh3qzMX22Gkd4rCQHjM6L/Ooed0xNnSsNYr8wRqe0mUrmyIlc5wm6gRq5ru3jva95kpzhv0Sc6ExawFp3DCpaVA7sjljFVJrTdNaIk7wFGKvgNYnIGk0VYikiW+kdB5GB+T22hqIM4szQ4L8rIk+1hNjlmzIKLkgiiBdhd5d8lS0TxYdHXsiT4hvHcHTOviK14bx3jP3dzjJcPz1a9tuN4yysx1X44oQJdJ6PAMeQpj+9YLm9K836tcRv2rgVQN/AA1wcPwuUla/C5fCRAdcST19fUpuDlo14sC18UD7J3fg0tNLZFLHT+A5GdSB8ETTB8UDryGiWikhjl/yijm4MVx7jCAd/vHtH/IyaU0OC4ymSkZdGHk1RoBb0Zdz2FeRlibdauowfMJYUOzmQy1RCciuPoZeSxkGQUzBkIMpxlWH8bCxbn2P8bi2+zsMic06nD/dtsM+wIQdjJwK2Wpkq+WoaWqrMUr1dXdXDBQ7BmEiHc4eDNfULkxoiedLDEoMxzAe5zOTscVAQpothsmG/rquC5n0gJIxmjIGdUZH4R2RB0XpYWwZuWSgdxiHcmBtGMP9emOb4X/I2GxI8zZUf7vo9vbOvt7cmH7e9pU3pV/1v5oJMpbvGDdjXm86E7rN1kZnUOaVYcYZJF2pe+kzBOYirY8w8yiphviQQ+EyJCszq0iP43Xme4TFh9xYT6w2lFjAa5qBqrZUYSACFzxFuaneajPWDxe4eREz9ESWWE6xbJQ/APWEIHkiLsyoZP3oegq1PC15kBOJ8KDiWKBqzaf6yjHH3BXMbx6gcs2BYu4ikmpxbP+i1GH4ShRNmXQ9NHbphirCWKmSAVE6UKr6NB8VKpoiCn/jRXxoOkSkfq/w+3P8vSR7nI/mWXi8dixlmbAmxtxpzBRrminU2EeQfSKMvB7E0BdJypUsQekBakDJMVBOiNtGdWcY1/bL4p7xxcovMbwyD8SHttonQa8y7ZtD3JM+hfb7PvbY2DcPD6VbyzyUBq14qx08+qhnPxzirtvRVvkdh2AgAgAAEABJREFUcgi6T/fHIStF+/E+VQwhEYqgPOQNhQQhlxz3F4mnA+2mPJQ+FOFYyOwXI3rOVuEwFo0DZNDH+JAdmhzpnrGM6EiPKGU52pR00cMw9tCB0iNEk2mvGODg2DIXWUIyqpol5+zVDc4FIZxAs7np20AL4vliacvlBVjYnLiAtM7Kdo7jZxZIOlfhkcJBgQOIvLP3m1WopPTfrbec4/d2c3eDI+g2nEBrzr6uW3OmdZblEDnTP5Nj5cMckfCacwVH0AwHywIH1fJiFT8DW11dhxNohSNocXFlM+raZm513XK26edgcBILAT5WuyVQ4/zyOJvM9D+D6VtJghxBckz1ce5vbIcjqJdDiLWWmSPDeZFjDXbYKMwNTiLRy8FmfBzeRRettW3DPZ5UaiiDudjhGCntNpueNPOi+WROCOIMIFdwdn4gB0yTWpNdktCtYkfXLtkFi4nkqlgNgZMmGsM455l1aQcYGs+IJWjN9KSF3RBTDoNRbQyEUIEil5/0ISrAIHK8JGFOw6G0sZ453mDH9DiBtF6lO3ow6VESlDRtKVE+ovOLqkec1/2J8qez9ica2OtQXjXwqoE/kwb2DEY78jEyDnybfIbaSQlJNSP6ZnhmJzzwPSQmTJ9ppz4PTciUs5PDjHSEKq6PX15aOhHlpU3O6TSEUSqlz+tfkn++nQ52NKHAgY0VQKCMdL/f87YqYyJkjICxJ6SpEgd/MnOhpkI9FLi+6YHBJ0NlhIwDxyShAbRDoL/xgKcrClWQg4oMcckbBoQMBRmH+p9FNps7k7Nkc39vG4wxGVsymkUt/s5Eel2b17XJQHKcPZUMJWInrogThtjB+ZNmGGaDAYsx284veHO4DCzapTWz1uo6hSGWZZxh4EmefogzRrph3Mv5g5YY0h7xkYZBydBS/Z52WwzGDc6etRw492ucOAX3pIVbnFp3OHvubu7s5sttOIK+4gwSbu9uGfOtbXhjuoZ+Aw+NW3/ouoO3xt/j+eklB/0ygcgwBPRhATN3MBRX3J8V81RRWJljHDND5ElBRwltYt6oL3FNuaA6xSPKWtD/sJbqxlr0Kb23bYteW+ZAaExrwTyZmSBnITOLmngGYY0d05n1IxgyFdDkBQFWMexjvJc/CTArzrSAYPkUL721HGkUP0qnuVVF6QXOltF55kFA6BlMz8NAZk4y83AK5IH2TEgEgx/sMnVHUEx70WbiI8QDE3lShgAEJAkexGoES0XKKfm/CzqmA6nsnwVsJuGf5ab2E3b/h5MeouoiTAVVfsSxnOk/Zk5SZS5OisiodAoWjBYYESsEZlxZLlyVfhI8DGpdg/4JZNa/1n7Ucx/0PPSV/annwW/LA++Wh1xiOcPZD+Nv40xjlbOnh9Mn4g0P1XpopA377Mi33A875Od+iHJkV98hO7sGKtOelXioT7wMENqIE3sY+9ywEWTdczjOe/HAid7xYC/EAz75DD/UFwyd/TCNSJWlQE38HET3dL2HTB57oycvsvkQGx/6G0QlcxaGCZWIknNEP86N9N+VOStlu6J75qQPPXfWcY7oJUaH82E76A+l0qVbgxyNJ0tNyz4+txlOnhmOoIUcQThVyrd/FnFOtuRbnZ3tzFpBZwCxzgHBvQ2ebMasgcyc9rYOJ9DG7m7ucQLd2+2a840XIT3nakZ2OYE4FYyFChSGATO3hmyCu+SbWztb2sViZZc4fC4v3+AAurbV8hpn1crm1LXIHnJUNYwq7BlxFT+Lc69qkun88krM96hgj5w70NtO+sT5o/NW+uqQbwsy61Z6Db1Ld+RV1xP36Djzssj41AkZQct5mMJxU5vEz9xxHbw71rnG3NFmSz/l/FCtAINpoGGCl+ZkBr/Ck/WFHgy4aOOiRIEP+TEupboy/hKUQRrONt0PLKgYE2mNT+hYL7qvBZQT9G78g6nLZiC2IU8k5UIGc7iatB08e/TZBTqcQB061HhjrplvE20drEnSljZDzozyYRiHor9C4q845r/CvL6O8Q+ugVfxiwbYpiMRcVwi+6sv1bTFSWZa8URa5xZV0X1cyBAqdk/nIddJCxYnE5lvhaoyx/DiSmt7cTMoS5jIUAp+p2sZxG9jdta2mBa6gkFeUsE7c2CHAYDzR4fzHkNA+VCEuzlGa2A4+CmhnTqoShyGCKUYKhY6V51A9RiGPsesU+1chFKWw4CQIdWt19at7zASb+zu/gbDcWP9bmtyeBTa4YqcsDCva6trjC4M0KZprcFobZuZpfmM9MxayuPbPuTDaJ3PLUXZ3Dy1JgPLMQjFAys4mO8w5ooh1EX/3brDiEWGMPZ6K9+S2lnmQSJj1O2Id9TtMHI2OH3ucNroW0u3t7cmZ84dDp2bm68YvzfkAU6fOxxANxMoL4dXt8bRBY8txnzHQ0kPxF9xZsx78hljKZPGcpIZxQyG2Gi/KgmuzmoWjLXtAebIgAuVpXE+la/cvEpAcUGirADdRrqm/gg5eBIONiF0HLqUPoHzAECd04dhzeVcIWdxAmXWwhGuISBt9QgoejLAJOrGmAysuD4Mj5Ufyl7QHu3mQLaM4Bnj9WC0yxHE3MsRl4lz5FkfAx0NCKwT5iqfYPgGG3QQEIaHENr3ILOmevo5xjvrxR/0qtMDiOppnydAyQSNSXioiheXwBOhmBv4nKdhQin9UP17pMX/d+OGQASWNNffL4SIwW4cOWMnqfLnEE0ejK2UwoEETLgeg/IFR74lf6Qv+em8K/3kfMFI9afo2bvAUNcTjwg61lhmjZUy6CJPzJrTujyA8p41mYFioaS1V/Y4IHrWbXkI7Hng1YNvxEO6G3661a037K8g4rLXduyn4nUAMma9HFDMPdIDkqhO+jBzJt1jn0vs+TV7fMPeTqw9yMsNL8p+39tuu7Mt/I/Y8eC/s7znvoSjW1X4JfbEJ5AofynalKxNBdGmRS7O1SQgnxMHkLOMgz1YaSMOmBEVkDT2I4S1PNlTpPsjtuieOeA86niYX3OmrtHtmvgWp8s9cccZtbnvbMMc6tsr0uU4eq8d3UneFrnnNpsBHEFyBs3jhckCR9ACPS8LdLbiBGpBEnS+pgU8ZpZ8hi5bk/A9zreOudc5p/NO5+ItZ/z9+gaH4dryrmNMPbRADnrdO6w5E5QGTm3Ak+ncbtPcFjh9JNdyeYkz6MouLq9NfyB6vriwRt8G4ixS/6Z5FRy94tBzULu4oVHmfqdzf9uzFnrW7dZ2O2KchD1rpZMNQqx0wQ6xttD1YIvcndkoX+PoDf3htEmJvoY+MuPo0XcHn05zQ1qOpp7yzP2WmQStURsm22nnnizWTKOYszXO2Rq9ii860Hjo2cowlDqA5od0ScCdPiJNMmLWUvQrGbinJF/IqXSUMRcQBi8uHuOpmVOn1IZuxUzAOEcHmddnWe0ZX8f6kwNoG98C6kJnKAsKNdeK29FCsdqrbIrSx7Tkz5z+a432jzOTr5K+auBVA9qfx8Nj0Ia2+yH57egBcfVkm29vhGI2YmQz8MMItGrkMJRJdpFFHBflAiNlZH71RQ+2v7rRoYFGcMhwkFtglGiM7QWfMqbnWmjq4qDnuM0YjkScw7kA54+M/R3lGUJC6RPjtKqSGbFjwDqxGfmQU8aHQzcYIk4+QJ5SGskeKiBfKKM0jIZpnmrk6DGkungQuMMJcneLowQHyQbDYYfBJIMCaUWKyWIBQ44qjJLG9AcTm5kM05m1GKSNnEAyREkr345vLXlzmTDMPLUWqBNCCUUi/CvI0SNHb2uMFxnNa97aFUNmaz2GYOaBJ2Pc7Il3yNbjsFmDOwxr/ZHqu7ub+EbPl69f7evnz/bl8yfwxT5/AZ+p+/rFbr7e2A1jXOMc6mjX0UcxBlkVms6qMmctp6q2Wg8IxMpXXlOOjqlDcHMzq5w8ujAyrnSgzEc4ahzjUWUYvE675NBXZl4pBiZUZtQdIH4jojyY24E/MoVhinGdgJxAI1LbmMriYYC6JF17Y07akd9wChVUFv0ZziFAxo6f6pj8VsrR2XM0iH5grzS0UnGBrhQoDHVKPoT6KMjcJz0Gbmb+MzdLZi2UOFtPXR7LVfci9BjGQiYWjx3x3nrxAX3w78kLO+6VHelM3EOnWGMYYpJ0ifgkuH4ziPgMavkcvsnzxQTqxRjH74exa392Lkeql8dnKpo01Biew4Q0kmWeYr3QrMTMYzxslbo+HgaPZcprDUyRoe+HtdGzPgrYP3nA7p5AT3kA53LPvtUNUPocqosy9kDFymsP7JUH2q86OXDg2YGeB9qRro+fI7FXwr+kd6zXU2TdPyg1xs9hVGIpaK9cLAi0QVplU+geNPahEdrnNNkVRIrVdB/9Sd4OGUJWHuS3241tkV1y9uguc6+OHTh7nWuPZV9zHnIT510i/augfW9w7rS0LRj3wmnMfgx/B0l9OfkBzsI9hYbF/qxyNjEiCkrIg/565j8DxX3MRY9DpecM2/EyZXs8x+42tr5bm35+pW+hdt3aen0rCEfHDl7SRe1uNbI0TbKmaW02a8PJM+f8nLdLkxPoAM7SljNWSPrWjcBen9LMEuVJ+z1594ZJwVZiXWtO1jijRgfQHeffWv+xQ3/HnOFEwQlkOPp0IiimIYPlRpFwisjV7tZIRm+taeYh32KxMjmAlqtruwKri0ubLVfW4rzyujWLc8eIKy6Vaa7rOlFcG+zYg/aWOfyL06fHSdhbZo1EnjN/p3Wjb+woZk2FrlnDEQ+6z+gxI2ftxsunZO0sWYo5ph83Ppkx9gM65qdgozngftZ80lzB4og0zYUjH4DPDH5t29oI8XYJz9pVI7XXNNIRQR1WpW3Q2OEjuqLXQxHjR3Ia674cx6Txi5aaIBQbIWnNJgveURGX4b4krZ6JCLRkXD36WrPWZMsJ2jcyOpPDjY4ZJaQRNMEFuhYZSyqq/z2Xf1mvR739y7p87ehVA68aeNXAtzUgH/2B6mxPLlv/ofbFid+84U06nCSNJ2EbPzqoxnQcJBxuhtsgoqHCdXCSdjAGjtox+cK4SJDhHQ3OdBNl37zAo4JIIJqciMo9Co1DXQmmBjEILtOBQxQH+CHec97mAuQlhd1QrnveyeQhFx3CR8aFYzg5aQuLRKd+RW8pDn93xTVpxYKb2QiSjwWqxW6EqU+MgR7DtcMwXK9vMVLv7F7OHwzD7RYjlbdye4wzSIN9hUNC8Lq2hBHX1I3Vs5m18xaDEER6Rh5glLYyRlveWGLEhqHKW8PUIC8wxlCPMqPMHl11PCDJUO3kmEGmTsBBEz8VkFGYt7Yj7jFsOh4sOh5+9IZLP1e7vbu325sbu8XB8xVHz2ccQHL8fPny2ZT+qvjLV/tK/e3NHU6ge1vTz3YDT3jtMSr3zE2F7rxyq2Rs1bUlnDeV5oIyc6fWzLV+hzQZirV6AWXulXk9oiZdW6o84MSa06ARXcBgQdvx6qRHnJRV5l6bHEsRY+SnCVrS0ndBE8ZqahvkB7HJmj8AABAASURBVN7QFr37EWbJDP4C6h/SRE+GQqV1EyQe13/yIp4D9OZZiMU2lLEmxg5Uwg1EVncLUvAQmZmvDI2gOsVZ5cxljnIeJjCE8wEZsoKeh6IsTOnifihtijG+46FhhB4gOvJbHvJURsw67FmzhbbnwUU0LwQy9SPGfolloL8YtD+Ojf6fzZdxF/ox/c/HzESZk9Bj4TeWfTum6ZNBM/4cnmx4UoFYw5wjDeyO+SJrWSeZeR31p7Swo52wp253gtJmG/U9a62PPWmkGdaF1sYZwinCHPfsueG4Yf/q2d+6ESM9D7uFduClfGDD2tvyADsBbbRvBj/xFf9Yk0Nb6vvDumBcRQHoKMedFltA5LgQUBHXIRzuce1JlQUte5D2H4+9q2Zf8SBWH5JjzZ69Zl+Vo0O45Ty5w/nR8UJBY5Lu1MBTsob9qdGZQdy2LXsWe1VbW5vSk0iptQTtFG0SfUObhroRNekBOIXSGZy8s7ePOKlHBu2tbUqWhLbELXKe0KnOVSf9JHPODHelhcrKdrZnnfTD+umZu87keNgwRx3z38kJwTm7AXoRsdtm05G7Q9l17SY0iTEH5pZ0hs6WNsMplEDbzqxNM0s6Z0lHPeVJZcBpZ16bwU+61zqJ9cbLnvX6ztbxE+8b5MIRxBxl1hAbGfQ90GrIahlWSPzsnFKnxD2Z5Go55+UEulxempxA+ptAy8WFzeYX1s5auq7puraMXkxLReuGc9VrlVdwM9tzD2UGLadPxpmzI5177ifpCOfPljXccUb33AM96dgfsQV6ZNW9l7WmWc1OH3rJ0jAvbZssMb9Gp6rO9CH6Tjyk92jbm3Su9pn2Bmro69rNQN3Aw0FqrWlaS8SJczalZE5fEl4aopmSB6jOGedYUPqHexCPpcrvWRuKtT5yrJEyNqRBXmoMcRRM43LEcvh6xPAh5lqC0qooOfj21jHGTmMFaxxBW6212AvOBRkaxcPG7nw4Q+WfN5Lq/ryjex3ZqwZeNfCn0cD+pdvz2R7/zytgX1gQEYazqaLM44Aqh17ZSsuVKsKjYkAgek7RaGt6oLbf+AlhjEfB39ZeI4iWh0TknrkwIsIJgcYTBSSIS3XmEBZ6YnB42FSZZnGP4aN0Ac0wkrhywFdVbeY1uimGhlPmlihzc1dZbTJGSpoyE+zpjxsUk2oskowhUAyiDY6QW7u5ubV7fU0d6G2RjNQtb+B6DJEc2q3ou7ZUN1Y3DQbRzBre8rUYnU0zs5a3kvP53OZLfRtoaXPyCeMw5Gxa8zqZvjpunswGabbIsdn0dothEm9Ih4eHbr3FIAUYfVuB8g1y3eG8+fzlk3345Sf75ad39v79O/vxxx/t/bv39vNPP9uHjx9x8Hyxu9u7w98t0s/GvKrov0bmBsO5sTmG6VL/68pyztvLhS0vLmy5XAYWiwVvW2c2g6a8jW0syRDkgSF5bSnmxk4/TDghyiIe1mQUnFyilpJzApWfA7JDqEqKeVQi7h0SigvQrU/RoubGkozVVnFb0ozBGYO5GAkwiVDe+9owL1F0cpFsJwWPZKb8Hql+YdGDnlgjMtC5iQoHEVBm2gdJ53D47KnOBYf7TGWn6KHVA4OQta6B1rfyj6PHKB/BetQ3LHiA6HgI6fWgHdjxvLSDbgv6F6CDRhhoecg58hrKgu8krXv1MZzTHfKZPs4x4XegO5Zl+P8WfFP2R/o6tpEenkLPHjBCuv9t6GOuyvzEg+/obIn4yFN0neYWKF1k7JBB8o160hwXdFoLwRse8TBayvsTZxD9ig6Id+ErOsrHto/ph7nop+UH/mq3i/WW6ecA1nG5D6iLtOJc7gfulRxle/JDOfcOtw730/RK9sn7X3VCVSjYPxzY8Mn00etnRuhus93Yvb6VieOnnCf3ODzW7McdD9tbZKBPr8zZi1rOkXbecHbMrGWfalNrbdJ+1ViaxtSlA2r2sho6gbaii7pkqU2UE6czUK66dF7+XL6FB3xbAVkTcVJMf21qkYF68o6TwdlTE84fOeeTuyWNz/TRHLBTaU9iPrUGOu73Tj9t1s/A7vvQS8cD+tGRrDboKB7GxSOZzs44i+h3luaMkf45e2fN3Gbt0nTOtpy1rerkCEoz9LkIJM7nAHK7J2be2Bt61vW9lW8DfbYbXpjc3n61+/WNdZsb63G6MFGmU0G7eu26Mg61RjRFgluyxltr1e9sZZfLKxudQKuLlc1wAqlvZ56NM1hNDV4OKlBzltboTmV79ubMOt2xlhT3Ssv+0H3Cutpyv/bkVZfpvB/Wf4+TQ5BzI6Nj4yP+7slke7SaR+bZvVINw8om3j20HW2FTaT7qNvuMg64kNR4N2eSTfwSPGYzxoqeE7oUb6fMrUIaWEcTJyEQGTbZ0KdyIxjemBziPf2iWyp0Hwk997/GaOgkiAaWkgO2iEQBIeq4OGl6UxV1FGCviU9mfD3663D+bO7XOITW3IMbyyN/2lkMEuHpf6eRMP5SJj6UUxayKPsnRajhTzq212G9auBVA38aDbAhnzw7nmRePsrq5aTnlHsOl1JG3+Kj3TMOulL66BWxHytXU6Mt4bHqX1GGLAe5fkWzgVRyaCjGYa60Wbnac5/DmHT0DoQ0G3Ocpxy0HJ0c4lkGIAZNHMpUUGp4fzha9yByxOIBA/XNiV4O+4rCUqa8e+KAb8xTS4yBE/lkZAY6ooNcpIdQZBqvpVBGQI+B0PG29u7uHufPrd3d39qGN4MbHC5bjMAtbyV3u71ENbV2GWw4cxr6T22LgTmzGfn2kZ97tTiDWhlLs9aS5JSxpBggMLoxDM1sa4xfvTG+o0/Fa8UYe3rjt8Pw01u/NQ8U9zh1bm5u7AtOno8fPoTDR46fdz++wwH0zn7GKaTyL1++2P3dLQZuhyGnt5hmlbsl+p/Fw8bclhc4fVZLu7y8sAuwWl3YarWifGmLJVgscRLNwcxaja9B101tibeWntAE/MTThk/MoOYVmOabtUgUcyzlyQklmkDQMEkiOEMmfwRPAKLVyhjKjXwGMl77MOy2Mc6eeVSZ6iSS1op0LrTMVauHl/FBgHlLGN2um85l4qsF8hBJPqKzUOrOCp/Iaq0+UfXCYkQyE5sJomzaXnXTfKS1ByjBKNCRdHEO6S8oJvVSr8qOmLbf8bC0B7vhobvn4SGTJuYBpA8o3UGjWPTClvxTUP1jmNJP6tk3Sj+Tsuj38XymLrM2CnbI+gzgnQf8mj4e0mod/nr0yPkUOt37h/oefT4F6f7b6Nhn1FcH31NsuIeEov9j3WNlPbRChzzdkEYuHup7HiIfAroMhvvzpB6992DU/8N4z3IVdsS5gMVKiqWqe1IgqXC4H5TQ/qTCEaVszLEpwUt84QSLzN5ivo8jRPfZuL9pDzkWGj2LD3s29NKR9mn9zTX9bRv9zbX72xu7x0m/lnMDXec99yMME3vPDGfFAie79trlamkX7K8LHPAtLwla9iXtUQlnihAP1dpjp4CP5HkUonuu/veo4+zQXqozpKA27aElzdkQ9ZQNY1B5jMNTbGXSfT7sObpvex7Gy7roeAGilyAbXoKcO4F2HAFqq3lweKUGfqDB4SIHhBw/qZnbDP02OmvbpbWqi3hwDKVFlLk3ZtrzYai1Vs7dG7vjTL25+UL8xdY4gTb39+wZnais5iqUmSeTWQcgfAYhm1tqWpvR/2LOvOqPQ1+8MTmBlqsrmzPPLXXShcbAiigyMCflLK0t1Y7VBV9W2A7nQ2bQmXi367nHdvGTsA5bpEM/W+wC3cMW943qiw5lI/TcYzscG+IEe+Ry7BPNTW2JNRJz4hYfzUXPPtnFXsBciPdw/6pOkCwxRHOrPZnGIJ1rrIpTakxrwnxgGpzHi8qEMT+Jp8XTNONXv1m2w2Gt0I40VYYYZBR5dOn0SyBdWdSJ1wCPedY9vue86tmnNthZdxZOIJxBPfZUZrxsBMGzXDSxJVWuZfQl/ee+Sm1/7hG+ju5VA68a+MNr4HyL/uaA4sT9JtWLCfYcTkEs4y4S5eyJZKVttCJZxXlF4kGsMqHSiRWHlNrY/5FPJans0c+3xHQIANfSnEM7DvMh7oc4o7+xfE+ZFHSYU7U/g5E3mUeKZYTw4C6jo02tJYxOGQGG1JgEVj6kDkJQEn1kznn1QkyHuhqGUo+R3mFQxdfAN3c4f25sg2HQYxgEDXMsVl5VVvOWs26SzRatLfQNGTlJLpa2uMBJsrywud46YoC2YczPkU3yAdq4J0R040LvMs8AcvUYeeV/5+hMDxPrgyNKzqi16ado+ls9X798tRucOp8+f7LPH36xTziAPhB//EXpD/bp80fTf+W+5o3zhvHoW0tap+6VNU1tTdvYDMfPYt7aHKfUcjk3fdtnhfzL5couVxfkL+yCB5Ql9QseTJpZa0JN27pNjL+gwpCs3E1gQCXwQKSBSWcMiySpSOxJFxjzbuizYGd5D82+H2KlBZxVlFmA+RIN7cb1os4yfWXNHcZrL8QcbjHwdhjLveXo18wh1toIQ7VtLYFWiHVTm6eGpZWgqoAhp0CfkZtuGmNZVHA5z1P0IDglj4Hil4cHlD5lWUb4gMbQ17HwoazSj3CkOU+NnUzLCx9dM/wzDx9xP+s+AXqIj7nQfMhhwUNFPMhFvLX+G3FHm4IdD4UjmNOhvLTv4XMG9f0I4p6ivMQ4KXgw6k7Q049AH8imh6Cevv4ZdN2O9ffroXZP4USnz8qHzuj/KT5jucbXhaNmeGhEJz1Q2RT9oa8yng7eR1lUxpzGXJ+nlZ9iQqc1E21UNoL5ZJ76R5HjXtZaHWG6S+P+LnVlhWpVWrkbWLq6RwSV6P4vUK5Q66oWBTs4Tu519kufAmeG6+xRo+ghEsxzb9vt1u4367JH39xaOIFw/tziPNhQrvodslaV9uA29l39/ZqLixX77AoHAcD5M9eLA/bY1NaWdJ4J7uxN3wZECiGZIxrNyJMiQYhyir8ZaEE7ewRTGcZ6R07KOQckb3EC1ThYavbYBodDQWJ/bQOqa2iTArRErsriwyRkXgwd5p+9XE6gDS9d+liXrFPW6xYHkV7ExJ5DG4MDHglCMv09npQSvOfWNnOb4WyZ6QzTWUzctktrSad2RtxCBzxF9ywwwo75ZD1ybsoW0Msg2QObzb11zOeWudwhj9agfs4WuorWSkmSmpzg5nUyb1pLnDMLnEFz2QVgtlhZO8MZRZ1VtVlVmbHOhLp2q7EREnHhmJFpHy9uevrdhRNoixNoi5zog3slRxlrd7hP5eiWvnryqsucj7pXandL8G6Rp23LHDhlxkfjGfUeeyO673ACbeAf5azdou9QuFnt5i49M77U2gyeOlvHc5RagwDOx+DRl0ZVUaiYKML40iUyw2XPvahkZvwTUEqOimzBQZdAFd2pD3XjNuTNoKuMCylpgdbopWN8a17srXH+bJjTTb/GMbQN7oUKfQ4tSop2kf9rXPyvMczXUb5q4FV0BWspAAAQAElEQVQDf1gNcCixYyP+fgKSsXtVJE6DqIwHFqGkVQ8dQSnj0LBnPwfCZ6ls4HNCHTLZ0x/qCaamcXiOJ5Y99gnKxyoY2nFkjxOMpSfSReGx5Vndg+6GgiGKxnHBONCcRNqGERyJdITK0HgA5mSPM4DWTCdXwtAYJpWZDCSrzYBHha6JlMcbJxl8njBEMEgc2OEz9i16FYpxSEGmpLEuTM4fGUkymPQ/X8kwkLPl/vYew35jOxwPCGYhBywrLIy6bqxtGpthyC3kOBkNeRwo8+XC2jA2Z2H8yQAMGetkNsgnNQWM7kn0OH96jF8ZJh0PoXL+hBwYJ3c4cm6/3uD0+Wqfcfb88uFn+/mnn+yn9+/t3buf7Oef39vHXz7Yly+fcVrdmr76vUdmrx1HT2sXOKeuLld2dX1l1+DNm2u7vrq2y6tLU/mKulV82+fCFsuZzXD4tDMMxLq2GmPa3BROgNhnYdAniiopVhPOGePV6IP5ZrwPyzCzoM88GB6xxygbgWGudhi7eQ8t6DFsxaenXRipGKsdxp3mseeBoY8HzB4e/SAVImssGNvlQSVZmZvW2kSaBzw5E92dsRbQYhI0skkWrtPcS9J0PyE7zU0qXpyUlGV2HjZBXWV5o59jOlN2xLEV83XMYEzDWXpARKLIT/uR3k+xg++eh5Id6A8oTpceB8sWKP42eozz51B4it8Rvead+6b/rVB71k8f6HAgngO5efjsXog+1l+HHv5ZHHV55Dktezyd497omZOnof0mx/3Gw1askadi7VFHkGKl6F4YQfYkjOWZO2SKacuRhoasMW64srwm6bLuKKbM42l70oZmxrkRERfds0SxTku7inRlZoKRttMPPE8L4E2IMuqcPUI8nX3BtWc7hVRm+tS671kv2qfloJBzJ5wFrNsNjiDle/aejE5pQt+VpdRYw3kx51wQtMcucbzPw+mzwCE048yYBV2iT0H9hgz0/XhcxkU1fZS0ScwRkZEEAoUKL0BpBmEkjvG0n5AHp0/Rj5v2zURecrepZV9N7KnESoPidGhNcWq11yZkVjvxt/hkNqme+0/fxOjRZbnPWd+kQ884flQmGq3d3TabvhnDEUN7N6/h2bTW0F/Ttqa9vSVuOaPTYmkzHD/lXJ5bq3SaWas9H2g8ptXKGRxzu97YaAt0+rtA6xvTN4E6HAaZe9s4h0RPr2iJa43+jQuSFHlqE0/3hDz0hwwLnD/z5cqWqwub8dIo4YQy5tpc7SozFOw19E1rFXFVq9x4R7LDDultR59y6Oz1jSD0tNvhBGK97ZCn7zfsNTvLWndAY5AOhQxtZlyObA39tYm5kV7oP6ErZ95MldT3MQc79uou9sA1TqB7sGEOpHfNkaAx1mokmeGXkLmVTgOtaWwe49IYcPBkgfma3GMab4B+Pe7TCo6VGfee4Db97NnL1F4grbmaVCMG7Rx2gPFEXvUwydyzaFE5IxtxZn/UeKQfzWnH+Lbbjj60X0rIDK8gtbpEQ9vpt4BEN1T+yaJRT3+yYb0O51UDrxr4s2igbL+ZTZsRkdkTHUJlVlVcrHxyGGP7yVGg8lJfWaXMeEYc41JarvCKTXEgLYVGy6GAejt8iiR7HsJHZtGW+jEmGSFz4CqhcufUcg4/TxWHD3ynPBkfZ54dP9SPGVfrIRPFOcY5lESkYiEyw0UshyTjsIDpM2GnbOl3Sj1NB0VcHi+lauQXBHvmK4MdD+bEGCbSQQF1kJeT1s1lmNXJKgyMohsY+QCIHAPDHaPP2zBAlUZxRktxeQBaDmUSBEj3QAZShxElI2CN4ac3uRscL8IOAyvzkKSGFX3XGGVNgwGFwTObLUzfjom3uDLswsBbYswvbI5x1WIMhYEFvdeSE8ngYYYxBEMkQA8GMsZbxujqMbp6W2Nkhhz3G1vrp2hyAN3d2pevX+zjp8/2AWfP+5/e20/v3sff/Pnlp1/s04cP9uXzZ95A32IsbsTU6tpNf9vnAoeUnD3X15d2/fba3uAEunpzifPn0lZXK7vGAaRv/ayg008RZnpryhvCukXecS1KeSOQXUmiIWgkQzIi5TPLBqBf070HMlajdPkQhS5jlD0N0exYM3sra6W3jBMoEIbxFh0Ku/hmSMcDWi/gEMjMnwxbtZN4zhw4RmJifQltmyxhEKeIa1OZUxd0anC8MyJXLhpjSf37rqez8LwcZU96mqY6qRp1NRZqGse0YlSo6AQHjcRcU6VGE4jny6A5fg486MB3ykvz+9vBmomHpudira3H8Fgb0T1W/lvKxGvEb2n/dBvdF1Mdjmk2D03eM6DqG4G7Ne7/J3mNi2WyhJUsYN9hj9RebooDJXXs9riex7UY96tXNKts/KjOKVPexVyJADTT/CCPihx68UqcO9oLEnuF8momHXXsKZvNxjacEXLO39/fm/6483ZyVrjX1nBGLHjQv7i4tMtL4Zp4FVjqrMD503JOpHGvccYtAYbxqr9TSMgpSi23ggklN71OaZWe1n0rLfpTaOznwOPAFI90R56MhHmwAeQYl8f4nLP6CIqCxuJT+OQ4B1hB4bjo2dcL5PzRy434RhCOWD3Ab6HR383LvEAxQXxq+qtT6L9OrTUxj60lnWuz1mb65itns5xB8ZOxlrqYg6TWjIe9J/aDLWeJHEEj7nACrSnrbEe/edtDL5mJrNblDJSxDrxBFvpocQLNOWPLN4GWpr4rXiQZNFahIObdSSfoU8hTqwQV79FB6VP99px3cv5kdJCHM27H2tN5l+NvY3W02SAnoH6LY4OCkC2xlht00DL+OXpo9U0zT6Uf3bHoXnrVGl/jFIlvQGGPdIx1i63Ws9AInOTBLmwMfevKpedZi2NNmEWcKHNNcCGNNSptCRZnamVG7MD0cS7AkYaUjVEOueKqFHxIxxkjToA2oldfGl/SeCb9MqEE0QmiFJhjxio7QWPUvSxnUOjQNK+iGZw9tdK0pXel9FKrQDmVK/5zYVDpn2tQr6N51cAfVQN/dbmf2pDK9suBcNici6aqEg3Xo7FoHBxDYYmqkXKMS/GJB+Wk6iQTxBUHWEWqGmKShEmfAzMdUDaealDoIC3yk+HAqoBoHGMgYortfOC8SVFxgSqrIUkaw7VkuD45TuqeCmIlPFU/LZfgwrSMdCliPkgQQnwko0ZB5UKPPQJ4MM9gH44yykUiSA8YKl4lcwyiAAYRGWpreDpJQfWC0gOohegsSJJS5EQjsApwKPQ4XTre9m1M37hZb+6s29zjRMHg4k1bLz3S3JGpqZMtMNovMN5XKwx6HCkXl1e80VvFT6bibW789Ku1hMHnGgPtbPjAxjTnElH8JIeqegxXGR9rHD03N1/t88cvpp90fdA3fX7+xd7/9JO9w+Hz7v17+/n9T/bLzz8VZw8PHjuMQfUjw/IKed6+eWt/+9v39v3330f89rvv7Pq7N3ZNnb7powcP/fRgpv9pZtZYy1vpVNdWo98KQ9lDZhaBSzJB63gCBkHgbitX6VBUzyEHNVcG/+ABgrpiTMnY2pETMM64ZzLYj6DtXsA4y6yZzLxk8gU75nFvPfOV9731cgyFAU8aWhm0GWMvw13D0pRI/3rAa1OyxNjbAPMW+cYSRKJhoZnm63R8GvtpSeRUfI6oOL2EDIci5Q6ZbyREO8U3yB9Uax4fFD5ZUHSL1jSmA9Wxf+44VHPMH0iU0PwQq+kIo+xFoN2zIRgylpfy+ybd2FswHjMvjMc20/iFTf+kZKyYb49sXDYDpbIsJu41UgoCddyGcQvGhYzuSSKy1QBWIQWlXGXTfEnb4TPO0aHgYUL9wk97g3OelrimLw/anodgPXzrAVkPjcUBdIczaAPKmSHCmj1Vzh3ttRcXS5w+l3aFs321uip/W21ZXhS0LXtNauGfaFbk9dIV+W8H3aNlD0brh/3wYfrbnI4U4vkS2Ngf+yo9kh31q7jwY0SMbZhWxqWxlbminryhY1IEtRkAX5gxLLhq38bZoj2810sapXFMbHBq6CdKHU4QlW+pOziC4Gbwjn5qJRqcQM4+r72+tVaOoMXc5nPmgPO6vKyZWZsaaGrkFZz+CewdPQ4/OQk012texOhvO8XPwegz4xjBG2Q6w7wmisBZprOIsydzDqEe87r0PQsn0KXNlytbLFbIsLKmmVvlyRwGzjlUk67rZHXtVgGNZa9vSGMnZPGVDtDLbr81nf+9vgmETrJi6jL9lm/Hcv4hY+gHfRlnpyOf5iA1bol1p/Wd9JInzv1krkrTuLP1yN7BL/5AN/w7xiqHW/DWfaDpYqiQRzvxmzWttTiX2nYG/2SegBfFaFpFy2ogkiREY4isLoBQaMbKIaa/w7qUUmHICqEy039pIfkFFXjwoVFQcCG4lEm52oWe0M/BCYSO5CzTPa56yJkDtYe/MgHlI8FlGLxkIfdnCqjozzScP/xYXgfwqoFXDTymAZwHhy15XwiqEnE9psiYcYiWOK7fuAzMTqgqHR8DxFuw4UM6dk1ilQxCcUaFLaOiADTlgFIOIhEoGajgDXRyQUfGzj8qPi87yU/FnqZFhLE1SKfcE3icAkmfoDfO2jOpgjguQ5tJPcU6xHvGnWVEaP4wsshCSyVjl368quFbWYVB5J6MDEFlHmnDqFC5y8AQoFE7mEwC/MbDmWZRQUwXJEtdloHTbXD+6G/+3Nn93X0Y8h1v1HY4V/YYXHvWjXtlqWltpm/9XFzYxeVlIAz65SUOoAXG3NL0VrFNc5MxFG+iajqkt2lwK/8YSBRLD/oa8h3G5devN/E3fD5++GA//wJw9sjpo2/7/PTunf1E/hecQp8/f0bme9tj7LVNw0PFhb0dnD//v//6L/vP//pP+8///A/7j//83t6+fWNXby7tUj/zwvBtF621s9YSb/8c/VYYf4gUspTLuHBkBgEmJ4/AiLRRp4W4DEPDdC4HUEk2+I4xRRHGvOIogCPToT7iZqGv/QBqBopRpiErGbRueBeJhBTCIPiJjjT1h3JqFaI6Log8xJLPkdnRQQItjrs5aPVghn5kIEc982/QiV68IhaPB6jMgrYKsvNLkew4qvP6x/NjJ4/X/jOlI2fFRz6S8pgr0qpMmJQPjRSNmNTSjLlgjmzESSXV5MXx3w9WCuuNYFqDvx8Y4O8eRk2/JP7dO/8mQ83lN4kmBHFLlQulXm6xIa97ckSiLMA9qnuyoLE27tExTuy7R5T71uApvlXw5zIE1uaQCk3CX32lOFdGetYoD9p9vy0vCTgndvGQXdZLxRklR/piccH+e4WD5xq8sctL4dIuOCeWB0fPDNlGB4P4q9dBgG9G0qowJSwyTEueT5+3f5xaa//xmoelSCAFHSEShoUq0bkdQTnFdsCQcPZJJ02IOsPZb9oriPOwr0uezBwIPWd1Hw/snfU4JDY4f/TA3m3k6OhNNDv2fbqDH1xjLhvzBn1zRjYCLz70zZv5fG4zzkLFLS912nBYMD8u1LSvQPDToAAAEABJREFUTKxkH/RyhNxhI9zc2t3NXZy79+s76zcdL7I66NAtzhn1a8hdYrRDWRZU4G71rLVWTifWxRybYY4TaLZYWsIJ5ak1vD1WVQm91aaXMmWNj7LsGV/G4QNkM8FXjoqetbnDcdFtN7bDUZWxVzLyBrANMvWi6dFbRn/Gxxldg82UmsSaHEGf3Fu6ZyCJvuTo6bsda1/rvydG7+EEyhZ1zAtixIjd4SMwjlnTcl/OwcwSedU5c2EuznGJpOQQVCpdnyAKjxc0TDX3LJt0JoWABOWhUSWRsZ5QHgGu0U1FaSSIByKyBIOCMgXGgm46Qd90Alt0qbWkflCniAriZ6gkx5jkMQz8jwW/Z+pfzks6+pd3+trhqwZeNfCqgZdoQIYBJ0AhldHAWWAYDqVAG79QcrZXeq9jw/b8O9IN9Y9Ej27nsSuKlzA2OksHjUVfIWNJlYKxCfFARuosYCiYVRxQ4vsklZXPQymlhr30EQTKmelcrOAZRVVlY9L0KSRKHQAF6XIl8USgb8TzkBcS0lwjUFPGG4e1khylSh+wZ+qAdDOURUPjWEZYx7B2DIZKRoonDvSKmmTGFQryKiNF31xLafQfF3V4BiSiHxUOFPSfecPVY9SsMejuTG/34n/7wqjbYkjtx5MffVXIU9eNzXhzKGNfb+6WGG/L5YXNZTxiTCbeeiUcB+H0QS6ENatLb5IRIaNIl6xxgx5jqrtfR99fbr7ax8+f4ps/v/zyC86fX+yXn3+2n3H2fPzw0T59+mifv3wx/a9f6/U6ZK+qypq2tQseMq6vr3H0vLXvvvvOvtM3gP72HXkcP9c8jFxd2uJiZbPl3Gbz1prUWI3jp/ZklWQ9QNKNkJRHve2Rt2DPHUQ5eTszhDTaAysSLozsFAfB0FbtQcmVq0jEfR8mpd6ujeXE0XZcrORpq/ncx7yqfCwrXJQzSRr12dRcF/34DrGUtIipKLFbQictD5QtOg2gp0RehrgaQGrxOSSUUwaIiYgCNkhXsc7GtGgfQnJKuhKP9fALPmM8lv++sbg/yjGE4SLdCSdElA+ji+ik7tdl1L9w1NCRt8oPIEEIjaiHMX2ISUj9AQjIBu00ppgg/vZEHdURjq1i/cL08Vh70AhnLRUU7sGIS+mPxAtD6fvx/gp/1/4YoCfI/VmUNlDSP4RPjrzQqd9CC/mvDFomLx3tVOaxv1JWZPQYX4VOhZq4jntT9+cRDWXpDKJTm4I0PNC629lHkgJCVFDvqbLktXm0qaNYl77fx17bcSZsNlvOiy35rapCrqZpbcFD/Gp1gePnClza9fVlOIRWONzn8wuLM6KVvA1tEm0dTIMEEaZlI815ufI59pUp9T+XLjzLffgbOElU4EI0JxGxLlPeyM2mEXaRFgz7s50A+qGpIqdOPGPZUmW0FdQ+HBB6aAf69s9GThDSfTiF+nBQ5LylheZKMsAApuJX17XVjdZOa3ICXeCUWTJPS85Rxe3gDHJnrrLj5MnM+Q6nk9BZpz8erBdFdzd2v7mzDU6DTN8Z56DkK6A/ej+mnbkHDX22S9aE1sWKF0eXpm8Fpbq1mvPGvaZhFbR1nawO1OWcNrjh1NnhyNnxcioDxT15OXd6jTfQsz7QNQ6aUU89jqAd3pqM3qUD59Kw1hN6cMXknb5jzKSlMdGqvb4F1DM+9RPfuMJu6Xl5p3pBw6zNbdRp4vyczVpLOH90T5Xz05FeMChLTMEQlBeG7HkkYdQJ5YxqGFukKN1TKogv0N7BeJwxCFQegnoQEABCAhnJr3H16KfDqai/d9Qz1kyejmi7Yy6IoOU6CSEUedkpRBHGssj8oS8PhvuHHs2r8K8aeNXAn0gDZdPVdis8OrCK0sMutrd9OSMMm0IhYii+EdRIMBM7wX7tpzTnoCoNDyKV7Ol1qOTsMnWorGDPfkoHrgZBN2qEMUd+uLhB8dIRQEewF34kL+zjXC1NyuE8phVHCcbHIVYaR1Uus2Fq7Dq8Kzf32qqUInYeyt2Vrsg7IM1I3BJtlFfPVj7j0EtuuJZCHfRDAVHmbMdI5KBf81b3DmPu9vbO1pu16e1Pj2HVI5vRT2W1JWRIMtzkAJKRCOJ3/IPzR195lrHjNbIINnwwuCJFsVlcIqvFIKNjzVtE/W9eHz78Yj+/+8l+/OEHe/ej8KO9f/cjDqCf7OPHD/b56+f4ZlK/3VoN/zlvLq+vruz777+z//qv/7T/0Dd9/vY3HD/f2fXb6/i7PgtoWt52tsguvZo6Rdc5sGP8IMrQD3NBAbJlSkaQHUJZYUMGnSilMl5EmhwwI3YYnDsMwx0G6QHwLvU7aAXWJbrdH1DKxFMqqrzC2B3h9CZE7XChPWOI/pFW49rTh1GmMWRkiLnWz8AozxjMmb5KPBrGjDHqhrHDGTPf3A04811ZanlAELQO0WEiNmIIDKpAlsCkxkjJAhiVBNfKLANS9GbnoJh6XdVmhPJnGKvGeFI9Fk3jSfUxqc6HnGiH5Gk0oTlUoCvp9ghqBrqiM0MtVcCe+6jTczxFP6UTjfJoT/MU+lZ+hOpHjGVjPJRHO9JjTBKhuULnDIKA/BRFfoydshE162JEM0mPZfWEtrQxBJXq6OUbodAXGSr4jBDPgtiDWH+Jh5uC+lEZUtCUNu4lTnJuPIrCw7nnjDtNUNp9lMfNGEMByWcCTYLyAUmwOPJz5HdnDx8wlfeY5t5LhSbBOJzq5HUPJh6SC2rT3jamk2tOaOetpYHWNX4LAdCpZGAk8ONqgVJFXQWoD9mIo1wXi4/mUHuIaY+hvTv9IMd8Pgvnz+JiaRc42FcrOX5W8VAvZ8K540ftol878o4OHlzO6g/15aaTPIci7gl7gFKLqIyLHg/sSvtSq6vygtLfxpSfWArjUCINC8VTOooisOMipfoaoeIxfRaPLxbETGSBQpM1eO3xnDF97nDM4JDhHNc3grbxTaBStsUhlPVHokUf7ceLoxOhsVmTrMVJMceBtwgn0MrmOtvbhaU0g66mETsG53ge0OMIXK83tsYJdLe+5Vy+sW5zY9t+zTR00PegyEqCME27NZ4sNXOcPurrgrVyhTNoafpmkJxAjkLVglnjuKlBsrpJ1gDnPs2cZXpxpPN1u2Os2Co62/YcxpmXVvs472QfC4ZMaL7foacep1jHFt4HqKCyBPXpnizum+GFh9IqMyuTwLEOjwzgMzrZKOzRbwY7ENwcbp7QXeHXtrofG/ScLLE36Z4UT52dGucRyBkrpMQhnyqD6XBRHyojVsRAIBM90UByjCSHW0JnHjIxDuJhOGNkxj0t/fVaT6yjDmfehngbekVXkon+jBhiQvRMrDBNKy88VqbyPxbQ1h9L4FdpXzXwqoG/oAY4EMuo9yX63a/Vsxz3HCAjjoTV8YA5a/7k8aAKgYMmoslwtBnr7DI+UUds9HtMG61oMNHFIRm055czoc6rx3x0TEYx0WmYFio94kilo1lnpwwEHdYZoTIFIw6UNB0PaffaKgx4xckxJNCkM/iCZFgWBMpVRh0FsIHBVBmUTIP6k4ZGKK8DX2989Nt+vcW7v7+z9QZjEsNxhyGFQmHh5hgtdZ0wwNow0uYLDDfeFs7D+YPh1s6pU30qctFKQX0oFpBukFQppJAOMDDWOIC+3Hy2Tx8/2k/6Oz8//IgT6J29/xEHUPytn5/t44cP9vXLF5N8PW8YpYflcmGX11fxbR/91Otv/4kT6D/+w/723Xf29s0bu+TN8+JiYc28tVryJ/olSKaCPlbPHjkCDHYvKE+MhKUe4fe0I3oiRCtaEMfcKt4x1WOs9AhWA/xL/5MyWkd/zvpVL+rP0fsAlMoUO04hVU4h+hEZ5xJjwvjdD9jpIWG/RZY+DN+eN3oFHUbslrItdYp7YhBy0BVd0DXdOsZjspQaMIm9jjobPlp2DAseGsURA6eBikhOoADpCBXXAa6YLCH4EZ8EH3OiGzBpM9ZOYzURQqIpU+YphjqWkc8DonzK5Bvpwl9EkkmxoZtqAqMAKByJh3tBhYByAonzIAHPykQohKCn9WXO6C7qJ+2UD2hNUR6EisFJCCJkF51Qk64G1KwBlWkdPA533f+ljZmbPupK8WF9ILLSKjtCfJWrhr5oTUOHX+K+FVLsh+J/2rdonkJp51bi0u4hrfouNNpXCtR/FbIYTiFEIW18NKYpKHoyiG6spI9IUgYzj/ungmeNbDVxkS2ldrjflFc59aJl/3KQlAbSxRFDGy9tEnRBS1zo6Zv7xM1MsBhPRZ9HJNWHXKIVKrOBmkQEp16867rBaTArTh+cBvqJ10p/02e54kH+wubsy+347RHmjI4IpedgdHJReYH4F4hAZYofw3N13OnD+sosMqHXA/oDsB/ygNsHlD5F1r75BAq/gR6ann569tvoi3S05d6MOPIIpLx+Nhx59tkhtqEsNk5okB6t5wGaAbVVvKdshHSSoRbEa4DGInmI5fgZx7bFQbTjnM3IKP5qDTPmBL6o0pmj2azFGTO3cALpp1k4gtp2bm2asR4byCuaQpyJ2Cd7bIMeB1DHS6M1TqD4m0Cc4x0vj9RvRg4ojfdGdCc5iQ7B6bu1JsGfPuaLK9bMpc3nK2uauekeMNY4A+S8q81JN8jYpkR9spq1KkePxrTd9rbDwbXDcbFDpswYAzh7Mi8/Rr2qbJQrqw56zZfqcW3RB8K5mSenf6ElrilPwKmI0UC+59zsQQa9dYMTKLO+mFKLDz6nmoSjNdluTSNeLbpUzDnqLTxT8IRsYExKDNCvxn0CqkpQZUkZlomJiDaZWIh8lO8hEujCkUJAd2UvqJGqor6EkWPogqLMvPWyEbrOemzAnrXUD9+mMttFT6UfiMnpegQDP2b+FCn/U4zidRCvGnjVwJ9PA+PuPYyMc/m4JZ/VDSREHAwEEr9jgKG+WiQcuLJ16pwhIpTSkGnPIVqyj111kO3jEKM26IkjiMuEod6OUT6SjPFBARRIH5D89qDuaO0YzEQEB2eBIgKH6lA+ZEqkK+XIokMzc1jLWFRcQN0QHKMmDuiqthoDux4O7OQ6wCsMBjeDhovp45KJupJ3igT1QvJBCAHsQIEc0rMOe73pWfMG7w7jbb1e22a74eDf2m63P8xTVdcYXq3NFhcY/ZdgiaG/sFY/+UqDMQN3Hf9CdC/ZasmuXomjEPnou8doW9/e2ZePn+KPOb/D4fP3//67/f3//bf9+OM/TP+1++fPH+3m9sY2GJc9BgmeDZMRuFwsTN/6+e7tG/v+u7/FH3h+8/atXeEIulwtkXFp+sZP3aTQmUsO+pYG6FoCRI7RjavMEP0hoGJVc52EMpQjLVUZLuKbZQBiWOpBoCfukLlgZxFvt9aNONT1UdaTD4TxmhkqPUtg+DOI6E9dKxuItS+CKVSzZ/kLGGoIpfnN8NwDGcM5+ukwXLcDlC4QnUFnjMfgUn7WxrzRcQqjOFmrB8o2FcOYMsMwN/RLV7FWxljNLRiKEUIAABAASURBVNNwhEQblDyVOOMIyiqI+vFSkThC1QMoV1Cd4l+DHL3HuEK4sa10NWIsU7wPekZALB0MIKfaKUQzzY/p0/Jq0jLbyQdCVFiKSBBK+uSqNoIKx1jpESoboTLpqGJqHoNRTqd2/lF71QkVNELNXGvsmvMCd8U19ap7Cm5lzVTQuemjcZ2jlIu/UEErKC3o/lVfStfUqa8KvopL3ll/QtK6fADRit8pbaF3+ExR+ipjK30m9l/lHaETa92jr8IzpQp5Roi/k38EZsdyczI1+Qoops+kvohdscpqS4zDBfrTw6PgPtAgi9JFNmhFI1rJQxxtoVGbcm6onVuy2sycfp9BjHGsr4KeJsTDXVOWBzxqSziD27blgX1uy9WKs+DSVopXl6QvKF9ay4O9aCQLXOGjx2x4DXwoMJgRqEVmBxRQ7AOITsJ5ufInBIc9iF6oyOTPoX1xx973EF38jZeH5drLC/a0G3FKNzoURBdp9tFIs7llHqiPyOw+KIByo1w41MkRRC2Cl6DhxT4vrdAm6hSres/UjFA9ZfAM7jg2ehw+HQ/u+jlYj0NGZ3xPHqnhgg64SkdBz0O90uLinjhj58zd0hbtpc3bFViSX1jyhTl2iXtDZ1U0yaTivOs2JifQ3d1Xu737Yre3X2zT3aH/4ZtANftvHU3omV5DVhqbw7O1JsnxtDL9THC5XNkM51NqWqMSoqqgqqyq3VTudR1pC3tI/HrLOLj0YkjjzAeHRfkWko9nGnHMDzqSg0y6L1JZfJw1WJAsDfdmim8C1eaezPknwoz8PTymKN+UkSw5NBp2kEMdPBMO09YS90zCXkot/FUuGw4SBVqimyKN9FqwjzLVn6PUi54U8gQhSdENkZLIbQDJ1R/QvlCGUUX99FJkyLwU6rFZsAPlBGKcW+w1jVkrJ/qJRmMvYxyFf7qLpvBPN6jXAb1q4FUDf0YNlM1Y18xhZ4F/wTj36mN/PBvI6mz2OOA4aDh4KLLDweORe/6iQZxTnLQ7yRTKaMPIORC5ljKkyieOqaH4V0eP9DflMVQrEmKsJMahIxIGUT6BIdvIoqrcKlCH4VGbY9w76YgxPqQ8jnHKuYopIHXMj4yI6WXKmhIFKUdQFTEGqIylDuPt7u7WNvd3ttncm97gbXEUZIxYURoTKRn0FmuBYaav+S/jb/5cWJtmlkJGJKnpQw/8REoSmetfzbUuOQ037zKGdIfBiAPoi77x897e/fh3+wfOn7//v/8x/eTrw88/2dfPn0xvFXscUntkca94Q9na5eXK3n731r7/j7/Zf/7Xf9jfiN/o5148gMxmGKtNsoqHIelLesgofk/7A7gnYrna6aciewq3Cvlt8qnIC0YsoEXm0zCYdoEOI1ROng0ybzcd+gRyqq2Jyet39ZvNxja8OT0gyikj1k/vAszJBuNr223tAOZrNyAzphibxQxxPQYfk4cElNDv0UHPG9KOue3gv+7uYw5kuHfI0+EA7Lq19aCjvqPvnjhjAPa0j4FqzbEu9VCXeAhMMff1sAbHjicyOWUBXSbleGbFktoSpMhBp9JrKXx4zTiMHpZSUtiTeGmIDqPHZ1sw3nMip+CI09YSYwRKIYjyOCKxG3ORFvHAQnlB2TFWOhdRlQQnGfLolCLRCFEwXMTDuRxBz/TnXkFRIZsFLD4wIXbqiaJc7VI4BXhYibjmXq+AYidW+SnclXfa10CxUB3SZm4jxF8w3WXIpPQRI5+KtrVJjrLWEnnxfAlEKz7nUNsaPqdI7BlHNPSpfoWRj1NWeLmXWDIldJNO2sJXee4T5x5xbyxilel+AaUdvIOGmDofeE51gJA2AqmNDFCodNF2GrflmMgsAgJl5Z7XvRtl7HmFb20JmVqQUmL/1jicsnGMqkd+VzlQDFoeWtu2sXY+4yEdLHlgny9I8xJA3/ShTvK7uZkQy8mRg2wE0kOs+qiO/HgZ2qltgHVNlegYCcMbrgyOAF/yJGJsQ9zLAR9p9uL4e0U8rrLn6RzrccgX6OzpOX8EOb570z4n9OyLgtIFopmi0PfaDx9gC8+dZfFgjw4anDDi1+OMCCfJIEuWLKRVJtkKcFQg+zhqx/Fz0IjSB6A90sU5j4KCiNMsvjVKDN9M/xlnT9+vGdsaR8zatjiBepVzPu2IzbZFp0Gf0ad4MXvMtRwsC87R+CbQnDN+vmKdLC3prNdatpoZchoQsKvkeNF5sdZLpLsbu7v7jBPoM3bEnembR6qHEsG50mzHOPW/lGEGRIF7a61+Ui5n0/zSlvQ3n62sSXPT30A0p5FgRb66TlYDOTKcvcOQQd/8CWw72/KSZcc4M2Mzzhlj7dORGf3mQM9cdWBru8GxQWWQ0APdcaU/92QptdYih+Kke5R73dQnC1O8etZczLXiDr7wUz5Lx9CgZINb4cn91jTcc614zkw8zVPUh3JEb+efalLgpAF0BETmqvEpooaCuB4ulI/pcu8jCfI7fer8LmUVspnp4rAmkCGEnrhXGEesHWyCbb+xzPh2uy2q1N+Tgk4DJCpdlauF+4vCCGNZZP6Ql4NO/pDSvwr9qoFXDfzJNcAmy4ZdBokREAee4lJiyuugUBwYy39NXAVxuUby4QUxonDadRSMF22loISxMGKKItaFY0pHrNm0UCWqPEBUh4wN5xDRKMRYt5d9MGSeFGyofyyqKDwRhPwT4bzrwwBoT5i2kvFQ8m4yZBLGRUFjCePcMRYS8OHByOA1pjVy14ODYzw4OWB8zrqgZAzngsngw1jBSOw42DscARsMxLWcFhhQO5wEGexjTbkl3vrNmhnOl6UtcPwsh78N0PKGV2+0JKtjkElG04fu4u2X0giFhKRIYPHJgJCj4e7mxj59+Gi/xM+9fjB9A+jHH/5hP79/Zx9/+cW+fv1s6/tb2+IE0QTW7vTf2upiaVdXV/b27Xf23fff2/d/+5u9uX5j+vmB3h7OMCTreBihP4JmfM/a11Ckc0aO8WKsF9UQD6GCv4ygU1AJD7O4lIySoiUXgbEGX8Ym58oOI1AGaIczZxNY2z0OnxGb+43d33cF6Px+wAYn0T11a+rUbss8dILmSA8VemgAWYjx7IdxIEAIIsFIKAIEMowxHgxI6s7AmNvzMLITXxx9+rbX+g6H3/re1qyBDmdPwZYHhw2OIOpYHz0yZAEe4qv16rFeGytrNllinYaeEEe6Vo8FFdorKPU55GYIpq3oSCvOWiklDlqzQvuAJxVwHWmUswf7g519xFctSh/lKpIKToLqRihfGRU2fkR/UjBWKNZ6gL1LBoeKvO4J6SnAfax7OaWirxbdtW096O6xuNAV3Tp0MJ0KY6cfujssWwu6ijwSO/OS3NKh/5a0oHKhhq6mrIrYYeTMo8feUtornfTtEsoSvNzLnmOmejd9SpsKHoLKC43a+kB/SlNZ4Sn6mrTTVvJM42ldKXd3aEVfQ6+y3wr19W1I9qK70mdi3gQPXYxlkumcl+YPHaRJechO2bStk+cBszyMiVbjmqJinAO0tuzpj+4jgVs0bprMA2mAG61nz1C5DzKUMWkdSE7GMZUJmcu4kWMYr8YstOyrLc6eFsfPEsyBHEJtghdjQdgQMPZDhImYEpJcFVwXsyGKhO5tSom4HkPkdVHjiKkjDp6UKe5xwpR4Fw/zPeM8Om469rB+wHaoL3HXndL38Hkc2gdfiIFHR1xk2ND3ln11g5OdNHts2VtJ8yDdx56+HeTqiDcF7MF91Ktsip56oZRl9nK8Tcy1HEcCytEkB3Zc2fvDAdLzYoI2OKMyDqFe2HU4Znrb5U1RKtcSNDG6pxLZ1hqfW2o489sL09k65+VP2y4t1TNz1gyU9K+APrEXOs6IPs6RO8Z8a/c4hLrujr46y/Rp+oYTcusF0NFH4Fa7w4++0jy+WTyP/xVsaVpriT3Tq2SV1SyXyrxy8xqwNquqtqqSzMjAOt+h+4AcFOg3H5xAo26kk54zZRfoJS9tpEuWlHowhmXOP92T497dymEDUtwbNbX0Z4BGvQCPfsCWOFOWdf8phk7BGWPy1hL3StO0jK01pzP1ZVbZ4SNRD5mS8Ii4EiIZl0I4vUaxnIMkCim1yEA2gvpyT+axj7tpfO4qrSzoSSNUpGmJjnKsOc3rRrrCbug1fwANGhpgnRFFyJHWVW3tOMFR+0e+hG7+yAN4lf1VA38GDbyO4aEGymZbynXwcMSVTCTiUvL/gmuR5ek+x41UR45xzIz5UbRSTi4qqjFxjFVE7slQBBiqkYM3Q/tDmfI6sobqXxGN3YZYz7QbuxrjJ+lHAnjFAYwxI+OiGAjJUuQbzuKaQ5oD24VK1AXKo79ygKcoEx8aUEpW/AWSxxGrAGAgSC4ZPTrYZZTqGyB3dxhqOCPkxMgYjnsMKgIsa6sxWma8EVwulrZcXNict4KJN8EyZhyjxusig9E7PUSvgzVgNWW1l5nV+pTT4cunz/bTjz/Yj//4u/39f/7H/v7f/3/yP9rnTx/s7utX22Is73mL53gI2qa2JX1dX1/a9/rWz/dv7W9/+86+I319eWlyRs1mGI9NY9KB/k6PZMhhVDmyAB5qLUAaiYw61Wc7frRODqD4kD4Qqa3ZPiNVlJEnDSmBdKUxVmZem1KKTX2acjU0lVmuLJqSU8hkAnpbjbJ7DNeON2xyAN3jNFrfr+3+Trg3/d2jDfk1TqWOuk7fzuGBp6ed9BqAe/ATX3VwAGsfXRoIOhlw4QjaWofTb42TTd8AWuPs0XroMOL1zZ+S3pjinr4y7WBtxnxq7cWaxUBPGvNgHKvO6dcZtzH+ElNCG4qRECnivsw8gGTbkw6Zx0rmRskC2pFQPRGhAgqlXCmzabqUPH2FlnBsUk1IlQbIHPUhb0gf2QOh2h8yx4RLbjdoaUNbrUUPvdQ23s/h9GkbS4L0hs6KDhM0j0G8alRaAQNuXCcgeRJEDwX9J4z8ghreNQ8cAn0Pe0uKuPTprlht6+gj0VZlji7cVa79Zxor7aaPQ6N4xJgv7URXwVPtC8RbYxZ/xUfU0ElW0Suttm5mY0xq0lfpp6L+14Imj4aK/o8w5vM4hiKDoyehjGEsq2l3Dmffri2FjqmTA420g3TQrRsNCZUZ4yrjscc/cdOpquJSlTZ2/GT2AO6qY8GQ4u6KhzjddGLhMabaPOKK2A1mAVIkhzEhp2ttOnNGrPSIlrNASG1rQqRF47Q1U1dHqFOBnjKgmhA9DTGRwrCPinREMFEdKGU5xpLZDIQ+HrD3PKDuQD9gS8yext5Y9scx37OHHdHrYZYH9UKzo044tlP50yj7ofbEkabH2RBpxYENjp8tTpD1BJRxrqmd6PuQoSvOGdr0J6CcMWTKMmdxwZbxj+hJC13EZ1ofNEY9SixtSbN3b/UALwcQyNt1tN1RHu01LbQ0nY/MR1n72hfm7B0rW7Qrzv1LzuJL8gtLVWPG/hZNYoLoY78d9H/P+L8y9hvOra8Rb+jFvLR1AAAQAElEQVRzS187XpREfyGbcQbAgf5qZ/3gGElpbnN9AwgbY47NMZvRF2ut9FUPfbrJERR7R5OswhEU4nOW9PDvOUPjmz2cWXvmWTpgsHQrQdVfJguowzM1lGdkof7w5oo0pHI2JfqQrdNq7SOL1r369mHdQxY8tC4DyBAxa5VhRjUS21GnyRrGKn7iIzi6dO43iKDXaASSEUgTxmTEiMcISr8qUF8RoyLFU6DfKJWODUkUxz7k7FPkI11RA9SPYPrQA3PWyT7A7uhZs+Wb4XQeY0RZ6jcA/SSOZKxdiQg91X/UcFDHH3UAfxK5X4fxqoFXDXxLA9prhSndfpr530tzrsC8MiNYfA6JyE0vhVYlOmQAyXIloTDsuhxPyr0AGmQZeMYgJgxnr8qoIwSTMY7Mty+DGMbp+G3ioKA/gpKKJH8Z68hJpaqFJRV+QG2O4Z2AYwjoDZRiqCCuQHDCPiCOB4Y0pJX3qOcyBPUxQkXZPLQxlqFpDnY95OubHxscCvrp14a3jzuMzj3KE6VaOsaVjJXZfB5v55arlc2XOIF4E+gYRE2TrEbe2gcZZBMMUHtBY1GcMbi69do+f/wUP/P64e//Yz/8z3/H3/356f2P9uXjR7u/wQG0ubcdzhDHYdHKAbSY29XlCqeP/ubP98Tf2fdv39rq6sr094Da2cwSD9SGXuy4+GhtfIpcaMlcxi1XG2VlkMVQkZECoKaoJEg/DOKlUs3HSOZwVB44xiiGnFU1XdRWeUOczJQHRp0DxRTSrjbjuue6Q5Dtbm/6OwIbnF/3643doqsbHHM3t7d2e3dvt/d3tr7HGYQxtoVGkGMmEMaW5pURwAuWZ6EiLxApQGasgb3awavDEdTRpxx0a8U4gZTXGul5GOn0VppYc5iDv5ujx4QRnNB9O4HyBa2llEzzL1pn7LQKxfU8wHXwUx9yeGkNbiUDsvSsk0x96cfoRwJXugAHjwSN55HiJ4u0VsTqDCUbUjIzpbVYo1kypAgkjoEGBBOxo48jKnMM6xg7OlDaHV2QDp1EXFuK+71mjEeMZSOd2rl0h8zuBu0IMiYoj8wkPWiUFmpoS5/uimsbeZZY+YqyQufuQe/0lXBaFJpEmcpFw5iC/zG2Rz4eNA5f9SlUpJUXlFesvkeHlNIqV1+CD32W2PiIJ9FJcDfofi0q2jwG4wNDKyi8q4G2Ji6yOBXukrHIO+poGseDYSr1mvdD3dBOZY6OHT0ZHweMgmtJkTgG1ltmJxNU6AcSJQD12trjljwQUK507IVKZ9NVRSUu17gRaaj7TGxUb7RxOol1S+yjzErb0I50kdf4qKyg9FLSpf6YRnu0Pr2iVMigKQFeD0PIJRmH/SBk5cE+a99SOeBpXiEAw4EJTOlReY3nHKW8RoSK/akiVnqEkz8DvCgpV8Y/5Vd4uSnmUtTKnPXIpr1M6DhXe6BY+17Pw7SgdHEKbXBEAfZZ5bXfCrH/UibaI7Zs3QAnfmYPP4H1LIfhG0GqI4+bBd1sw9m04SXPFkd/8MIhlKM+tDyKTvuadANam6Vy7sspsxgcM207M+fsl21grOFMi8x4JUe/3zCONU4fzqruhvjGNptbHEM4nIb+ctDDnoCKbMe57NZY4zOcS2N/F9gZS2v1raOa/uL8lI4r5qYO1E2yJu4zNzfUjt2y3/W2xQEUTiBsiF5rZXBWaO0YNJCK2PKwhuSUijoqMrJRSarMZnI33b/tLCFbC+ZAcRvlsQ6stNBYMjrfTtcq/A7aRcig92RJaMWzsRRjSIxJ4xAGhjEqGpGVNKVmzFMI45B3GBNZCqdBtAJlYyXz5dK30x/9OnHIQjrFeVUXOZw2hIyOes7jDieQzunyR6G36E4MBYhOwlg2xmPleX4sf3H8byMcVPFv6/+141cNvGrgVQMHDZxupSVXrgeSktiX6F9yrUovh82yGgowDGw4oOxQKdqSiUNTWdFFbJBVwDFFTRkriScG8+jA7fTzEprTFpGr4loujkSSw0v2wXXsQuNR5ZhX2mh70o4MdgVVcOVAHo0MGQLOgSwjwSh3OiyAgxoAWgwHNKmBVvRUmcPxYcin5QiYMVJkAK47jDTeSuqbH3I85P2OqdrTWUUfoG6smbXh+FkscfzwVq6N/xZ2Dk0yLhhvHtbPjrdMZczkqVHAdsAYyxiAa7v7emMfPny09+/L/+z1ww//wAn0zj7Gt36+WIdzY4eha/uMvHtrarc5fV9eLO366tLevrkKp8/19ZWtVkub4RRq9a0fDJeKwQeGtOTam+SozNCj8bBl0Bxg1Cmv+AAkzoC8JBgBAwpFX5OszEZeYUSprDY98KXUWKoTaKxpW2uambVNSwyUT8TK1y000JH2ujGHX4XcbjX9VLyFNHS2M/2EbH3f4fDZ2N3d2u5wBt3hBLon3oTDrjMZuVs5THY7DOyCjNJlFI4GLUwJFf0gugMT9lz3mKYAA3nHg8kOA28LX6HjIaEjHQ8ilJcHEfqDthd/1hAM4Mk4WIMJ+VOaWWKcqW2IQaotAR+QGCcNTJCae3htN1vWBtBP39aMFYfQFuwYz463uZl9o3RV0R3CMzeuiNgOoOrZoN6EKVE1zZyl6YBwVmgoq4AK6ZdoCBCzxhx5AgioOU0RUzLEifFLHxErDdwT6kCH6M8HujEuOq0t2qBD5Qt9TZuKvgUjLXjkXXJ46dPYO4yP+Blpp874lLiindoUWtGkcPjU9Ffq1JcNH7VxkQ95RWVuWD8xR4pVOkU1yaifij5H1KRVNkJ6GNPH2P6lH/VryDXC6V0gIjj6ewnsAV0NzxEV6QISBPXpQ4c2fMiT0roPkI5wWMKqF6I0lmVJlWvUDBdFgvgca1VClyqAZ6YyM4fKBrzIpDUR+xr5BCJPjNBBpguUigKwirhcKvNxzaEPE0wf51IQ/EwcCiSRUhAcQvDkgoiWuWjPyOwbcqyUPHci5QTqtaeVpsFb3ZAtIsOZRClXutxzuqf08BvjTJMy7eXOHhb3aM2QAffguJc55UmgLImWuJRV0DpDAVY+iB+yZXTc65ueyD86gTr2uk77K1hr/5PjnfO4w0HTsc935DteyozoSfeckSM62kd6KM9yCLGXZ853oWxYIQEyZM4InED92rrt2jaDAyrjLNmhwDzA2N8lOVnzumYs3Js4gZrZ3OY4Y0YnkNJtOzOvqLcy3nKN1lz29LfBAXTH+fXV7m+/muyNnv4RBt6QEI5tyBDqOrEHtTZr1d8FL3iW1tBv286trlvz1EBVWYX+5YCqKreqqq2q3dyp0nB1fuAI6nQ24nTq0W+PrnKMDYLQzw4x0Emk+/K3gNBF7nOUhz5gp9DAWOskzVprW2FuSTFnemLduCdT19K39BZtw+lUeMFwuE8l4wDaNbRLwUN2ADw0JvqygZv6LqCNEqUTpQKMRF0G70hH6TOXXJVK+nDuybKG6RdZHFkK1FeBiKWPnjXVx3rprUOXYSsyUNSM/beDTL0LJB8E1SMm1TR5UPtHKDhT+x9B5FcZXzXwqoG/jAbYXI9jzRNXyrH0xanhjLCIj0bVSfuoOykZMqqoaFrZuGlKtAC7vw5Gm3xKOX1EnQ4J0tSrnOgYSvExP02NHU3LIg0X8aUtqV+vE9oxkOB0GIxy9EdQ6gFyHMWMY4iD4AHxWMAhS9KdOAzICgOmNo80sTp1t/IpMZRBkyiPdsTFAImaQhpXjbigtFRaFZIQoBcZRGuMzA0P+9vtBmfCBufD7qCnCmOkrpM1DYbYbIkhtjJ986dtl9amOXIkGBbuOysx1sAw8iEf/fBgTz9fvny2j7/8bD+9+9F+fPcPe/ePv9svP72zr58+2viHng2Loq72lpLbrKntAifP5Wplb3H6fHf9xr7//rv4+z8LyhPGqXSgNaWpMgwaR2ZHf0Zs6MY8DTJKnor0GdyRV3Uj6gONW22CBa+GpZCs8sZq8rViDNEaNBjBDcbqbD63GYbqYonRenFpK3BxcW2Xl2D1xi6vwBBfkV6Rvrq6thW4JL1cXdkFWC4v4+8stfMLm2F0NziSagw0Q4K8d9vyELHd7nCcdHbP3N3rZ2FAjiGlBTmOuk1neoDoMd4yiIcnHkIsZrhibIIZCS5j2GOrsgbCKN5ZOAQ1hzy0qH2v8tFAHpu4myNfapMldN+ik1ZGbduSbyZoWTcNmKHDxhw9ckH/xpvpXRjgcgitMTDXevAByu8w4jVeGe+a637o32iZBZY2Io7SvCh2qKYg+zCIgFLYqytSiqJHJdRzlOkiUnf0EKgZltKJWOlqiEtZSgmdUBdxTbrQJHQ3haMf90Jb2hTaxL3h0Y/xqQ4oZepDqOhTsZs+kCuKMjOVc437RWlkgcCjr2leaaGKtmbiJTD8WEdD8SHS2hFKASxJVNGnZDu2F0+3cRyJcXvIUkF7hJ19XjLHosnI9jjOGD6SLe01PuZZGWb5EbJni4qGniWhA+pZWOriBKWYXuFCIDuEygwdKSN6xQXo0gB10iFEtB1qXOWa2wpdJ1M77flyIt98uQln/KdPX+zmRi8BNjzYbaEZhSo8dKWk8CSRxYQ4CogJIgFVgR4wA2SHoGEEBhl9iI397CGMD9TBmJhcCdmsJE6uhYKrO2unBtUENeNWmaByxZTFfVXSrjT7VQLtBMqnFlrKUprcgz6mj/tay/ptW+XRNbTBU/IwPqQyfTSczIuN3b7niNuy121x8m9sw7m7wdE+YivHDHv6WujucZiswT1zs7FeTiEewjscGT1OIDmFFAvhoKdM6ay/9YOjI3MY5/h2T896A6RVp/NAdD19bXHG9KLHWbJjbnMAiSUw68qA1zNLnEGtzjjsgFZnHCgOoNZ0/0KG3mnnQOcLsfruYi+/CQfQ3frW7u9vGYf+V7BMk1E7aoOIEVHmyZqmtZazT39jSufhfLE0OaBSaq2qaihrk/OnhlZnj8586b2qXCJTz5nCObHlDNyi3y0Osg5dZ87BzFlmkpGxsuAt9z2Oqh3orEO/fUBlPdUogiCGtbup/zlytbPW5uij5YxrU7KQwRN9y54wbo9s+iPXeXAC9fRVdKt9xfi4uYMmWYJHQWOFTx18IICuBIkQ0KUU0UdJTIpKAVeVjSA7hGqIfRKTjvuxtuk6L3K4URu0kr0PPXWsW+mm48zeFv0wxiCKi3pV4jxWWQGqKIk/0HXUwx9I5FdRXzXwqoG/mgY4XnT6DMPeR1yupiOvQAX7uET973epnmE1HggiURpJOQl0sAiHA5JjTYZSkbZcVW+Uq2UMIBJ2OJyUPd+g1YPKNUqLRkrtI6XyX4VqSq2eRkzLhzQdM7KSIR2JIS4RtYzb4iFF6aA4XBzWhEO+DFslOoyJg4DYMDpcKOUqPiqk9FSYKD3AielbBk+H4bfGwNTPvvT3f7a8JSu/z99b6BuGqW6smc1shsEzWywG588Cg2VuLqOH/q2WLIPRs1OPQ750hVGVeQO4ti9fvuL8+WDv3+P8TfX2BQAAEABJREFU+eEH+/ndO/vl55/tC86fu9sb22LwZgyvCqM11ZW1POTq2z+ri4VdX63szZtru76+DufP5WqBcTgzGSwacy5Kwl5CFziFEM7IgBqBKmoln5NOlAE1GpCtMsMAilhpE50AnTsOn5pSwIOCAa+SedWQbEz60R/DbJuZFSxNhup8scJxBXAAXV5eFgcQsl/iCNIYFF9evrVLyi4oK/kr6K5stbyyi4uVLZcrWywuGOfC6qalzxb5a305igeIvXW8qdzwICBHj5wl+nnY+nZt93cb2+AM0gOEHiq2OE86nEU9Rm/MK/MPI6u4FFTGKI2hWvnkIdrTF5qF/uAE0kNF8NmxRnQ/idZpW1u8HcU4b8FozKZ4eGqZpxGNte3M2vnM5qyrdr6wGWurrhtkqINnh7xrnIVyYn29vTPhVuOJMsaGQa9vB2k8nWTByNe4EJN5lkxF/NOrkxWMfgooOAS1pbEV7JFjGDcV4h3lXCgdaNSUvjR8kkfO8GYtSZceF/LUl6DWAAdaL0OaOAdy3CM59oM9fR8RLOCn9uKXuCcKanSaBjhxgWiOsEc/mTGVQZxWH9uxvulYeVH40L+hOWeggsqP0JgKjmXoZsgU+oo14g9QeFZmwbvUK03BEKohLpG9aPc+9j22OsbP1YlKEzpC+d8OVPWg8a/nXHSiuSAlLcFTnKVvkmMJSj7SUE5HokfhBFLOWvE6Kjr2jLu7O/v89Yt9/PDRPuOUv/16w54hJ8OW9UdjKA9B2QFaOpEkoThoIjHMU6SjlAt7rr4RCgw5TfEUKjsBTSJUxq0WqWDHhUBe4zZaVMagCA5Yq5xD2mda9pqA9pcn0bD/NJxfxEGfrE1Cyae2KXW0n4PDXoVjf5pX+bxt4TV7BnPTy5L5chl7+ZJYZ8Nsxn5et1ZxTmVGo/uxxykRwFnSAaV3zNOOvbDHaRE/ucGBoXJB52SJt+wdm3Co5MH503OG9vBTXnSZtPJ9Fm3H/PY8uJc49h8cPxFrTklz/KLrSRjWVs0a8npmntpwziScH3LOaA9P6EpnoVc1I6JtpSnck9jT1xYH1tq6+KbxLbYAaw3Hk/oUVYFZDXXMO3Io5/SX6GsmR9PywubMQUufbdOazhrTehbQY6LfunLzmv4pq+J029uel0lb7JoN6KRH6Radqu8jduhkFzrsBl2VuKM8gz7EMoM/MjWslxlzv0CWxUJrAHnIJ8qd/VnD0Jg0jMxFTqDtVnyOUH2hg2dqQ59tmlsiLci2shiD8dF9RHQIHqmMPJE4v3CzEM5KK/IC0dCOnsnAy5VK6JQY3Xmg5IOUeiRHD1w5/3udXbHGepyY6EZn2KAhGJ6Fh5Icx35G+n88i6b+j0v4Kt6rBl418JfVwGGrJUEIPey5CkTHwIOGYUirXDhWTFPjYTEt+xXpivZeWVVVh0bqNnORcydzMGalp3G/L4fMKBSDyNTb5HChCH7lSmII6uOIaW00h2paZoydol8RRt40UZLoRSE61UUYW+gQJY1ghBivxfimNKXkkWIackhzKseVg9kF8gpWLtAMQSzVSWSVEQX98xaw542f3h4Ketje4HxRWgZT5pC30FFlddPYjAf0OQ/q5W3fAiMFQ8WT1XVBcN1xPOL8Kb2oxOIjR5P463/6evfDP+wff/+7/fD//m7v/vGDff70KZw+e4zOCjnryowlY4k1M0u1XV4s7bu31/YWJ8n3xNfXVzhEZpZq+hJ3OtNoQk+GkUSZ3mD2GH2K9/DMAa0rQ9cAGoq4igfw2pI3BRixNWiEZm4z0IAWg73lreectP4g5VzffpI+2oW1ikfDlLjoScaq6hSfYXlp8/lFPBDEg8F8Fenl4soWOH30baGLy0scQdc4ga5N3xDSN4JWF5dBt8AY1lvQum64t5xZwrmFI1dj3uLk2WDgdjhI7ok39118Q2iD8bvl4WG74+EOh0nP/GacJnvuP91qgsEJpaBFG4BypVjRoLDQo34ayJs+OWqFKBMZDdGkOXOWpE8erGTEtqk1IWEYC21Klto20KLjFn3N5AQinWhr7rbjDfmWBx85f+7u7nlrfBu4xRF0f79mPGseJLaBLYb8DnnkDMrIGWMY5EGkR4PkLBVViU6uWieCsVYUFxQSVpp4C6ErtEYodcerMwZDg4qdxexWUemAoLZAsmbmoNdcDFA+o2d6HgiJCHkYV/ASP/Tr3HvSp0e6NqWPcNQoVLRWTHQIEvgxHAh+x4T6P7LzQQVOYkSpPaUrZdOr5J3m0VDo5LTsNPc8z1DzaYP/5ZwGL0y7UV6Yln0jLXLhAdlYSIx+WWKsX61XUgw2D+i557v11m7ub+3r5xv7ikP+05cvdvP1q92zZ2g9FtrzDuBDUWY/iFRcooB+iMcg544hwwFjxUtjtdX8jvTk6YtAIWWRoIwx+nAvxH7D/t2myd6ifYeH8/aAsg+1Kgfam+J+aWkTexX7v9LsTUET7WhDXt/wEIKX9nr2qvmA2MOCdm5RH+kZ+9uM/Ix9npg9bk675VJ7/tLmS16iUNbiaHLuX0ZlGbtHupfj+wD2wA6HTsfD9hanxA707N8B9r2e8qwyMMY96Z52PXt/z37fKx08Njg3NuyZgLzoRoXm8PZwZY30epAn3jHPksuYR3fXlSx7c+ifUuR29N1iF8zk1GJ8MS7GltrarGKOjA+8cvDESYC84VRBrg5Hfkfc40TInE2ZPTzkEf9oQ9sIbjX9pAb90kfLualv3jSk9W0k99oC2mMjnax2gfKqhgNnI3uFzod+s8XW6AYn5xp9dGCL82yL/iVfR7qzLN0haw6giYhZ+ci4C9kkJKxrN5du6K9ptI6EsSxGw72R4QmGdlucQD33oO6xOD9ho0ArS4zTg09LuoG3+CXiWiQHqHekOcwQs1HqkEWJUq9UkaGkqhLF1eMqZyxilbSuUez0N6IiXVuCr6ooNX0ku3SjudvxAqqMg14JNqwl0U17L/nzK6OINufl/3fz0sP/XeleJXvVwKsG/qIaeGYnjSoZ0ft4bLHh+kBRInlQ+M8VOAezDsm65viQwVa5YU0E0zhIOIEyD0I6UDIPQlnGAg+zxvGWObg5IqDdc5AKHMaUkaGWYqWJxgDnMUkX0xzF0gEQ670uFP32UDGqX9mavgkaVgEjyDF2RniIqQqiIY50XIbOpMMRlbnLOAA2lCk248rlEIb29FGKjvkeQ7Abvv1zv7m3DW/k9JvuXvMBPcGqyk2GyUyG3gLjFefDHONVD/G1t0atmSXe3CViZ2oc4UlS48w5BWEArXnb/PHjJ/vhHz/aP3D8/OMf/7B3P/5gXz9+NBmDe+beePBniZicPzWeIBnIKxxAcv589/aNvX3zxt5crnAAzTFKKnowPoxHgpLCTuFK96yLHWU9PHvSGeiL7xShddULFbTAa/gk7NXG6npmDWhlbAoH5844bgx3jHg5b1oM0Dm6aNFFiRcWxml7QUxabcEctBMc8rQ/lJOeB5a2lDNodRlOn8vLa7u+fmvX12/s+vo7u776zq7evLWrq7d2uXpjy9UKXaysbRaW6pbx1AwME4yHiS2G2XbTx9e0NzzYySGkr8F3lG0iv7UOw7vTAwLIPDjkUUFwqlBmhW4K0BN7xp76At2Hmak9A+0gMaOtkGjvOHWERCwc04218RA1x6m1xNElXNkljq/V6touLi/RwYrxLWyG461pWGu8Wd2zRjSvm83G5CC6X9/jHLrjjfIaxxBrmHI5uXqM9h5hNKYpEDrWAKKW4ESSVxE4BtaVMkOkpCByxd/CQ7rCKLMWs+4vyQfyCO17yKsJjCg6UBshMnFxZCVwT1aouCb2gEvX3Dx+AofG+Iyx5oseYKk+poAoaB3B/YSHRbnqn4N4ndc7vEqZ+ldGcVWKJtcj3aRwmKXH+I5URZdj7jQWT2ccp6XTnM6TI6Y1v2caVcNOYyeKgA6sILLDRXQBLjFm4lDBeSx6lREHHXHQKR6hekBguWf23950n8uZ+uXmi338/Mk+/QI+f7CbmxvunQ37hDz3mblGNnfWVIo0FzPkFcQv+ooExZQ7tB5rryZX2niUwYeSw5Uy8fg2jnzNKtMn+ImXJ9NZ1KaWvUOYR6yzKEB5cmiAC3bovaQkw4DgGTSJIUKnNEjUq49A28B/Zu284OD0UZ69qxWUnjemuqBTWQDZ4nzg7GiBzg0BB8aS8jnxnD1fPJpGe1tjCKLhstNm28tJwEuMXmBv7oGcJ7uut92wX/f6n7aoz/Gtnh1OjC1zfQ45frpwdHRx3iu/ZV0ItNEiAjn2nx4egDwEIQuKQywvshGpkFVCVHTWtC179NIWyxXOrkXoKrVNaQNVZsH02vOQs9/3IV/5ae89a3IdDhnt1XRsNfScXhEMZwtNo8TrZJrfmewPnaXorm3m5qm1qqrpq6DSOqxrq+tkCdScF15V8OAe0HmI00znxpoXXXEW6ttA6DXOPuK+2yHGNmTMOIGy9mZ0kYH0ETqijB00gsO5rCNHlmReD7FHDbUiQwPSLe00zp70jpddSotvQJQ0cU/WMCY5J9u2tYRjUmUufozNDPtKtOP9N8Yqoy4iq0oEP5uURTbySo0opKFn8To4b1XOWOh37NvlnBryKgty1qjGIz1t0Z/Gwi6ixr8C4vQryP/NpNLcv1mE1+5fNfCqgVcNPKUBbaiC6vdcBKJDOM+XimmLUvLMtaJOIPpWqKrKqqoyd8V1xG4V5+k+oIOwYGdxmIRzBmkIOj73HL6CDpfMw18mn0Ujo8Ie+ThlAlEE6CP+3S5V4TTto5Rw5dDk+nTQoGQQZIwMgGwacy9HxYCsh0PGprELkKCnKUf1UaNHDA4nPWBKUdLqq6RMP/lypVWmfvv4jXvXrTH+7+Or2TucATuMtL2gTqF35izx4K5vaCz1lg/DthglGKyWzGoZJBDCuhz8RR6EC5l73nbpjxZ/+vTJftLf/Pnpvb374Uf78NNP9pWy+7tb6zDCjD5tvzNnfmt4NfQ5nzWmv/tztbqw766v7PrywlYXC1vOWhweySo3C3uGKILyQ4FGGUYnFUpn1psLGFEODHhK5t4wBFA3lpqZJY0PtEIY9hi08UZXMQiDnZj6YrwveUBY0g5jHyO/hTYJqdC0GKsjz2kc/KlT/RFLDGiAIb1cXuL8uAZy9nyHw+c7e3v9vV2//T7iS5xCl6srnCbXNp9dWIM8dd2aV7V8aJb1P4htdzzU9aZvA2158ykH0IaHhy3Ony1zHeBBosco1h+Q1hrkBmTJoS3mXXPv7qYHIjezKht17B0YfZpc9ZFJ96yVuDcjph4yTYx7MulYxmyklT+gtRZDt22J0fOcByKN+QqH1uXlFU6ggouLK5xDK1ss5tY0rdWMT2LsMKA3jOF+c2f38Q2hu/hf0eQQWq83OBS3jH1nO42NtZUPyIgOB2QNMbm46V9IzCVGyrqggvK4UuSsHaUhGAPZCjwMPhTRC/oiw72cR3USEQMAABAASURBVHCPZx4A+ngY2LEHDDi552kTFrniEZJb6X3IL/EFlWiOnoIxhlIXlIyLsSKgPwFRfRtFlrF/G3RT+hF/mNv5p7QpCjmvq04KjnxPih/NuFeMyZ79iMYGGe2ZT5mjZwh+Q1WsgUm7xzRjzNE5nZo8VqbyBzghVA/akwdNs+56nMFCt+7s7vbOvn69tc+fvtgnnEByyOsnufrfBHvuKbGSvlz7o2suE9JNepxMTj48LFbMAbSipI2N97glhoY8PkD1D2CPfKAPOjVXuoKmKn0gl86flv1OkNNFULrlYTlxbrhAnw5oZMFKbIZEkfR4LTQQQK82HvLXpn60dyXtUezprYCzvzj85+zVc4s05XMQ9SfxzEIu7fOcGzovAnICgWXgij3+Kva4C150qCy+3VLPrGIcxmevPYO9PPZo7Wc8aPdgx56xVx1x7G84V/I+sz/oJAbsM1l1gZ7yrWXa9QeoTNCsC4NOpAr6Db0oBjHtXPKAYXWZMR/SV+hp1toC/WiMGndqG9NcQGQ6lNSDDfeh+PTI3nP+6GfnGxwyfd9hBvQWjp/4FgljiNj4uNWeTP2Ezgd9NqyDBKoq0U1tVlXmyJRSssrdvKojj0fNUIBl1rjOu63OQxw8vcA5ErIgTx4caT37c9Gd9CnJ2XeND0lCEZHsKJ6rL9DgcNJ5aU6lQBT9orceaNxylii9xcGVOT+jjDoGgKxucmA2TRlralvG3FCu+3BkyFCMjwQhOgSqCWJDUaSIp0FlI+BBe3U7YkopJhrTGCvtXiEHOnXxMD4Zc6GsH9mwWePRuUVMJYEOuP7Zwjj6P9u4XsfzqoE/hAZehXypBtiAx+exOAEPmWcZVNQKRE8GFyvhSYpSUVWVOajr2oSEUaPDxOJTDteMkZrj8CUfjh1inUrQYM9wUu05QxmL6IAJOmioL4E6EnEuOYkxTNNjWcQvEDzontbCw5qhs0nEUQmXoYDUGCRtZnxZBprGjbHRY/wUo4MD9WAUaNxjK8XiCBiodChDg5wFVEZKVAF1EgkugwhDZGPfPW8D9bCsh+jtZoNDaGs7yYLBaJoH+HntVjcND98z09/+aXlQl1HiGDpYAzAvQaaamllNvpaxMvyhUfjpDfMvOH/e//De3uP8ef/unX36yJtn/b0fDLA9NMZEV6zRAJ6GFv5LjLzL1dKucPxcX6/sYrmw+ay1uk1WaTBaBwJdIqqZdOCVWUCFgLR7bZ6QCYM0zWaMZW7lGyU4FeJnXQsMeRwv9CfjtRjzC0sy3DEuZdgnDPuUWoyxObzaAm/oEt4Rj2nlhUTnghOPUB44sAGk/YAGfsCEUCT5GsgYnCOPHjrQAY64i4sVTpI3OIau7frNW3vzRk6ia7vSN2dwDC1XFzYPp8nM6kq8KoxfC4fIhoeIDQ+D8dOw9dr0x6NlgHc4hvSNoJ4HhH2sS+4TrdOTe43hECjmvswYgHpjuhscGT1xuXe1xiCAsgR3ZxxCIhaceVLeTXrVA8NcjiDGtuTBaIUj6ALnz+XlpV1cCBfES+Ztbg3r0etk+mQebrfIumUdyagPpxYG/QanYtexpnnA2AqMSWs7s0gza1vyCeJxgEQig6hcEY/rmCZpSAtULkLlVFrpEuWRGC9x/6EL8iVJGqXJ8O+Rt0D6KsjcAz3IrOcMHc0eCYWHcZ8UGLosZNJv4p5xL7pVvkA0yMpACIXYqiF+PjrSG3uGsI+4tNKoBDvIUMqPV/fqmIlUoVdSdUeoZEShmerAUbcdZK7o7wh74Uc8HHkEC16STbCzz3SMZ1W/UzaGY7qOEGOlFZ+iaKOUHdKHhMGFdgQSQSS9aR31rPeO9b/GGXpz85X99pP98ssH+wB+xvn+5csXHP+baDNjT7yIbxyucLgvuceWJqeKa990mAuhM5GTpzOnrKBmPrTmQOyPrSX2Wj3ERqwyT/FQG2Wknfoj2mN76kYaxU5e0P5QeDUWMQ/FbWCOg2WA+mklg/rSeq/MNN8S2Tyuhwuy0yn1lJPmCgVtIIir2iGjZFDfs6a1AGfPbDa3BVA8Y389pFW2gE7xQDebFV1GvCjpxWJlwsXiiv3sEsfPBbjECbQiXlG3tJnOJMaXqoREZj3O/B0O7B37htCTjn2MOc6U7YHmPcrY33SWRl77BHtJxs7oRQMU97QT1Dazf+qmhiz60kU6QC1Wk1FMRGDv4RwIvjzgl4d9VEiNN24+SzZD5pZxLjhHW5DI+7CGtGS9gg7QhAA/9ruyRu9YizfWc/4Ysh5Af/K0qE8alDny1po0N/FvcTa1emlTN6b1NEiDbVBbzfmQ6trUf8V8avlymqGazBnYg856zonyTdEtOt7SLTEyZSCdlD7h6kJl7iSMTxg7jAilMQoKqOdaat3oNmhLngpC0Il+BH2on3MnENVQw4++miZZm1rWPECXiTXpsp+LJqSdA6IR5bQk6fRPFHnFFRdJI5BU+cF5q3yB+hZKrlzHMcMRnlxThTwe6ULByJizHQ21zka9xXotBC+6jnP8IuJ/M9GoxX+zGH/Z7l8H/qqBVw08qQEOJtURsSdzQJBQ/hnoeJCtcE4S5eeFj+V1sj5WPpRVNQcGB1ddJ6tJ15yQzgEX8vHg3+utDMj7HecHB8rQDpJIaQRZD0bQZhrliPdBy2NJ0Bwv2p7pT4fcWDgyGvMRj0I/FUM0VQDpqqpkR1AxhoqD0J75hORDPXIRhgwR42QsPYdnMco0doBBRs3DYdEiRsVYxtg80T85P2EMpYL6nsZjGu7qkwfmLrCxjocEpXcxB7QrAd6V1RgdDQawjC05R9q2MU8tdcm4GLZovAST3WnxQR50z9Csx8hZ363t8+fP9vP7D/YOx89PP//Mg8jPpgeQzf297TBG1W/FSq1YhILstRn9XFws7OpyhaNjRXyJwbyw2azBKKqN3qFGUPp0vJHSgCCZAjFTlWpNefeatddYA98WR0OLY2c+x0mCQ2seWPAwMYB8K4QDaGEJ2jY1ltIMKC4IPUgXKdEFEvmAkM7pe8iP5U6ZgH7sUHZOM+bb4OmuuLE09N8i03y+4mHh2lZXVziA3tr1tfC9XRNfXb2xS8qXy0toVuhrRtsWWSrul71tcS5uh5+AreX8ud/Y+u7e9M2ZDQa40OntKMZxzA0PDcaaNO4/Z2IqALMIe+ZMDwJd11vBlrjDkSiHUM/8Z9P9GsQac6DkxqvWidKxajyZxql1tsTZt1pdML5Le/Pmyq6vGRe4vr6268s3tsIxtFpesiYubM6DWNO25uwxWhE7FqXWs8Z0f39n97d38c2HO9bb/d2dbdb3JkdRD13P+sssXskZkDAjmK6SrIrkygt2/ESWfeFQggAEsho7GmKAmftAjp/MfZcPffXoZsdDB6CsB6rrwxG8Q3dCD40gXo9hF3Qht/oBj20cp/WIxp2j67R8mladQZOZ84JSUq4a07hnlpJyrUoU18p8sk5s+BRepX1JG+MbKk+iosFpkaNoh6cTj+VOZsRY9pKYZshnA6pHmkjGR4p/lyINgNVeojOOKjwrIjvVxjRtWpUMBm5QlbaZNZC5x+N+XG9Na17f+Pn08aP9jBNe++/7dz+b/u6PvlFS14l9YmnfsXdca+/QfcV9p/0xsbcZfTigA0J1gLOfJu63xN4nuhYHecs92NImQDqBaVp5IehUd8Dc5HQXgo8e7MFcgO+hXGnKRKO/fzZrWmtmoEk4BRLzKaAHdEIGWVlfukppgKAchaTQE9sX6QhjsqxH1n0UQF2DCPB0T5YU42gN5xB5Z/wHKK964qIX6KmPtLM/AaNOfNRGetNPmrTXab9e4bi/Yu++utK+trIFe+BcTiTGWctm0pmGbJrjXt8IGvavnj1sB/bs1dpDBH2bNmu/0elMGw0s8pSxacS+o/O5YEte+0vPsNFNDHh6oU41UaWLoHpiKchr1O3mmgfNKU6glrlq25klzlutFTNXA6KK2BFnD3bW45zvOIf0LaBtt0aODp9PDw286bPMDlmF2q1Gf4k5X3A+l3N7bk3bMi+JHqqCqiZfm9fJatqE44katjST7dhj53S8BIkzABsofk6HHD26yQcdssdpjbjR0gu8xDZ8NA8mmpCTQtECG+mIKS2B4YQWoVc7Ic4Ezgb95F7nssoEOoOF1g7jQqdJ40uNac044zevC8+TqzqmQHukKe1cT2ONpAA6anVVPuMMGqEyRCzDUkZweB2QzOk/ce87ZSOtvlkl2XOcYwxW7f538G/nKq3+24V4FeBVA68aeNXAQQPaiceM3lDEocQhRpkOPaLTUKpkUpyW/9rcwOdBs6HcdSBVbjWHhg7keCvDW4Sx44xxIvQcvD2Ga5w8jMXjgBq2WvL5AAwHneTR4dBJpM8u0bSiMBLEY5i2GdNnsZqN5EoLh3wVkpWL8Rn4DxEFJyGKdREONZgCMR4e/jAAerDDKNH4wwiRTmL+KrqRJoALZhZxRaT8CONDBwQS2EzwL4m4UgAfkkO9+uj6DQ/rG9tuCtS/dBzdQuc81DZ1gwNhPmCGg2RmMlplBCMIDIcQ601pGsbbwR7ea5w8n+z9+5/Ae3v34z8i/vLlM3UbHD8y8szoxvRR3xWJpk12geG74o20HvZlEF8sl9Y2MqBrDcXCcIL2GCpDIaCySvrBWE5NY+0MmUE8LPBWdc5byRbDscWJ0kaa+jBU51a+4aPxNeYytlxxgq2DZBQCxmcvgEMz4lF6+J2UKy/Q7kH5sX/n4Ur6bzGs5cSa48Ba6tsyOEKueHi4xDFyGT+furZL9HexvLQFNKJvmhb5a2Np2Y4Hh+22tw2Ong0G8CHGEN/iBJJh3LEuOup7DOUd61Pzo7UhCauQkanAztvDUPx6HkA6HEFayz08e+5ntWGZm2B8GElcEWSIieChvIzJMra5tczJnHnSGlitru3qSnhjb3hAvXrzxq6vr+xSD6qXF7a4AMztrJlZXSEd/Dr61pjucWze49y6vb/FAXSLk+vO7hnjerPG6bm1rYx+dNHHvsMeQFtGdZAX6QiVaSrLxfjQx3iNCjLngQFr7GKUB4M4HixwpGX6yqHPPdUZlQLRU95Lf92O+2MLOp7TtoCHJMYjfiN62k+R9eAiHsTT8ml6pDktG/qOtsf0KU2PnCMKjYabmfcjVCJUXKqjqgxtDnT9YQziVfjk0A174EBz5LenzxEweSLkidxTEoqn2W+m3SX3N8l+E8FktZy1V80RShUCUq475RTGPTeWKC1EHlqlWUixL3as6TvWePmp1//H3n8uuLEj6drom0hkksVy0jLt5jtnn/u/qb33dK9ekpZMWRZNEjzPG8gkWTJt5psfrZ6iEEAACEQEAkiYYBb1oPvbe93dfNKHjx/18eMn+Uf4b1mDVzwbUhNr+zlryKvXr3muXsnP3Nxroy+dqa5/ptP4sTg/qxV61WfWaZbXmG7Wa4IZa84BZ+2afQ2gnwF1jZ6HPrPTt2hw7jp/FmVeEt7FAAAQAElEQVTHeq8R2TpmdDR0yEe5lMgrjdqS8Ewz22weT8ZIKYqUAgjG4EkDBC0ETscazBuWZl6Tmr/BMoE8AWUHpxB4Sr3SM0Avl2tMXYc9+jxXvBF0fhG2v2K9u2Atv8AJdHF+Rd1C/pOwjC0bzlDWae/nxesWa8XAOj74R6FjTdhpR1pcT1+0r2ta7YtxgzkYSqwtm82atWaH036DM4ZncWtqDGASrOSceE55ICmp5RG3ZA0kspPJ6Wh/22TWz+Q9ds5em8Fz2yklQGn814T5vS5s2C82zMfN5kkb1uYBJ/iOtew4iiERCZS0tE9ZmfnQwztksP73Xv9DRosceHMGaJjfCmkNbaXGiVlhm7AhabEdDfTReHFKee2vonVyv8Lph2ynbeI8m5CTZAoiqY2YKEV5cpsRKBCMHKiPblf2yCkTcP474OhIU5oldcyvPmf1uVfOneocs4wGfifydfKhGIoq84u1jUo7fILcjjjygdcIdSpyiM0JGhRKyXM3KaOP+6f4oKznCQ0LY7ajH2MPo/bfMcIa/47deunTiwVeLPBdWoBNa9KbdRiUbRtkH8CmT8nfCw0EXticgh7D2NzljZooT5E2EWuM9fmnmQoaNW2jts1qu6TWmxgbdZva2OBSkgjyZ0qNV/DmUjGF08fKuKyQM7jOZRJ7GtuQ88DEyKmBIoephWhdwaW1vZoxneqaY91U45KAxpUnjKPw25EpDRPFcaMvHNp3cRDzQWg/vgFVTwcTNamNRCIslQzkvQFP4HKKg8KRLeS0wpQ7pr6ADnzbtllx4HK63chl4uBY2xAjo+2yZhy0Fjhg4lLAt6+ZQ3dKGYIazNUQOlDElKM/RSsuIXc3t3r//je9e/NWvwIffvtNj/f3OJ022jNnG+iTbclBdcchTOAd88OyLi4u5B9+vuKib/kdjpyWQ51lFV+kjchWDS5watWgs3m06Od51vUzzdDZ/OakcVjsOVDjXOh9eBwh55l65GYOWQnwISvBI3FYl8F8laQvgKIvwindaeXn5Z/nTXtaZlzMaQ5pB7k1bz0SeiXraH37DqfJTHMubvPFhc65OJxfXuuKb/XrG0E/6OLqFd/0X2iOc6XlMpFSa2aMA8meJwMHhMdgjQPocbmMH4a1s86Xxdu7O/l/31pzON9xkd+HVtaCth5wwPN3GJ2KcZhfLZkDay4Xa+bDBhhUOCAS6fBhDAlmAkdKIwNf7B19izQpkfrQmRmjed9HPy/o5yXfll+Hw+sqHELn5+eaMV/7nJVgt0dXO7q2XDDW/pM3+mbcZRsuTYXL0h7dbQSLxgroQsOTYD5odFJiypGsoiHrhCBQVxV4F+w6MNcDp//FwBpT80Vlt9fA3N/iaNvyHNrG6/UTtlsBa+y31cCFyPYtPJ9H2GHKCq6rwMiErB1tdhrov8sLZQPPzIQ7fwou/3tQ3BfAnTPu9AheIQ1Yqhosqgr6Gim0MwzYe7A9SIvtMJZXfKA/5Rm4rcJWFftbMaxo6/5bD6fforaChuf1KTXPC76RK/Tp6/CNBsyOo7QjZn3rpJ/aMc+DtqZMek3g+f8cmN/x7Gdlz/XEGgHDzWrLc/uoT37b5/17vWO9ffPuHekHfXz/Ubd3D1rjIGp59hdnC13jTP3xx59k58/F+QXrw1yZtSTkoktBQdgSY89JTcqrLsjuAeR37BMda0oGr9CjF9D3rKumAZ99A7x+AX023Sn0qJErcOlO1KfkfLVhQbEA5lOkOC747kFMAvQdlfVDOKKHQpcZKHdicJ1Tw4RP6eG7DehdJsS3RF9ASl8ZL+tbQehOZ0aaWpbSZJM5a9pC52cXsY5dXFziDLoGLhiTc5xA57FuZ9a/xp4GpviOebhn3fCaHY5j8OI1jWd9H88WY4aNvLaF3sblD43jmWJ0WR88Z+yAGZgXfj79LJretpj6brzg5KEFVeRaAAwzxLnLXF3nNMUZz/2qffKea71z6pSYd7L+ahinCPIaPLA+1z1jpTX7RtmuYOUviIrcBMuSnwLPB/PFX9jMYh+3nLla9vrUIyPeTGmVeJ5TgjbVdg35ione74l2CvthA/d7T1oMTKJIR3u5uflkeAW0SW1KdH0CczWVahloor5tqSd1G5KoU0XcAKgWK8jxmujU+5JTAwSQm0eWn6/M/O/db+aA8cR8SqmFpoE0AVLCrrQgTWQqBkIdeUpLgBi5mnddxSptxNYROtcdBhcOU0jUn4Lp6AKPHf2ZnkUKog/MyTqHPF8mDk5dajD+/YFt9v1p/aLxiwVeLPBvZgEWVoI75YS9H5SF2AswGKsyoXAG2EtcsrVv2CIAsq4OMG6ITI0aEgNJhMBHGi9+DQWGqPw8og4hlO7ZaEjIp7ZV2yXlloNP1yp7k+ZQl3EMJRixp7CRKT6xCQXmHglWTg368pMUMo61lnnMUf1lG9vhULpXaoQMd+45OKfpQxsCOYihBiE0sq76Zz+MDYNCKFzSuPQ8uwwJnmZYNa+x8yXKw06ZfCDUkk6Or0Kxj0wG4xNQfAzILsgbfFH3N25rLufbtfbDVv7zuyCEZ0oth5yszLdqHd+uGTKOg3CQJBSAJhSKBtYZ/TgUcg3hW8SVlss73X30peM3vX/zqz59fM830Z+0fHyIb/gKE3XvAyyOh2DBHFCT1HWd5lxMLnD6GM653J9xMem51KfcSpaNYPdNMQ6NGg5GDXUtaWo7ZR+QOAj2HAj9lkyk4Na/pw/OZzt8wHOeQ98HpNQrJeYnYDkpJfIjKMkhQPVjHb4O5TAnXR8N4RVtnVakMhljrEcbW6+C27ity41XMDF6uP1BR8YIvaMf9KfHAbRYnHNpuJQdP1fX1/KPRUfKt8rnZ+eaeTzbHutZViOmhDwMAwdfH0DtIPGf7T1wWby7vWPc7uX0CadQXBR8SGbsMI4VAtxfH6YHbXFirJhXK75Vdroh3djByOWiMO/iUEhP/dS6JzQ2GkkUV+wQ2wa175XaY+Lx7enrYrHQFd+Wv+IS++rVtV6/fs3l6UqXOIHiG3PmRIHpDn2jX+i2xQE08I35jm/O48DPPCz0pWiPHlWahVdpxhpHR8BYxQDfMJzTY+2IFaoqv6A1/QFGEqxvrLCo7LDLGps9PD7Gn0r68v7hA88Oz8ynT1zaucw/Uuc/kdhgzwFnUOGCN3DYHmj7LTDNBBON8xN+mrr8S3A/KoSu2Akj0bdqJ/fN5UdojlNCx4/pjrBjzbNDa4dja8K3gW8Ykw3zZGAtqjBAO4S8Mo0TOpTPYAjH1h66HXCUK8a00p6WMbIOgPwcBZzWN6eZL3CG8YuyYwFjfsyMWAgCZx05kVVOcCoJpjsB1gnP9Qls2IrX9aniSZl12hdr1w/MCT9zj/eP8p97eQ795h/cf/NGfgvzPXPpnufZNm6apDnPj5+dH3/4Ua+uX7FeXMpv3fVcMq3tpKJHO/ptu7swdMvKrLcZ2s6OHdKMs8f5ClM96bPyutZWmud4mnhAn1Ltp2XUvmZJaGUTseFZnxLzv8jP83Y9aDs9C1GJ1gQajcENjU4puOsDHI15kilE6cirkB5B2pH39fVziOXADa3jxAi963hbdu2H+1LBRC4HWvocNp1rNlvonLXcjqArnNxXrHF+49Fr2+LsjPqZWuib1JiBWEZwpOx4XgAu3QPP0h57lHg2eC4oKyzyhTkSD4l1pGXt0z7ael6scJKvcCL6T2c3OGUGrzWslxKnClRMaSeGP0DgwilkKHTcvGBJYJzQzWM8Y6/p40uWubz/eq4mxlaCGQAl9EIlOPDc17eSH+nHCp02VAwq8UZJkBG5ndS2mbNCr9z18p5n8G8D9uRbzgAt580mFG1oA4x2IkPYywYrns+A972CfQacZwM6GGynwpqDYtBLlup52HVJHXxzRnNSl9kYrtfhQx0tXJdHGuOglI68JlrmET1HTKHP9JW89yphT1OmFl4py7Z0X/08GFLulJgrKVE/8ZqUcBrlIO43uHlVgJi5SUygntj61zrnJ6glrp7ANRNe01oS7NG3WHfOEE4HcKfuW+1LbVHjcfJFxk9QIN9VVHv+Xan8ouyLBV4s8O9ogcNyyuIbi20UELHZFw7B3uxESgndZ/MLpAEnkCWA/ANhbNI0jfxPjo03gUnk9fnHb9W4HjpvZt6YDQ0beE4tew8bGDtIoi0Y+ZFBGtPQdcTHZKqK3XQsc1K8CRkJODY80GMD2yL66xMTeVSDmhLrSd52ogCMMmj2YG7jMsMePZ2K9Mj3iMkfNj8nFazHc6h6EnPAKIzRQLrncFZlm7a2VHTwM95UJTZ1b/w2VqTQeU93y2IcmpJ8uRcY7cEpBq8UIZPDnd/+2XE533F49iF6z4Ha3U3uW9PKzpQu95pzGPWbJX0/i4NI4vADszFMEqWOkpYx2PAN3sPNB3348E6/vftVb9/+yoXko/y/fW23m3hFXdDtbV+gAGJ+tBxofGA8v7jU1asfdHF5rbPFhTrkJ/QogjtzpgBKSOMQ1ODIcV3uzpS7ueKwycE5Ug6emfqc56rAocntlJUS4FQJrU+BrM10TMZhqIWMGppzUPOB2MD42Z4VNhziJliBc4gt5ANow7yYDkXmdgQwAoyRegx+HkbhY+GJnqantKC/Uad0ikC/sFX2WAF9/FbQuRbnVzoDznGYVHD+gm+WF9h3prbtEdUyNnutOfD7f227f3iI3wm5vbnR7ccbHEF3erh/YByXOPHWKr5gMHflSRN921G2084HaZyKdlZs/IYZzg2/beaD9RD2QmOCTjoc2ejPhI21h2zte/K4AT0OPs/JBc6uC8+XA1zQpzPm7Eyt58kePnt0ok8x97hMbHEE+bBfKI+5h+4nqqBFDVXiETdNqMOloRjodwmoNHKDEXUSNEFX4oBPDAvHrsXcNCjItl3W6xXO0Ufd3N7K/yvTx/d+fj6Cf9LN3Z3usfv6aYWjZMu82gHwwfYDzq0juM7g+s9hjw6fl30rX0b+A20sp4K1Rl0nQFiCdAoNc09/42MeO/gOwC764fnhy6bB+AQrLqH18um+TOB2X0Kl4xnzRZX1y8/hEPPS8gxWaU8/nI6A6sd+uMwDZzBuaIgMJJ+FSuW6LyGxLldyU/H0pm9BVnYd610aIZM+A+Z4fgadMutdwqlpyKQ17+c9M8mL/AbFIw52v7UXc4hn9u7mNubOCkf/jrnSsnaf4UCw4yfenMO5vsAR5LU9dPEzY90AeX7WDh1iF3vPCVp07jr3BQC3vol822a1n4HLD5AycwWA1u1Pwe3UHu1mHSA+yDfCqKrE8zxoy951cPzE+BfWIGAcYxI3GcHjMqKfJYf54I10qqOxyw34B2IOUUQKf2j87PJAY3tnRiBxMF28PQG/wLFl9CVSxou0AFNZC94qq2Md7rpePQ7u+dmFzs8vdcGaHX/6iiPogjX8zOPFFzPZY9WkkG9d9pz/djvmOuNcUHgg3cWzsENngHyhXnHWkPyfGHUhjwAAEABJREFUgrJ8yduvHUab1RBzaLVayeD/IGCg/dZrNh1NAGrS0Jd2+NHRQllhH6ypYwpRKTFRulz7ccZ+PJ+fy+u19+OkFjYVpEbxQafi/30LB/dq9ag1+8awrftndNDKpqAkAoG/ZeRRxny+CP4zy+LLouxnBTlCEg2CBarK/XXeY1q8fmKnwp6ws+Nnu4u9q2CnweX03TQGDKhoDz/LNeTQ4SCBGnMmH+VJiWetZY6n6dlIVW85DWrybhITBNuhlMfRsJ3mMmNqEriqM5/oL3YF7+ljzhl2hgaOjciICCAE+4jIjIH5WLGp3ClgnUYgB68aV9qvxyavskxrmtqHgX7s2GPJjTazi9D1hjK6DI1/vzD1+PvtwYvmLxZ4scC/iQW8IccuMvaHpZdsKaTeWL1z7V1Vpu3WGSAKSR1GfExcIi7lkfqEEEjDxiA+jRJ1BB0+jSgj1wARDkjkzKtp2BT9xg8Hl5waeYNM4Cm5HHCZcVZXggwad2zjSbRJUlQ0pEbGfBnpRF+NF6pPweUUjcGdBLicjQWHJAUf6ggK/FB1glj4KNg6TDUWOOJGC7qcVh9xatgkvdH7cBFpbItuNTKAPWHMjAkFYauwke3lAtVzJiRufQqW5/3eZVCijeUOnGU2HJK32uCM2XAxGIa1CgeeOAnCp6Fhy7jEYXQ2U8ehyt+wZX8zy4HGB3RIgp/iU9S2lgJwWNysHnTLt82f3r/VR76Bfv/uje5vPmr99Mi3tZY1yKbdmwN28PRqPDc4zHRncy0urnR5/UoLv/3Dxb7nW8TEgXfPxWHPoS4A/ZQ6wkypnSnb0YPDxwfnPtIz+RvHnoN0xhGSsy9Qc6XUK6WspCwRC1wTTr4EUBUhBUmgERVhPGtdgb6WOPxuNfjwGrAGB7CpL/YBOIBK0NKeljCBG2MBXug/wRhQa6isweInQK+qDAXgwYnBjbanKXXuU6JfmcOi++6xm4ej5ErnONVsW/852MWVnWzYeXERTqDU4mBD8nq91RKHxMPDo27v7nVzc6cPnz7pI+A3Uu5ub+SL5oYDuvvnPtCMYK0YWw7We6DssYsP1hzq6+X+SYOdQZQJe9iW7nGiSwT6j03oUAF8iHRqjmQrqUyFFehbMohnAKk0dGxW0MHDB3cO8YXnu5C6vmWx6tosX67OuCDMAOOZsnim4FC8VnIZGHBg+dlY8WyssEPgOLRW9HdN/mn9xMVzBB90oS+e0FYWPg4FoQbjQg+yoV/NE1PmObHbbOX/ge3p8VFLHG6PD/dc2O90e3unO+x+79T2xgHk33XZIm9wn5BXMMy3AAmHAJksa8AuFdCMQrcduGhM4HyFfbSFJNIpOubdvpaavmLfjk3jtk6HeCNhwAm0jbfFttjVsMbWE9ips8EuRzD9jjbPwW8MDdjCdL7AGjeEHAQSMPuJrt9Wcazx/DKMWeYXs42MyyaoJRQ+C57DtYA5CannVFCOuPMVWHsyNKx1mTVsghR7X4tjCAjnTqsUa1anunbRLmXqKyS3nyAl1pyi5dOa57XOHTuAbpk3duL6Mu/xb+Fr58/1q2v9/PNP8edfi/MLnA29MrwwVu3CszhFLqmRQscc66edPXbcuJ11SSmrbROrc5BDS5oAOXL5CZjOMNaZyuBTzM5KgHjs7CwOYN5ucPCt1xs9PW3YRwB/gQEMlG/8u1nM4wLdAMT4j6n8nJn5ybN5VA7dsB0dcgASADFl1IAUmVcA/PxmhvkHhOyBObkBnH4FWOOsf7FudIgAP9hGqBKsS8EOOyCKI01qsWcX63ePQ3uus8WZFotLLS4udIFT6OzsXPOzBWM3U+s1bGxnAQUnz+B+k3pf99uOO/QfvCYH7CWvdSQhE9t47RviWdrhBNriAFprw5dDW84Ihf1rx7pYPUYQu1EislOG8cJKY0xZBCptQ84KM768yUAfe/JcmX06pQ6qkUak5FAI1bGhfwMI589mWLJFrLRDdsGOQULEVkdsqyWllGUbeS23cynA67r3+7ZTYs1PnrcBlhBNhWlA9tpz8Nhjjx39HraljuNmpx37U6GsAr1j4ApAIyVHxAnZyX1s0WME7cCpN01yHZCBrqWcNE0AjYJoQkjNH7CcABw/7jdFVNJf6N3ez1zPOSwbeGYza0R9/oIAtsiiBTlw2oHX4JKKHUtN+yXU+oneaYVx5CcmOtXNhc6H7ozXABTPe2aGfLYk3QVASd8Y2FpM9jSYx2n+XxW3Rf5VdXvR68UC1QIv8f88C7CCFi+wpPJON6VcGBz+IYM0UAEEkGOIPJsqQaqRPv80Gv95hWyOtSk1bNiNmsSGEzhp0ypxGM6JNDkP0D7pax/qoqKBj/GkphGfiKQESgfrJuWY040PKGlMXU292IRkm5BvAIeGcjt+DAI/gmtPoZH/nZYc8VDgmLUcctaE5CRMB4oBNYY4uHvTHMlHOvqHpDEj923ijpnoP0WZ2ih0lKK5ZQW4iGrjJARjAP0uPghyuRq4lBcDeR8SxUEIheKMlxiXtu3V4TzpA2bKPoymjGzrhoAWgLNaIsAHxPV6qUf/6RfOnk/v3+n243s93H3U6uleWw6ThUNkg6ZNsz/2rpGaJskHmhnf4p3xrefi4kL+HRs7nhJyU99JHBwb8JbDXdsv5LeC+tm5etr0fLvYR3qmjL4BHIzicJS4QKWsBEgp/jlVfJJQJzAIahrxVO5DoWETP5DpS4hfUR9w7mywnfEA+rbhwLrZLDk0P2lFfjWsaFNh8IES51Ac6BDISIyxhdWcsVDGWTIFTaue6ELeWY+90Qpjec0QT3lSE3I4tO1i3LDXHBvNLy61uLoO59pl/GnYNfkrLhfnmuFka1Ovsm84CO+4aK318LDUHQ6gTzc3+vTxkz59+Kibjzc4J261XD4yphumjW9rwOG5Mb5Tob87Lmc7LvgbHCcbvlWOt4E44BdsY1sIK6AturvTFabYzwTT1STUnwbGkP4ljydptRH1NIw2PnRy8alvtKELh3zLSKwxHTaZdb1mODWd9m0nl7XUwQFZexXGasvlbsv4btF5HfAk41suJqunFfN5FQ6yFc4gP0c7Xxb2gwqyhNKoAi84glgnMMIemAJyoPO3zHYq2fnz8LiU/wTMb/rc43h7xBl0/3AXF/qbT7fUPXApWzK/1vJzhOkmZog0vwoux0LUudckXwnppOoUr6S0ntZn7GU7G2znRLlp6JYT5FYs+lhG+VHzPEon8qph9ly+vA56nhwBhoeGaKEAZE7tLQezqTDGQ1z6N9hje4AVY7Zh7DZc4gaPSRAfWILUdRKEYKW+hBTCpnK0pYsFTdz/gHHeWbfIU3faZsKdVsgsLQZa2J7sd4n5VoEy+MUFjroMBE5Z5lm0kyXylLvOkFznPKlxa4oAntlBT37zkjlzf3+nu/tbPeBMXDJn7VjzvOhzp3McB9c4gX/6AQfQ9RVOhTP1fQ+L4ESH95Ia6QDiQz6qHSWFHlzuk3XMWRm87dwX6m0/EskRQNC3Pq4zBO1IxCNbx5n54XFmf9ri+FmvB8Z5E7BiffU4D6wvm5gHQ/R/unQOtCvjfPQUqPOKgQwRCHSYgLJQmShNQNkUCoYz3wobWRfDeotM64R+1mOCDXnDQFrnaDns8SWUgfPkxZj67T4DvifHNgwe9kOfLmHfPFc/W+iML2IuWMMv+ILEcH5+Le+XPU6Ptu3VMK/cDt+OfAYceAYCYDz47Rb2/R1QKK+6eKyllmdMwiA0LNY77LrCEfQEkPJMuX/Tmi2+9GCiuCNYZ7IrWQfYOAl+yiRZmXkyYw/q+wv13p/zTBlI1pc+MnOQ3gBwxQAD++vAs7wGNpwpdugTsm0/g+onJLeCV9YMvj32mZxAbe6RTWWTYEqoXaVhAxDcV88R9oqCfcp+h0Nip4EzykB+sB0oG9CngMccQrbnAxxDVwwHI+dIpoBIjZDcN0M889AZDzrwSI+R+xJgGRPEPEYieSGx8svqul49/fOZyc+iIaUs1ytYOzI0owDjoId5Bw7hWErGmAE0AjgBhgqIsq9FZaw2MTZGT8+rLc4022zLFyO2m/sV32+aRcxt0zoTNUa+O6g9/hdX+0W9Fwu8WOB/qgXYOOg6azKHbZA9MIVvrV4TjVOD6T9PXfY5TDRR/iwTJYrDJHtJ07BhAA0KeDN0wkbkIGgocqLTDyRR7SZwUJxVTglO8H9qO2Hzd9MUF1djp3DShxP0SGGtnGukCXXW8C0l7IziuMTWBxVjg3xvloXD2N6HjKir7MIOUE1hEpEszJUjTBu+9/VCnUUbN5dI3XCCYGa5G/kwN3DR9eW8bLfaWwechp4rKo0SRs5cFmYcLPtuph6nS88BK3HoMG8I5E+c30BaZPiANnAwXy3vdX+Hs+DjO918+A0H0I2eHh80cPEXToFmtPfRCdTI/Lq+x+mz0Pz8XP7NnzOcQD2HXr/5ozRTgz6pnSl1XFhwVvQ4NPpw+pxrPuHxLeOZ4nCZ57DtgYyGhkQ6gUfBOEWnIWHhANcDHPwGDp8bDqL+/ZUKS/lStVo9ciF/BL+PdMXlaxnwRH5ZIRxC63AEmY+dIlwHkMhoIR5R6DchFDvEPDHisYoRdeYAbsNQYzOKaHqKFyoDxkKkyBDE1KWUZdvYbvPFeVwezs+v4q0gO4bOzy+4EF5ojl07j3WTZKfGwPzYcAlYPj1xsbyXHRK3OIU+fvpI/gZn0ZKL2ZMKcwqroVjVm9bgO+0Zd78N5PohDvdb5uAa2MrzpraBlOAuoTSYAzZwEuCaOj7RH5chZvAYodtmteay8qTNchV/PrDj0jiMc9v8WtaXtm3VjdB7PqXWXNABOXxjOaD/lgvSBsfO6mnJGJoXKf1e4vh5In2i/OnpUWvwNXQbviF3u8LzfOwHillogEU473TvqMrjcrFF3vppjTONOYVD7fHxUU/LJ/l3sh6XDwonEA44//7SI06h9eMTF9CtdozHQZZZB7gPwPh8JforpZA3RVXHKee6LyGlRin5MsFcwT4ptwqgXNMHeYTIFS8aZCzZ3S1hh6iCT6qIEviIkkQTr3mMXQE8hsWXndC9QA0RTRMyaUneMWXIwXjMmwHgsmZHD2PsPzfYkho2jN+AXQf4DRZEM8Gn2gKm8qw0RAVRLTut/wK3XNody1lPwkbolY7tE2XuaE0nGzptVW3YKtum0KWUpDE1fUqsVRlanrsEKLke/qIs6JApykZIUaZwLmxwUq6YN084EZfLpcIxiQ2EQ7Jlz53Nshbnc12/utSrH650RXp+ecFzPkNMtYW7WKHBJseQmEfW1fIyegV0WR26Zl9s26Nebh8tjdj2kUbJMYr+txJpFEKzY+LsvP/gVPF6YBjKhjEedHzrpuYH1uOYM/D3GHs+0Lw+DvAKnjGPKlbjpNoHxCaAwkKjAo+Q5Tno5x9wPuqifg97ctSHTNIBmsnBs0WXLU4gO6cmcD6Avlj3ANptmY9VHvzg7YAaBN7y/7UAABAASURBVBQinsJ4PyaLzgKYF16LZ+y/c74cOT+/1OXBCXShBQ69Gc6VzHikpqVdE7bAvyHbdAhnxjZsGTj5HfoUryH039JTk5BEU+wX6z3PkOfUhv18w769ZZ0rjIdtw4yrhLFP0SA6MqZmVmuJpWrzLM/n3M3Vsz9n68p5IqeOeuo8v5Aej6hbeV1gPR+Qu2H/9JlisGwcM7acSQyBW6zb8iz0PqvYRjiB7AjKXt+pE/zRBCyBNaQK+9B1CSMVyyNTbTIw3sxGyvZAobzYVqxpgZO3IyNkw+bLEArh/0kBCYKwgaW2VQs6bYSaKTznNslxuuWZiLXRcg008TOXGeuu69VPzyPPUk4JKRVAoJRqhBZVrZqNSsoi59QQmeeR20xwqHlO6765MzWtRNa78IwM6Bu454dxG47+uLcul8trk89iC/2s6F8w+9wS/4IKvqj0YoEXC/wPssDx5BBra2RjLd1jBAPJ3whfpeAA+ayJiQzPCseMyw1jNhLnDZH5WsQySohN5GvVz8rY3EZasZXrv/BhH8I2VshgBlNq/HNwneHz8mYsOE1DsbH8G0mMBeJJvQEGsCl6Q3zWIlhFRPEx9SabfODmpBT4YSPHLlBG1inwnKcFUsiG68PEwOHOYMdP4RC456AjLqPi0BzSiFoOZzMObGdnZ5r50MZBI3HIEocMCQLYBRq4+RccAKv4xvnm4wfdfMQxMDoHVlxsdxwkS1xICiO3D4CFmrEv8VozB7gFTgm/5h4OoPmFurOFMofFtpsptwB4zyHPB7wKC/WUmSbzjWLOcyV0zQFZCZ0rWOcJLBm8kE4AaitSShvHFNhePsig9wr9V3yTXp0+XLDok3E7fFY4fQxrHEJr8PXqAQfEcoQnrXyQxenht4d8eeCEiQkRbDEjJKcWOaZ1/KBBh1InrWsPUMkcfxuKfLEzSOEUwhYCMo62njGd4zRbxEXiQnYCXV5eagGc+fclOETnrlfDhcJTw/Nkw7yxc+L+/j7eAPKfmNx8+KRwTuCs8CVhwFbisGypBiSj8xBQcAINO5w+ONM2tknAigvslvraVxBsQ+xukTjjcYnUZSmiqLFZPJ83qw0OlDVz7xFdcJrcP+jp4UlPOGh2XCQK33xrXMdSHMtbxjgHDzH3dxzwt9Ct7eCJC/Sj/CO6vkgvcVw+PjzA/1Er+vjEuD/hAFozF9xft9vR5wIfoVAdq33tdpWALCPJUUDhmdvgrHjkwl7lwB+5/tHt4MdFJ/SFTUMLg7vt1MyaIytqT0NS5iKQZMok8TwzfawWUACKMDNqHnDXa3T4Jp5FHdrq+Yd2LnAygZlMvODurJwGnYlAXF/5knkWCrPzWGBtE1FCftvw3OJ0cl980Ym1zpVji+KLtP+MDDvt4jJbuNwaBrluzzf6A4LrWFhGomWS4BG8yJERDwX61nrnE8+GwbjAIxXtRqga13xyfTLueeQUGS4TqdAfPGTRj+Qx4cKWKYv+PFubaEtdmuqcjuCyCvCkzPqAWWEALOTzlDF/NzxTdlguPT+Zr15zBpwTe3qIv1Nd1+EAOtf19bVevXqty+tLXVws1M9nSuwpMXg6/aBXGmWMqXWx/oYu95iz9rNNSS3kh9bj2Nf8s4xMZnDdlDIQ8p+DFNZag59pg3/XZ2vnKs9mrJ2khT6ZJsYW+mgLM1RAHywEkgzMI4ojkFXKDfWAU8DtzGczrLRkHbLdVqzfttuKMpcPOB0MxesW+/TAM+421q1gc9t3M6bGKwzMxclRZXxgXyRvZzSwRX+DeQzoXzxPGSMdPpNVauo5ZwvWlLJkm/eyE8UO/MWF/8t+4PJal5evcQaxZ/IFScv4NClVrjBgSWaIC8/HroKfHdatAShA7P/ow0BgGtZr9xVdB+bVBieMYUD/HeNhG2h8A4jZh10Rg2oeXCfkCFETKaOitkVn9uYZX+j07Nc9e3XqO9p2lebQkBlrp8zhT4dX2jI+w3bFFEEv9EZB2tRAjwJpu8QYZ804G8QbQKSZOZ+yZbTQNNXKe9DD3EAWhtmzN3gdKawlhc3ugDvPWl2gcZ8LY4UREY9BzcYQh2wjFQ419CcBbZvoY4U2Oa10h/jQgBLwkAGKEETRO8ZkB7icamrMI2k633RdVt9n8hk5FWzv56DjB50+z5jvAUCim1gLlDg0OTR51nwspVvInmpqK+t70BuGLjWzmkY89q/gpDSjXaSY3JmoC+RfOJp6/C+s4otqLxZ4scD/WAvEOktEOCy+kzFc5gvClD9NY5OsBSdoLZji04pTfKqHN/v4IVeRhmQEVs80bsRsaT47qEaQfCUcaKINuWSixtE/Bif9PaL74FYZ7GsS8SkeBf/NkTd2azGm3iBHYyV208aGoH/GjcqfMe8yA1t9bLqQS+1IYOIocN5gGU4NyGIS+CATh08Odj78+RvBgmxU8E5vQrgkZW4Nnf9Mxge2+Xw8YCTqdPg4N4nbcTDb4Py4u/ukD+/f6/bmvW5uPnERf+AAvNLeApAj5kVjaKSGC6f70nEB8qFwgbPn8vJKF3wzbUfQjPwc2R2OIV9U5jgmXD6fLxTOn36GXq1SykASkeoHXEC8AlVL6LpLAoxzwqDC9jHQlJxcgZ4+3BcOv/ENKBf9Ff3axNslaw04QWy3wqVgx8F5D+woM+63TYbdVmFT0jKCaQo0BdoCX7flFI64gj4AqtqOBgrRxDoB6EIGGmKytQ58DDQbsZoESUU/i00Zo4WJSG0vbJ5zz+FxpultoMX5JY6gS4VT6PwiLoxzO4JwGDFYHMCL1jgu/HsiD8ul/Ns0nz7hALq71fLhHofLUlsO6oUDq7hAiEuTGOsADtGivFA+4ATa2CEWcxCbconygdEztHbW6ltnp4BRGwdA+ygI09DhgbZ2TPntBztrrNO9deEivMbBsl1vVZibeJlgnZTNw/NufPIL30gOfFO/Wa/jrYknnEZLnDG+ED5ykV4+PobzZ/nwGG/jLOn3yoCzaE2bDRcij3vh5Lqnb+6rnyenOvkgNiZZQXHXb+n7E/pZ14eHpR7A/btCG+y786UDfm7eoGcCjPtZaUJ30ReXkGIDY4kouS5hIQP5mM5ElhlZxmAkF8UOFDfAMdD6kEHVw2PisZnyxXwCYONCODkpRATaWMqeSrOiJbTGTmHqS455mNX1nToubIYefM7FrWfeZRwoGTyltvYZAZ5DtuEeJ1DBGYR46pIyvFroW9aunDqllCtQlqjLke9lPOoocyolQhZRQAo62mZoJ9ypoBsBNeinL7nuJuXUu30iTSGvZa51o3ysmkwDyOA2R7D+CB4T6k0bdOBjWrEaK8pojxKF+b9ibfKfet0/3sdzuHx6lOdz2Q3yW5Zdl3WGo+fi4kxX1xe6vDrHUXCmft7LNkshD36qQFKDhxEM7ekHccImgPm5TcZxlNrnOkEeIabvZ5fjqGCzihajTHd6xzPofvhZniAcP362WC8HoBhYP8Jp4ueDZ614Xo062iZoiGXM3bkjSE3VH309B7wGiE8xP9bkFWv8Eqf9ktS4nWkD5aGLaQDTGoaQu2M52Srq0cvOqeoIGijbADXd4LBy3XCg2TAu1K8H7SgzPybRweipRamApB3pjt7YhDWlzPsZ9ldmXrIvz84udHlxzXp9rYsr0vNrzRYX6ru5ctuPzFJdgbGVnRsB7F0DUHYb7UOPrQr99XqdGBAkKd7WZP8aWKcH5tcG59gWR5D7UlgvrXvCLla+trG9q+2NIZxQa4r1pi8peb6hW17QhTP1+UwpOk27aRz3RkZAR8vf4AAqrJcFXXchc0DESIO+sCYktSkpz7JmcT5YqOdLDtuhSR30rcQ82ENZSI0fwLaJccUZ4blliPxO7mfxn/aOeY//jueOCn3x8WBNhcWWmTKkdDGhX0qZPqcDiHJIIWCddF/A3LKKoAxk2KIXaehCahI/dwle2XOhtV0N7ZGviQA4oKolgJFE80SFAXkUkXEAi8qQ7siFAOVjbMxA9rMQzLBxTQt8DIOfa8Zrh+3MEA2cRFvXBzJGsV7EeWEs+A6S2tvvQNEXFV8s8GKBFwtUC+y5jHM4j2NBLdEJTu1UeFpM2dTGKVmHE9TZA5yUGz3ydA6qRmILdBQbFiX/WOCC07Dqso9CD0L8z4fnWxhf/tR+jqr9M/waE0dk5CvwXFQQsDeyIRvdkw4A26ILXTQBPH1YwEgOUWp7uSzApdUIUTdFpxYxyy/EU1DYjAcOexMU8MKBRxyCKp/EXb9Vy6Vrzrdodrj0/Uxx0LDM1oc6GI06tKT0QIWNfsUl9vbTrT58/E0fP3zU3c2NHh8ftOWiLOT60iYOHWowtvsItFyWWi58My4oZzh8Li4ucUJchPNhtphr5j/1Qr4dEXb8RLrg8IhjKMcFsVdKWUSyjUBqN05jqxv5ROzMCdhQ1gmIntGPwkFz8OGdQ2dcCFYrbbgcbLdrDu5rDs0D6Y4ubTVwSC7AgFPDNi22pw+u5gMM9Ns0O8qj3nn4F9KwxSjXmlm+U5SkLyc6QlNpXeNyUhMCHhJyXwRTncKB4NCgNk7kM2PtMbZtLy4vdX39Wq9++EmvX73W9fUrXeKU63EEpbaVmgZH0F5b7LPEWXLn3xphzG9ubuUfLX7EUeI/P9nQ3+LLObo3KNJo/GCTwnwzDDjFNsCAPQaXeSwMJiUlGKuAujpYBYaUDhC43YAuvgQ/LVfMt0fFb/b422pOlYVDqNtBzhwtMv2GC9hmvZJ/y8f/1bFhzSVn9fgUbd23rR0xXHQGLtg7DuAD+A5wWnAoFb4pLrF4mDMQ+pESWKaIj8GHXfOxo2jDHHrCgRRv/3BhfwwH01LWZ4stdsircwOtsXWLk6Ln+YgfrSbt2052zjaMG6Z1GAU1Sif/4pl0bTWV/ElqnMjFFTmNa2tYRCGmJTWXfdjN+eI1IiCqKOc5NoqMUgng7YyT2pbqbwb/2UmTWrXMK/8Qdx/zsNMhdX/jGc/yxV0Y1mIGxnTn+RK2Qh4SPI+b1Co10MInZ6cNywJlrA/JEOXOY0PTGnBIQCTJtgGQIZdzaUxOaeN8gJIElAD30cBTO15wTZNyq5R6xXqJDnY2KWWapYCqLWwmhJQwDgk08KZ2DM4bRQblluvcBLb5hmdnibPz9vZW/p+/HlhvPZ+3rF075mkDix7H2tn5mc4vFqrr60Jz1lvbKFEf/KaUTNXH40cGuTVmfkCcujF1n6KOvAkmcGPwFrBp6fRIZcyFI3ggWQOtY2EcYw3gmd3i9DH4eanldY9kstGwWiAxRkcYFUdusIyIcYHawTYqrEV24NtJ9pEvJt68e6s38T9TvtFvv71j3fqk+8e7+P2kIdbuHeMBw2e/HWielEWNbWPws1HB+hVkE0BdZ+kABS5n4VFhrAyD3yyinzv3G7x4TTQd5M9CGNH9M1i+06yE7VPMsYV69syzxaUWi2scQVda4BQKJxBfmlTnR3NguefZLQavXTziomP+AAAQAElEQVQ/g+Wyd+2xTylrBGwr+CLuOtuCebTB8eP9bwM+DCvW/w10OGGwxcTcmhmkGkfKc1EMUZbVdr1Sniu+0OkXypwvEn2ZeCjWU8YYHTEi9mJ/xfkzDE/aIrdgKwrxU9VxQImxKXnEJuamn7v+bC7P75453nJ2SG2HOi3aNtAbII7n3Slc9tJ+t9du3C+KHT7YpwB75qjTwliVsInnIwCnGpANZ+NlSnEEeQa5DFRiHJP4lxI2SEqkBzDRM4CLWUZZwdHoPPLYe7bsp8XzZKyfeHSsMzmgV85d5Y88kxVsSRObE+1cEoxrFN13mYGihCyoBJQDTvmzMNI+K/ssM/Kt9oIn63WxEiaLOlUdwTGFS9kDIvmuItT/rvR9UfbFAi8W+Le3wLRAx9YTvXUJy3Dge2cCmyJ2vwn9h9Mv23xZ8iWzhqKGVZMtUPIhTmQoi2REqYisi58B9QSKagyiafMw/o/AtAcdaA9KH5BD1RFpDugp1VTqvhw1OpCyhcY2eiw4YB4ARgNlyrih72OTdrnoU0P/DeBg4qDifhqoJDTA1yTq+AlWJVo/L0QuMgcOohsuolsuuf59gh0XhcGHH3RqGJfcZc3i7Z9ZPUiNlzAfOOJsOPI3bx90/Gq434y4e7jXze0nffz4SQ8PD/FGxTYOl9HA5BX2JBz26DYbf6s5h9XF+bkuri91/epKV1ccZP0GytnZKH/OwaYHWvlCZT0SvTPAaQxpTMdkEjmlUfwsA4coJKXchzsf8rDNwEE3DrscPn1xsONny4E9yrmkbLYrDesnbXA8uGygjwOHxeLDIjaspy0s4w6ar8s5aBfTwdtpQY6mA+04WzxjDL7uVc3Q61DnkqJENwOcnYCyCXXqVk6/ADeMwtrA9kvJF+WsnsP4wn8SxmXi6vqKcXitaxxBr394Lb8RNMMB1LaZ1g3d28vzZonD7+7uTjeGTze6xQnky+j6aS07O2yPUJ/IohP2KAEcbJl7G+ZgtfMWnhxyxzoytEDUFGhsXWW1DZQX7GwYmM8bbG9eTzjp/MbOE3ptGadw1sBTPEN+mnzBKMzzHbJXq438J1duY/oAnEBrnH3rNRcPDtw7Dq4G92PPpWmHzH3wC25KOGisF+rJajWpibSWVVx8Cm03jP8a/k9PSz0u73k+7uQ/pXu4f5AdUQPzy8+hYc+z4Tnug/2cC8w5z8YVz8X5xbkW53PGaqaELJ5mpgtzAhkhGKvZJiXmHLXom1Asx+Ugy2lvB0Wm0G0C9hHDaExJmEDmYdsOPBMD9i0G+Jk/YoI8hV1tC3qMoJQyeiUKyMvQwExgkURELTSUoX9KrezM6vuOPvXKpDmTomMQ0RKRTAfmC30KPSgIHdw++tWpw0Yz1pA5zuIFTmM7Mn356ynve/OzXi0snQK0m9YRCpHSAEnGJerph21lXRJ4gBL1zP2xz6ih6ZPouyhPEy35itsGR9D4wbzVhCCEsCXMx1onyJKh4pVmzAdvVggUKJ77zKkHHECfbnBi3N3iAH3AifnI87fRnnWnZY728w6n+pnOFwudXzKHmEc9tk62YTJf+On0w5yoQmuhaehbJu1I3d+ANqlNtCdUwi/jL6pOCgr7Ton5NaDvoDVrYl1TN/hLDF4TcDQw9hPnEAePBMJIhZVSxKZAadsF0Pic2rgDMjas5Q+sUx8+fNDbt2/05s2v+utff9G792/08eYDdrs/7ldCboyQeQJchuv/jAAeATlOLWekKydforkKFZ2MUKAC6If7W+jnYPAzj24D+4Cft7AHaw6U0c5SjgBH+lzoa2GOxlz1PE69eub+bH6hBWv3wj8OfX6ls8WF5rMFz9dcbdvBrxkBjrYNa5L8TCO/7DbasZcZrFsZ1vhZNhWmvS7egn3UFqf/gEOooLt1hgi+8CQ+BnQl87zUZYwUffBz1bPfZJwVhsTznpiLNPFwkbiXe/CdCnO4sG8WnFFVJroyPlQEHUSkU0hqmZ/m3wX/mTLOT/OXvTBA4TndA7K8hE4Gxq74YIwsjbDHPtNbUCGb8mJ7MYaDx93AqE6Sv5ai/bEYUUKW5+30Bp1xl0murKSlJnBmFpApyBl4zi3TX2Y4f+hzS0vOatnzoGOdY61LxllXqQlONMdU5mVmLgJ3goRIQjR15KMm5rprjmV2BrnkINdtJogK0waCWFdUSuvqPdOpAUWCyP3GFHS90lZqqeWLAELQfA/RpP33oOuLji8WeLHAv6sFTtbfr3dxJBiTUxqfBWp+L/bBijrmEuKkAnUV+Rvx36HxaslhVONm5+yIkjQj3ygd8a8kVBO+UvFl0Ve6eiSKvu3Z8qyzYaw6QWvJpFfNHeJQ4rQuCg7VVXaNXfi8VrEPemOOTZ0BKD58nBo/dkf409CosJAhkRrM0/kK5I6+PjKHgKAT3ChCiw8wm60GAxfwgcvwwKV4zwFH2MWbc8eBsedAUS9Rc/lAlX1pbFEIPj6IYDyOU84UeA3y2z+P8dswn+Q/C/Kftqy5TO82HKaRC+UXwRddH17mZzOdc8m9vrjU9fUrXV5dkl+oXuR84e2U+1b1cJNGPj6uHG08Fh5M4rwpnE7glgFEvvIE+MCDTQoH4WGzwqnzpBWH3RWXKjt/dn6zB6dN2ItD8gbHz/pxpScOwmsu8+unlbaU+zCd6Ces5YuSwXgA5cUQMjbIWFfg8jaY98m3m6ETxo2UxpHSgYSeZMEcar9dd5hMtDngyDrgkB/aRTkFU0jMJoPn1UiUOYz3ec5lYq7L62u9fv2TfvjxB12PTrkZjiCPgw3NdNFu2GuzXuPUWOqB8b+/tXPjXv4zqg1OmMK82iOXYA2RXLSnrFAQYJtwsN5gQ1+Kooy6OnlrP92XQmvXVbzWwmwMBZ7SAB//bsiOdOc5jYIEaBr58TLbHRcsO6+sm/+Ea/204cLMeNCHrSEcP4PcvqBnNIRD8XNK2ymvxrZrlHOjlFqpQYb4xMVCWBQ8wj702vG8rdYrLpqPerh7AO51f1dt5T/9sk47LsR7K8l6YHZ2jszmfTwL14zF5cUF3/CfaTbrlFsGDJ0mfchhIQEFE+0PYBUyOmV09NgGgKcY99G+GMftJ6XhQPsd3z5vVbDlwAVs8DMCd/NzvVNDolHwMr8JqEjIJKHW8ak9jvmUE/bLQKeey4udErnvlHKPTbP8KdhjYI5s/GPPcRGqi10D54Z+dB1tcVZ7rVjg/IlLsH9HjHnqNwbNN3HRTDnDt0JO9NYg8k4D0JH0i76MZSgkKABsPJlN9D7qG/pgXkc40sdTGpajK9iV9gNAxnZ0/8yObK1DgnESAnoeYqSTTcj021But2K9svPnHsfPrR1AOBO9Ltlee48pz/JsPtM5jp/LywvNzxeaY9+M3dxPWIdesARNwBSaEXEZEqOPTt0/0mhQ60x40NcdccEBTHPIVIRnqgRstaWh59WAM2Frh0jAwPNSoTDu7mfYCU1PuQVONPUDixKg5JkoMWc3rOMrTU5qv5H62/v3evfuLU6ft3xJ8V43Nze654uKNWu5141ixwJy3L2E/ZweAO0RRzyF085W/Bib0naqtMk86SsPE2O8IdnQxxHo+y76OVCH/qalWeUFQigocQDGwrhi7ma1ec7cY1zPLnD6XLFuX+Kwv5J/LHo2n6vvenm+NPCYRhVDIWuncHDgWBmwe9mtNAA7nD978nv2pD34QLphnm3WS9W3gEhZxzxewnEl+sXWBHdrXDWTPyU5DtiVVkoV2jYrpazOevGcZwN50Z8gtt2NJEfwZO0pAditrBHnhweYxspkAJTEFpPgnZXNv6fveYa8TnV9biSZcXNIU+TJ0o/CZlFw/OyNe72LeYqdmE+F/STmqscK2LJWH+emLQqPFjgNk1JjWUJW8jrEGHZdRi9KwAlQWC9BAUqghpgw8ghZ6LUDfG4cvBfVpZBGSR18s/tMGjLYl8QH8phRZhOzK5DAKJ9S6+8KGkQ4wataI21UmvgIFJnanEAjTLqHbPQs2HLHPDNdEEQ0MqbHbTvhUfHdRN+n1t+NeV8UfbHAiwX+EQs8X1inFk5Zll25B3dKUoMLNG21LO6URj3lbIJTDTkqHBr5bWidfGodMfTEY03FauwiYwbjJ3CyciZfFCIf0QnR/3s0uvSMjUuqPpwTowb1a/8jN0XNhHw1bdSIfeukznzJuguGZxyPdSMGocfFB749Bxpw0x8q6/bp2MApgQCWDI3I0D6EkMotI30eHZiNxeTZjeMQweFl4EAVb7Vw6Y6UQ+jAAQcq5aZVx4Wq62fjpayXnTQSB5aRmxNrHYcRNvgV3wg+PDzqjm9Y72/u4mLri8gW58/OhygbuXErYF8Rj4IvuR2XM1/ULrjcnl9f6fLqWufnF5rHn3nN0KEDchxiEzaAQwTr6s5HeiwJrEZTjdMJXFMYOiAdcVwHjIMP5GsOuSttlkv5wLvF2TPYQcPlveAI2uEwW3P4fXp81PpxCTzF/wQ1rLfyAVE8UWabmNOJOcL91kIEc0TscCpsNXC4Dp6rJ5xATzjPVpyjac+YQAS9D7dHfRMlUzA+AUwpnuhIGV+XeVycVlD0FcLPAvSUmJfnU7VrXFOiNONs85hcXV7ph59+0OtXP+gKB8Q5Djq/ZZHbXk1KapoG+kZ+0+YJm8UbYPd38SbQ4+OD1nYAbTlA+2Eb9cO3QRsH68D8B7VNNti5OoFMTy+CXgwxODQxdylzansmylAB9RPzs1PLZbfrOnU+WINbPwn9COIT0tDD7QcO71s7Pkdnzz74osseQkJDu5RaeAPgChCffWCJ8W1TUsvXlW2LTNIemX5OcpOUqLe8Yb/VhjnzhKPw/uGO5+NG97e38p/r2D4rHKRb9Njx7FkH8Zw0TaM2Jc37Xv4B9gsu7RcX57rEqXHGN/0dz0uiXkoYx1LEB93p2wAvOyTtUFoj07Bhvm6YvwPzq8KOOWgbD5gR29J3EMK+8jNLeLkY41PugpCGRPct8SwaGvpZ89YHjHwjYaFE//XsQznqBl2CMiDDp1We7BZpH2XJlxd4WAePV0GfgXWrsJbwiMEZHrY5493j4JgHnMlz1o4gQ9+fqWcNy9jLF+CUWL9CLm0Dr3kJxU6g6ohuvkg9o0PsV0NDv80zKfPA1/bkxQd5xBEKnSGEPY84Jo/ak6ia+6Rg0s9F8IVnQo55+EL+iNPnDkfizc2t7ID1nBq4cJk6Y9MZa/nZxUJeXy/OFqNNMt2envfGpAc4iEeOsMuhP+Tbtsqnw0qtmKdudmjhzBGoP2aOGDOOtbLIDs/itXA9yM4Xj+8wFOwzAE6P4HkYcGTzVcz2dd838PV+dPPpo96+fau//PKL/s//+T/65c9/1q+//qqP7z/ogfWqMJk62+jsTOdn5/LaNmMu9TglEuWJOZhSshVC3pc9dUkZVTPOMzRSutQQI+yqoDJCqRVljIoBXQf2X9ugxByn/6xP0c68Wo+/kSMkdJIBzdh+RQIkjjtRfQAAEABJREFU5a7XbL5grC+BK12wj55dXMhvCOUu06SFNAniCqhTWHMKz1fBkV/C0TGwnq8B9iS/GcT6tbMDyBBfjCy1Zu8aWFe87pdTXeH6PLRkDSRIDrmpU8rogo1zgJ+1TtnPPGuHKd13a1l12zEfdqxZW+bJBtyA4mFPqO19InFwKZ0kmP/EF3ms0eLrqj06FEAjpAYprLe17V57xsVgJ1BhrSkeD2Bv54WBNdTlg+ugZSTd9KtQKK0wUrVJKSXWN9KMfuCpBXcKVJXQx4gTHT9llBUpAx5plLkn8Bj5zOA72TSlDIMGwJoeX9MbsFtoZOXAqZVsQ8sMoCJSmjolqYFy6N32cwgerqY+mjhy3vKAwbClFWnlJbWtIUU6lZ2myTY5LfgXxN3Nf0G1XlR6sYCkFyP8z7SAF96v9nxPqYHk8/B5sfOfw+dtODwdiyCugS3ApWScnEBzwI0ZvHwaXJE0Yc79PfhnaL8wx0E1EA4/IesEjXxE1jGQvx99vll9U8G6CR42cB8AvSmyQVuImwUrR0DyARTLeDM0cIJwTkQmr7amg4TIfxHBkBDFSObwVPhWf8eldKsNzp+14eStB8yghoNvz0Gy5+Lgy1PiUGHZPvAfBAdHR0UDPPz2z+3tje5u7+IbVb9B48OhmCOJA5ahaRhj8D1lIQc8tUm+wPlPW66uLnXFYfWcC+98MVPPBTiPsnXoML3AXrYfnUGBEjUpwdtYdNbWgK5aR1HnegMtKgn1HOwGDrXLpd/IuNXNx/d6/9s7ffrwPn7D6ObjB326+Ug58An8wwd9/PRJ959uuWjdaomDw38+tMXJsdtt4/A4ijycp5z32QqxBPRinPccmAsHycGXcg7SvsRtNk/a4AywE2SgrviwydwQUIBwDJ30+9B/ymQhXwDiCNFX0hro84GuljgOGmxj3GB75dQr9x3fJp/j+HkVDqBr/x7Q1SudnZ+rGy/WDZOiEdrhwFit1vLv/zxyGa2/BbTkorBinm1VqN9bNiYIfUNvGjrPMzhw8Zj6PvhCxAG7jm+lcX8nGGjrnlAjj3pmvnqeeM5mdG67jkNlKzG/ZOVqpJC7l/YcoHc4peyc9CV08MGUMoYGGgca0bZpGjVNIyaQA7IaVwKNUtMqt1kdzoWOOZpJWyBTnric24ZIogs7bXFs2RHjt35uw/lzo5u7m3hO7EwcmId7jznfPHss/Ky0bY75v8AJeo697QA6v7zkcncmy01q5I/tYLsYF/bdYbsljh87KO1gMjwtn2Q5G57zClsNzNeBMSm7fehoPiAEDASfyJMmGHtqpNQoRz9b0gkyuCFhn0YZmkQDA80ikD2kSQkaYuaM30DJXPhsp5R8GWolUo39QnTo4rk/MDeGcAx4sjTKjO+ctcm2WVycxxwNhw8X98wYxHqVEzqdSpfNc4CwGfOI0gimnHTJ2fq4JKrQA2uc0Lo00deMrL7vYpxy7pHndoZj2+iHG1h1AwVO4DhidFsn9KYdwXSuMYxFxwR9Btbdh4cn3eMA8jN3f/cg//bP4PnEZPYbYrO+x4k418XiXOfAbNYr9xmhKXgV6GRwrhaBNZpUSi4DUqr9mmzk9EBEiwhWOJApouGEkrra/d7xrG1Z0/wcW1e/SeLU4PEujPVAfeD00/qFnvB4HsyxlvjtSGOFvcVzZcPa+oCD3v9L4W/v3umXX/6i//2//4/+8z//ojc4gN7jAPIzUuDvZ82O1fPzhc78xsy4tuVxHhx7UTFLDSAiMI5Ihk9FPMXqM2QswHVUhrstGri+OjUKY+W+BuBssV2mfpsUzhF4ZCL9PDLrAu8i5rsBnednC/kLlAXO+sXV6ARaLNR3M+W2Y562sGmAk4BXvhhYEwacyB6LgbVkwI6Bs17sWMc2OH1Wywet2DPXrPdb9s9JX9Q4MKyWOmTVplrieWM0tVm2b4e+mecoY/OUe2XKE51NJnLngik9BC/sCYP1wWlfmB+eR6LcnOv422KGSW6irwAyEs8rGSo+6/e03hxSSBzMhn2JTV3hDGJtDjtYB8bM8iuMujGn3exbYB2jriVuEyMl1Elhl5RS4FNKhvpDCxqMAZ08Xw07+u3U84tiCEYe9DV3WV4Ds/GUqfs8uMUpnNa7/DRv3GUG418H1GGkRpo06Y5tIHe845me9JV/Q4DyY5jojyXfC/Yvrfn3YsQXPV8s8GKB/x4LTG+EepH1cmzwJmGo+Lfk7J9VmHbPYUoBrnpe75JvQ6Wt8edUTRTEwhlRZL8ZmcRwSmDdDKdlfxePBlUjx3t2rEgPDZ07ZP5xJC6I/zh5pWRL5NBdOMQUDhQat85QMQjYzH0EcMfZTONgQF4cYoz7gCC5EuJjIzI1jDVkXGkwapmGQT7Y7TjM+e2MjS+FXCTqWwiVNnFI9Leg/lY9977YoA96wOV5YLJ5Ux84EC25iNzxDfT9/Z0eHx/lH+PdcqmNOYTejcG2Cg7V1olDl/vTc5m75JLrt03OLy50cXWhBd9i9j4YcoBJAYkuxxFalnkA83MV5xyrCGpzjlBUW9AULOoiwg62edngnFhzmL3X3f2NbnH2fHz/mz5+wAmEw+cjjiA7gz7ZETTCDReHW5xAt/FnTg/aLFc4wHBw4FDAs4ZcbEiwWmKMLS7xDNXUelBJecEJNOzWVT6HaB+o/b+s2Bk0bJbwXKn+rydrFTuDsGVB3xJzZkAO4D4AZAjwHfEqy323Fi4/TSF19gSCguehFrk1GEnC7rnvNO/PdH55oVevftRPP/9O16Tn55fqZzgjOLSLA/ueJjucCXb6rZhTngP+8ybDw4Mvpktt+KZ/z2W+UVKbOaTGgDX0j/HwAdsXj/gzn0G+GHmMj9qGlnr2QUdYyXMoo0c4EvnG++rqlS4ur7S4uEDHuRrk7Digr9dbLfkG+wGHyMPjU8zT5eMqxsCOoD2Xnz1jM8lIsgAxS8Wn4iDIa9C/Vdd16rmw9KTGfeC2Lh6GQj99kVrj1Ht6QtZyqYflfTgNH8GfgA2XqR2XrOIx5fIlXzgaqW1b9X1WODn8ZgKXtzNsfTbrucR1IV/xwSZuY4HkfYHbcEFaPT3qEZs/PNzjqAQe7vTIM/nIpc1yrdOWy9sOHXej7EK/GQW4YHHwkSX5ghWSMjY09Dmrz1k5oCVtqCOl3n0P0PTZT4hgEnqn1NImAfBIAHwSa0NKKeqJZKBnMS8G5qWhkLrMdDl38ljb6bPAqbHASWa8j8t7rxw8c/Ah0vFjDvRy5EVyrAr51mGCqeqkzdig6pBDjmVV6CPvuiozob950J52xGFSUAzs8gqeVYimy8itRc9it3teUPUfuFAtGcNHnNDxjOHseGKubbcb7RHSYueOS/XZ2bn822pn2OiMeZQpS9SZJ2TsBewHIISqV4yFa0MzEOsFJKAFRsdaAidQX4MvpBWbYmhBzYVEsc3xDPo5jLFkzxiY+37upvE1XbSikVODy6pixo7zCRIXBBTm8Ip5v2R+3918won/Vr/+9S/h9LHj5+2vb2THq583673ADq9f49R+zXr2w0/6gfSS9eKcueR5lJlfnusan/ziyauvfE6UwDx12GOUTbtHbUbvYFhwF7MXROJyoGCYgi0OEM4N0wLYi9EO8ucRgsP4pKcVKJFSVpd7zdg/7dC6WFxqsbiQnUKzfs6zyzxlzUrMgUT/iqZ5akZ75uyuzgnmUcHpM7BPRUo+1nbmmL/4WHn94kuLgfId+gtd6TDczOcIKVDHjCb6VSMltZafknKHPn1f9cLuoVdjenNTfGI5wk4+Z/jNrm3shd7/DNgpqCrnESVJgj2FOdanFBmKHRr6TN/3oW1DSZVXY7IRbIvCs1TTgbVyjw7F9gAf6LMhxo35V7Ut0fLzaOLr1BD11gewXp6TieeqvqVovaEiBN0UjXlLKMyxEnNnYLwoCduL3tS2bUrqU1b2Ogjk3CrxXJtVbYe2NCO4aATnDGP2kHyt7FB5QFI6oAfm0TL0pGjU2esERUHM8TFS147Id5ecdvu7U/5F4RcLvFjg388Ch4XVK7CBLkYSlwUy0yHE6Gdguv1nZf/l7EHeP8fhby6qVpDNpHKMTEX/VhxkEY1UYw/jZAF+0BN8pPivJacyvsaBena/2ITpQ0F+Ib8nJVsbsJM2TSOxYbOdK4AyTjEVd0ze5bXBt+OwIyK9wVqODysbDk++JG64bG9x/Gy4FD/hDPJB3KRN08gHhtzNSH14yhweglMIMg2nN/nQ4oOID4V+c8UXETtRHh8e5QvmwOFxz4XajRoOWwaS6OYeezdNo7bjMjmba+FLLpd1O37OFgv1HAhz38qHI7pLKtWI9LOQyFdwTAZ7ur8VyBMwV21OXdiAftvhsuSCfHf7UZ8+4fTB8fP+w1t9eP8rgAOIvN8AusERdMul4s6/FXF3q0farLjQb7HZzm+OwBMRx7BP8faPPKYutcEMPHMJUNAPHCx32jEW2+0Kx8iTVnYC4ZyoTiDKfLiO31/YqHDYLBwyCwdQ2RlkHEt6TINf8LSwCULglCEtNmOkR/oTGtpPOdvKxqIXJIk50MuX7cXFhV798Fo//+73en2Ng+X8kkvGmXLXq4lGDX3ac3nYaf20xtHxKP9vRPfYy3+W8oTTZdiuZSeF+OTUBv8ELuT7ErHlEudL4YBdhuijD99BYBLAWhpcNgGa+pDLfPHl7QJH1TWXu8ura12i8wyngN+E2HFwX+GYWuL48RsTdo7cM1efuDSu0He92mjg8iXmJqbV9OeuoZ9FoaOTxCRu0b1rMxctYNZrBvQ4yuLtH57bgu4b+vrEJekRGfd2imKHJZf0w9xBnz1Or2J5nhcw3zNnzLvPGZ4zzdHdl9U5z0jGyZSUmNYFO+yYE6zy6PTcGnttLXf1JNv908dPes88fvf2nd789a969+ZX/Ub+PfPd9SvoCpcZGJozGhDgiZDIIy3GKOeG5SeBt4DThnxTcVMm8XwCNhztB+apx3DDc7bhOdngqBgYW8sq9NGUCTsl7FhTM0AqdSXa7mIelZj3e5OHrD5n1oaZPB/n8zPSeeRznssOQF+gIAz6ahdshU7FOsFrwGlicN59DkKilBLNjlA7M+lkvSAiQEFviYM+0yYj19CTTuUQRhg1qEllgh6oQy16udwQvKosGAZ/CKAndj3JaTALXzw3OE9WPFOey55fDzj4PN82zOEddmzg27OOev5c4NhY4Aias872fYeYKg8tMAOxmVbFRlH0BQwW0GINENuoTe4zdS2VJ2G8fz77Xj8kRDQRFnwEVZbHdeAZ8Z7j1PlCPrpLmyT+kR5aRsWUm9JK4LEcmDMbOyZ41vzbc/6Trz//+c/6y5//U//5n3/Wm7dvZCfZDkVn85le//Cj/vCHP1b405/0048/6/r6FY6S8zqfmJcyoEeYBfmESfAhtQaYBqrADuVHxHO3QmFMDF8OLDbh+S+MQYUBOw11XCycx7y2OXKNPH2J9LR4wlEqpea2c1kAABAASURBVCQ/E17//PbgxeISp/hlfXuz43nhS57ax4ZWBvfBKVnLDX32VQ/sW9Dfdt7xpcWKtXKFvb1+PPFsb9asnR6/aCPsYR5HMOfnhYwvBS1raMpJs9xj9w59WyWcFWJtkBIMkjUBqh4Da5XXkYFnOeYL8nbUftUObg4Pz9uUM3tUq2S+TQPfb4WpjjHxgNPn4r4jtyBr4DwzgA+Wb6DP/g0r14Ua32KLHjqBBF21AHFKarFBajP6pSOYvhLWprSJgB4EFcZ/B2LZVjVs0ELaJoXjh7OVxz9wZCRAh49bVIDFofRLxDRfltaSL+smEa7BgpXMMUKsb+jq+ew88GzBMF2ACQKJuVexf93YQ/Svq92LZi8WeLHA/zALePnVuLZWPOKIxFEDc3AmiXsH6FgSWEQjXeCfRX+j6jPKb2WbqPA+bCQWz1rk7c5Fh/TLTJSwz6J8oFWbwiYd2W9FlYx2CrDzIZBqiTHWIf0Wm9Pyo+2q8jWeKKpA9y0gIuqcUkVAPNsjhwfi2OSKN0NKoYr+e7M2CEM5DeDiGWnioCCYEXSaujEQxaTPA1KR4YPL4EsZF+E1h7Y1zod1XNA28gU59GAXb7ls9lwUMhcIH57UwhWAS7AlFwcVqzxsBq04BD5yub39dIeD5AEHEBd9LiJlGpuGZgYSWzpGkINYRoZfufc3rxdXFzrnm8rF2SwOg4l+yoLQ282MHsCIC5+BtQuLCqNS47yCRZDDZ8DmGxwrDw+3+vjpvd5yIf4rF2N/S/zXX//Mt8Z/lS8Pv/32Vu8/vNcHnD93tzd64AK/8tsaOHza1Mq/zeI3luxguLzgYI3efkNjxrfruW1Dpm1jKMgNfao66DUFFwDU7zlk7ri422ngS7MP1n4TKFL0tc4bHET+czVf/Hy5LjhJStnArH4LOh2VEyXPgAyBUssi+SyMFjspTXVsk1tVSIxFz7fHF+dXuvKfgb3+gfQVDpYr2TnRUt80rcSY+kWWAefGmnnmt8Du7x7j8rV8eNITjhb3L+wR/D1Ue8zEjGCuxGGbQ3bhkF18wObCDgX1Ovkk1abWjWInFHie5nkXl7gr/47U5aXOGBdf+Oi5Qh8cdw9clO/vHnTnH6sGnF9Sbr22zNkhZKKP6tw5XRgaZDWW1TbyOHd+Tgwed9LM5SVRX3b7eAaecOg9PjxE/x8eH+j/kvKVLGvnPnKI1ySA/htvGnj3WfNw/pzp/PxM87M5zqZuVIgRw0bDwXlUi1FNtqudWOEYuLvHsflJ7377jQvwW/nPXn799a1+e/ebbj581AMOKf9ZmOfSPmQrPnAPPs64L9VRl5XoW+ai4nxOSa47gMi7AVDg5bEbcPhsWFtWI2zIe/0pPIOQRYsEv4mHx6jwLJhmYO5UeuYGZe6h14o+nD7YA9v0XOT73MmXHPNBoXGehCUwRcGJRG+YRxuelQpryjayfmY7yZ5Sy6FrVi/ANEai3hpn2yEj8wgpURYiIwq57scEGJMyczFmQCd39kRb8w+bVjJVTmPms8R8N9hn+bDUI3P5AafHI/iGNX3HOrJH6YY2bduyjvZaeP4ssBlzaO556j64k6dCAici6PCZMqTQJ7QioZY8eJuckn0WomO1JKrbwOkx5xFidLPtvQ7XZ21gPBgn5oRbuoltUQG7jrrWPKzYD4kjwI22O56ltZY4Wu9Yoz/cfNQ7HJzvcPj8+uaN3v/2XjeU+c03262f9bFm/fjjT/r559/rp59+p59x/rx69UoXF1eazycHELLpYwIKIH9KXWE15q1rxcEcDNCRQOHeVLBcg0dehx8trnW1jEbYRYxdsR0M7DPG68QxLTSeL+2EO/9tCB3arK7vdXa20Nn5heJPJXGI+02gnufH62VqO5ikERqlxrhCrT3r0v6g1z4KC2vOhv1+y7lhteZLCxzI3qMGnJE7aEusZ1/REbYEeJzEoIm9NP7UuOuV+7n8LNuJm1KW2E+CkyMA9uN4b0kHHN0D5qHi6C/QF5+QkZTHedTAs46Zoo/EtqoToAFqsCwT2AZ20O858BXW3BJjtNNAGsBeUdjrPL7lhJNa+BhIzKfWoWvQOI0K+RFKRIbOaZeUnQJRKTogPm4CVD7ORyb6H7o6CjskmlXo6HPuEn035CgX/Gipw+dZ5lD6dxA3MpjMqcH4V8B6UWy9baMd+bAhdiisCLZNBYi+0zCO0Heq/YvaLxZ4scC/uQVYoAnyhh49jQzYni+7vbGD/p1wpDJGO3iJg/7faVar3aRiER8WzBGZvmmPyimKOjYyNqypyKk3EfYO7ZHNXmLUxf8APFfCFjDUhs/romwqmtIodNQQGZyMKeg/FixxhCmhE9GnkUGKA647776L3oOnCj4kpDRu5JRVCtPUxlBVZIwhGTG2X+QVHyy5dG64iG2BzXaj7Xqrtd8E4oK045DDKUG5zUCrjHMmcemzXGniPqYwt3zr7suaD+BLLroPwNPTUlsufb6MFHsDRi1OE4tq22a8oCx0frngAH4RB9WeS149BCaa1EM36oMTkGsdrY/1MlBag4km8MwAN4daSWxbc3HyN8V26Ny8xwH0FofPm7/or7/8p3795c968+YXvX33V/32/m38GdjNx49cIG50j6PAPwq957DXNkn9bKYLnAtX55dcKCqczRfqfZDlUCvrifzCAVGWCzi1Wn4OG9QxkBD2VG1VGIMtTp4tB+sNzqbV+D+urMZvWq33BrsOBg7cA1A4iHoMFIxLiLXosIs7b0DCMaDUSHssA0O/4AN9tD2M98iZZpnL9nxxrlfX1/KF6YcfcAJdv9L87Jz50ik1Wc14wPb47uj7BsfgkguqfxfKF7Ql82NNf3b+czlk0nEEwHzEEU9R4YBv2IEP2GWsR03rFv1Tir6KlFpqmOPEiefD83axWKhfzNTNe+gyzs2iBy7Ld3d3OP5ugA/y2zE3Hz/p9uYmfrfqAYdIvEHBHPHldMdlpnK1FKltW+W214znYtbN1HU9453V5k52BqERGuzRdys7VZfLR9n543SJbNtix7M2PRNtatBNSl5LDeNC2LYJ3t0op9cMOV3ulHKVoPFjWxly08CHOmdkc+7iTaY1dn5Chwfmrp2Yn2Iuf8TxdSs/p2scBsWXGto4JOtjZAL4EeAtIZoUGWibkgkcGdCfpJa5nP4zlgPrzIp5unpaybBkTfBFccO647rDXIMfHNzQimO7gbFHf9p7XRlYs1yZ0C1zoelxYMy5vPb9mfp+Ll8a4yLLuKeEIsEPVjSyDIPl2Um9YVwNkUfHSoX0sa3bBwvafh6i5yOd16YA9LFObgeXaGJ5FQbmLrMHOQTqKk4hwTMWIFhjDEvIAFJQgAC7qKHdl8H8N4yt59Xj/SPO6Yf43/fWOPTdN19WZXu1SbNYp87jx41nszk2Y656LiEEaTIgeEwtq3F0AlWPoGsFaQpoUy0/IXyOfl7vyyn9LYynx9TP14BjzmCHkPsUyxLtEmC7Gvqc0dnA/E9t1RNJhf1/YL20DW54fn97+y7+3Ov//u//E2/92PnjP9vdsEbO2U+8Vv3hj7/X//pf/z/9x3/8CefP7/T69evYc3LYI8M1hQr0EpzxQJpx60OnjVKS6rRxX6CaAqUVNWKouYj92zTmXAE21NPFytJ4SIUhaWE9H9B5wLHvH4QO+2Czwr4j1qOEHWmCHsH6JHLpMRvcoEea/HzMeFbO5udaLC6BC5z2C9YYnh/sm1r6znwx7cRhz3pUaF9w+OyAPXrteCaLYbdVnB14nlarjTas8V7v/LwWT3YLnxg9S5/ryEzCBkltOCmyZn2vnHv0bSk3JFo3WMWWI2VTKcyZDToMjH1hf7E8nizovh4SlvL4JZ9jWL9hDGETUOgjzOWEgmPYV7RYHucX04UcbGCZO3QorJt1bHasVwND404D2Ky2HmPnGTPnqA1xU6rWpUBKqMV8Yyy6RBrgMqE99aeBxgUuAdgalcSCQnDJREjbNrFmJ7Xw8lqVSFPIUXxgQ7sIkf/vizxmI7cQMsoADxtij0jRnW44hBtobPFdJic9/i71f1H6xQIvFvi3t8C4QXjhZYMr39r1JjtAc0RrxocCl7EvOqngKkPNfTse/9enpEZKE9kBmQpqykYl02n6jHTW3RsJ24Y3kdhaOAhOVP9QSvsD3Ynep8WH+m8hJ8Q+N43aHbv1rXaUu6l1P4WwKwcNqiM0TSNv1kTYKsHX4DIfDsCxT9Rr+kwaTPljeqjBdpY5cLi0EyEOcHYAbTm8cKDxZdetcpvktxpy3ylzIEkphw5EWH3ihg4CyPoQtOQy8vT4wLewXERI1+QHDqx7+mQokdJLJg5BYmybplHLYW9+dhYOlAu+oTzHoRK/OWSZ8EdlhrjE4YYI+c5iwahQ/ZzilKTRNgkeoJQU+WC68jfEfuuHS/Bvv9W3IN6S+gefP354jxPgk+4f7uR+bJ6ecIxtcBoMaujjrOt1jkPh6uoqLg0//Phar1/9oFfXr3T16hr9r3WOI8g0My4bHZfUjr6l1CqFEgk9akD7ikwx85ceumN0EYwT3VC22g1r7bgsb3YbDttPijHjQu10YAwHcKc+EBcOxL44wIRgCRUs1UdnCidpz1OTuYSUYAygVejsVrU1hRFs0zn9u/CfVr16rVevf9TV9bXOFufKXaeW+dKmVk3T4KClPWPjS6kdL7c4IR7umSOPy/jzsIEDfDBFMGSVPgoEvscWw+gMGOLb1gLRUZtJR6c0Mg8SB9vbjoE5OllX/4aOD/9r5vnDw1J341sxHz58xAlk+KRPXCDv7m/lt4IelyvZMeLLV+GCUZfJBtYNh+mWZyPjkJlpNusDehxBfd8p546xbtBbGnBu2YG3pK9LnF9+S8OOmA0OF18e6CC0gl8TtlIjpSoIdK8W+/Xwm3F575DTM/+yLzDUxkOg8QNdaltkZ/gleDS1AlvtPY+w8ZrL2QrnyxLH2138+eKDnngW7AjxG39ukFNSw0Jm2zlfddnDryjKqBe55EoUKPBncBSdnfJRNxUxZszdNc4fy3pE9iPjbzvYEeQL48CcpSmhRCPzdFlc7ja0Z02iBq70izmV+165n6kHbOuc3edMfTRHlcJFzM8PbdFvYOzM08/F4DyXaDuBAuBtWa43g+ge/XMfj+CaCmhAMTFesLhMkaaEfFFWSUKJYhnwtsPW9nVqMD5QbnmGaFI7B2oeQBg3oijDMKQHIvBjMK8V9n3keXpcsuYyniGH9XxPX02ZmCsp5lCPg/ZMs8PbP56rlpdqn+j8cYzd8ggH6dDQVeYrbUBoDVHFYQI+hvGi65xrIx2RHR1y3wP8dgv2cD8CrLMBGpNPNs59Vmac7RSoKTa3LuhgPh7L5fKJ5/eT3rGW//LLX/R///P/6j//8mf5T74+fvrInBjo/1x2AP3xD3/S//d//S/98Y9/0u9//r1+YA33n0Z5vUjIEXxV0MBgPFkeoAmoc6cO8DfyUWULGmidUOGDAAAQAElEQVTgPGD1SeK5st0NIQoSJjHzyOse1vIaz3hunWKrwtxidkMFv5bkNMAw+MCIWtiUcEjEnyYFHfrnXpk5cO51MWChOV9YdN0cXTqlBqZNI7Yj2bZ2cETq5wgYcHiUzxxBA/p5r1zG/Ftrw5cW1rew94fYvxHVvpggKf5ldGw93q0SuibWO7EmoRzD0shpYU6jCkvPwLjuDvsCCjtguwhmWiHmlNSmJM+pCq1anl/BS3yqHnt5+TV5ocyhcFChFL57lmtTOZVcXjBSgbhEOqgYZ+46uO1Xwc/G10DuvSL2OuxxTF1CX5cnffVjJQFrhfAYa7IoV6lbmkXrhD2B1JHavsZDkuVV2v/eGMHfYGj9vJ+GrZjLu4PNXPONRt9J8bd7/Z104EXNFwu8WODfxALeZP7RrniH+5u0nxM0X6Uu7J5BOa3lkTkldYGBsq+wmJpNKVQR2LcjZc+qacTeiE25F/tvlPzTkZuPjbyho37NjSrWDHE4raywgfxnoS78YyMfVg5k3n4/I/4sa5vVzZB+oA9BPuREn2Hs1FxAKSdQkEYIOvhF/plx3IIKQpKIj6FwOikcJH3g3nAR3eJA2HKA22632nJg23HAM3XTZrVdr5bLQ4qDWEYcWhBcX/UEQxe04iA2yN/sP+L48VsOT0+P8fbDjm8J9+H4KdpzmLKdne5HYzdNw2W6k3/o2Q6FxcUFjgQfSmfyYT/kWGcjAOcF2V7iQ5aY4EKSQ0BHq5U54GWQZNtAPHARXi4fdXdzqw8f3+vtmzd69/ZX/fb2rfz7KJ9uPspvp/ii6rdu1thlxyHFZ0Q7wxYXCxw+r/XjTz/pd7//vX73uz/IP4T86oefdH39Wtc4QS5wYC3OLrQ4W2gxW6jHMdDhGGhtx9SiYqY3JOhM0J7Ji3koOAlpb42joEBd+G5sj+47YAhHEIdsxi2cQKQDl8DqCFrFOBQu/cV6WwDtpxNhGjk6b3yCKA46j+SYK1DRnhD2dhq1Kcc8iDkHvsARZOePf0vjFd+kX2OHcxx4PRf0ljnUuM/w8pjvmHfb9YZ5soo3YuwQih9BxkHieSj0bhBf9XKMDlw2BpwEJcCHbAMMJzrIGGJyBHDJEeDCE3ALz5sdc9zjumLu+42UJ5x8/vO0SMHtrHnCUbLerHC2DdrhMNoxQIVxQoIS8zWlRm2bmLcZ6NQzth7fnNqwjZjbtv+G8VrT33X8ecQKhxc8kevLkfXY26jmCz+Cp5n8SURVRoZ/Vt91kbbMo9y26ADBGJL1Ac8pKacmAFT+2OZ+3nY80+7zE44YX9IeeEYfHx+1or+eQztsm2jgdpl+mVdyhrJxWhjTRBMZR+huu8QcdV9cFhDWZt7stcGBGesCz53fNrq7u9Mj8p98WVw/yXPX7S3HaWEODMxdl3vch1GG9Uk5q88d0HNp7XEC9bJTIKWM1IS8wmUQLugyGJhvxekIhVvjQNnAuBg2gR/nE0wYP2ZQMhC5wODuiDw2CT2QV9MEvctNRAqd5W5wXG1wfq9wui1xTLj/ATyrGz+rlotO1o0mbozAKYEP4VBgw7gKeienULCT+d7z/IQc5u2WNavw7brpmibJa2gXNpvhqJyNNstK2UIMoyTQ6JOcb4gJKGcdwaRU+xo0gVPaAhEgnPSMvNSGvcYMSWFcGRkxSISBcRpk5+rAmISM6B98gndCHICOoX/K6jI6j3Wm9/gtmVM3N5/0m/+08ddf9de//KK/4Px5//69bu9uZFt0XcY5faUffvxBv2fNNvz44496/fqVLnDk2zmc+x55HRo3gDVPOn6MJ8orCCxgcg6ZELWdGCo6xSX6Shz9LYzXEUxT4PYcMBBs6pw07cCzWZgvhXHdHdqbI2QHm5tXaOVCeEYSkc1qe5k0tfShzZr5LSD2qfPFpeaLc/XsVX6DzrYWa9jEiWUP/ffy+rFj3TQU0tCHNaWwNu/Z3wfODmucPivmn/9cecscDxoLt+ADhEqHqER57XEozfi2jLWf8wB0SeRlaOo4SI388bpWbQOXE7tUbtUelf2I08j9dx8zTqW2bZVaICVqatiTnFDTfJTlNSjq9mGP4vWd2mJwHwHb2OOFF8alAA0iTPxrOrWp9OTc9kDN+KBPMjD34y0gxkvkJbc3uIdHLUMEWThVLvAzxVQezVpyNG1TglUFEAKFVJlmxJwDnuco+C8E8zDQNJKIUA1lKar9J+u1Cp2jlDsLgdrvM4w9/D6Vf9H6xQIvFvh3tMBX+hSr7VfKXfSszluiC59D8zxbNx42xVo8tXFqqKVfj80JOMg8IF8nPykNSm/MgSDHqeGE5u+hQc7mo4PutIAVcQ1BUNGInS/oG4cQp1F6Ep00/nw3GPNjQhu2bMsGwMTJogI1lYaN2juzZUXBmB83cXbvqNUYWzWajjljE5QoM4uErAShN18foHe+CHGA2/mAyWHOLVKbuNxy4O6y+vHCmTmMpAMXqKwD+VpGnjDwDeUTB/JHYMnFMv5nIQ6G+91eNm8DzRQYNsoob+DA4a7vep35DSAOpYv5ueazM+XcK3GhdRvUdnIE+hD2mkpSRZxM4BK4O4GUCwf6rfiW3H+C9PHjR33g0vDu3Tt9eP+bbviG2P8zTDh+Vksu/isuD9to1zQNumSdzee6wjn1+kccQFwg/GOhP//0s37k22P/KZT/17IL6g2LxQUX1IV6/zYJjpC+nXEx54KR8tgnX1YlPzi1bxwsyT4L7ogNBxQuT3EpZrx2HK63XKp9udlsV+i6xukzATrTz8J4CiMXDsYKAWEw2DslcQj+RgyUH+icNzArKfNcOQDFiXEX/TAkUl8gXl3/oNfY4fXrH3T96rXOGceefufUKjWJGcw3yswDH9h9OVgtV/KPLsebQA9Leb5s/L+CIc9GaUSbGPuifVwQGT/6MtCvMmAr0xnkTyICElAx0RzMofZr0n/AjtvtjrEdtPUlHXs63TJPDZvNJt76eeLyvl5t5IuNL6nThdoczTw1rTKX6tx18p9Jtq3zTa1Gr4LObrvjwj8wRua99QWOy9OOi9OeQ2/hdlXCIVrwewHge8BMWmyWuaR0XauOC0BvOeQzfbT9E6n76DSlLH+jLaws1XlVGHuYavo0IIl53DSNGtq2qQ2+Xddrzjj1HTzoQwoeEE8B8xm1zJwaVXlOxQedPYENIY/nmb57/KgkqfUD/XXft1wQwxHG2vCEQ8wXRs+FgTEoXHI9NgOpnSfD9L+/BT8htw0Im+deTlPys5RdCYTEGqFzod0EQ8yZnQpjEmXMn4H6wXnkuT5wyioDx8nRM3DJEcASVplA5KGOHsOnIHPFc7pkni9xAD08POmBdBVrywanGPpMNsN+cIIDMfzcGTC4EegLMbaMmHQqqHnrvX5a6/HhTnaG2KZ29PlPdUzRJjjhOOn7rG7WaTabq8MhnfsOe9p+1tuAVNPGGDduGhDSIhL6AaZp4VlzQUNRpBGNtIF/Jdp53ts+wG5bWLeGo2Mk7IAMeCeY2gHgC7Dnf/b8BDr64jqP44pn9O7uQX6D7684f/78yy/6zz//Wb/85S/6gANoyVrfNNLF5aX+8Ps/6D/+9Ef9f/6f/0d/+OOfZAdQrNE4QsxPMe9thwkabH3EU9RTRlrxpOPnFK+ldR4MzLkh+rhhHTiFgfzAGj6wVhu8TrvN87V6QIcKhXWrsP7ZCeS+w5g6jB23ZdIq9hiHSkTYcSo0qdcxWFHkOsY/9+rZb8MWOIE6oO/mzI02VBni2aUPrI8b1q+Nndfrrbbkvb4V5nlhHscz5LWTMbEDaGPnOevezjozrg4IPQnuLXo7AFHhlHVJLfNrfLY9BxLrXqI84VJUg97MD5MaBtbQARl+DrbMp8K8Mi/XRQecASJP0zTyzcwjPwNtm5WY82JcJQhMaNDxw6oWrPb00/3YExXkEsTWTIgSaOgT8kOH4BER/I+8ooQIyiM9/ByCqkWLAOtlSGpTgge6BcExMg/nnAbAN5xPkw48a643wCF4RNoSjzzTmJrG3Y/0EH0u8/P8gfALBLbI+6L4IMI2MmAEwg4I5b9s8J2V/OMW+s469qLud2yBF9X/x1ugHS3A3jAutmwZ42WDHYxab3MkXodJHPa1AnSsA2tiowRxmIqn1GVfQPNFyd8rsI4oOe6JJwqNDV1iONCwE3szoUe0iZqR8h9PohX9KJNN3DQKjbgPp+AyAHri54EdgPC87CTnDfckC4rW7jCHi4M4Sh2CD1FsprY7uHfQRGQ+TgVu2udgwuclkTsUIwmZPrwNXL5224GL7hDf8sWJpmnU+oDEpdNvAOXcs5m3iIIBgdaKjxULRAxFwRGxkd+eWD48as0lb8Mhd8eFtzA+laxR0zQVZW7RZSXymUtu3/c64/C5uDjXHEdQP++UOfhJvtBOEhNZYORA5oAFfqLPsaKg26CNv4l/uNenT7d6/+5N/LbPh9/eyb+Fcn93rxWX08JBcj/qmtpWbdepn820uFjIf/Ll/03qNY4fXx78lsvl1bUWODrmizPFbxVxkU65x1aA7Qee80w95T0XjX7Wq+t7tZTl1EGHTdWEqgyHjYiuJFFSy0V9Sg1WmPKuxx6c4j1+O19gceDZ1nZexMUCu2+GFRePDfx2wBBAJH+wqJOAlEgMJHDl+QH5ZwJtM/20Dc4vr3R1+UqvcAL50hVOvI7+NrWfe54tm9eXhTWXhaflMv4Eacm3xisux8N2rZgrVmTSwbj7ykWk0FePkUHVYEd90SOaODVExraaoATtjnY7HJ0DvHy5qfbbYasdl5pBGy43Kxw/vlxONt3hMNpxmLb+I1s1jElLv7oY58xc7ZQTB/YYpr3KKMOXpu16oy1jshuftXoJK9rbHhhkfwLiuTCLpk1qmSNt7tQxD1suKjl5ziQlBo2YOZGUUws0Shk49Bv59NNrokijuBEzSWoTLYG2TfKluod3z5zscqeWvjTUQaH6sfErhlACNWM9WK2Av+UYFBam2M0AAkX0E0fLwBxds86suUCGcw2nxRq7bJgHG8oHLpIDl+ENThPb3fmCfeAm97HvO54jIPfo0QKJKgOJBRnQjQoZipjllA2WzVhvcPYFT+trPamjJc6HAgzADlMNpIXUNRNYBgDv4Emxm0JF3whkjJNQQwBBRPCxvBWOrsenR/mNp/vbOz3eLcMRtOGi7HpaoGnln5DhPFzRAUbWM6CWRjzRjNXmscGGK9avDbbb0tc9jlaxuDbQZsZ3xvozw6E+w4Hds571fYuJUrALNijsdBIVeNQeI+s2QasUNnY+KL7WoI2aQxQ2spwA2/kIMXcmHuicclJiLmanHc+UUwCh3G8ZL+aK7eq3yW799g8O/De/vtGbN7/q7ds3eo9j/+Hxnmd6UD/rWI+ucfr8Xn/w//T1xz/q559/0tWrV1qwbue+wxatTT7qSt/cv4CGciBqTsspiC+BpjLyhNoFYvoowP0a2FMGnvsh5vaaPfJJ+qkLmAAAEABJREFUQ/yQ/xr9WJ+pK17foAunTgwCPOAXPMibT6G+jHQ7+j+VoaApvwKJfgHuRzrqiVpwNDl1KSvPep3NzzRfXALsvbOF2r6XUhO29ro34PjZGlgbt6zRhgEH0G6H/qyLYs3asz5voNnwfG88H+njlvno/rsfGqVaslHr4TTyRO6xAbTqjc5tzAE/74YWnRJ1rVh8RQaAK/O8BAyIMZTQm0zUQ3FAWyXaJ3XBt1PPs9EBbcsco78aP/sxVayYMospQuWxtklVDWoaIAIdcL8Kkec7xBRTSPxFoNg0AaYfQfbSoWcNVV8/Z2Ca0sorkRhIDiG4BQvYI36yxdgF09Ek+GDfSBEUvEkFUG2q/zZAzMgLzoQxMybox/yxvaLbKO0ejJXfZfJFF/8VevGiw4sFXizwP9AC7fM+xyLLtuDtYM+GU2vHDa1mIq4lxIQoOI0aqQF08gkyDuuRRjkEXglNCBpFpxHljZrTEvC69Fe19mzahrqhl9jg2R2gCvU5cEQfIu92p3UUcqEi/iwctXte4faUIGMffMEjoJ93Lw4G5l5cZ2Ssa6x/E5nn0YHmefGUK7UDkS10tiC3REpDp1EzRWnckjEmutQNu4mDAJGo1PQpp5mp8CSFw4Giyttx3txp4PJV4tJAHl3cpEFWy4G7a3tlDkgJR0xKPiSNXFDVdM6FEtabA+oGJ4sv9f7zr9X6SVsOiebNTVcMeUAyQuO95wvQNI1ymzWbzeJAfnlxGX/+1eMw8bd07jOTgRaEBMgRQDDq+hF1NsBUp1A4MG/4RvLhcalPNx/iT73evXmrd3xL7D8D82++rNHXB+s9cyc1Uts26rl8zOYznS8Wunx1rVc/vJbfcPnhh59IX+MUutYF+s75BrVH3z5jL6BeXsATkOfK/ZkyfHrSvjtT33dqcidhU48j5qOLBUBrZ0gipMbV0CUgQu0fNMcx3MpvA/lAHgdwHA0bH7wNXDp88SiM78icx6YOHtfjykuVLxUE6sybMjDi04AO0cItKTcBADkMknLuNeciccm37baRHWb+8WW/XdLm7CngJ0jTJy6uOADsaHnC+VPfCOFCEbruISshDaV4Yoq8Xh36HCWFLlUFXE4GUvK0nIJz1s/1STl07LgMd+iamde5y2qTIcnzqE2t/ClctAb0MOxgsGOewtxVAQ3jogMkJeNRQ7SHkjaWGXy4GA0ccj23BpyhexxDnmPCGk0AbUJRNzROStI2SR2O0Rk6doa+U26T4iE66b91DDnWd7Pjgsklk+fO82HrOUBfsJT8acS/eN5adbljHvY6O5trgcN11jNX6X9KyaQhIRCilBpVGPtaSQTREZyh3xrXENE3kSeQ7LRDvx0XxDWwwcG24SLp+bpG1x2XYPfDb/147m5xFu0MbiwpsRbljH4BWZn5hEKusVRSh0kp40ewbTZcSP0cDPCbbGGKMDtlll1YIwacRU5NYzBNgu1kE+cnoBmy4eAAHMoDobXXQ+SGw+thqfv7B93d3+vef/qGQ2jFWmlZQY6QkEEa+W9G2D/q6jMYcwy7brHpGps69RwrrGEmS4x1h63mrD1+Fs/OZrHOVvs16A8VHUFbxihiUuYfY1hi/MAhETaIJGXMjg6Mh/V1cZuqLq7/FhRLQs6O56BgF4/DLvadAXl+w6Ua0DytW5+z+pzVdb2cd7l5e69arpa6w2H//sNHHD7v5P+18a9/+av+8tdf9JEyryMNOl2wDvlPdP/4pz/pT//xJ/m3fvzbPwv/uRNz3TwL/QzVzFzuzQQuoJ+Umc6Y6QJcVdU1NoLbMU/HnBOTDPS1MD4D83vjdRln4ArHn38nb0U/VjjAV1H2pA3lphl4Zgv0hefWz1DyOIRgrIgNi4F1pJi3gXlrHEMiFhriZwFbhP6kLvcZcGceVjD6h41nc52xds/nC5xAC9aFGePcyWILenjctjynW/Taot/OOHPO47EPXXx22GkHPlC+4dl2Pwb2n4J+VTek20wG0ClYF1qHrKnMaZvQus1KPnsEgLM+VSs3kCSrV4H+DIxlPMfgeIBwgriDBkgdXE7q8cysp5k50OUZ86xX27a2BGC+BghPgrnEk+BohDTWp2bCxoJRjvsco2GDj1VTYn4GKx/jSRvTGiaaFm1SK1nfgDYFTrELazIROzXDA4CYp5OdxBAKg0CVAKklTikFv8SzDKIAykEi/nZUeXy7/u/UILdS0FvrhxHCBl4bwKe65xPiK0ashP9y8f9L6/zL9edFoRcLvFjgO7dAe1iVWHHpC3sDsYN3M6fPl1uXxJ2Hw8feCJurnLriczALgEBNE9Bw0RDgtJFisyKpgUNpRaSmaaLuZE+QNfGGMPhwg6IF2WwVsTUU5425GwbwMaHZnlzVosaw+mZoPqvZ1+7Bv1Y0oVvT2HANRY18pq58G0Uxpd8OlbLWh4YVHeMoOchCdQ3ofujlSEXSAISEgY6QJefDclQSgh8pFcTWuWJkCMdaMggjj2zbMmzMoW7wJZWLqWKMG7VNq9RmtRyUei6KGUgJuUoKzsiPlLy1HuDnw6AvWqunJ/mQO/BtoQ+H5pkwR6NGPiw1jdNG06fNOQ6c/nbaDgSnfdfJ/ZUsD5VHYo4slFNai8dSktCH9DRYJy5gKw7a/h+dPn36pPfv3ukTlwT/udfd3Z2euIht+cZysA04qO8Y5MKcR1W1uVPngzEXhgWXieurK11dXuv84kr1rZ9z9XyjnnEo5L5T2Ig2KbXo2KIJYJzDa069+jyXaXsuY9lOIC43lnGknw60ThPtT4HsZAs/D5zoBh+2uSRvOIxvcKRs6evWlwznnY4QB/FSHSse82pN5oBZfgFjObY7Vk16HEsYAeZr5WQkYf+Ue3n8Lq+v9OMPP4atbCfbMKVcG8fvaNGO+TBsd1ph+ycuwv79nRVOoC2Xh8Jc3DMO5huNrJKBcbH+ByDv+hKExJPOQeua5CggqtDR49Rh9zzruFxm5bZTalu16Nd6rFJi6BsVDqOeE77Q7KwPEDyCW6L7jZL/GaUFBfriQ4M94+QL1J61bIDHHr71co4BaJBom0gbR6R+VhheY0ptkudUx7PQz5g/PIuNdRT2o4+hIzwH5sCKZ231tNbyaaknnJxrbPnkCyX23GHnYqbxbO/VNA39bjXre8ZrrvN4626hGTJy2yqlRvFBhk3rfEpJ8Y90qiv0L3ATBdQc2hE8Hs7viczomCRQmDkOOowtX9w2PIMbP4PM6zK4ndAFqX5+eK76vsMembIWoPzABDZwQyKxQ3JE45pYzVifwrmzQ9aeu9mROqhQkRDooWHw97NY+UdlsHaEfCcUTu3MccIpDosU7D4wBzaMU53rq/jzQr9h5su09dJo77AxPOGMfuYAnDIkWwNERuhYAQYu2APOFD87xgtzbE95fTwatayvHtv5Ys4Yz1lrmfPY0/LcM4swHwutqUsVkevACGjF2LuN/xzLqYEHh7rPwqhelB7wgnMAC/EcFAP6Dk7RM2TaWtBmZASgc+f5SJqBlHKw29JXrxM3N7f6+B4H0Ntf9cuvf9UvOH9++eUXffj0Ud57GvicX1zq93/4vf4UDqD/0B//9Ef98ONrLS7OWYd7+DG2dLAwRhYPeuxzob9CoZBLajwAEggJILA4CW4xZekp9cTwHpjXA46QDevzmufRXzT47Vj/xpif16WdQAYcQfGnU8Na4QCirx4T86waFDSwZPMd4nfJ7Fw52PHQCUS7kaFNatvElE48M7bh1GeFPwDzQ+W6Xnm2UG8HEF9mzMG9NtIomHkN3G0ZQ/aWHWO3dUq/dug4ML/rXNvDy+R79Oc5w1FU5+Mgz0m0jvqQ7L9BR98dMBaSHClCLronxjFndIs50NIPQwOt5UQSUVgFXTy3dl4/3DF8BoSod2QaYcHKM7Mfd5rzpdMM6FljmzZLbQOprU0i4xOQr90DkZqm0qQpHZ9h96Ag27Aj9fhNZfri4xoKUazSVtxtD72j/2qTEmmbamocDOKTAA9CWNNcw94n8is/U8gWIDIHwDxdEinFJyz/cbTa4pQedqfZ0N9UhqmiaoO26Bl9Jo0OmOB04Jz/juC0j9+R2i+qvljgxQL/nhaYlqQ2uhfrLFHhQkASZWqcRATCTkcdiDi/OAmgNFIF8Ug7Jsc6MJcB3DMqadCrfqKwoofiZtQvEm8IHCCsGFBQoJDKMOrk1lDVvSJ2EWRSGCjpfykEC3OlNXioAto0jZqmAXOggmTKUXGaC32OOlSqiQ+En4VRFq3cvwnIqh6mPiMnGxt/apX4xsY4+7ZLowmIjKRAiNIBI6NKasx2hLDK88Fsx8F80J5L5J4L0h7hbpnaRm3bKudOLZDiAObLV5Y/CY4GjXJ84PCfWKx9oefy6QPulm8BCxc6X2obGrXYMQFNYwkUVHPKl84Zl9EzfwO5ONMZF5Wey15KrRT8R3pkOlBI40TVCbgiaMMMzkEjLntbLdHn5vZGftPn3btf5d/7+fTpRsuHO225JBcOsHvssscBFo4HWhb0TBwK5zh4Li4vdInz5/L6Vfxg6NmFD8pn2GaGDh3qYJM0ApKLgQsEFXCy7lmJS2zCjrmfK/stIPj27i8H7W52praHF/WmgWm081w6AIjHbBifhw0H8PXTKhxYTzixjPuCaWfPjoP5wIXTb1M4v7EjCCeLLyGFvsbMo78IIcB4nA9kakDllLBt5MaUssgeIrcbM9DWvhKD9/Tx7PwCW13r+uoa213KP4btg3yynZrkKQHsuRjsGaNBq/VKSxwXfhNoDb7h8rBHV9FfMScDLBLHUEF3gz5PUcckJAQUJqARuOghGLp5Pvcc+GfoOF8sNGMcZsy9zFi3zPGWOZfaVqkFwD1XU5No3EgkUqPUSLZK8hwBk+tVP9aroHMJ3bjeoO8+cDQDL9TtgUq9r4l5As2YwzCBtfCd4fTpDG2WL2QeFzipMFcL9hkYa9tqu7FjAcABtGQ+LO2ExY5bHIMDFyIe8jCCJSYEZfra0+8z+n92fqYLnJwznJ0t89TCo6tYraaS5VZo6PFUKnhaG1IH+hkJUYkxK3JRBdNZOpVwcGxwScEuA33Z4ajasQ65X8WNoGuaRtb1CG3kU/LzNuph1oCbGMxXSvHPKVrEHLOMAQLzJqlkxMZpDjaGYBtRLXCliWrOLEcwjQEzuM50Tl2UkA/IxqZsT/uBZ9LPpp9dOzIGHDVUESpt2Fc0JlD4lWC6UfRYW/tStLP9zJ+55bI9e6XBtm2ahLOz14w1putmyn0nO1l08rFsi3aR7TX2iHFvgBT0CZunce8xfWqTWiV97UOVDBMfd9V8rZtha+cP+41xplmwSNgrgLnpLx6MW8+2TcyjomEzsJY/6Obmk/y7bW/8Z7xv3um3397HG0F2/CTsfX5+jqPnB/30u5/lN4B+/Plnvb5+zXp0qR4HR2aOJ543Cw35RuhHAmxdpyn6yjOHLl63PP+iTFlRTxzNRj4V/2BQWMIAABAASURBVErMuNd+sxbYQTE+rxucQRvW5DX7z3q9ZP0DwDfAsHlivuKwL1tMM8DUE+sEGGsMQhjk/7Bhi3OpwJsC6KFDJo0IaRwfUmxoO7p/VJg0wOMi+trlXrFu2/nDWuC9qWU/augfHKHdaWAd2eH82dEHrzu7eF7pl+ccz3sVCzWI56NpDJ7rYWfKk4UDUIUDCrQGCuqdv9CHWsTEQ7WsjjFI6JfQ0yAxH5I5NSMhCbwto4xzynjMvcoUgjG0Ujfy8fo3Zw/uve51vXKb1SQIkmnNG4T55NwEqDmhqNccAERQh0iFLQb2NubsqJemz8g+aGuLagcYW+cDoDeWlY0RtPQ3GbqsHPonRFJD2cQ6UuS5DeyCr/kxeC6K6mNE21YHHuSocmwAfRb+kbLnNFbjGYu/kbGOOxoU5nWMPviR3D055r4H7LklvgeNX3R8scCLBf5tLcA6f+xbrKcss7FpuzgKjIi9Xv64xLCHZs9mxlmSDcRHddeeQFPxAk3FajwtgKlp6hY30unwaSZRhxJ2IvCpJSg8C/Jj82JDMOrSgEPmKzoFwTcid8rwrLogInoZ6XT5qgo2IyUp7WwHF+xP1XRBJY6+nlY925ujAiZYEkHRyrs7XaOk6iD6ZU1E342PRLJtYvNHgg/EidRwqJ+QEGhBgEVN5cYNSHJRsVC/ccShcY+DJr6l8+bLRUxRJ3rUcNBo1cYbEh0q5NADRGqTTj9uUjh4mY8dDlu+5dxywN3BO+xpvvSJ6RDNmohr1DTI4YDX+1I+n3FJmWvezZT7HlGjnEiICLUV8SlOFpM4PgAWpSuDNlyMlw8Pur+91e2HTzh/3uv25kYPOH/8TfIG50ih73t03DPAMaPQKbVZPYfCM5wE5xdXury8jj/38p83Lc7OOSxXHYXuKWV0rSBwiQPqBAlFXZZ6pTxXzrNo64tI78MnkLmY5db1QBxAW/rRALRl3MK+5EDpE04tLv+28dP6SXaYPHHZN2y3Kw7pWw3YPQ7pXKbjrQr66H4OjLc8B8wQfhNe50Nwpx8JzaMyIjQQhc/KTF+pTWIKA9zMN2X19Md/ZnHJN/CX19dhOztbur5Xi70aZhfTQQbbfOBS4YvQ4/JRKxwY7stm7EuxvhYT4Nxehf5VII9M4qidIutm3D1JVs0RkLj4ZeRP+l0wrouLC80Y49m8V8fF2Ppl0hnz8cx/FsX4GPdcaNuspmmk1AhEtotTWEvoOXCpHZhLg1NsP6AbxWqoTRCltlXbJrUpUdbIsfi4ngR2jZqmMapE2piONk3DfGJuDvDcMpZho+VSj4+P8baP0wds90T+EWenHZ5PzoP7LaAdFzfBo+1azWe9zs4WAQv6HX3EGdZ1nTL2ETJTaECPbEjy9cJhvbA0a9QG59xq9aT6/NT5Vih3swT91D4mKwbw8+U6Q9M0iGjU2paplfsof3jwbDevI8V2cxlQZafQzWMX/CcB0Jk2ADn62mekLejn8RjGdarQdk9ZNAkaR0DoT3qsCGyKkk7+QUu2VtlWFYs4qKivnBg/5O2YG/Hj48xf/wlNIW89gsa0AMaJ9lif8AVT6qA2HZjtWzzXeK4H8wQKTqA9/SrMF/Pe7/ZqU6NZ1wNzns1efe6UGOuUkrkg0ukIxWI9zlS5yAl0ps04f7o2K5EmHCFtgoCgv/uBqccHG1insoW/xwHdwWhNPbzMynJOoU22pHUaZMfww8M9a/hHvXn7q97++pb0jT59+KAn1g0YaYHzwv8745/+4z/0xz/8Xr/7w+/0+tUrLS7OmEPoDj+koQ0Tzg0MxXPbCLKoT4lLds7Yqcde8xPolXvqqDdN6OlmmtpHJiL3RUSmyczzANaVlueszxmb04Z6ehaOrS3P9Yb13I5w/zi+nVkbHETxe252uNgZ5PGNsR5Y47cATgbyhfWzYMsB+8acCA1qtKOnxpgW4QM2LhSzXk5RhCIrArjvba8zf0HBGt739Je5Yt2DFkqxaBfm1x4orCsFxnvAcjXKgg1o0UD5gO4FHcPhF96mgvRgRFRHIgoS2UNwpiWXUA9obfMWvEWNRiBRR0RoaN6E5MLzFGuI7UBJJHr+Sc62SR1jkOmf38adce7o+l4N5QlZakzVSDw3RBLjS3fp4l7105AYTJeU6LAxCgl76JjVCB/o9w4o4HhoFR4ZKKRKXWMKqKcFJMQjHm1sHqoRoNRWOZ1ljSBSVx8AeoJ7HvZHkahy2YRHAYLdFI6hSYqMC6kliULQ5+GbFc/J/slc6Eabwtyg9+gdIfrguYsfzLWAQ80Z+1cGW+pfWb8X3V4s8GKB/8EWmBbdaVOY8l9fuLzpGWywmjZGA46YOBhUiArF3mn0gDgjtlKNn6ntlGqsq1rUDVdVxRBbN1Z99pl0/6w4skfOZCEkgHwjsPEq+uA4BEYfUmh1yqnWRfHnrBrTAYkKEuIIscEGdhpN2pAi2xv+ASCjlLgGsxMCzSeNh0/FhxoTAiXeOKGQzZxSkDFQVzEQgthaDVWWbcohkoPTbtKBi4PpE+PWNBwRuChkDkshN5NvgWQJAMG0nFwOP3i63W61HZ0/e/ju9yFUYZogFj6h0Ybk/XaFv3mbceCccxGdzTh0chhLkwxogsMki7xDmfQdU0+UI0mRD18bLqoPD4/h8Lm9vYn/Evjh/k6rp0cV9Cyh214eqqZp1Li/HNZ76+JLMg6Mi+tXuuIC4f8qeHF+oX62UKZejENRgyq+3AnxYypSQAltDFyU5PwEtEuZPvpg7RRePf22MyjeBOrOZPmZy0KCpkILuzZkESFL2nLo9wV8ySV/+bjUw/KBb8efuAittFmvcXxttePwvdtuNdBX22PgEuG08HAV7GZGPnQZN5j3KSRnIgoqZg4p7YhpSjziJiuOAI9b7nv5N0f8FtDl5SscQFc642LW0c/sPjXuSwM/GvDMDVxs1lx2Hh+f5DdX7NTa0gfrjSAbV/EXAybnolMOYB04FE7Co/4044JElLCfISszlzs7d9Dn6upS56ThBOFb4K7rlZjvPemM/AwH0PyMCyD04SBpW4YyMeoN/CqAiMLoyx67Dhz4fekZ6FNh/qNh1Dc8T22TlNpWTWqUmkZKgpfi04A1TQPeyHUN+bZNytAL3OMz8I27L4hP2OkBB9AT4/6Io2dpYJ7fxxx41CO4/+cpz481dtwxV8THl/cZfTljbi/OF1qcn2sRfZwp+o4sVIIyRX9AlPzPPy5N6vxA/zZcVpdPKz1w6Y6LKs+Z9XPboE+OTe2hwwKeJ0AtSWqR03VZ1ielVqlpaxVDR4ghd0HjOsYjA8k8U+Ni6s1ziGfc+vjia/kBQUGUDEn+J8duC/M9euwYG4PpvQSYxjI8N+xwkmXRBg5hB5pF6vwBzJ+M25I8Cy4LfeGRmG/m3TLvu7ZTN+s160m7mXLbMR97xGVTVh4hzP0zUousf8BUNKVRXRVJ9K/BXi5yHwt9jAs4c3BPYWOb961a9EkJeSlRegxTdtpGpppDX6IdOQiJQ51KYz6Gmnsen5T7MUXvwrNrZ8BAavszmMHLlGEz+LctEkgToNY10rAetGTO+892P3x4r19/faN3797q/bv3urm9i/XO43eOQ/fnn3/WH/70R/3uD3/Q73/+nV798EpznnM/2wk7iecUVT4bU8tBrmybrMzaPGO9OvM64DEj7SlzueWkZNqpDb02Q3OMlDxVQeFnh33TbQw986BlPudo7+djpwHH7rDeaLteab1ays+4YcOXFxv20iHe8NmqzvWdbEPDwPo+UOdyvwnksrCp9UAFuMtOhx2Xa2eZ+tRYsQruQxhfCTLK6Lt1zO6rnUAxR3s1CZuwBpki+HBG8N5pWTucPMVzzMxZy02T6BszGH3ReTNEWtBzN405TCyR5G8G2KAesnMFYUceFto0QPSO/oAGIXlsb50moIRKComPgVGBPrVJHePZ9zP10c9OueuZbi39pRfQyH1uqix95dMwlxLQpKTUAKQmm+QX9xcnGQNGsB4GKFpAyCCJeGxHlqMUlsOWxCrjuLncdAm6gDYpGYcHGNWuJanWiG5P7Z0i3JUnMNI7gc9JxT+JmsFpE+cNtYxuVNHutqEWfxEf7eXpCiHzKRqyZmAQMcVoQznx9xCOFvgetH3R8cUCLxb4t7TAP7IQsZeLfftZ/7/azqfIZ1RTplGKTdIbZcOW2UjE+jufz9m5lWjn/Sg5hWfgSSKrb32CxgQgKVUuE+0zGfAhTFXfTE/bcE4ct9Sp1PwNmIyiPYYjqbzQVwHONqqyaqwvPmxmBBc7qRtlbNUuegaNGol+ecNn1yfAkwByoDOPQyYQE4DUihOEAkJsriF0AN3hkGGn9WHDtyH6JGSmppUPzDnVNHGQRRFNUJIviYm8wkY+7AxxWN3KTocdh9N98MRCMckEVwlhjsZUauhb7rJ6Dtk938T1HMhy3ymlXEXp+SfUt0SQenB4Xh92ch0XoM1qpafHB93d4fz59El3t7d6uL+XL63WT+4vujWwaNCuaRq1HDY7X5K5MJzjAIo3f65fxe/+nJ1far44U84zKbWAbSBrcwLYJFn3rEJaBA220gihH+WJw2fuZ+rd5/mc9AynyRnpXG1nOFPueiUuDAEpI88yhdoFB9BW/iFRX/YfHx70eP/ABemRvj3Jfw7my8SGi/nAOMTBm1NU4Vt3j1OFHWNvQwGhveKTrD4RAXlRdIwg9Sw1H186qv2jpNJEW5rROOc++nN5eRlvTp1zMTvHgTbjcpGwsZoUbTA/euyiP1scC084FpaPj3rCsbVlPu3RG4KgdbrnoYxLB+N7qkMlGOPQc8QjQcf/P3tvwhjJjaNpvyQjInXW4aPn2/3//2pndvpyu23XqSOVR2TE97xgRB6SynbPzE67p5VFECAIAiDIOAilVOx3+9uDxVovSOy8Zl3ffvVW/sbANxwav/7ma/mPxL59+1ZvDCT+7PeC9Wk6DkKlsJryBHE/KzGHpCQze/zZbNey//cPD7plDvfM4QF6zcHOCbvRkx1ZPwAtctjHuN5GcRkAWaUYigoxytbvDmR2HCTWJHMiUeZv3zj5Aw793ucPa21WG1lmw7obP9juektyFv34WdhLZ8T/cvrmj5M/C/ZgQyJCrJknMuAY0aKeSjaOioPcLg7aK/x44DD+wBxNb6YEoyWZBCjJOHQR74E1HDx3fMjMJzNHJ0OatqgpRdW2wzGyxB6FCmV5/k7IGLL3v2Y/BnzpmRdAQmrwQQs7HoUChxWS8dTWnW13GjtwuOiJ5cC9afD1j0zOWV3TKO510G7XcXQ+V7LQZv0Qz/WbF3o4uE644x7Xcl9r21Ztu1DLde92g13bQ8yjAKJPCLxXQbiBHTpPLbkH0fACX9xPfHIpZqon3t6PO2LTO/mHeHbcU1E2mFZGdgZIt3N27cYESTgADd99QLTBcIJPdVqwNS3ACZ9ZsTQ9AMVaeX5ecRvM9v0YZO32DRU8mnzt3JP1n44mAAAQAElEQVQY+fTps969e6+fgPfv3+uWROeW+5tj+OrVa/1//+t/yf/L17/8y7/o26+/1evr1+qIs/vRhO2xghtAJg5N06rh2u5mOOtkerHo1BiCf8b+6GTeooHfeK808n3Ma0eQ8BiFc3EMzGEK7vf+bboWvS33xE7dYqGWdkMiKFuOcY5H3Zs7+dnkb/74frLhnrjhPrjhmu6Z68CaDtxrqrxjuWNOvQb4u7gOoIkvzJNlMAszU8Ex283gGdwGcvb8mK/vC81CDfs1l8L9Lk1jJ8R92Pez8IPraBhZKO5rCTG0SlzvA/7Y5x7fvA8tW0dHgCAZQ/3lku2Rcm4A6NlXcNVgSwY04I/1DzNm9kSHjqMym2O80Nm0jbzWHXPt2gX33FY5WR+T8LCJHmSeGUA1rMzeoQWufXNb2DV47gNBr8CawJ+Gepis0nvDuASH94SQGZzz8PLRsqbopMphy3uu5ErDCD10HpVp1rOxGU8S9rZCrSf2fzGy7lnl5E/M5sAzFVLEyLN0nGLSvi8ja7fnke7nluYhE7h3In+DKOb1G/TrxaWXCLxE4CUCRMA3UAMkhwvXM/gBbto3sWRidDXBMc1L9cQNZFlDNKI6bQXrUXVQZ1mAIjuAcYoUD9mgHo2kC05W4l99GIaoeTMBfVyyG66OwbwJHA3eWWhNXk3ILzIRIvSmlOifATJkoqIhfEkB8ice0uIZbYNmnILtzQ+9eNBVhp91gBuTPMOZIXqsq/KiXcmpRshU/Ph2ot0+gVnnjMf6mPUD2C9NtEbTjGGqSiUplwLML19NOODRBk2fQTkoD/V8djzAdzRGB5MXwwRogtHYdtzHqIShXIqcLOj8Utx28oHQL8yZPkSOSrXDcOLjQtTCkaj2chmxnhfPFQcG/7T4882tPn/8qM/+g88cWjfbTbxgV1/GGJdZ4IK9hhf7lpfBs/NLXVxd6YoDxNXrV7q6eq3zyytF8oefjPolLNtQzD3jksE+YXzSOEx9muTcNkg1nsrGHYg5+0W7O1PDYaWbAT/8d4FKy4tpWSiXFtlGENiTeg4Ba35q7P9p7Z55xTdBOBD5p+QrEgNOAGxJSGx8ON/seKn0QQFg3EB84mULTV4z0OQ16sPvaE6V4+tYAwha3uN7v9Sjp7arjEcbMnNzLM9InFxeX+uKw5lj6Rh2C5JbHLpSyuhPYuuxHjttWBcn5h4elvJ8lsxhw8Gnt7+xX2yDGLO3Bng99odhGwcfe4Yy0WUEVFmIKG4FIGB/vXb+yf4r1varr7/SN998o0gAfU0CiPbbr99GIujNm7e68rqTLIoDW8HnlJTxPaeizJ7JWfHpeUP1ejyw7+5IyN3cfNbN3U39No7nQtKkJ/GwQ25gPgHsu4EAjKEhqaCvLY06roOOGBVoX+ses133kVx6IKG0Yr0f0OlEn2Nkuzt/i4CYWHYgybGbbBkLO5nDppMPTgCdM58zrrcGG0xGPT5t7R97ZRexHTXEtSoNjhk8/yrhCpkl6+PEj/fbvWkSdj6kxkGPuQhbmj72PRMgx8pJJsfQyTT7sGCft97bTaOSC24kZSXVT67ItUniYlLsv96+cBherdYkOw0Pcgx65j6wHy0XdtHGAlHTykcAxzJGOdl2luPQ4Efef8NA8fGeCWJf2Zl948tE2BPmM7obtVy7bddpwd4/X1zIyccL4t9xjTesS9i1Qzr6YHy2VnGtCcFByKywlZWIUSlZbC2up17b2A9c76ztwJp4DQq2mklexrMm04Zo56jdX4k6j0y/SgO7xpJFm7sPmOfPfMY+MA+U95KTOV4n03UuVV8m9obS1vYcDmYQiT7f1z5//qj3H97rHcmfdz+9IwF0R+K4l9fu1evX+l//8r/1v0kC+Zs/3377jV69eaWz+Js/HU5k9jI7aDC4SsylYWynhrXpuP+ec79aLDoZGvNI9ixmoO3nVNM2auE1TRPjM45GxA6V4oMJs9zfOO5ca2est78ZeeYkE+vfdi32CxpiBP5xJ+DaHVizHcmeLfc/f5tzRSJ5w37v2fe+zmrsMOAA+vr0GLCTLP52VY1vj74BCUPVf1J7PcNyPmEzKeV5bvhcgCYXscEkJclgJOLIvtIMj659jFNYPXyzz9t+Q9s+AfYKf1FxWh65Ep2Y9t4reYq3fckWnJwIIaHRwFzRO9gncDAZH9O03DGNiozOhnX3dei1aNtGnq+vFXmeXg5A+w82GacEDp4bQZxUdX24h3I/8lrswhfWy3i6QOrILP/z4NpmDu63HBB6eJ+KeVigIM3cM+DrzwiOhx8AMwSaIQNoUKg79J5QhVYOD6zcAONvLj83zs58SeGhj6kihL/hdZA1EIg4BnM/lwWdv/3ycxH57Xv/4uFLBF4i8D82AtxT93Mb/KDct54S+2ffnjjIzI/AA+eI2ndW4mdviHQmQIj6YZT8QIonm1t0RKGyAH2KD8KBqUI2yQ9Fg57/POFa4545HXai7bkSJIr8Nj3yRm1W9PGSLUM0pmrqTPgX7wX0pzRrT5OQNHPEQ64yw8JEDnAN7j3iRy8jKdaQlfR0jlm/9JklZsybAYawM7+0+QlrYK7ynoiYZqVclJuEzSLbD8jCV4DhMKN4qB/U9RDGSx9P6pEXvzhERnxGQmnQhBmcGJqSihNAXaMFL8d+8S68FHuOBomXdvmDURCjqu2oYewxdM74CXgMh8QlL82ffQj/9FEf/Td//M2fzYNGfIv5M9fMXA14hR85fhropMUVyZ9Xr9/Ih4qrV690eX2ti4sLDgoLNfFyXLBsnzJYj6DyhB949aTUOXgsXaCcG/mFu4lDwgIfzji0nKvjMHJ25m8FnUGfq6W9aN13pgWHyLbtOIi0KEnyId//A9Q9c767vSPxcKe7+7s4ID1wSPdPkr02hoHFCgiv8TITs/ADVVGqhxEjZCcxIRJgkZ613fRr+UCy2azU83Lf99M4C1oIaJo25uLEj2N6fXUdf3um7ToV5quUWQFpx1qM7MWd9XLoeXCSA7/X65Xs+0CiB3Xsfmp8Cv+5Zm2zj5fsEXerfddICUa4btmJAM1ykl/4Ly+u4tfT/D8DffPN13IiyN8G+opEkL8F9IoE0dXVJfFeqGkbJfZq5vrOHFYb/M+lSDmHuR2+r50gYQ3uScTdsA53N6yDfz2LhM2aefVbrg3kPFd55sybCyLGpySlVCIujlvbtirWT8ewG7UmmbdareR9vUTfEjtu2+aWxE0ASZCeA8OAXsfUv/plTFMpJbVtw3osdHZ+fpgT/u+4XtbbnsP0lrXcaoyYEknWZKDPMd5gf439e3/ziLXx3x16wIc1a7TesBe4roZYGx0+WeyZTIgy8S5qFx12gfMFPngfd/jUyknfnBtJOf5B1IJvWanS1AP+eA97zznJ6YNxjQP22YMD9hHDniZAn3WwXnGN5aLk9YPXpEaFNXSsu6ZR0+FHbk7tWxmQg5uhpuLQsJuGAFFPfORMWTLGYDf0n7U6W5zH/7Z2dXmhq/MLnXM/OeOadlIh2y4++Z53oGs8rA9zRhWsXK6wwBgnyxv7Xyyf6r2AvbYmOew/vuvnV8m5xpk9lZmzYrxA1gPGgOcCNZWJbznGaoJCb+2pNc1fKChGgi3J5WgLAGtU16n2WXVDZWgnnJsst8WnZy4P9yvdfLqRv/3j//nr9vONltwjRnR13UKvrl/pq7dv9S+/+52+/vqb+IPPF9xrzjjcNzHfpP0H17OKYj84bl2nrql7sWN/ej0Mi6YjZuwLYtYELGSe+5q2qeNzJjRZVKhPAKVOy5GjUftzRk8DdC3394WcCOpMl5Y9yDj2pHw/YIRj03OP2HA9briufM2t105yrhT3XK7xwdendx3zH8AB5hlI/A7ci62HoIvuCuiupfqbBT6CAdrguRT8LU2n2FfcwxP3oZDHz4RcProm5ZsLflQjTN5tjA7MZ+R6tR8Dfvm6NezYDCEuqWSqJ+UxkzZxtnDODfuC2KswCr4MkC5Wir065wGEL+YDGTmrgKzFXUCG6XeOjmR0533Qnqnx2jJPT3EM6VrLDORzStYmUXvOnh8N7FkOpW4A4Q6V+4eYMz4RF4+hm4LvFFknYKwdDI+Z5FFKmXROqM6FmjH2P9xgWPUHtXOZ5FGASdt2hwWPAB0OpfUEHJRZ+Avg8V/o+iK72rdLhqdi9DPv2VccfiryD8T5j0ToH2h6L66+ROAfLQIv/p5EgLuw77cnPDeSK8OecCPAjzcDQ3m0B+uZinE8IMXDEopav+JjSfHoSaICfPusDzi3s7XkSc2Mo0mDBxi1EliWA+JBFm2dfOz3CWNqmG+ok/IM3VGx6zFeKkwlawfc/yVItYPDaSWeq+3xzPeDj0MpLwYDdkYvCi9Q4c8k4qkQDd4PGOcGfM9Rog19KI/bh549Zf0G7MVDFnrA12HkYBp2q+WUkgovffPBzC/kOCC/LOjErm0a0GZdvLgOvKCO1kdb6JYDi24FDIEG00JTYma5qOEls+MlrPWLNi/KdX4IHJdqBk71cbB+Wi7uMpg2+EXzgYOqv4Xx+dNn3ZIIur+705afoo74OOJXwq9kYbB9zPhh++f8xPjy4lL+9QH/r1/+FTAngc7gdRwoMr4qN4zMcxQnfOwBNEWZykDM7PUMDKbQB19ARl/mhTteQjnQdJ0TPxfqSAAFTDzTbeu+M3WLMxVipZQ5uO+04iDuxMnd/X0kfm6Y7z2JCCeGthwmev/0mEO6YzM4dgbmHl7gIysRPtnHmFBUbhnwEsEccpIPGD0Hsw3JH38zZIPugZf8GIKWWtCIf15X/6rRhZMt/JT+nAPwgp9+l8KLfGEVWIsRP2IM+6LH1xWHu5W/WULCoX4zZfo5pn0IQXziehlYyzqXHqfg2QHmZaqKVWow34zaVMwD+01XSEid6YoD5Ouv3uirb77St7/7Rl99/VV8e+Dy6pI1WESci68H5lM4ILRA6RqVrlUuxZp5d91ps9seEjXsv/sJluDlw1qRBOJwJuabU1YuRQU/Si7Q6KPdcChs0d2yz+wnopSBg/2IjYHrZwBDEytfRwcIN5BFu+dpMGvCI/JuKmMX0HQn2+GP90dN5GxIuO1IAnE/cHwl5tSztzZ6WK44dAPsLyd+NitkSXjFOOgHrq2ajHnQCtp7wv9rU79fj6wmFXlenmMT825wJ0sygB6XyfcBX3ruK4YN+876j8G8zWaH3z17E2AcRfOyM2M5UZJZP4NtJxIDDe2ma9QQ66bp8KV54orHhnuO2bGbNmCYjex9txCAfM7W3ajjvnHOtXx+eSn/GqT3lRPKZ/C6psbAshWwGGPBQo/1hh1cg++mwT2eUxPjrSPhf5YTgI7NmrXZETPx8V4rzLdjnrGnGGztdGGBhglsUJ7Mxl2GkA/7QZm1j29tzPWkD83BsVJrZR/sgCGAHvMRtT+ZhE9umAPXlbGTP77OLLshkeVv0n38+CH+3s8HEvp3JFV3JCa7ykwDYwAAEABJREFUrtNr7ilf+Rt8ht99G+0z/y+SrCcB4VrBVpREnWAVNR1rQr/XZbHoIilpXd4Di65jjzbKhXn6umTOeYaS1U50C50nGsl5tjoQ4uNJgjx/UMhNYxrrZs4StujTdD1WBR43KK5t7nF9v2Vde/XMeYD2fY9OtCJHPAU4VgPXssF/D6jnfhw8pDR/MoQBxEjqx8WdQMHT8LMo208/+PMkO+O9vxM/kN+Tpm2BT9WvXfgdvnNvt0/mhzhVAaYRQc2V/SMC0bTJPPvTFHzKAbMLVRYt2PQY24hE0/Hc0cQo6kMp2ddnx/UJ8ExaAIX7b2LOmpSP3HtiVknKwSuyLzTkz8Add8Qu1mNatm1+bQ/wJjATR0PUjzPa9ieAuaEVDqNCZtAOQeuiuZ+FZb0UOKCSaRUgHMkx9riax7F98IEeM0B1PHNhCAVV1NblvhmHTjO+BIz5UlfwZ2PROKq+xPe8mTMztYQhBmEm2ycwHquU4P7mq3D3N+/lP5ODL3N9icBLBKYIzLdXcBQ/3mawSHL1CI76TT7qVTwYJaP96FypZKZ+4ZOS/MzJjMncPbPbjMvBrGNzklu1MdWIwkzxEIsHRdL+k1L07tvHxPM9TIx4HMtx2uKRxMMJZlZSnvw6MqOnH/ScMCelGaYBtC/RRcVLhh/24mWC1wUdnti2RBQISsxPKIDej3f70ICin9qFUUYHCcyYUSVo8IKBIQoWsS/tVF9kkMpJuZSAEi9cjWxfe235EJes+kFf7xdQJ3/4CRaKKSNRG+mv4Fo+iAaRlFKS9bckfhZOcvAC5qSTsI9BPf+ZDc64SmGesA28bPZxAL2/v9Odf+2Lw7cPr9vtmkM0iQLbJ84I49+AqcThsGjRtrrgQHblQ9rVlZz0uTy/1PmCJAC++XCQc5GEXa8BqPpoAjaFqFK7QFEiSDRNgvYlfKWFdWqXjCr0ZMcZ4GCQOaw1zUINP53usD/D2dkZB5ZzLc7PdR5JqQUvRkU+LGw5HPhXBpwIeuCgviQGSw5LS2j/PRj/NHnjZI0PErNzYCx7VgAehbPeE/gVtGdciXnaUi/rMTgR1PvbFxw2B3S5EFjQgO85Xq7PLs5JslzGT+qvLq+0YA5e85yKV0LeEyOUYbvdsn4PJBwq+Kfffb8WE8ShEajFe3XwfvNcCKhtg2ontT0OMBPC1xcIv+ikNEymJcYXl+d6/epaX739Kr498M23JIC+eit/++fi4pJYew2ySjEUcKvCXmlJ/nivZvQQOFm/v3Gz5cC6InHlNVgul7q/A/xNGXib7Sb2oC+3VLJSLqx7QWdTgXVvuN4cm9I2ysjgKrpHYMfYnXoGe63NdzQch2PYT9ACylFHCJh8YDiQiI3qdyM6exJTa60jaYN/xL8nUTj6AElybsee8lzumYv30j1zWTmZhVxNHDGe5OPy/kFOePmbT04+3t0sdceYFXr9x7zto+wP13YiZhnAFeblpR3wB2zGHhK8QTXBuJF/BWZp2+jzvrPt3a7H/83+m2i2tSIpuXKsDSSLNt6bnjihaIivryPvvwv25BnXe3xLhEO/++xTFoIBe0dOCMfuhDHJmh9gW5OAdTVNpzOS23ENsJ/8jTLfZ/wtkNnmJH6EGOn45CPWTGJkYG08L89zSYyXy7uI/R3Xudv+9cAt17mTfpk5N96vbafCfm/YX56n3cZKaH3OjJRkGVdVHunwydIG1Q/+VOK4pn/i77yKHHjdrN+E6BF0KzTLup3IakuWr0lD7H1sDcTygXW8u7nVp0+f9OO7d/r08WPcGwZOtl274Np9rW+++lrffPO7gNev33Afv+LeU9DNHvL1Us3R9hwa+jqSQB33/E5dcxb3qMWi41qHj07HqyFWGR80f0xndLYe36DLkOm1zgkTM1qEzW26HhfYOXsc4HWxPq6Hx2KErF4MzN+/DmbY+f7Ktdgzb8dlvmKmqXEdjcDA/YEe9ofvRZYLXTZg26IyeBCA+ugezAuYBINGljlHDMLHOjNLBNAdOCURDEgzEthldFXBJIYG/N8Z27f5/aBK7OuypyYCH4NX0D35kiN+5tqWgb5JPILGehMICoOxx2vNvleTKBGKflSS7MvyNdr5GcseaFjfnHKspPhYRQTJg5krXTJJl7g9YhI7FvA8wZkOAx1Q9IUCk9D0Qz0qls7KdqbUrlmyrh8t4kU9jc6YPwLGWQNMBpuq72Y0cCFmSgjm0cZ79yGyCgObksN+RhcEnBj9qJplYhhi+VH/cfO5vmobp44Fg96HiPuE2N/BpMIitctz+sz/lfDfLPaP5e1/c3BezL1E4CUCv5UIcFOmzN4kHntBxx0sBSkOZiESD7g9ayIOiGfj1EhKKVV6xqINTV35UVeFNlXBtTuqlJ9F9UlkvsF9Exw1Z3IaxYOpUpPkr0aeYwAvENWzaWgkDCrNFBTvQjST5wQ+FI8yHDj72E2P7n3P5HQ8nnn62a6Q8QOfJtReUhbNGK0PZ9E2Z+qvA2kc8Wg9V6qEBwBRsI4xv0jb9si8Nc01M9FSGpWmKPMTMR8iwj6KGXrin1TgosG6/JLHoXzkIW6Q35Cs02EJGOXDqw8mHpRSUs6Fl/BOHcmftuUFnBfjnDPzVP3YIFTlZKgvFeaD/Xow4jDKYfH2loMRh6PVaqkth0G/SOMpZdCIb4m9nVnHjA9t1+n8/CJ+Qu9vhFxdvQ76jJ8m++8EWEbhVcaB5wA2xe5WGIiTKZgWB52U6LIM7kRHnaFyQ0w4ZIAbYtH4IMIhcn5JPTu71NnFhS7Pr3TlRBWHyq47UylFTEdbEiL+qfkDh/Rbkl+3t7e6Ae5ub/TwQBxIhPkA7eSJvGbYPvZCeA2LmdrBGQ4zp2MSGdQ73hw049sgHE78kt/zgj+g1zo8KjOPjjmck0y7evVal9dXusTns7MLdcS85KxkSLy4Ym7HeCeBNuu1/PeNavKOQz6HffsrJpmrcg2soW0ZFDZRQJ/7ZxC6YYEykDhkElvv65xoZ2wXZdpN26o772IPnBPfCmdacHjvzjq1HA4M3aJRxyGhQ95jcilSSqErl6JcGiVDysqlEAL6UoZXVJpWDXPuFmc6W5wD6D8/k9uORYte62ybTj4El8z4lCQZNK2MpOCBxCdn6QTMS0rMzyCwu+FKFlUCJQksPj1JoO12p816qy0/oe/ZP94bA/eDgZhuNjutSfB4Py25pgyrzRpZy9NHUmv9sNGSa+x2eavP7DXvuVuSjw8PK8ZuYk9aF+awXQDbz6ykOUOdF7a8hl7BjMOUuEbtj/frisTPavUgY++Pnv1mvvvd3qy22pAscP9ms0RuQ5JyRXKoR+0QNp1ocJzPSEB2gBMzndeXNWkarrsmC0E79QjgH3Hs41HzQDIH98WMIDyPrmnkJNMF+/3i6lwXV5eqe/9MtikmyjB5dR0j07Bg2+YMdE/FMptNL/9X4f5mzIcPH/XhHfDhvT5BO/YPJIW2XJupZHm+3aKL5EbnPYs/mUkaJpUHhM+HRqXsC+LK6DLHHqnsKRN2vQKt6AJ7TCysD3UQ9hu0l4t+lGUMlJxlTKUAxtMl/89YN3ef9dP79/rA/D5++hDfQkspyd+k8v/u9e3vvtW3336r169e6cL3auZn3XUq1ltQ2RDrLmIRa8/9csE12EzrXnLDkIzVaj58idZR5YWZmsXSWSrZ+iEmfkWx+nWqOOF5H4ZaXspxTSZl9ptt5YT97L6k+TNwdQxxDY7sX9JorGe/23LP3UZb3CdFfwQ0DAwajOEPPINNw0EdTlCjXSoFz2kcF3cbzMMHHUnYNyXGZHc+hZmdlZjTNDKNOv3ghX2aACfpxiAlQ325xMbZd9t/+3MMYdQS6Io4mCbyWIQy0yDFtOBEMctxQk4ly/eERdfE3lh0CxJCrTLPAzEni/gZo5NPOmp5bQwH67XTRqBAFIhawqyV1qYy9jNByFQBc+w9iKQPqx7SMc7hmIHxDMH9GKz9WJp01YIOSnUMBUHXnql2RBVjS4b2NRAYJWB6kIOmNj1T0fwvr/AOH/dqaUYoilRKBip2f7hm4jcM/29j9Rue+ItrLxF4icBvPwJ+QPrd4eRRfdRIfvilOo9gU1Eq46i2CO8yloabuGfDoSg+qfITDYAipaj1pU9Gg2+eBss8bpu3BwsZYgx6ceTwcKC9F4TwAwX0xeJghMw0SycteAEbAQUwMnxPTCEpT7TkFIJ4SFdJ/ewnDEwS4XjQ5sbLmh+ABrRptmmJSbTGYmqY/58CrFLkeWNrAA/MeYC22kQg60+F/OKMZdq8KVBsH/BYCwo6cK1G+249AKe3aRrjFKUqc6iJJXpLKSptUevDSWmwUSaRPOHnEH0UhOkMQg7dhpfk1XIdiY7l8j7wmkRCT/JgICk1kDCoTo2MG2N4wwvGgoP3OQfB8/NzXV1e6uIcIAlwdnaupuGglguyDWMyMJdKM4WZET4MdsRx2HMnoopHY6AOcAXtUslMRIGMLQ4yOXdqGkMLBnhB7Ti8XJAEusTPq6tXcaBc4HuDfOjhAL/lgO5vAfibP/d3d7q9uQFu9cDBcMUhuY9vRezwEqusvR0/9Ru+lR0D/mcmSwmu5cfdjkTAWhuSSj0Jtp74D/GiP1hlyHmME2j+Ns319TXxfaVzEkDnF2ex5iUV+SeuIUy14/CyQZf/rowTCEsnrdYb9O00OrbhWkYSgrb9oJN2Le6RXBsmCqfDj+z9zB5zrDh8sTFDwH25SfKvBnWLVj4wt4tOCw6JC5JCgUkYLEgEmW5JVjbsmYaDQpOTPL6gcwH/jITOxYX30QXzPNel53p5IR9Yr6+u5Ri8chwMJPDcf3lJMoi9F7pZy3bRqG1aWWfx9QFkro0GfIBG5pWUVcoMDXTL2EYN45tmAW09ndrW/E4FvqEFt93EbxsV+q1POUnEaxhShNXXzOBQs1sUAUtKqajkRgl/xKfnevev7q1ZJ6+Z99n9/X38HSqv39K/0kffZrvlALvTrh/RjVIlRmdMAo5l16oDWsA+lpTpV8j27C0nPnbsOa+5ITqpTPdTQsh7Z0WyaMM1sCE52cdexxaqGta4w07XLdQx/475N02n3DTKGQHNgNJni/uf7QgmVuwsEE1ZnXU32OnYO078nLGPTDedbRqs83C9xOBQFMMnRe6vsOHaWHEN33F/+/Txs96/f0eC5J3ev/ugDx8/RrLXSTrHK6WkBftpsViQwGTO+JCZf8zV8zXYycnKjCbzNHMAq8N644/lDYwp9PxS8XnVurw+Aewhtz0uo8N+BLTYQS9FhU5a1NJ6s9LNp8969+5HvX//QR8/fpJ/PTQh6OvpzZs3+p0TQN+QAHr9Ro6vYy32Vd2z4pM1r4HvQ77GzrlG69o3XBeNcsFizsphnXnGqIoha7FCeUY0LY60xzVBw4vCvg48zzIajyoGeKzt5SJfz5l9mXOa5AaixPMpVEQV/IFn8457e2+Ifb3jWurZLgPyIUIFHUNxdvYAABAASURBVEPA5uJzNKHNEf7XNqJzqe5I2cTMBDsmk59Khe4kJUCHzyC3DeaBU1ZGT0bOOGXz7SJx8fPX/gBc0HQMwK8ooSMqyboB3IqBwU2QQYCJEdYo6MYOBSYzpwnxpMQw7n0Z8L7pSMo33AeL51tQnAFG1eHQtk07SmUG6cq6DKYPwDoS+zrfyvUwg+ZJgIkanaejQ8ZVTCIIZIxBLvjiGHsPGkds0OXi7pCkYvYi9BETmu4KYDhDsAzh8ZlrMPCsIKRcnfpV/Z55M7bcfw6qb+HtpKhwNebJXMW4OvX9thHe/rYdfPHuJQIvEfgnikA5mmu908KA8IHYQGsu2Q+9NLdmzIPMBQiO+w1zY6bjzkeDFwAKvdC8JCSAxhdKgj8DpHUYnjyI6KP4EQE6FMsaglOJWgdjqpgrRT/rB5OjiJcIiwYJwdlG/oSHMamklLJy0O4BLDwL0hT9RgHxAA8qqoxzFGhm4r498JKEbb8v0FlLCGJrHhTt2nWo6T80nqXqsEGBwx5i4Hq48yR5saU9285ijrycllKU8wyZQQYQhVHUh+LhftHxi74P6mPEY9T8A8GEaEIvSO5LECkllZzVlkbdolXTFewxH3iKz6mVHLxaIcV8XNf2QOLBh74lB6P7+6VWYH+DpOfgOIZzQh5/EE/EOeFfSikOAP4mwDk/ob/ioH5B4se0DwoNB0X/hNAjGbYvGf8o4WtlspYRPPsLHfZMu9fYAL2fgNsGEbJJnjGOHa3ghTqG1MJADGZmoJyEYXUkp5xQeHX9Rm/evOYn4G90fn6pzAuseHViitrxU0QfmmsyaKnbu1vd3XyWvyXgOK2WK204ZPUcKAbeEgdiaMABzOKfzdoRfIMRBZbNq8lQGW8ZE7965gN4v5Z1xbeAGIcGaiGfWduWn9Bf6jwSV2ASI45xwd9cslJiVViT2JMc8p0siG8BkTxY45/bw87XyKAsPiSuRnwWB6IB/wbaYYyu6AdjmZqo2VdGZXBmP3tNDTnaWYmYZk5yhf3nv+vTdC37kQPzotPCSSAO7YuJbsENB4ZCAiFxmE6RPEhqmIdlzpE9JwF0wTwvmOMFyZ0L9tXV1YUuSfg4AXT1+lqvXr/WlZNA11c6Y93OSAB1jF10HXtyoQa9M2R8LoBtFfiGVBqVkgFwAqLdMBYaX9oWPVxTrQ//0KVb0AevBQdvoYVp7DX0+xospSjnQsxqGYkpoWU7jGzUynN/drxKnmSTdqzDdruTvwnkP8x8z5rdk2x0ImLJtfhA24nYLQkgQ+9nDiqtMSvJe6nJrdoGwKcOf87wsSG+7hd+7MYd+3mrgf0mFjrnjH1WGOz2jiRv7EOSPysg9jXX/jBUQyFP7Jqmi9h2nvdE276VWcY+HYP38HF7ps031HauiNq8PZiAZ70HaMxhBiCK4wuiPagn+TnAiGFUg7m0N5tedyRy3/34Tn/5y/f605/+pN//++/17//3/+pf/+1f9fs//F7ff/8XkiTv5ISvY2F73gPn3Cc6kkCOaY54ZrRiEb0EE9pWaB8Vh7SCYzxDQ4igS/bd5Uj6GfIQDpYG/djaAZ4bjBiQMXAK01oWJLhvOaG4ZA99/PxZHz58kP+gv+9ZO9a0a1u9evVKb1+/0ddff6s3b9+SWL5Q17XspRJ+2kgWPk9r3jWdFlzLdf07tS1QmpC1H/In7ysTE3ghmAPJE4LFXQQ/3YOsx5VsYuKZj7jlTB4D05+algfsG2OrjqKccvSHnHVYSeBgs1Q7+RuWO66hnnutn2uO58C1QcQoFvZex1eTACOCD6cq4TFfiZ+pif9+NviHYwjjW0pg7tFcr6hGL00KPYIlf0JcmTXIMq34WBoPmNgAeCCt6KnV7JTlxOjK1X6X5UrtFdoiMLUzxvM8BBVhgtjNtuauZzE6PDbnRk3Tsn8W6rj/NG2L/41SSgyzBMgF/SPxHnydYsOsrIRsltfPa6msp5+JZ4TkQWSeOh0UlZyn2LnlSAFMyHMBTRYlDKIDGeRDnzEA052Ai6OMw1FMw7MSri2oWhhjnw2Fwbmg7YiXq9RUWxEQXhhP7ECnksHaV8eyx/Re4Blikvs5tc+M+q2w/kHd/q2E78WPlwi8ROC/JAJfuhNN91fb8CuDeKiJh11SMguYMeS+hOS+FcReDILxYrxN0lJ89oRbJw0zkAbNbGMDDyK4lIOTMxU4Krq/WOzBFzunDht6KufHJGfQKvPMdGuHx5pKSimZkCYkPikl5ZJ4mCdlDkraz0fPfmzTU3rOnD00VB3p2fEHZpWM5/OBeURN/cGxNVsFOIz5paaOo01/jjmU8D/zAp1zNhdwMQ0eJuz51WEwpzKrn4Jpz9NxkCxmG0AqWYXDdxxAc8Fmdm8F9FIqbR9OALZFDTjvlyT/dPzhYanl8g54kP+uSd9vJOZIxYDTUrDfdo3OOHhf8FPhC5I/Fxzaz8FnPjhxaMj4JM8RqL6EwepnkJUrXq4GDqdeT03+GOvnPjGmCkBaxR5QMQ3PWDY0uGGD0MSh40B/df1K169f6RUHodf8NNzJlZb1Stkv6iMH5kEb/4oOB+L75YP8P4R9uiUJRCIokmQrEmX0+dfm+s2GAyhvpHakunRUe44T4EJmvTrilhKHSe4d/WZdvwk06/ILMnoodT7MoGk6OcFxcX6hC/y+JBmyIObzy7aNOTGo2DOjBg70Xs/VasU6rrT1N0hIBA3xAmtfGIGBSBj5GyUcDL0HYNFxVCYyEzNDg+8NMWq6Vs0ZL/287Ddtw/VakGRyk2ooeZ65NGo6A/I+QJesnDP5NTY5c8dTxkn+SX676LQgkeM95F/P8/9OdM1B9Zpkz/Wr16zTNUkf1ov5X11fQdMmDldXlzU5xtgzEpFxYGdPeo0NZ9AL4BxYsC/PACeZzpH1Xp3Bv150cWmdwKtrXV+/DvD+eIMfxk48vYIfGL9evXqj17GHXskJxfOLK535f5kjaVC6Th2JGB+cPa+zs0v8ZP2QuQi4IOl4pgUyjmEmPmLvsVFZdyLDYhCi2MeQxMmxI5YJnIoK8o3j33RquzZsnXULrsdzed4d9pumQV1iLGpCmcksr0HOBTz3DeyZDXt+SxJyA4C59n1NxgjWrMmNrK/q7YKe729otJiUK3pazx0zrhJ1XqbNn8G+eiMZ3Ge1WMCHDDy2YR0VeuLGPNzwMA+H9nVwc3Orn376ST+Q6PnTH/4YyZ9/+7d/07/9n3/TH37/B333/fckgN7L37zyr39l1sHzPGdPLVjLjvh6/mEf3aEaPBe3Z9reBjAdy+8PhuF4MEOUu4XTIgHBcJXpN56A2dQ5+bqdjIROxIxLgUA2M64UCMp22Ohhs9QN96lPnz7q48ePWt7facv17z3mhKr/l7433PNecV1dXV7J9xbrYEOgIYNYa/ZP153pnMTPgntN13jNO5XS0G+xahvqqNjJIzC5n2E0QhYLEQ3HyfTUiL5DZf0VwjeG+x4V9/YQKvjRsg9bFRIQubiNNtbOeukMqai43fQkWgegZ08Mkfj2CqAUgVqbMDVEzMnMmsFmNDIffDDuxs8CnuCCY5WRK7iUwIaqksakLYlHKc2EvKHQNvY4ZO0vz0Zx/ULCEBG1PwapqALoi8Wa8hTkSlvUlPExVJ3BMWmYvAze44p9l/O8V+o6FO45ibVQLlISn6jAxJV3CT9zPBcYEuMTkL1mOes5j0LO1aPOcM18A33eI7lFh2nzuGbmFcayOQF0g5HDWsngGWjXPrqtHIhxDjpAOYoE4ywfY+saZ+IQPpgnNIHRRAktdSw6YUTZd0fr56qjQSH2uB3MkwrrJ+2njV/W8XTMfw/nl33/7/HjxcpLBF4i8BKBKQKnt6V4GMQ9lDeLScL3fPEk97NMrjzkqFsce2bRihPiqZLUQUVFQzMxY/MMj9vwbAuk/RjFx48dg3j0hKt22j28SBhJdtCUsWHiVNIdz8DTTk/RUIWh4hBaW0/qZA4VZaKMAlJKyimr8OKQS5Eytijaf2IW8GcGtoIV1cw8xR4PVFUmTrtrC34lqE0bIH+pOI4Bto8vzDtGYiyzJvn4hSA6qsJBR43Kiql6Yu4hDEompj6xrilRU2XTmj9JKQGOV87yy8es2h4ZZsmnGPlZmE6/WG9IQNxzUHgg2bFar7TerOWflEZiIfbuyFYalZhbaZIaDp9nbReH2LM4XJ/FwdOH+fDlSD8mptbsFZiXWut3kmmGAd68ZzE271wPBxgDJ0O5zwqZdrT2VRVBKiSmqo6QB4Rgxs9OZyQCLi9f6dXVaw7xb/gp+GXwCwdrKZFLGTgQD9pwcFoTj/v7e91+vpG/JfDgOD08aLMyrEn+bDREEmXEpp0Q1jyTCpquvSypwekGGyBke/W7XRy4/Y2rDYmkIQ4ndDHG68IQ+aDdcbhfcCC9urrUxeUliYYzfhLfKrP+wl8cVgXh906b9Vrrh5VWrOsW2n9MeOAAJH9C94hb+Bc0PoO1jxxt5HKmYiYZIpP8yZmXfXxvuoZYLdR0rWIuJeOH2CV1nDyOMe7r2CeGpi0ha40GImUkD8zo7NqFztlHl8zt6tWVApxsub7WKyd9OKy+IjFzdfVKFa51cXUV3wy6JOl4cXEpH9jPF+ckVc7kWM1w5n4SPv4DwufIWfYikjBXoePKv14GvCLR8+bNW715/VZvv3qrr/0Hcg1ffxt/LPerb77WHsz/Fv63/6Jvfvc7vfn6K70lKXSNv1fnV7o6v9T15bVev32tt2++0ldfv9XXX38zAbLIv379FXvvLfCGOVa4Zn7X+DHP8fL6us6Rdb80oPPaPPauf5Xn0smwS/bExbkuLs4AY7cvgr6KMRe6vLwgPpfAOfFZaNF27J8KlV7AW3BdGNBBvJxQ6rpOXdMoe/0BFizWLVaaisKucW12LDzEjCGjzP1uuM8YTZD5EdSe09qjvT3jeqCxpy2GAlRAuc5sPWPJ95bVaiP/EeT3P73Tn//8nf745z/r93/8g/4IfEf7+79+r3fvftLnj5+4rpdc6054269CbFot2I+L9kzxTTv2qPcqk9UM4QeWn5TwCV/AJRM7sAAuk0nUPhqmphH9ew5zdALC8x18T8QQV2qYtSg3ETWsBUNQazvmZq77IebtXyW8u7vR588f9YkkkP+guL/hVXiuXrJX3r59ozdvvfdesf8v41pGEcW6DA36O/bJmZwc6pwEAtq2CRkRZVscJiwVNyMuuMp9BTLuNT6C0+X5gOCGqOOQcZ6CPoWWOve9YPCix0K03BPxCD2JcVmZNWlKi69AbuEVhqCJZ5T8gRT3xojdyH3WseR+O9g3HKXgUmjG55AKzM1cdBDv2keDYhr0c2WaLk7gSwIyUHhmVhCfcUzUM4SD0U747JjMOM9dvGMMAb1EYt9+kQFizFz2RmdGxfP4UEQDbP0Ci5gEgg0pfzz7wNgSd3Ix+wrmPgYPrFByVtt07CH2ip8HsR5FOU1zzIqP1XqMStY5AAAQAElEQVQeO4Lud4oBHB1U9msSo+VyHOus2ldr9z4PmXfHRrlUuVBvNSYCH0bhsjJVQGEMNAxVQ9N4z59xFF+KtKBqOSjyAMZaT8lZtk2NnqpjL8g400Z2x7TB44xPwVKnnCctqzfg1ZO+J4xjfcd7xXzDkwF/V0ZM6+/qwYvxlwi8ROAlAo8j8OTONPKyoHhU1q60HxFU3FvHOJPtO54h/JwM+agQmPEpSetpmUXT/BR/KlI5Y0X7OnyLCpaxQY8fJ/Q9XzzfeNDN3Qwf/YSf24+wzRMJRbCiL0XtyrqE/35hyKXwMtGo8FBOfqCKTxWAOCrYqw9SE0f8IBP1PCipUrXWc59910Sg8rHY1HNgT3OdRYfRM6zdtl5yUcyHeUmZDiADUE9KsLNSpgegMCrFqPhVK1lDCl6C1kSllJRTAZIScVPoz/q5j3tnqHI51nxgPv71En+zxb86sF6t5PbOL8ohwfyQ8QLmJM4fRT4MLBYLXZyfywf3BQeEjnbT8CIudkeuFuIimcjKImosng9oNfGz5tCyDRhIohzkkQvbYOSDjGpAuwImtU8RQ0J034Nl86KdCBUHHA62ZxyaL6+v9YqfhvswveDQ7kREw4E3JcaIGY+8d3No2Kw3chLICaD75T0/Vb+XvzG12qw5ONr/Da4b/JKFMQoMBeDMIF7g0Zc5uNVDdVF9AaSn30bCbYMux2XwQYU5hwrGuFi2O1sQ7wsSIJc6O79gDTj4cAjKXhT8VEpKphnQs3b+BtN2s9LaSaDtinMNvsU6IjAX24lvHbmPY8DeKARlFhMRtw8Gx2cGJ6fMoxvRkZkaIKHMyxnaPpkIICT0YYmOWjw+M4+GA0THIdMHzjP209n5WczzjD3mbz95zmfBMx9YXGjhhA+8BbHxfmzZg8Z7gH+OroVliFnIxxj2LXrPWXPDJQmgy+trXZNsek0CKOAtiaCvv9bbCb5++7X2EMmcr/Ttt98AJILoe/PmtZxEuiIx5aTTFQmrNySx3qLH4779hgTQV1/p66/Ab77WW5JM7nv9+o1ekSiav1l0zZhr/Li8vopf+7u0b5dXJHGA60uZ/+r6qibJSPBcXF2R7LkEjM/B57L9muiq7QsnwSJBtJB/bbPzN7gc7wmc7DH/gqTHBTEzHYf/ruOAbWiUs8ELWtct1tB7xFBZj+qD7GnHMd/0Y2CPoJOtGZfPAFHBfKy6PSmMkeyr2EMTFkxfR8vlXXwD5q8kev7wh3/X73//h0j+/Inkz48//Uhy5JPu7+7j2vO9zgfTxF713m67Tt2im66xBpUoxSbWp92Lg1AusKeCDOOpdepPVi7BneROEVfeCWOH0tDOPHfAFAR84CpETWaeUKq4DjXLMfI9/BNJn0+fPjO/z/HrbyM6fD14X74hkfoV9zvvh4613+uwQSzk3MnfOGzainNuVADZgEE4sIdqO5om3RXZieMZWTFRI3nhX03bch9dc0/aPCy1jYQ390X8q8NDwaSOmGGvcmpviFkdfPvjb2U13UJN06r4/lEKbENmQJoAxD1vMPjbjigZDMSY3UQnhXbQyHCTpAd/bcdAK/oQOyk2ccJ43LD/ZfJn9sVY8RoUqrPHVJ6YdX2ew2QPSUn+4AnLH3XFs690Ikl9XAa0hGaYti/sVyhwhM5syIrPhIKOahrq+ETb1cQziSbQYZQp75/G9+yOZ1Fb16GkBrtYPJoHAzUS3/iBR8zBHDRaZlpPBsE8GMzMBoaFKor6uQpJnLEvCCNAgzqihjpjxTrCnHUaY7dkxkLXEbW2lMHjHAtjD5+x+7goZPAI2/UPdkpGV/bcwaEzekOcxauY2tM3QP7KwiR+pSRmkfT19zeMYcRvpThivxVfXvx4icA/cQRepv7lCIzPdqXg1jrIqCxriMbz1TwE7BtgPBOflzzlIk854e0fLL7/zxCvHCdi9XloYcs86pqbX/R6Nuqx1uGnowc9GpDSJOgEiWVnP9y2PC8jAlJKyqWo5UWuiReJRg1tP1gdDz36xIMYmzYdao/6D/IzNWOEviR8LAL9WIyRhzJ32jg+aJ6TJTwPLx5YvAzswX3PQJ2HJrFGJRUlxuV0EMYdpZQAeGDqqcBTgrYEiFKpWmtCsBVuBmGmIRq1Yj4DCYcNyYf4n4J4OV/7DxNvtxpIfNTklhfWIKWU5cN61zRaLDr5oLjwoZsDQ+uXcBIcz61b1vzxrAFs9v2a5MkGWJEAcvJki6s4RB3SjjFyiuSJ+VJGkcHzMzaE7DOVh5vNEKN9HDIB9qHBvl+9eqXXHIou4xB9rqbrVHiJk5LqZ8C3ndbrdSR97u6Xcahagv1Nqe16hf9rZLZAj+fVz9nYwEvvYEcM9DbY7jr2d9Moh2Oj+t029G/XW8WvlCHbAzEunEAQ4Q7fzvkJ/vnFNXE/U9vhK9eJ8HVgHyZwSsjiwtDv8At9q43WTuhx8LKdeBFFN1K4ONIcAPyOJJAHAvg5FSEUBSJKJjZNLmrwv4n1LspgKaHHugzow4YHWpsefTyvL8IsS5yyAb3KeebuMbtQmevB94nG9w0DB5D4RkBpuX8AbjcLNb6nuP/IZ/uezbMMUKC7tlPTMq5r1XGw7EiEGJ+RFHkM3cWCNSDRclbBsk13hi10hJ1G9sv8M8uQbHTC0b9qdnZFsubqgkTelS5I7FxdX+nV5bWMr66vSUJd6xW4wpWuLMP+9AH+4uJaFxeMc0LHeoGu69Thf8wpN4Qry3TTFfgdcznD1wqd5xXza+EDjOuibTmD598wHiDuDRDXc2ChW3xYDy8scFhH+txD17G8t0FA9NEJPpTaRjV68wSHXu8fQ4w/sRUNb1GMogMFTdNM49GjzN7faHn3oA8kQ77//nuSP7/XH/7we/3xD3+Uv/3z448/6vPHj7q/v9eGa8T3Oi4h+RDeEJOWfeC/pdS2jkOpdo5dq9bh4As1xpGJApkDuJEEIxd8lMGCxdUBfFY7tI4o6x00bAFsuSWwFWbmW0rVB8mYSvs+7gT+hw/+1a8PJIBIcHGfGpnYxeU5e+qVXr99A3yly6sL1rirfqLB65jxsSGOvge2jfcx/aWh1/oLuHoQxBcq+3MMVYw5cB934se/jnZ7e6PPdze6W97KCfSeZLXtY37yB3uUOtYEP6ggAJSIgPkZ4cx9p2GtGtaqYV8XroOGaz/nctCDsMeBKKYMkJQM7Is3Gdqjd18FsRf5tUT4RhCyIdFKRd5X4n41KJ2oGVibeLLSp0xXTiDGMFb+DMTcvhncxsdATyoE97wdOtywQmOgWCd4X6ofVcIeePyM90K/QBTsZNVEXMd+ahXxZ11SoY85ZIkZ+tkwahiZbSThTNsWnRTE0KMAmrV4IECpbdfRiMqtE8goMZRc+2M/cW3tHC9i59ntB5QaC0tm5HOBMp4EhhgjMYyKgp7Qt1eCPLJRz2M93kAb7UwmepGqJYaGwtr+cn067styhx7MHhr/4NTfPvt/8An/Zt1/cewlAi8ReBQBPxriVj7xjx5iwUlRz9XAoy/og1g0n68SrwaJLgOIloupJ+CXhWDOstGgqr4dP2cqh66TMvgRN8Gpc8djLXDae6Jk3wgbJHWGab7PeeWfrs5QB1apxAtP4qFZeGlreHFYLLqaCMo8RunTyWuBLRmqhif1o6cHGp6I7BlHsiHntmEvcEq4y8DrwKFjdiWZNdblYm1y+F6l3aOTOVQNEecYj3Xk9wctxic0pZTqUGPIbAxnBJ4raHnEPrZPV9gCR5n6cGJgkXsO/xsSPmuSBJsNiYxtrx3Jnx0v5uOOgTussr5ifQt+NF6rtuFw2WrBS3frF3DWLuZ9NNfJyhEH47bZ9/LfvvGvJznp5OSTwT+1J+uEUD8BtvFPJ0AXxboNkKF/pt2eIXhWASN8yz4kNhLxhgWqczg7u5AP4v7VqovzSzXMKeeEiCG0EI8B2OF3r0jUkPjZkhTqHS8SOD0Jl4F4DczNcxiIlQJQY8y8xTwy6hpi1TRJpWHVMDHS1/PT8E1P7NFTdQ3xAkoXoxSfpmniIH9+Xg/zCw49DQegmBvrklJSBoQ9r13Pmm62Gw7D6/hp+w7daEUf60ktf5ygipdyejBGHXbdJcvM8YNhO8J/Y88h40/2HDwp+kPUOqzTsQDDPipodz+cAR8tPwOsQ8GGMER0Yo2M3Q4IWwiAc67r6UNHUxZx+IjDoPejgcNgtI0DmioTdKumLXL8CjE0DiCmXdfW5IhpJ4FIAMW3Ydgn/mZNR/LFe6ZCTQBFksfyjG2aDr0NOjrgTB4b/XMSiKTNxcWlzgAnhC6urmV4dfVKr15dA691RVLy6gocQH8kfi51dXWpi739c/TjK/57LQjWPoaO2bxOHT7FN3wC2yegMdhHA3TX4LPj0aCG+O41HRPmG7wzhtgnLOeRgPsMZs3YNOCFBh3Kcf8xfZCQKp+lnkk6K8+MAwWb4jZe4Rc1jvnXnrZxT/M14GvL0GsYOdH5fhbXCgOTfMdVwlDJWU0p6tpWLevZNK3qHhcfWwCdlAMvo4XgyeDYzwAjyn5Y3lNSOaKP+D5wMgX1VKYd8apXyv6XqYE62vOVeu49y+V9fOvp8+fPkaj2/TXh1+X5BfvqWq9fvw64OD9nvY8MWhH6vI/atqOPfVAaldxKubiXu8GMo1mrRyoqs9Z7vxm55f72QDLq1omfm1vd3HzWcnmn1WoZfnt75JhXkeOGUZTkAEIAplgIFH34lDN7tmu5Bjp1pZXXqjRFORVEAGRjyJBE7oHWoeSJnLGbIYuvEWsbNcPYncdwPOiYP9P0ew4ZH5P9MeTEKlSfBCU+Vg86FGSy+Od12MtYivVFahe+QeyL+9xgPxtNgPmJkrVBo5PaLRhQxxI0XVAVVsBuxu89BTFXz4zxt70KWvG35EY5ngdFuQAxl8TgDNQy8DzwN4BG3i2GiOtsjP4Qq22TM1R/pWzGLAY+LrUrI1PhuM8hC62HSnY7ZGalNBi5r7EGXUsdxrOfZsQHHPsjcK3msTjAUFropYau/aEDcsaQ/wXlqbYah/8C1Vbxd4L/CXP4O4XuxexLBF4i8P8yAnHLpfLDK8DnqNlgSkGl6cEdjaliCJSFDZBPZB6PSpoffOJB+lg8hYqoTUknd03bGHnu+XFlulqvgrWunFqbM/JgNv4lCDPpVCq02MzEnsmE33mKCW/cGrAx+KUbGDj8CRxDkCkpq/CS1HadFrx0R0Kha5TjcBlShyoM0pyxddE8LuHnzMhuGfYMCLePARZlrxJ6Lpaa6S/jaWROsRRpWrAcLf3iJ+NjnWtWQkdKOcbkZE0AWIbg1gquDG49tlNHu+cRTG6aa5vGLAylJ0GwlX9Cu9mseSHfwttp5CVt5M15ZK1YPjnUCd98+G85GLW8fEfCrm1USqMmFTGVOuvJVg4jgl+pAZ09iYgNBwL/DZ3t+gHb2CSRMpAAGfhJsdi9OMBIKzkAPweeeOiDssYAV1MbFPYnXB/EsQAAEABJREFUlpuAW0QJ5xoAKniZ01fDnvM3gZz4ueIAfnl1Hoc/z1NKOv44Dv4flfyHYp1Y8QFzQ/Jnx3zqr7NxuGR+g/2PgQPztv+e0RgcV7gAP8dBs2Hfu3cXvyKx1TYSNhsOfugKPR5fNeZc5GTC+cWZFhzgzjjULbheCi/eKTHHaY/YTyfuBpIwW5JAXtc1egfowck8qyRKjMACuvHZPsif6DMBTLTXLERgMQDfBvbIDujlhFfPwXOIt2p0Zc9zGmgDJ0DDk0dP1iG2mfa+RD8cSv1b6ejE6L7GEdN7+SCSckYf8XGMTsH8Y5CYeoUgaE9lYJMP6K+H7pEtiCXa5oGQcjsQfeCpeLYhYz/RQVToR3bqZyrYy/hoaJRZL0MDrtDFIbY5M16Q5HseOtba4P3ace117N2u6aq+yZbX0ZbtU2Z+sx3Leq83Hseeazqu17Bvm6ZbNbRzzqrXiB59YhYHng0w37BXgzP1Wc4wNQOFcEgTiOAcqlPZE1UhVPujxjezPC+mBhlUYKpaMOW18J7s2fPe/xvuLRvuNz3XqftG1sjCmeslp8xOzBI46JJViEPD/W3RtiotscmNMrYpOnwY40YgV8kt3MohS6VidnDEnSa6qephvUDN5Zh2kAaS7o7Djsr+GjTpyThRSrZ6hhuHEZLTvZzAX5IA+vz5EwmWWxIs99xPejXM4drfdPSvKF5f6/Lykv22QGNCx1yy4pscuQksesUnvI0LEVvwMgmhnAs9teAihKV2Ck/os7++H/pXZD9/+KQff/yr/C2sv/zlz/rLd9/prz98r59++lEfPn7Ex2UkqH0fGdDkMmPThoxmg/DNYDpnamyFz1wDja+NdkFcWqAwIjEUOFGW4RlA+2KBCTwZ9oavn9ptvinjx2D+DO6b6YrDv3h/yUqpSIaMPzKIRymYYTxaFe9FEj5nqgQFmISKgk+yb94clYFsEI8qFB5xUBGtY5wfjawjPGPfty1uziBTxxA6ojpwLSn0lZzVMNeG9ci8BxRjFcWcU/Jk5XnGc4nk6xDzwV4oAOvoYxsBjANTWM+jftSad+DQcgnIyAKFBgIDMfO1VMPmOcI8KpbKmZrCNBQw9YdrjHfcD7SqqknGyEMDowfLKma4Mn6i0JLPQQg/1zHx5v7wZOL9ejSP/vUj/n6S/0i+/v2i9GL5JQIvEfgNRODxDTlNPk14310fcrVGJLpdzQBvKuZM5C+in71Z2rYBLdNzjIfXCMCYSzyIJ6HTnlniCO+9h/fUy1lLPOmRqKXKjbzujE4kYG+AtkxoozulpMTDs+Glu2sadYsuDuANL+A5N+KJXj3bG6iaT5unrSrxuP5ytL40eh5REw/WNyh4Dmh4NcrT0WhusoDsbxVKtf1MbemZbTp7/n5pKkk5wZleFO3XGC+M1mXQ/jOaQtTIcsbSxEDfRAV7wFfLGAs6mFTm+bDrg9GOn8r5bzSM/pUD1onuKAmdKVEnCaTqXlIpGSgBDeuW8TnnjHSWqEUbIsrEgcYisfPLvm36cGY8YHsc49hcZajFIIqRWwBjqe1/XY+5DTNIV4My+v3SdjRNDwk99k/eU9FiXM5q2GddVxMqVxyMzs4u1XKYSIW5xByStyswonaMg5YPN9ttL8erzmUr/2SzjwQWh6HZB82f6puIKyZl8Atz1zTY9yxxkSRKJJTQselJAMVhFT4qrM6UD/Mdvp0tzuPvLl2cn8X10sRLN/6mhDSFt+2B621HAsg++Vdc/E2IHUmmYUqwhWQ1TagG2caAf7aDhj2iM5pRMQ0KsoN6/O3x0TBgZ0SB+0LOeg3RmKuwGA3PvxIiFgiaMUN0HKpZ52D9NEDYxz0ImtU9VKCIAjHpyeAA1prIoJA+aIZN4ycdMHb9yHx22pAg8x9DNyxXDxxOj+F+ahtXuFve6Y4D9/LuHvygu8BL5O4BjzV/SV/l3S0f4JsGViut9jC1l+attVw9D/51mdXUN2PLrqwX/gqfzbf/Tq6adt9qiT5kKv2A3bU22HZSZLNZ0TaYb//se4XVain396y193kEjkj+mkL4n4p5weqKHfUNv0JtXTvXLPLRWNYwWqF40gzNmlo250YlF5VS5G/15Pn6iDG1SiCzfd/1fikpq+W67Ej+tG2nrmmVc1LdQzr95HzaRkoT5OK+Z0ftx5SQ3TcnAv89E+bgw6v3/dSB6gyJTuzmAJpTsZzX6v7+Lr4B5F+zWi6X7Out/AOV61fXev3qta6vX8W3yDqSJjEUOyhmjlVv2zbQDV3cZbmV2RUaFPrx1wmXrEZSmdYNf9FBLbrhsibcY5yMWj3gy80HEkA/kPT5Tn/+85/03Xd/jmTQjz/8oBsSQPf+FbxIzvXoDC1gikkDpPXiFKX6AAEXmvXNrE/jhGbgVr6f51yk5FgpPmPUR9Wh64j5t5J2bobD2J0DxtoIyAEFMik1SfUBCpZB8eowUPfcd0ffszV98oRBRyQtlyFiLNtx8wl40cy0b8a/BMhRTqWwSgiDB0kJ8kl1Mi4zT8BzS5nwJ6gKNGKo9+jAvXZgriMczx10UvLUmvE02VNumZp7ZOms+Zoz27E3NnhN2KIRsuGZuBU2GKOpLZ1dnQKDPc7+e9PHtOcwW7K4kmwzo4Vldw2Yf6oPVWb+JyE8+BU6ZrkZ/4ohf2eR02j9nZ15Mf8SgZcIvERgH4G4j/Io4C7uh9ieb8JPNONnIcFN8UCEEM980BiHSj/4aQSL52Jgt4V0BR19bMQwsXJSvLgqh7SmDx5C2VkgxME8+DJcA0g0j5Gfa7QtBzoqaU8fKLOeSpp7DMjPxvCB2dZOv+wEFUyllJQ8D56a/mlrx4t309WD8fxADfFnqnggP+bPNs0/pt3+Gfil+fA6PI0+lRyOVkxKUsBzhh/zBpaAtwjYMU9+gpayX76TvKZKJB6EPoqM5Q+8GjY3JkAAXniFLhHH6DA2RMNVSGAT2nIgL/rQD+o3vTYkHpyQ2fkw741If8JuSgl/oIy9TuAETgk+OPOynaHjYGB72XzJJgwyT4fPwPoPvn6mQ+VAEmHgwCDi6Bh7TA4aHbVx0FW9px4m4NDAWGYgz8XgnmqN+WJnpmm5uzap911oz00T37q4uLzS5cUlNIkVDn+Zg0WSPwPXqmGUD2W9Y0YCaOfE1TwfFMa87Bk0DqFZTD9eCa2kAo64OxOXpisczjoOqByoiNtA7DebNT/JX3Nw6/HXwAB0erDD0cS4VguSPxdX+ApuSZp6DkKH5TzCSzjimxNTTmxEcokEh5NtA8kh+2dZmcYh+45BF7rQgDFKiEzmA1nOa9Y77pGo6tXjN9GR4ts/dUit0cNaum+wTNjZMbcddgzEEx4Gq/gX6iEsu9P6jI9HpH2ve2q07TlArFgA/IJ25wTWMhAbg9dyYC6Oj7/ZtSZGq/VGq4c1yZoVQHLGSR4SKP52xTIwiRIne+6WJH2Wurm7AwMcuJfwlncPJH3u42/QLM0D7uDVRNGSBA8Jl1lP4DVJmAf42HQiJxJByERC5yH6VkGbt6RtbDBtmGnjI9gnd5DBhxUJnRV6NtjYxLdi1iSCbBuwH8wpfLzDd8vD28ThfMN6HVYhwujYBsFaOKAnqzB1TCiWOOgQDOq0QjdCA3DKry2bquDV9XIaT2uKSg+LsUEwBuGu6+RvulxdX5H0uJb/OPeFvzHXcr1xz0qIeQy3TiWum2IoRQ33gsJ1P+MMP2fbyvI/htUSvEru6yomy89AY9/9iwRz4YlArIkp8bR/pgxVNR5gl4LaSpeSuZ76SNR5f97e3k/f/nkgWb3j3lJ0RoL7Kv5u1KUWizM1TavshERGK5CBhnkbcvYzqOrOpeAyMjJAgnHRxATHrQG/t9oOW/l/IXMC6v2H95H8+f4v3+mHv36vn979Ve/f/aTbz5/iunKSqOe5M/haZL6TUk93IhM0wHNIE2R82IP9BnJu1TAnQy6taEi5iCpubxCUVCFLmX80ohxmAJUBuIhQm56B5q8qlq+CuKWcGwBtxDGnEnS1nZgXct58DBnZtxQYNKhdQg4x0zOUmTjBdUzm/rpnW1llV1auSDOOJsaJO7fnaLF4+FQHVbGndRWcakQpii9+erLF8plrKTPPIgiJa0d8EhCFAQMPJs8XY8GqFR3H668c7By40mYcKLdOIZZbBdtSyYycIKSsHsJhsRk3DbAUA3JQVBAUiKkcNXxhwo1xU2VkgC2MBrK+Yr+zm/gBChLsckzbF/MqnPRU1q+q9x7IZn/VkL3Qf9TmXsF/OfHb8+i/fIovCl8i8BKBf8wI+CUHz4/uubROCo/V02fbSa/iNUb+8CCU4YQe5Qekn8snD4dQqv2z2kMOjaS48U93ziEOdJJfqkIOQXfxPKzNozqmQTVMT8ZAyFskUSUPtPLAMFzsi8G0YaaN0XXMMi3PGGXJWPPHwqbBxMAH/tlMwlHL+tEZZqkoFj5A2ImKicKeSCjKkfTEP3CgJt4c37nJwJllUkiCBzAStVFpuGE0FknwkpQMRX7JoyEpyf6LuWj/QQ90DrBeITMBchloeGFKpVEqRTIkMFJjyviWWJnE6BlEmybxY9cIARpCOlBUtiX0RuNJZZ3ez7s4wDuZsSMZs/MmQKfFU0oMz0roSKqfGWd8NZSUQsZ0hSz/gylDViBqinWHoz37czdBj+8jnYeSPSjkBnQBvJibF2C+9UzgvRsA3xilFMfaYJ0zNo0pmpTaQKHjnnl77LqFzjkgnl2ea3G2UEsissBnKRk0Ij9yue7kl9d+t9EW6HnprtcbGr0fJp8QriVnQpDEJCgxKby0rgF+jm8XdBxU/RNsDxi5dp2EcxJoQ3JlIDGBcXcB1mVoGNfJ3wK6IGF1dn6uru1UOMClxJqydqOBEXbJa7rZbjggbjgQ9hwWd8RnV/cO/jpmA/OAyQiXQRmUgZPCFKPNmN6w2YUuH+DG+GbRXiDE7Ld198zBMhsSDqv1KpJb68D45L+hRCKtZ9/Zvm0eA8FC16wXcooiUZioJAh3hKgl2dHRdpWUQAYhZs00g0LDtH8zayQf1OC7137sPD986ndb+VteG5JCAczBa+Nv4my2O2K6JRmzBjYB/qZV9HGodf+Kcas1Msxzs11rTdtxqHLw0bcCQueKNomZ+NbOaqWVk0DLNRiY+fDiGz8kcfwNpdW+/wH7sxxjGR9JHsbVbwK5H2B8fAuI8dE/2TZtv1frBy0f7rV6QBYZ+2LfeidrWUfHJmJEKClBzhUho7uuQPBMBvFrKw+Y4TAm1ifWplqMdiURqvLeZxW867zWUuekx9V5JH9ev36l169e6fLiguuaa4XrROwNXx8jV0JGfy5ZkVwtRQ334AJ0JBOK90ZGwjYNlnVb8yeYgu0CIBtdxlNftB9V+649EXs4/vYKwfR8PJvAniZiGbu4hyIa1KVgA97A2jjp4m+g3Ux/X8fr5vuA72NnZ2e6JBF2eXkh//pgw70ie17oQINi3uwEll0AABAASURBVLT9A5im6YhRq5a5y7xcbSGKfzhi30xxz5jOxHQhQ5f3yeZhpc+3n/Tu3Q/6y/ffx698/fnPf9aPP/yoz58+s09XsU/atlHbYScSN0X2x0FEDfo880C1mn4FrfYnrGf4B8j46PGNdeWiAnhemWtcWax0VspwsjVwj0SD4jNbc4N+Aci4BWnhIKs33LNjHGOIwdQxIXj0uTbDKkq2LkNibsZFwhOFT5ZI8mfgXj3sxojJiVpEsqgQco06qKfFfQcuKzI7EcxD4yAH78QQgjx3qGuxoYNw5T1TowXu4W4bQ1wx3n5nzxUJTXMw6TEj11vQo2siO/vizsqqI9BTicq0zko9rVlumIV1BzHI+8HUMVQzGKEQbAy7t2qNutDOQJQ9Ea0YwvrugBgLNi+uVUIeQlFlrEPge1B7NRDw9rGIwcg9Kcg94f1zMV4i8M+13i+zfYnAP0wE6n3bDz1TAOV556enG50HKtFyqZjnPo8R2ghQ4rFYX0jhRQvsjsmG5eHEGL/YmX4K8wAPmv18KnXMGUMjz0MPne1aINykOrojW6u7Zmw6wI7DtApD8KbKw9Gi/fuA5s+ItYN0yKWk/fuRH5gGPffBWLDH8H5uSdbCXMJYpUMgZJ9W9aXA8u6zvMF0hbllXFwF29YM0ZDss5K0h0lwjyaCIX71NFQ3YUzOeZqZl+1cWhVeYjMg2spFAzCie5T12I7qZwQN+M4kBn+tGjypo8OyoKnk7LbBA2CCGBnvMj5gjP71qx2vN+gYx51GVgapKEwP65AeDjoUO6AjydrjF5/MIh6LoxZbNmquoVFmXoo5iT6gZ78aEO4Dj/CHSDL40DwfRk37wGO/GYFR9DIG4QOtnmYFCMIyySBRCz5kIOyDoTOHos5/g2WxkH8NcQFu28JLZVKIxR4feOfrteMgvyNxsSNBMHAQGrg4x7BSa/uFxWqKOhOP0JFpEE33OU4+bHVNq4ZY5MzOYB47kgfx61qbdSTmBg53nisR8mDihjtNo/gGkH9ljaRVu+hUOFAldHhVDBY2diwdsy2H/e3sM/Gd9YkVHHwA8DywzzQ89BnAa/rty0BCoCdBtQE7cdgz1nF+MoiYDd6bEa+NtiR+NiRDtsBmuyKOG9Z3rYG9Zz80GU8RJ2vDJsjNgKnKxLMCnVHcAWFxgEIjASLa4gMdIo665Fhnrq8K8NAnAwOZogbis2Mddpte/mbQjmSX21vmsQf69zQJti2wBrYhwx5xv4F1jNgT/x6o/VticYA1SSLHZEuSyPFZEZ8DkIxxQsZAgmZFcmcViZyVnASqcJz8We+/1TMndgKTDDroRB5b/hs5G5J3PTCwlz3XPdC/wfeNvwGE3z7ce+29Rg5lpnIcCS6FwE1rN8uYM7GEKDL/sTLrs92nGr6kOatpsvzNl2uukTdv3ujb3/1Ob96+0SVtfwumkOAZ2Z8BXANipyQmZX7L9eUERWkKe6WIHQNMJVdPYn7BMgVQokk/g1QyRC3BPjknBudQ1T4rGCJkrndsREoIuSd8QJ9xqHYVveIa6uVvmt3f38ngRNB6vVFKSV230BlJ4qurq0hwd5FwzriYrSogZ+7HzHn+Fme04RVlLBiYM07YHxCX+hBf/KCzFkS8Tr6/PGxWuiHR88MPP+j777/Td9/9SX/80x/015/+Kv9togcSizvuNy331rZt1Rga8DwfG7BWMAUK5dQRGOMToM/jsv0v8j08x5p5fgnJXMFItHMQ8JhP1K7Go1m6LWIDBIk8JUhXg6sZ5sZw6tpu4mPL10dO+JYLgxJ6K5Y/6LXkSFAH9uHAM0TgU2X4gRyq9j7S9OgAnhgn+PFYd4a8DblhbJjoSvopYcZkCzJjzTZLjtFwqiTEaQk2FaV2WD6J4c+5UkWUAvt2G4Sr/Xg3KsxzK7WJvmeEpr79ZkTELmccyIW4F/szC7FO9FPPjBMcYzwuQFN9tE8YixMnYw4Nj6YV5ia6WId5MClQT4pVPmFi+Snvn4fzhVD98wTgZaYvEXiJwG8wAr5b86bG85qnwijeYcLJFA+0BG0AHZ6nNCZeyNCcyyTjRA6apHj402lsgLQ50GnxOENw90S0UKL5ARUvFHaUFwo/8AImhaZnOYUMw5ATMLgtTfrmW7HnAHi8Yerd65jae2+Oib18IgKAn/qoTTHGgp79iGmAl/ARwI1J9X4wbXttwFfGuse+GlcOtdXRh7DrCTA2USeIgZRgzVOe2/ID2MMmMEJ7yNaXEiRxsnpjNhLx1pEkzy9NPME3CXicAVJmm3Zv4HhRyLwcZiW/hLedCi/EpsdcdPj2j71IqACYK0Wi8nZxLDRPHPcyUmgUSim1ZbuwpzJ7bzxwgBg0coj3Hzge2NiDg4LinKSUopIE1vzBcJDg/a/9QJsX5rBOTKjDK1zaY6E00ydZMGkYiAL24lsljiuHb9uvMOJbLx9CNxwsjHsSD32/Y9z+YsQqFvB/mMH9BidPDpahkEO6FtvHthGMzCHCP0HuulYL1mCxaNWwHgV/kwPt0eOgHcmKLQdmH5R3ToDYZiScJt0TQiUjXGPDKOKXgpIwSgz2BxbbIfmX4Q3jjjmvNXAgH/qVBpII0oZxPTCETsQ42LXyr4A5EdTEr3V08ktv3S8ZOWxg0wdJH8w2TmY40UASKBIuxJogsm1w2HMgVhiD5dgOeAhf/hgbTAOotX37agxH2d3Wx9r1xH3D4XNNwuJ+ea/7mxvdAbfA3c0t9Gfd3Rof4IGD68p/C+RhpZ6Ew4gOGawzdNsKAI15iEOpbTrYQ17/nvXpScL0xG2Ljh0JKKGHbnlP9RzQ3L9BxuB9N9AvQ6zzKLcHBgzwDD3x6dHVkwgyHpjnwNr3j4Ex1hfypunfMG6DL8Y9dM86mA6eEywkZvYJmuVaaw7Ix7Clf4Y1tOP6QCLIsH5Yak3M1iTWKjCe5NEa2JCMWsGPtfB6kHCrelfYWCt0EusdyZ0d/u3wtYeusI5rboeOaHPNDfQPsUdq7B33Y2DDETevg7cU2Iwqyna35NyY8XO85/sIJbqttwIKZ0HwqZ655WRG/RbQpb5681b/8rt/AX+laxIhZ+cLNYV7K/c4Cve+USNETjn4TdOqlEa5FCCHOc9IX/jYv+MuRnD9mDNR84Vi1jG4e27vDUBQKpvrHeUWq8Ad1UTtlK9Bk9t1TwLoQbef7+La8q+CDezZlvuYE16XF5fyr7+1JIMa7jUxIQ8ML1HoEj5CwJ/NW3+wQ44OyoA/IBWeTQW+22v2lxNP79+/0/fffacffvheP/7wV3149063d7fq2T+lJBJQZ3r16kqvX1/LSbnra/w6W3Ava/ZzsW5x36rAeqsCaCKIgfszOJsLBlVfoc1PBX2NlDKSSaKOfvyVP/METdMXbI/LEii4rmgaPYJpcKCowi9WCrmpDYUn6EpSPD8SriTZlBJYMzCUe4yfuyPYo4e4Byk+9sV6rEPhTFSVDInnKmsxf8ZScfMERlruByg0VG/iUDZh+FkrIYDwcak8+3zMZYb7GVUJ95oymDbYiQrH3D3tLsQmBPV84Y2ADkbhREsCmEYULoXA9mUiKkKURWLuEJSY8oyrRK3Z879k24Ix1BWNbGX4UZvHNZ0npfadsDz2lPFP03ouGv80k3+Z6EsE/v4RePHgyxHwY+D4Ef2cpB+u8CekeNhr+iSwQbxwQiLDcz9oa6UZNO+itXN+dLoDzqHUF1a0wKqdnE155R54UR5PsGghRKn82kQO3R45gOPQXzsY7zkiPhXfkA1Ts6rbi9Se2rS2SQqSQqPW8TzjRQiGKjIfYPIjjo/4EC9ApnnYCn64EzSjqoFqOzrguZhvMG04ouehB7YfyfjLQznEqCihzdhyopt8RJCHau6dMIr90iuwZRJjjMU6DygYxrq+k7Qmp8Fy7wSVto44qqPDP7Fu2qI2vs2xUC6tZOBldkT3aA28PCb8F9gbZWSj2JeBQ+3gQyk+2W4FaoqHCf3Gc3OPIRhC1xhxgDgp3htibY5hnNYobA6MQ8HAaFTtx/plW/Yz7EYlRKI/ViE3dENZBi4qOCSQ+CA5UQ/GG21WG632sIb2oXQbB9Oew+heIeMVPkJYEYYGDqoVeCWEdpztIxL0CiDqtm3XWPCBAGU2pg9H/tUHr0HXLdS2jVLJEW5hYyQ5M5KY2XFg7sE9iaB+2GpHHNx/0C9suDXjLCZ8AHflAquoaToV1rnhJ9cJ/kCSYLddE48Kw7DBfc/DEQbItmRebv1tpfPzCy3OzuWDXW5bKTf8MJR0VcoSMCoxdlS/3WlLzAw9iY+d34gdK/ttTN8APTAvx00ktMQHLdTPlbp21FioUniGrUE79G9JPDwsH7S8ueNQ+lk3n290/5nED3DvJFDgT7r7PMONlnc3JDOW6tdLDcx/wEdWiZUZcQDAv4im/Q0a9lGxfa/HmuTHGvvxTRmSIxv86X1tAJ77hsOqf13GB9b7+yU2V9jcEu8+/D+orPOqC5nCdPTZEETOWd4vXddygJ2ANW3gTyPlT50DkTKTPcaE0DWQa9tpiy/3y6XuOSTfRYLsBto+bcInJ+piXWK+cwxGzmoV3CfihOOh07T3T+89xJqOxMpAJwWbyHrfVr2D3ZPn0XaNStMwnxLt6KDqkd+wFv67QavVPdfgA7BUTzJ2QDdKkZr0QOU9j0ZlQzwtGRZhwpYCaD4qdbBt9MxjhgHavLomhyFEl7C6rryqP7MujS7OLkg4vNG3X38zJR2u45ppmK+lx7iHEltKSkmlFPlXwHztF8vg6EGznnxiysFFQWBX4QE+QRdgKlzFE/UFxLStj5ViKalp7yXtByC0es0K2H0ZvCHB4m/93Hgf3bGf2NeOU9d28h+2v7w81zlxOFu0xDvLn1pbmyGroMd82z/EN8PKU49pca+rTrlld3Y8e7wf/Dd/Prz7Kb7185fv/0IS6C9yQuiBxK73W9c0JN8u9fbt64CvScq9ur7SxcU5+66R72kY25ecTVLZHEA5uOWuAPqNEc54mbm+HBtDCjpJmZ5clFOBTkgbQFGyu6EOWNzRlKWpA+JQWJFDY6bsmOkZmz4C+xKQMppTwNztWA/T/rPugWfr3LfHWbiDf9QuAfvOXyDCJ1cG6zEeD3GMLQsvjVWtYwWV8XLWPEBUoKZYC6wo0Qyq3gkmco9G7lthIqokoT+lpJT3Ilg70HrUsn5+HHEsUOlnL6QDEzNyzEueDQ2xbx3vqgBLdFHConGBqlHOiAAUWNBz8QrN9Cm26ClnbrnHWrF3qmwWeIL3Lod8Hf9E6D/MKP/hkf9dAz3j/y5bL3aei8AL7yUCLxH4+Qj4yeQD4ROpeNL5bP6k529jVD3Pjzn0hRt7IR5QPOH84ucXCVoKHEKHMftHtfmTvHkDD2vDXh1EjocQBLIUCEsGer56xowFMy8UGYJ3MmpKAigjMZSBlyD5tcQ+0LYa26sQM9GAr1WGgUclZKLviPkl0k55mu7LAAAQAElEQVQ80zcwz9ATfaZMGBvEy7ElZh5eOKngZkCiNoCmMhrXoQi7YRiwIsDYnRXbJb+sGBr/5Lk9U+k6pQYojUZeXC05RmIpKSWPSCJUGjigjbyA73Y7jcGodo6MmnECjmYwImbVD9ceM9JhkLwyUFGgeTG1/gEbO8btfMAk+WG7A7YD4A+MQ4VX0ghgB9ldqGoDwm84OUmBS2DvU+tab7ZaLdf8NHutOycQApa0ffBcT8mfHfOu2kJFqEyoM4iP+wYO9JsJONyzXoP9AxDYlyGSP3Mzo6NRw0GlK0WLtlEL3ZakAiTmkZiffR1jzr12cwyIx8CsbVn+TMSgBLemAJgoPShhB0gceAJn2NgloVNKUbYRRgys6+BkzGatoV+LirF+we2hB2iGsVc6fnre+lfVuoUKh72Ev0qN6ht2FlK8+Eo9/vYcnv1NIIPXiw1DP7qwJdZVzMUHbCEX7YgV/Ugdl9BK4CPRAc45iRngF8V2SGr4WykPHESX/uPIn29J/tzqjsPpA+3l7Q3JnlvdkRy6J+lxT3LIvPvbO7l/u1qT/NhoIHEz+5HDF2ZjP4kPlojsCCg+9kmsTc86+JtikQAiCWTck8AYSNx5zk4AmfdA0mUZ/t3rYbXSFluOUZh5OmUSLmEGy7XT12rORYWkXVtatW3LHmloN4p45MyAgbiMYArNjLdmZ5r21XtnTbJqtbwnNneRJPM3ox6I0Xq1jOTQwPXgdYm1wrTHkv8LDVHhsPddjdOousd7sGEHNliCwQxw/4717b3mxAsH8Tmrwf8OKF2rhjllQHy8D7fswYeHu/BxyRqulrckgJbo3sj70j6xfZk3NmhQiBc00ULAJp4AqimWCWnG0nRhPh5j8F7csDbL5R3X/x33BYC2+e73ntsDgc3ArMgztjq74Ov5guvkmmSDv/3jb8Kcc82YL2IwYnMgHt4jLJFyKcSkYT2LGujM/g5dVINnYrcNtK3/gBIkHuUsHhg6+EObHnks2FcxaF8K3QbzDQSWggH8shAaGRo1PplkwKTL/V7TDYnyB5I+y7t7+e83OcmZhqQz7gue79n5uc7Ourq2MR/0e7BhVjdj8x6D5zTxyoSNwjbJQCdTP336qJ9++lF/Jfnz7qcf9P7DB5KZN9xO1uH3WazBJcm4VwGv3lxF8qfjWXe4l6DVfoCYadReyyNvg+fp55hHbUbtcTlPcU+CoLid5Ptqdp8XRpqXDRkaLh4ry0JEodrzTTyGyaMJPe4NxWXS585kfQnKAGKj1aGDd6BG359ives1LN/nQtTjAHwXAGUv5WmYtqYDVI3RDl2mjniHWRMA82ewnAF/jR7DLGZMn5EBMorp2LfRojIDxKSoR0DMVvGxz5l1yykp5cRckg4f9x5a4a51zcpNu5v2TLppOLTphJGz52J9Bhj7YknDzKC/AMjjzMw8Jve88KdWB54ly1HzEYlmWeQR+1Hz2J9HXX9DM2z9onyNz8+K/Z07f908/s5Ovph/icBLBP75IjBwNz99to41CBOqDddmGEw/hgTDAPrFMsvNeBowq56eHQMPpomUX8oGXiCGEW4w/VLhcdEwgfTIiwf91H5QWz46/uYKndiymoBaPa9lnsKMT6TqhGptnQBeMpn6suIm8o59kLZJm86oD1X0Hpq/hpqfODOOMY4N2lFnyo/NYTIeOGTEboDwOGCYXnMGWFWUkTSo4UyyUIiG4vlQC0uZl4icGw6SnRZ+IW4XKk0rKomXkxqXZFGlVLGIwQj0XmcOvr2THMQsbNuugRFug54Uuh/xMroVQC1/vEvGMWq2Cdg0hyXb6sEDSYMdh37HxPO0rVlvYHyXMqoMoH2hzQug5zYoRZJisxlI8Gz1wKH44f5BD/4VIn56bOxvbBh8YO45wIa9wcqsJ8u/7mFT2ZWkgVj0jglJlN7yYPPoiuKhA35VjLy5jM345ANw4TDcLuphuHAITCmJYilg1DD2inkz/x5w23OnM0rVjW+zgbBFGyySPwqcQRkq43+RD6TZLF9Dw1bDzuAEEHioh+3Bfayx5RpO3Q17pW07tQvvF6C0SrlInBDGVPAzxbr1u5EYD/iM3xGPnQb2DhWTr04OXs+AHvaAFQOqXPBLEzjG9rVhf3YGYpVskwDsSKT410FWTrCwdksDCY7Vw1L+47Brkjs+nPbgnvVdkeBbPdyTEOKQTzJoeXsbh8aH+ztt1g8kgpg/+4tJyGk0u5KoDCDKCEyFaYwcpHbI2wfvG9s37V+78j7YbnaR7In/4et2Kf9a2s3Hz/r08aNuPt3QvpW/kbNiD/Zb4kByddIOSviQ2bJgFqAQ/454d6yBD9qGjli0pakyevQhfhSY1eeBPbkhSbUk4XN/c6vbT5/0+cNHff70WXckxR6I25qEh5NWbAZsM0FGW0fcO4g3i0cxfwLzYl3HuoZue8/A83r3xMbz2mF7oC90sb+7rlUAvpfG/nueGGMXbDYbLVkPr8n97SctWSevm7/1MXCdCQg9iBvjEBRlcglHaNTivUNwxGSCQRiPmvsB0WfdTuYtiYPtLb1XHI/e10KIMNZ+ToDSsD+rqSLyvSG+BXT9Ov7+z8XluRYkI5qmhMTI/dPfiHM8zCjs5Ya1bVjbBpnwGd1S2k9N08emgpyJnJEEwBAuASFzVPl5ctQ8kOw3q9qxNsazQTTGXIU2z9EQgxAaGLMhUej745L75trXFtdh4l624L7gBNB5dxbPFsfC4zxXhqLNLbTjby5gNwMGVt6EpSpGJOQzRNjnXrHdbnRPQtff/Hn/0/dy4ufd+x9I7n7ShiSmtGNfFb0i5tfX53r16kLXlxe6WHRqiHEGPMewxpxtKXRH5dbgCggJTz/A3IF9PYSXbiFyVPbDg+cWQDxk34v3d0EPvDojpKApVRMEHASiPmCacxfkXOoYt+jkBwqmAlhkTyljI7N3Im62Tzv6qXwnsMzAXCIONEbovc6M0OQ3lFTMMHXAM2XuMTzHH+I+YO2GEU8ABCnQCjAdcTpWBj1MAKLMd2NIF+ZlZLCc8cjaDFxbvne7nVwxl4xsNo52rYawbNoQHjDadNU20DpQ5j8FtqMMtQcdmciDavuoropg0F+E5QxUHPF9ZoyHGNjOjHOpY0x5ZMU/U1vnDBYzzZy85m7OgMtBzjgav7Yqv1bwty0Xofltu/ji3UsEXiLwPz0CPIufTjGeAkfs8Yjek4+YJ820l/p54tfK+RGCUzzY/aAdwQMvEH7p9sNe0HUeQzxuRI30ZBqKzugBe4z8wJ56fxVibmgJUWNDNP4jFbpiGEoodjW8ra7hpQk49jP6Q/iXqlNJq6gcHjOUL422nE2FExaaGHjh1gHiRcZrZVANH2tgHw9gcaxi7/i1CQ4irsX7Vo4X4oaD2IKf1i7ip7Ut7yM81bFhKUNOSQbx8cuV/5imD7zbSBbwyjX5qeq8pSp4MBSWwlaQruwTbxs5J/iGgv4cdEpJAvZDVT875lcP0339X404bLhd9xsRwgfqKjz5kbPQab0Q0TOIlhpexn0oiZdC+J7LZr1V/PoOhz1jH24GdGZ8TCkTJ7/AM3pSBYVyATBcAPs8cDC1XzMM+D2gx4D0IURueAA4/OAA3DUNByagZKWUVLALhc+j5CSYAf0+OI4kmhwTz9lqDPIHgjJFwIxMZQChSdk0AM5AE4fNRCejSGSMJIF8UO/jwMtpwprwX8ZI5dzISZjGyUInHrpOqWml3EipCIKrP4vcj3aM6/tBW3x1PBxn0RYxQRCV2ERmmJJDYm5hBh6dIbKvclbDIblrOg53rYzdxpicaNmybj6IPvgbCSSC1hzgN6uHSAD19Ll/wyG1woNWyPlbL/ckFvxrUEt/EwjemjE9B0yRrLA/iZgnHX/wOZqsSWBWAH/9Daf1eqPVcqXl3VKrh5V2JHM8ZyeoTPuQ7G8tfCbx8omEy4dIvHzS7efPkQRak7DqsRt7ZTLDSmElsWxZhfn72yFd1+jsrAWIBbjj+m1Yg5SRDkgSpB5/8NPJGMdgSZLMiahPnz7q4/v3+gR8+OmdbkkIPRC7LXPxulhNCT2TQyxQjvXz/CsvTCK4x8h7DvVa2JL82pBgXYLX6kcSi9aBfMN+b7pGTVeUC2AFSho4UW23a9nHm5tP+vjhnX5696M+vP9Jn6Dvbj7HQb9nj9pOZl4Zm4aTfQMfU+jDz4l2GwbS8KIBORXfJ61zubrX58+fAm5vP2u5vCVJvGHYwJYY5L3ck6Basc/u7m7kZNqGPWaeY2a19styG+Ri/bkGRpImI/tpMifvXTdTSvK1mLiGSlyPDcvHbCj6xU+eZLNKUJkRBhBt18fgKzraIeKKOeGw/XVSx5hm+OPlyOjIJsAFiI2Fkh3Xsef7wDWzJEm23qy5ZHr5Wy9dJIDOtCDh0rEvMwmXbKNeAyuHDpVguSMrkJua+mcc3VRVfqeBxLeTgHdcQ+/YDz/++AMJoO/1AXx381FbErgIadE0ur6+0JvrS71+da1X0BcXC+4bhfuILc3rb+z2BNnxqNZPe9ya9jwy2oPHuc8YyEdjocXMIn5cuxmfcm5g0VEnVAfkBKYc82gKMaMA0/v+4JxUg5NAdsMxNqa3QT7HrkA/Nqirc/TJmw85X8oD9EDcDe6CLduuJqOmnc2i222QW2GTtgcAMU+6MEvtApP1Uvxqbw9jih+UsGfEaBA1/hWoAb07sAujQe6bwU1fpbSRo4UWe23JMa5PMZcK7q2QjBwXY4ZS2N+aNNCywwb3A/bBGg00f3VhiUOvB+SCXhMAuxY/IY5LdEc1+UEnzXxowXCpXsx14DL77v4j8BzQYc6ETFYwY45B5bzURxFweI6aL+RLBF4i8BKB30oE4rbPQ8QPu+rTWNGTukq61/Ck+z/BSBIvqlQ85BLALZOHtuYPhim1tSfy9DibMTomThUUc5qpZ7BNTGzIiVI84t0Y/fbiN2hP1bSZezDTsGc8Jdxtl456IsLhvykTYKMjmcfkaffU8sPWcDzDmERUj1UcSU3jgzPTdtRwNCyd6hlH/CQyA3EYsOuWpYurAOuagIOI3xVKzmp4Ke26Ti0v6223UOaFPRVGod8WDV73RFt8RttgfBxsebnrObSHvUm17PdEm+/mqaco8R7IWRmwrZSSkt+eUlYCpCR/JjXkPkbZXr/dcfjaqucnz07YbHc7jZ4rYHneAEEeJaEautqA2BfbLNhqmqSUskQZOMxs0RnfAnpY6wHYYstqLe8YNcTFdAywNsahXeZlJUHE1HsG9Rz2KvT4C8CjVPc81uCXZ4zH+IwmrqWGw19TWuXCARCerFf+JKJO5L227PcxMPMMpfRDUj8pM9vYYIGKsWfd2MjEIoFr34iPOw2RhOCgztrCoGtgGWMnyKI+WDRd0aLrSMYsYg9lOlLJkvVKws3J5yHWbksyZGC9BpJMA3tVzMHSQnMAc/F+GWwzeCg5KvY4YyM7RrnRvB6O83q1IXkH9UtrEgAAEABJREFUkHRx4sUJoZ33KOsaOqFH2yaxED5Au+2DuQ/oK38ryAfZuzs9kPx44GC/Wq+1wecd/oz4bH+rn3ZqmGZp2uDY1Hn6ILxEnxNJ6/VKGxIpPXp69pP7VuytBw7M99i6+Xyrz59udEMS6v72Viv465DfauDasmZDjRMRYP5N47kXDrJtxP6Mfdk5AcR6NAkZsRUB13VcNKKKVWRt1xySl/d3ciLl80cSQB8+kAR6R6LlPf580urunoP0qvrAWvnIldCQWJfMqjoOGRqWcMkInCpo/mCtH9WTJN5uHIc18Vxrh32x1l5L76HwvWlYz8w9QOhAO/3b7Yq1uNPN5496z0H//U9/lb/x8ZFE1R1JKv99oIHEoYCMSQMozuXWX8GcwQoPEH7Dc1cAtA/zplHi+5n3wA1JuZoE+iz/zaYNyUPr9P4c/Ae12XNO/NyQxHMyYrm804ZkT48/3nPG9vH+9kZLkm1eW++Fgb2XbCvA+wYiJaWSVICcEjEw4Ix+xcdigOMpQeyHHNN7ZiUedxGCOjeHyY2qKXYTssahf1rsLevjua5WW61JfG24Vgb2t7imS8rqcquu7dSyN5smRle71KiT3bS+ABrG3PaCj4gcv1gmNybCWujQlr30wN69IdnjZODNpw+697VD4nbH3krsz7Zk7k1FZ9yfFm1LMqioa4rsvoFZKoB5QFA852ktaEXJ1AaQiyVsP3wzI8Bcg7UNeIqO2oxe+S6Rk8Q9Nk9gOoB5C2f24kFjsKh+IIOIthsGOKD9GJpPijuZl7d0xn6yfbD2IMXNGTQQqzFgqL4HjyoD4V+CyMr4VqKda9t0UApq5sKKtrnm7fDD8TJglG4ngcLBkLMMzKCNj8FSGNYOISeEDFKpIhMvZCqHWZiAQ2EyzHaUp44oHSNtBbjt+bgVGEYWFTAwz8F4kFVMlaYPzOB+AZdJDBR6wbUgT6n0l+uMXQUcyXgcQMEXrxF9btRg0DgtnkVw9kS0omIpwvtaBetJZZmnTDi2aYCMYv3E6rG7h7YFcDmE/zGq6vE/hq8vXr5E4CUC/4wRGE8nfXxPPu7x4cvtR+Jm/echHVSc3jTxxk8QAOogxFMh5HhgGMdw6COB6eF9zHmO9ujDQ2XgZdNSdY7j0XPNHIN7j2BiTah2hDOKFwPFZ/b88LBlOvS4PffRZE6uAyZ2oKjwE0wJn4xD7tmK3ihUIf1UiLOr3ztPO4hfxuuceG0AxJuONYwc1gaDddlxM+eRx/TEY7T8stLxon5+fq6zxRmHylb+loF1V7EpYhGrkXdHYoGNnpft9XajbXwTh6QBB2V66hDqSk9GM4yjYpv+Bk4pDbYatbykl5yVko2kilN4x9SSYMgfz68nubLG5poD2Xa9lQ/WA3MNsNBk0iFws0KuiDpsdw0Hzg4oyryYw5YTTAfYwhrowwf6G+LTNB7TwMcf6ig5aiEI4SMxs2Zf2peeg6D/16XeSQjD5BCuPlpP28hyPBJ2WqCUopLMlxL/YkpUAxf2aP3gwXgGdIdeHa4PKdM6LaioDHcRb889GdsWOuzYwIG9H7Yc/r2mQPz0lpEU4YssH7Fo1bJfWpKGDT6nXOhGcRLX8yjXbBZUDsS2D/Ce6cNRKwMQp0iIE7mQHWJO9NkftOwLghnbTj7lsI89On3wXHEIXQPGGw7hO2Kf8DXRbz9GPHIRus3K9CknmoMsu2EfO2lzR/Ln/vZePtgvOWSuSeT0Tt6gz3vPY/WsX0nJ80fAia76a2APJA7ua1IH/SPJJwxSRo1c1D1+rlZLLbF5RzLolkPsDbC8vZMTUmvG9CQLhsnnhG67bZSV5XUIFLFgb2aAQ24BHCdChUwUDwEGi+8ZozmsxQ4bXpc1h/gliYoHkl/Lh6WcJNrCG/B7QO5k3pi3okDEI2yhLwzAjDZ+9/6VRe4Tvkdst2tt2VsDfMtZpsH37ASBAUZTUkzLtgau8y0xWOHL7ecbfSJJ9f79j3r304/6+Okjyasb+e8Y+Q8RD/aPLeNvAokPLlC7wKSYOgAMihjjPXfCp9Fjd0Ui8e7uVt4PSxKDD/gw23Fy0fvsjiTZp4+f9NO7n0hQfdANibwlPH8DbF7bO/bSR5JVt6yp47plzXfoTyxkwtZcUkpKaQJikYiFDpOYxZ5iZLwXYr0ZUIfBhH4qbE5MfPqNkiKLVc4UCWLiuFjSC2G9BaF8BCy3Bu5nvi427A/HYhNJSw73bKqcspqmcE/vVAp7kuvCerIOn7ldYM4+55ATlixXvZp9QUyW87W1IqnqtbklQffp43t5bzhh52/tjfhPXj+SPV3baAG0+NIQ05xHdI+o5PSMnPfYU2ACmLetsAnNINcAYz35E0ADugZfI/AdxZCCF5pQlHOjxP3c96zctMyjQZefFR4L0BomkI1Sxc8G4Lm4z3iGx+2Zb+zroAJeTIJWmZLQikQCKMOEKxPGVOx/HYYAvuOsAkLQmrwTZuECYQC50J0t53HEYp7ZwPNj8LsBoLgJW/gADMNGYqQpNBiJz4zpQQBGOexbFbkIO4SeNcVrYj5wb/EcdGQnQ1dVsSLoqa1aJ7QniWfBPE80oVXoVNhzW/5g0ujLMEtWzZZjSxsBcx/kz5TDSISmIYGYG7u2OkXX0+KRBkVYgqKiHImGppjbETNI1Af+W6ssW6jgulo/1VKtnvJ+i63q/2/RsxefXiLwEoGXCMwR4PA98FDz4UrGMx984NNw4aBYReaHn5lHkA70EXlgPkOlhGTy7RIcDwDjg+DzN/z6qAjxeEE4yP9qyiZD2BbqfAZiIR76RtF1UlkGcAxO+DT2uqCfKbageCoG9YzEz7P2o0wYELdJA+SjMgk84h6e1LW/1gihJIuYO47x4gINW8QhXoDsN7RZOiipTdf1TcKUvB65ZJI+nc4X51qcdWr9bYJ4UU0hQwT3WkZiOaB/4K3L/x352i/+HPAGXu6GvU0P23vrxhPwbmjixbxV2zRq20aFw0JiTiklZeZXwIl9lsxTloBBKX6tyH+0eclBwN+o2HCwrAdlJjZIQ/g3BKYyg7F0UGd0+dB5RtJisWgVuG3VdEWlABkAt/DadqEz4uHEWP2WQqdMPyr2ajE10dgjSm47wVF/8jlGH2ZPSkZBZi4nzKmREz3MOzPPykqBMjwFz22AN3jv+TorPfPJlYcApdJR15Z7A/ClKY1A0StuFgPrOMdz8IRoM7Xot1zGD8+hEKdF26lbtKxhq5Kr76Jf04ftwm1qIMmy2/86lA/2I/vHItkVMITdHfEy9GD8pNC1L2jHT2oOVF5Dg+O1IznjfRgHUScFSRoMJFj2A63HmxgbLsHHMFHUyNycANmSUPT4ew7wToLckfy5JxHipMhms9VAkmTA5xH5GD9VCYV4JCUOusRDfLbIr0gc3RvQ90CSZ8vB3z6N9gs9w66X9fpbIU4w3JEgcPLn/uZOd/e3uicp5MO1kxEDSRSvi7cMbmOBAkGBhXXHnQNuE4Af+FIyfNbBMjEWPxklBgSq1aiRTbTDHx+e15uV7h/uA5wAqn+keiP7sBt3qnOPQKIG/VV5VeV6amM67AxsmoH7gmPb7zZyQmtH8gNFlo61dDLPic8mFzWc3L2vEgqqqgHRQevNWo7Hp8+f9OH9B/34w496PyWBbm5uSQI94GMfe8ZLzfDQXys0USotbALK9gx5Ehbe37TcvxeD53vbluTGjn0xMPcQgT8AS9bmw7v3+v4v3+mPv/+D/vX//Jv+/f/+m/7wxz/oT3/8k77/7jv9hb7vv/te3/35T/ruT3+Wf03pMwkLx7Vnv+aclDIWEzhJIMAxLcrRgBYdypo/ntsMM+8pRp4Sp8CnnXUae/6OeymNetuEHui3BXhHxZ6EG9YbfOS8ruzpLdfbGtjGcwBFbA9fk/57VIaGe7zXdD80xivU1QqGOycIW3jB4lDsC0DMkYpB3k9rrqclybnbu8/6TALu7vZGTqQO/YatvlMpib1USP4YuB5o56S9OVn/fD0E7fkAE625z+tjkOihHz+ogzYHNgX/gkMP15H3x2BMTy1JwnjO+NG0arpOmZh4Iw7yPkQTKiiI74MADZ+68iEKQNm3GYtiONOYaNOkxLOHBF3VUKVcp5ToPZS9LtgDc3Z7tDqL5IyLCWgABGhDSGGngA2gKKZL9LjK8AzVPlojbuwN4kQXZQTgU4ccumd8sGFOJgFjPAmaBPyNINuxBlTXfUvDsUcSs9YPRWfm/gYFzwJ4D0IFw5P2trBPg+KehLgxaF8YtKdnwrwZZt6Ei/nQj9XE/Gtf1FEh52JZg+kjGDwGOQpzoEBQQmLG0bCcv/JVG/t6L7MnxNz33RPhTiwRLyzAq22IR8V8O5lDh6lZoNK1nnnH2COP279F+sve/xa9ffHpJQIvEfgni4AfbNOtdEI1AH6RH/0IEM9xl8B6dFipsv/JmpeIzItpSkkZgFSAvvDJ8PfgB4cb8OYSD19NLc+vkofpIW+ZnGqHZ0dnPKvi4c68fco0f8YhCR+MaMRlcD9tF2syyP4rKXH4kPXblKqPrvcvCB50AiF4wokGxqodCKzWFxLT0fvFKiRcGVC9F4Q2K8AThhhY0wEfcVvC55QSKMkf2x44qI7MdUDeYP4poATfZh4mVHKWD9NnFySASAJ1vKQ2LS9+pah+RtABRuLsQ3NP4mdDEsY/lY2EQegdng2b7aCkFlzwocA2nVhpSbQ0TadSsBkTS0opK+2hKEFLHLfHpJ5DdBye+Sm9D+hbDtw9B8shXnpHxWea/4BPBpCy/zHXjhdwz7EjCdSS6Om6Vm1pleE7GdLxot7ik5M/i8WCJNBCXedvRhXZ79CPQsfXINMwMQlF9CGcmMRNud9ANyUDh0IYDg1TOaOfueNHtZPMlVhjKon13tOaPkyXLSGWfGI8j8KWK6B6QR32shr05rgG4MmqdhpZ2x2HPCbAnAQwkJpufMQVRLumU8SHOHotHb+Mr4mftAuHiATi1DhoXT5U70h8DByoY00mfQOyYcdxw2bPAbkeok5tCpt7QDNeyHHu0ee/r7Nj70eigv2J1ZBwRYiMsJYCW01SklJWKoYi+205H57WHGyX7K3l8qF+A4QD/8P6QRsSS97nI/PR/MnoyVIBF/ZS4bDpLuvZkFBZkgTyN0J2zLuaZI1LUSlZmLcoofJBfBffpFuRdLi/v9eS5JOTSGuurw1r0RObEfB8BWYyLnU8dc6Nci5AUo5ECjhr/3Ek3TAr5ayCTMEP2d80ase91OuzJdmywYc14ISYkzab3Va9ry9kHCPrkRUxoUTDwCSg3GsQPeIzaOf1ZO6+R+y8rqyRrwcPz8Qs54zPEzQTtkILoIEMkLasxwNrcEMC5cOHD/rpxx/07qd38Y2g+9tbDv9r/NsQlqNZWm910loCYClYk277YTgJJJKDfd72kXjaEfvBcyfmg9cdvGRt3n14T5Lne/37H/6gf/3X/wOQAPr97/UnEls12E8AABAASURBVD5/+jMJoO//ou9IBP2Z5M+f//QnfP5Jnz591AN7qicOOSWlZMBg4KSZFzERH/ykQHy5ELHoDFyC/Jlqjo9FZtoYYF7mOhYzGW1Xk96irFw4lFt8O2jDuqxIkPlX43xtDKzzyLWXcmJ/F5W2qClFmcAbIOQPTaMKpSLX2ZUdCDxV2JqoQI6d9+Ud++GB62S1XuLHWl4j2baScsrYz0oTtj1fN15XNomy6sd8UQ22yaQHoPbUmi5303jkBJy5eExPwqef9ojpWdr2c0Pih2dLwzMlx329MHT2AJIS9sHhWHRR2bh5wUQj+RPq4NjdStQa6UpQ4wpTRCNz8Zxn2WMZxKJUEyno42pvB4HMWir73pLDE031sfyBLk978YOniXAKV3xvsPYh5LLv+wzOgANtbAgbpVLucl8dhZpgiMRQJSqf+aJ9QF/M2V3uMIanCaq9USn4ng8QZqgyYK9AHupvYAUOWaF9IgIN0T70m4qOo2pQOWqdkrP8hLG57zdtmBmIhLUZm09MjfZg+b0xBOeOPbknao/lK/Wrao+eISb+aNTxUj3q+odq/o1h+Yea24uzLxH4DUfgxbVfFQHfhRGcEFQt+zYvQJoediNdwQ8ejV9T6pPxi5J+FwgRCN8sE1XmcZq/NIIOCo/VFCB/YFBou/ElsOcGS35Jps60PguRZZ4jc+eMwgDPHkRbfmk3BpAyc4KE55C8fGcovzRme+UXgQnmdmD3BSQFYgyjKRl4pkzG7F88wHlyTqw6/gvDgm37oZKWBwGU0GAcXThhn2VZ1sO8EWM7QAYzZoi2Rw7KvEjObBQiCp/S8KLadS0H+o5kx0L+SWXh5T2lNIk7usxkivPAm+aWxIu/JbDmoOvD48DBxi/Esm8BdahdNMVsjAD8gJl5sWyaDpsLXVxcaBGJp46X94JM8vs8qwbpWCMvfEmJ17hRHPh6rfmp82q10QM/gfaB1S/hnhOT8iCAiXnuBlouWfxjrg0v413XqDtr1U5JnnPw+fmZzi/Pqz8kw87OzmUfLR/zsh/oONAKc4P/1gnz7w1kfnra+5fRWd4OBA2RrQG8LzCg8Q4J04nWaUlK9CUJHEAcNH2OyIlzhDx/h2LPshWhywCdG2XmlaJ/YD6DnOgY4lDDhvH4CKwFZkuJPVK0WHQBbduopKxcqpYxVq7KOg47knNbDtU9h8SdD9VclxSFE+j2vjH0yA0cwE0TWRky/RAhioXAihgoPjv83Fovcd8ZrLiaDi8sxPSNFMNyAidl9lNORSUXKWVZ2OM3+Lki8eJf+1neL3XHQfOBhNDav26I7329yQgFolJGaeP9BISuLBIfu5q4eFjK31Szj45xUxKH4qzCtWXZUrJSSkpoGomzD9UP2DQ40eBvO2zZ5wNJmIFrznEJiJjUWeWc8UEKDN0AOZmX0fqouA9oSFZ1XauGg2lpijLJl5SSyK9qR0JtQyJoRQx8XW3B/WR/1pbwONEYVf/hutg4AQPxH/Ev/N1B4fcIDCE0yn4m7BlXEDyAWeQMpqr8rFSYR0pYEpYk32fWxMPfVPpM8ufjp8+sz61W3It6rr1qY5B9YSczDpp6LmjDluuZI9rA1PT4nj3oPbpjX5nttW3w1+5v+o3861zv37/XX//6V/31hx/017/8Vd9/72/7fC8nfP70xz/ojySG/vTHP+ov33+nH378UR8/fYqk3pok4o5YED5KCvA+TAk6J3zJEnGAAFPcBD1fps5ThOjEgPq5wpUd3YcIHajo+JnKsfZe3TpRyF7xHu23HPV5PiRmVUqjlr0V3+7ifps9N/RVz2pN84vlqW8WzSxrz1qvVa+PB/CKBNBGO65/rw9hVClJTS5qvHfyZIuYD+zLuicU4c3EOXqZ9sA9B+UUGpjysOiDrqXeUDyG0ewvc9FmnbHvevXsl5H7j/2wXLYPQPF1ZsgddhugamY0Vwl6qkkIa6YvChrsRHBtDiErBk2sQPlIJpQhMwT0JMVGDVzLAz5a2LKZtQnaFcCy2CiQaLlkV0C1n2PtzAMKQM8jF+B8uVh2sD92jgZkCEOCE7HALk5gDRr9tgFSfCAoQX6xIopWhmLbYcIUr5WZ06AjMmNLxCBbr4E9oPhEI6gvVrEpj5Q9EnysIcQfyTzf9MgZnpdglnLWKzAiX/aCzpOCJMU76IT9H2rYRwaGPtOs2hxI9vk+lIgciuXcKq5+0zB7+pt28n+kcy+TeonASwR+MQK+7xrEq/DIi9ZzA/zoo5suUwb50Uv7Vxaex79O0oKGn5EOZw8ypzfYxPPilKP4xKCJOtDBeFzFiw1zJBbUU++Bqgy3AUptH9eJVwHafms0xctBAjIPtfCMiiIcRagWtzOMGVfu49qPaV6+/FLixQBXCebDQEptTvXcxmxw5rYbjGD90IcOCrS5gIUtiL8pQSTWmTj4JSggJBntQYhH0xhAmhlAHDEzB5yzs7NIhixIxLQcEDMHQ0Vs5FlQjSRlDIN8iPFPfVccDjccyPrpAMbb16RbqnG0NduaAJdM2f2Gl8uuaeRv2lyckwDCfsOhIbmTeTEdbCZJQEKPXzLAnCm14ZD+QPLHf6tjtXogGbRWzyFA85wmO+JTSWqrCMhqsNthq2OuZ2cLLc7PdY4P55cXury80vX1FUmgc3w7IyHWynORGAyYNkQbX1kd9RwgfCDabHbaRCywJ38Y44Kc5SGtgQ5TIBeLzuD2BIMDYH7s3QS3QnIcxPhYG/Po+puKlXoAOxk1mbUHHeZI98C1NbB3KESUGQaPysMAz9/QcLBpFy2HvYaDV1FKaAq/pOR/SeydUSMHsP+fvTdhk9tG0nU/ACQza9cu2d1z7///U+d5pqdPb7ZlLbXkwiTv+wXIzKxSyXbP9JwrnykKAQQCgYhAACSByKzUDh+NHK49roGDiVvEVXXsWDoAfD1BFh/IhtqAfpjmhHiFL2eClFmnpWSVtlHTdmqY11QKDOkIQCMd08BZZzJgq0eHpRwmd/L6Wvlwu76Lg7u/dbDl8N7HN1h2jMnCPDHulRGRGX/LobOAJ0xM8oHQ/TarFXgvXyml4CmTzTllpZzdxPgH+DYENNF5d6M7f3sICL0cLu2PwfNi7sk3RgOQQVImy7mJ0vTMuFzOkEGalNTin8WiVdsWFeY/2QeFRkYWa5lAx4qD/Xqz0ZpxO/DSo9OjlXkzvAaKAbqYJZfDXDKPMc+UO2AgaOYS9ujepKKw1YQjyPI/RVtCTxPjSRI2D9wPPYftFc+cm+sbffzwSR8//lx/ZwkfOzjjdptjO6s9qlemQJYMoKghoYt62EEZ/ZBvGTHPzHWCq2VNFfwlGHxvf77+FN9A8jeRfvrhR4I7P+unH3/U3/72V/35z3/Wv//7n/S//tf/0p8IAP39r3/Xzz//rJvra7nvyDyKOdR0pZQYmiGLXGRKjFv/1JUnbo9nQn+tsIOOeGLeOLG69FwyjUetRicd+En4YQf0jGW73SoCu9Mcp5SUgVRc0oeko6uqrbmbZihHPEbnuttdr4B1BFh65miD3h1ByZ2fKdji9pyTMg6M3Da4Dogr1gL9ooSfBPWQqkXOZzi05Qk9LoMLIT36e/wQQH3g/jGfn0l+DhXeo37PGDfNa01YOYl84Gp6MvDi9jxxULeuqUZxvwaBNDNb3MD0zFCDQBDgmfodWKGRwj8JjTQErriyq7nI9pacowy7czR/PZvUeP3Y17YomKFjFWgglHNCtubnlfEKBYuczEUPF18C67USkex7imfMyBzsdTIXMh1jshkjYxTJiCGZqlmPK1/q+pJiPveeIQQUUx9C7Vvzh22uI6EmPdrdLA/hWNg8ftNmfOLHI2BuoPgvJkz8QsLjkmfOuTx0+5JyaPtWsN+Djd+Kr57sePLAkwf+D3qgPtAnhfH0deYDiGGiu2CTPPrFZzJAMtWUe2VU/lNZohcwPy0flrT+puR+iDHvHsVYzNdsrOluNxzjrosX/QDjSAe60YecFG2/JbPugKSUADY/iY1BZjcQurzpMT6VOiqr+OCCo9aOc0wTew6AOYoKraDk0CL/oh+fbdaGKffGa0I91CrOBOQM0TtJ3qB564BtbhrZ7PjT+x6fDD5oU/cmbBc20JHNs/mOIdqRbn1N0xHsWKg7WWhBMKbzwacpSvjGfXbIHeEVfh84wPcc1NccvNabVQRgfMDp0WuDq3fotUdEBZOjv9Eco2iQv2gXOjs900n8CdoCGzqlVIT5aLI28ycyAFtG7LAeHz7uCD7d3q7isLyNwEuvwR3Rk+kRKcav0Cd8FWOlbJomdC27JYGekwj4nGPHacC5/CdxXdcqw5dzUwVYaCab6yiw+J7Dhce/jcPyLgJkgxvkcZqf7tEPnD41B2FayA8p6rS6BGIoI80GJeaiUElCLOWcEgh9gjiXkO4lhOETBdAwsdkXGZ8ahHyThddHH+hQPsz8UVKzGNXLc9e2DUGEToUyl6zkg19trrlNY7523pxzoO5ZN0PItiCD2SzXsGPueoJpO8qpPuk11wHmflBSlv98z+t1uTiJNRSBzLZVTvgqpZAgxiZlEhD4RGeM4VodLswlYDUSCBq03vRywMGBEB86IxDCgW9gbseAEfnYk7Ma1nJBr9dM13XCNA7HGw7+G/UELAfGL65SGrWsqQK/fZZT0gwOchh28G4IwNz5/mKN+8eTHZSwTmEzGqtebLAtotTR5XZXB+bSpduzGDt2JvS2BD1Pz850RsDTgU/7z3/+GN8AQreDPncEVv3naP6xY+Ne2wMH3oH5s88MIXvOEF/Rweo0cE/s7CvkhY3uAE9Gv++9ObiDSZrBJloGbBOaqNpyl4o5sS9XBKb8DSl/G+f25g4frwme+RR0GDkdFYbgqcAjm9tpirqzWduAjB7YynbveF7aLq9xz+0w9nJA7/Onz3r/808RBPr5/U8EeD7op/fv9fd//F3+7Z8//enfpwDQvxMU+pve03YdAaANzwX7BhvwBdOuCpkyKWVAyQZNkKfyl4vgsqHBFrXJd0G4l9XWmTTZ4rWDSeERlwAtM1OUtZ/nIbi4R3t8vsFX+ItgTM88j5Zj7pSUcwESo0nyhchpFoaphBo2ZyPAcYLmtoAjOkJ2vF+8rgb0DczPyL3gJZ4YcQ5++laVEtoF3QptWg+v+/Xu63XsBgWHucAqHgi8MVJ3tAJ0m24VLr2u+n5k/DttWOcbnhMDtgmddX238c3IrluoaTr5m1Bh35Gm8CbmkmTNLg80sAJEC9kjyfyVjHHY6XvM73qXHufAGIYYJ4uNVPcYIB6P7fQ8YU/yoCbcdoRM1mKGnnOjXBqVfNDmdjS6eBxoHCbfYhauci2IE/VBN3QJsD5Zj1UZ9mz03eMHJKSiYNjDiHzGN7NTkvYdQnRkSSklhYo5i1KHa+5IifiJTmXCDgUdy6F2D4OdBKnmIFPKR7on0j9bhEh74Khj0HhG4oUj6n8SZVxzzyN0UjG3ULqZSmA/AAAQAElEQVRxBqp1ZEb24NZ95RtGfi92fsMufDLtyQNPHvhv8cD85OWlPssPkrOAMQ4thzZehHPlP1Mmd4rMyD04pgbul+o9jqPK3t7YTh01fIk+brEHd5+XkR694ngJomOITc3jEhRtRzLCaGcHyMkvZeoeC+BabEjUSFE/6j+/5O69MabK3twBG0eAMnYQNJAeSqm9jhqKOSoVxVRmXMiqAJGmrMS/HBuZDCmp55Dtg+MYG1x0z3rp6c0yTKRJV+gZ6oGEjbQYkw9l7WKhk+WpTs5O1C442HNYS4wfVXhxDJBz+vgw7EOqD0VrPpXfrH0I21gbemqyZYZaq7nFGbMl9vFyeaKLiwudn/pbN6dadieyLT6IM7WoS0Ak1rjE+TM2ld7Ir9DpP9G5vb6Tvw204WDoTa/lW7Z1z6VpdESANVOjseGg0nRNDQQ56GUg6NMYsue+UeYf3PQjn7pazsCG3/8j0IbA02q1JViwjQMB7sFdiWXTqGlcomiWoXrtp6ZWa45sEqJZMwiZV/OINAUorow7sut2ZMqSQb90wfOwGUWmBpAlZFmuyOzz2FQzk6Ji3GgVQceKyH7tmladv0VSskoDJAtLtk7OJkwj68UH6hF54zR4lqvEOAOgW0/P5A4cqAaXVjrxyvgE1YJR5s8oiaALwR8H7Oo3ybx+Wnksot1gHxogasDGUfWyrMG6axXuFFgEYbiPNqwnr6s162xDcG+36zVgePTBtiGgSnMwp20bgqcLLboOOUkbDse+R3qCpTsCIRBV8FdLoKiUopTSBG6pMBIk2+GD0E0AaIsN8WPE0IS+4MJmYbxXStSdUWcajU0AwdjcBzwDDvQsFkudnp9xnxtOtCTo6z9Vsc88ByuCTze3t7q+vdan68+Ut3JQaMMYesuzfs+dBSKzpuPKwLNl5F7dyeMeg19qGG/JRQ3PlcxayzkrKwEuxTTbZkaFjoE+BqhKKSme0ZTmqPf+Jv68bsO89Ng1uI8kRCqkBZKh1OT2Hh/2fQ1cDD4c08etZnW7Yce899sdtqOJlJWwS9pudqp/enQj/5aP18SOde0x2BXGt8z3erWGj+cR5RZ9ox9kKEmMN4AxUJXJhhmpq8gtM6AcdLBwTzb4PtngqGAbZQYYtHOp1GJfn6pfFFV8SA6UbKBGUVn3SK0ey7Of7D//6aVh8P0ag5FSSsqAhFUk+WIuw4mWaTANiGZns81HfUyuMoxVyyJHFiur3go4LaWknA05dEtJCsjyNeC/gT4Dc+21PczzDq1yyFqBuWYDB+QjnL64xGIqE1yuWJbl+Pkf337lHTDE+DO2NGr5UKPjPRYBoK5V9nqf+sZ6Cdz6gEwf1ymtJGrFWiaY4prWOdtCr6nRttqzlB4X660+P21/r7CJ55U8Dno8/J3glJJ8XyXuSeHDJF9Z/uegVb1PqRUg7HP7I3AwaDZR1V7bZVsEHZyuNXedTshEMvoa4ThKaOSw1WRmQ63t8zJjzKnnweB7W4x1ZF7FXIwes9tdBn+SPF7rBJRyaLJGfeXaq94jx4z0LLUOBkJOAvlvTdWUmt9XhJ/xctBoJtnJVAOjVIw3kH12aNuTHkUOA9v3gGQ3UoTcuZxNsDbTHhX3DRJ/T7Z+g+57MunJA7/ggaemf4EH6qPX2xK/4/xeMy4jvya9Mv4al1Jw1DzQL7KvCXKfLx+htnjAPkOIMsHIXBo3uLvL3wxjbDB4v/9yjzAJ4aRAzf1gCDSZCuTpRQbFbzZqUVDqCII2C3NpoHdNdWDO9xsgGlynIB0wKl+kaoHJx0KNu4WSTVpmsxbgAyQby1SSO8gbn8GfSrIR7HcbzRtBTmLRrvnNXBSjsSUDBxg3ZgaVmy4CIYuTpeIgTQCoaRrlgl6YRjZXFMymJY0EO/r6zR8OqXcrDoibu6AxMWgaQof5D4DGKgoSOFwZvUuCLhEAOr/Q2dk5B2gf4JsYj8c0wh1AF/Z18qZ2t0M/h741h2N/E+D27lp3d7facOjyRhCxsuwKCNjrrWP3CDIWur1xEINNerdcMH7DUl3DuA1VEALcYwLsIMkH4Q0H+xU22I5N/EbMwKhopV9OSRkZGGJN0BUCzBEI1fuJfvh4ZFEPlDjgfvO+liRkpzjppZDt+qxHmXZ5wDNofyH6C9XmMsNcGh/saKDaOmK7Z8AtM2ArOuy/lBuVUlRSxowEVJ5EgZnkI2tmZN52FagN8QCzDJoxynoGSo/Z5cAaHgiwDT5YQjfN/u5N45DT0+46JjBnrc5O/Q2uU3n9eO22bSeFPVn7K2GRQZQAw1OFsZamAZU/MWZx6wzqWWcOYgzYPGDLSGkeULlO5qpyTvKBaUkQ9fTshEBmp5IzsgcCQZv4UzKvF8sSPrBlmT5C50h9iDnntIf8HcIdTNgQiFkTXF0TgFqvNyGnJ8jgNd4TqKg+sh8N4srYIbsF/PFkG9uujfvs9BSfnRN4PTvTArsL63VMUo+Prds/Yv2ZAJDvsTvsiEAUAaohvKOax0AUeslD6cAYPJ4d87dD1oCjPdSUi5piGzO+aqJPdn/Va0YHxj+G9GlcMCVA+ApXRVBpgz/Wdys5ULbzNzDoI1/mA0jSQSDT1E/jqqXHOI3AvWiv4+4J8u3iz4t2YUEOQULPWv5G1O3tXQSb18yN5zJ5YEgwviUQsGKubngW+XejHCQfPK+0Z9ZeSkkCfDeNDGTAL6NBXNNQwb6SJoapiLHF+CJTCYK7Zmf/HOC7EDtnc/mFFMumEf6ed83AvTHyDvF7xGP5gh3WcKwbjFNagvDpoTRmoHFK4XN45iFFVzLTO69dApgLP68X3GM8v1Ny/8S9prhnd9i0Yx573yPgYQPz4PulJ5A3QO9Zlz3r02vAco/UQUIZY4x+rAJLn8Em0hrP/z0LhuZUVEpL8KfjmWRYsMZbNbmV5QseRFWRxgHuBMRl4GGaaXMZvR8yTXWswRDfMxVYtzwfB96RYnzxvOJ+FOtthkTPpCTlJNtg+wyiLq7MfRpBK5ySARihfiUdTJR/PFkMEnOYCDB8H7j1Y6ZcIiZolMKGkI+ODI6jlPXI5b7+EZx7TX4KAQgbkOv7yKVinDBykw3Go6+UUlHiX/YYgdA7aXtUpx5e5jqCUttNqdh/bz4NAyUHjMWOtwUMwNQUzZFBIOUjC49QWn5jypOX7rNXKgJJPHzuN0btyIaoz5k7zPi3U36bVn07/vkvWfLU+ckDTx74z3mAI8EvdOQt97B1Ik3Fw9Z/Qb1Krg/M9BV5jzz8eVGb+YuWKshNvwlSVb/n9Yvf7/lKtj0Gmr8ql3YzG2ATm4IK4jrqFGh9zdEgvwWDBH+lJsimuAT1K9jVQOsoD7kxgxvvw9zFVPZrLiagxS9vCm+MxKYlvk5O0Kdp2VjyKaM/zW/YdCY2bO40cjjbsSnfEZjo/Um3N4K2KwCOAsz40cLyZqhpMhvXVsulD9McCAnMtF2rwqEwods9DZxf2GiP7D16bdFxx4Hn9vaWT71v408kvLEe2FwP03x7eyLjHr7BQihre2aTXEKn/wzs6uJSV5eXBKDOoS3VcpBP9gE+F0C3sN5Tx55PPQe/1d1a/jOQ29sbff78WSsOaP5UtsqX8v5f7T0gYd+G7Bg7ZZMb2Qeuz700X7TPqPvWr/1vtSL4s+HQF4dyjxGmplhO9ZtlZvvOc0hbJJsRyFEGzd0HBjX4QOg6zaDkc0ogFZLHhNycG4nSdZA5Ka5jnSYg08VjkM0LIIrmyui82gSJZJwC78WMyn2y1yLBn4ayUOYqQEzVBEm+Bg5fIyDGJ5chJWYxsCpxlMfvQ1mPsoG167LWe9r6OMD3cXhjFimlrIY1sjw506m/QUYwY3lyosKhUF6oStIEaSrFFWND/YCD45xEaZrgGQBx0YypA+t8R8ABfb45TaQtTzwezrAfj1S4F0+4fxyIWpws5PsH9ggeOJCyIjDgIEHPPTrw0Eop0TwytlGjaQi0ipHx7xi/eVcENX1/eX3f3FzLwYVbgjEbAhAOKM332jB5UpNtnqCs4+vAkUtRy5wtCJw5+Hp5daXzq0udXVyo+q+J49aa+9h/huZgxsqBXu51+1/4Xcx1le+8gu+dCoXmLIaINUklZeapVYPe6CsxZuyJgJ5HDDXDT6JJLlLkWSmBASklSQZxJaUMWF5K+5HvkSyFHXDiyjisb+JeXfGM8nPKQCCHMcVzknEO+HtgTfU8O+NP7qDtCARtoK0JNtkPnsOb65v4nSbL28Ezes5YPwIGlPn522971sxOI3XbNNKGKXvrjVdg3o1UFxiTEsbr/jXcr96vwe6xBtH4jET5GzLbGGzWYnCFuXExwyyX0uwe54C/dtwTPQTfA2PcB3MHD6jKqvlMryViQPxkpiDVOghpppo245BjvZSceUctteAeWyw6NR3QNEqsA+sZPBfc0J6D3Zb7lnnooQ0sRMwMGT1zZvBcD6w/y7b/qi60IogEbw8YM8dcGgcsE2AVU3HK8rdJO547XbfQEnDpDxcOsuG2Ebp/obESavSk4uQ51j+ISzMx9mPUuFsHZBp6Al6eE+ODg3PMT+DM0cAiHLA3RjGtRXH/5FyUkZtdasbTRMsquVGOdu2vIZ4MVPMEFPsUClxDo+0CBUM7Yw88kc8py/8UdkC3nmiyYJC9LPCQIGV0F1cNyN8BA/NZx71jvoCJNzR6GZp30pF55uWU5TGZjMAo5mzSPFWPDTBumJpKLe/zV9q/PLdaA4JjyzbhUwH1gFGJVCk1DwKG4t5A/7mMjlOHAzYRpiLjxAJMVQr0kvbTIAnilPJUfnvFt2vZt+erJ4uePPDkgf9jHojHfmjzczVebGxoFBDkQxYM81vvQP4CS19QDoRffRKmupFNtYsLQ7wD6EuioeYg91KYZ8rUXAvnWSmFFLf+OniIAc7sCUqSsWpHopgAuVkPL+sCoo/gpX1m4k1p1C820KnBFNCj9AVlT6hCB29OJjjqBrr3QtULxV0NoIe0JxhJbFq8GSvKpVVho1maRv7zl9I2wnny1aPPh48NQYkNB5m6ObI+oNRxZjMGQPNbmj6u5pLVNR0H6dP485AlAaBm0al408QGavR6I/qWUjK7dhyMNtut1qu7+HbDDQGY7XbNIZ1NWMic5ZvduMsK4Ztp8+2gln+I2Yfmy2fPdPXsUudnZ+pOlvLhvuQij88SYu/qrygoYU1Sz6F5xWH45uZW158/6fOnj7rlkL3hsDcQnGJHqHwYsDzcPQQi5gAGM1EorrpldR7Vo8x2b9hwblZbDpIr3d6utcXXHkpGRtO1WuA3fwvE3yhqmKOcmZ9JxmMyaxOjw2fe0Pb4deCT05ENu9sgY2kyCiQl5sK6cirKEw5CSrTnCtklKOmASRlJeydYcNRh2pfG4XCbwXSXwEFkXd/mNM22pJSUqCTsScktM49XDTgTNzBjPiiK0hwHYOxRGZgucA6SAz7ofXAZNhrw9+B6wFYb5tXz69Lz3fFebgAAEABJREFUYf0d63QRsFDbsmaLfV7XCNpDepRhnOnVipF15CFGCT64fYZR8hQw9Ohvs7EOnAHunTpqgMk8LhuCqIuTTuen3EMEok5YC6Vk9dyLDuLc3d1pwz3iA+roTogSgkfGuqNu/wz4akfd62Cz3cjr+5b17QBQyCAItCbIuXIwJtYe74dqmHwxDcqeB2EkpVy6YQ9ZTQYIItu+88tzXRB0PSf4Y/D6LfhvxI4tdt8RgLLddwRL1gRCttxziqvKz/gtqvusqOGZoT09K1NvC/OS27Bt8FiBfvKd9lfeY0Zy2J+UMjISbdRH5Gbwwr1lO91mXlaPiwA4RQ+Jfqb3rJmeZ8KKsfhH468J4lzHN5uYj82K+dlU4NBsv+8IHGz9bGO8fr456Gb+jx8/EGy+5pm34r7fEADveQ72rIFB9hemKaeE2qyUknyNnl8gxoxPXZ+aaE5K5JFlkJwUhXwZozyaW2r3kjkMMzHG7Mox0fWvAc8ZN7GCGIN8K+xL078GNinGw/yNrFWP3WD+0fcvQZgh2kaTDmC7mJMgGAcpQE0TgYqx0AFejTIiNaWR3xX+lt9yeSb/7lfbdfJ6MN+ITt9bBv849Zp5jG+tMc4BOwfWrp8lht7PFeZb9Mmql00zXp+TUi0Hytpe88GqKhotmfkuyryTOwd+moUal13LfdDIHwJYkjt4TIfOCdIMGXxOB3zGjsuca825wb0GxrHzeGYYe42Ma+QDIXnNAS4D3IGOORfZbwl5mQVZS2jUGRCJcZUsEPeo4AEYau3xnHZczTDxE/f4MEgD5cyMWaDIJVcUkcmqol6rbj0ANNJU3wVbVCLotVPMKz7w2vMYB99vMPheq8z0TkUeZ/a4BZ4THECUoA8T46ikPUL1gGdqh3S/dqB/Dav8Na88x3il/BO5zcLHQ/V67Whaxf5F+WQhclkZLAvyaa3ITcYfaIL1AeXbrXoI3651T5Y9eeDJA/8zPXDvKUqFJF5wszNGkCBRHpKp1FwYQP9liXem9jtWcUHYP/z9GDVA/pWULeNrL99f6DsPxy/3wL25CQdE7X5PTKuEPVKrD/LoHhkNUWaQKYGSeMeRM84MTC1fFtHXs2NkBsUG6N7LmZ45/iDfPFRIvL+dA/BHTmZdQOaw40BJw6YyNpmLhTqgbRdq204RBLIvccHI7iu+kcKBeQCfpc2bWaSS0FsonDysklVyZuPaxJ+CLJen6ji8dmxqSylKlm0XJjLAvh/Y6Pd8Qr7mQHvHgfSWQJAPWD5seYM91AHFlkRxodPlVBg1ZOttOgJPJ7q6vNDV1TOdcyA9Oz3XAhsyNijZSIA1MwID4L49Y9xysLsj6OMfhPUB7ebzdXwLaMPhdVBvNqEiyprVmcCwqLotx+xaPl4a8JhtpwyGKbOdPfR+s9OKQ6PHul5zgOSQXsea2PB3+O8Eu5mfrlPuWnRXuUgNSYMVIycqztBDqmuE8ezY1NZgAD3cMPGIMScgs3lVLrikgmw7dZcVah5anelQB52SBc8womgix700amSXPmLjQN32mnPiQFvFMo6rkJQ54JdYJwVlSfcv5PG8GpEpSstzeZ8HSiihFb6BzfzAYaafgbqDPrPfN/72C0E4BwAtJ5esnEoFr9Vs6gwJj2NTAvDfCGgPWakUpZQhZWWZB1tGyahlltIolxLQpKxiXbmR4Pa899xjG9bAikBkz/zlXGL+/W22ly9f6MWz56ztMzVtscgIGDgY4QPbSN8RHxvky3rx0YgPvA56xr8m8PL55obg5rU+ff4cv8njYKvp9on9hNfcG4tcZEwzUExVFwHMqfBG4DmrsEYX3Otn5+cEXq/0/MUL4KWeUT57/kIXF1dyW0cwqyHwLPvWo4gSHeJ+CWEpctGGWAl6NpKSBG9JRQ6G0kCgZacNgSvfPyvGtuFe8hhms8zjvg4iFXQuFp067GwXS3V+3oF3PPsWHLIdaG3bVuaXqi2xjMCnxHB7WX7VeUvQ9kZ3t7e6ufms1eoGWGPPJuyyvx0w2DKfniP/SemKoN3t9TX+x/cfPtOP/tAsz8F2r0EfQJk2pZREhj1JGTwpSTTEfOL7ARDzDZGUojUlSkDUwqORSS70C1eGH0VwZAB++zuw/0xWvVZ7HuOV8jA3B0uUobDyGI/X7wwDDTsCLTueY7RKmnpjX2ZUttbzVUyG5iLAQgPR8VK4h/sd6HfTefy58FncV14bKRVsGbXDv4YtgZ81a2xNwG8DvuO+HIjSD7QbevAemp/lMz1U723IWGrKXIJPfSloS7i+sKZb1uYiglL+1k/Du6ppmgj6eIwZThgVAO6x6/hCn+Udk2L0ROQGRk7zvin6Tv4qJWqwwoGAwQEunhUDz8k+gKAI5cBcDDxjKsDLWrRA25VTVslFGVk5Z+WcAJcF+6HnptaxW3vQL1wYHTZbz8BcCGAU2OdOUbgpZJmSyKyvgoKeoT1MQ7Tcp3p8yI557Ll3e+1YczFOjzGZe3QWkFJiLIZSSwL1msanuHLk+kJTGDy1PVa4n+Gxtn817ddsmfTFNMy8c2kbDRPPrxRfcN4jzDLxVvHcWdg9BhN+d/D7H8HvzuVPBj954MkDv80DvOz8Bo1n7yjO3vtuCeyLh5fffQba/tmU2TTs+1j4vnKEzPSM5pp4dSZAqhnlVxLstWVCXBgq8Z/MsdUuwSMPOiaJlz6ZJHBN15iq72qniTgXj1kx0aZi5owxQiMFGnTLDKRmgzcibIi0Lytd0OpRZa67nDpTDLSbMkNmo+JPEX0ganz4WS607JZaAF27iABQyyE1KYcmH0h8gBk4xAyxZhD6QKbuXR5FJXiD3Z0udXKCfIIvTdvKG9rkeYYlpaTERtEuHVmEA5voLZ+S393dRNDFv1Xib8h4E2rdBqueS499D7YNmU62oGM8Z2eXurz0t4Ce6TkH57PzM3WLjo1qo5KKUkCWN6+jGC+Hjx2bXx/A/an+xw8f9enTB338/Em3fMrvb+oQWUHlgBr6WRH9ooDiZDPsc0PwhsF0cQlDtJP1bLB7xttTxniQ43npmoV8ED3lkOzfT/In1B5L48MAfssArEiqWiOPbKhk67F81rJlx6FyO2hkXCPjM9CZlOVxp5TDF9mb99QoSmVKg6KEmRRKKB8m+8K0qUS3YuWMJtoayoGSulkMUB5P1gmkrFKAnLBEUhIX/S03xoAQl67TUhM0tFTc+UCr7+SBaRjZ1G+PYDN982cbB/YVB7s1gccd8+GeORdlNvUGgQsDcGdItxZbUksMI7ndkFKSfRqQs6hI7itfSakwJuaxZPxcGiUCXRn5Bciw23UjB93teiv/Hs2OgGhJWScEKy4JZr56STDl+XOdnZ2qRY6l7lg/vj/9A8HGBw4uB/9jKX4auLdG5r8niOnf1/K3Tz5df4ogxOdPnwlg3GhF8LFHX12LlgzkJNuFacqMw5WsLy/7wtSmFC2w1feZA6+vX7/Rm7dv9e677/Tu3Xd6+/adXr95o2eMYXl2prbt1OAHIV1cVU5mvjTBGCVNpKxkPwWAp8QhbZC/SeRg7aePDqh8ku9bz6eDqzGWIWN20QK7zs9PdXF1pRfPX8q+fPnqqHz1Si9evdAFwYAFAaGGg3f24JmUIWZe2DLEn3/5vtr0G60IGvoZZd/d3a60pu62nnXkgE9PYNHt/sbVNUGf9+9/0t/+9nfgb/rxh3/o/U8/6jP0LUHnsJW5yowrpaS4qItV7BRlEKe2wOcsyV1SSgpEXF6wLuxUgETtN6RsnsiMCOfV8iv5EWd4KfRE9mWHx8hBIxsYJAW5Qo6fUyM1+2XHPdGzrgcO6EzHQbDnxxAU5jnKmlmWsbk0zgRGMWdt03EvnasGgM4JAJ2qIxCYS1boR9nOc+l7jDla85zwvWZb+giEjBqYowgUwNMbIlCCBvp6JPZPAHaSaCCZQOH2KGjIfiaw5qzf0PjdjC1N1ypDd/s8F/vuMgYwyIH5pghxodpYHN6N0GKcZ4BrAXQj8ZxliiEUoCZ4ETAwjp6x+53ce1z43+Peedy7Mfxjfq9X+6uUIn9w1OSCmQdobLsBOgOpytzxHti4e4RYA1gCcdAQ9lDWGnUQ0hDjT2BZSkAGzy6zMiVJ96/ao9IGlYrUPMa74R2xIdC0jSDvgE/diETt7ytZR0JdqcDzq+pKEvZkAOQ3JiSXX2C1A3CNi8p1wGr96/mvc6L7se7o26/LEDL7/THmY1owHxN+Aa+6a17Z7MMShMzc2ZOV/nvNYyi/V+Of7H7ywJMH/u/1QOwDeF4PfrGOj48zBXnkRTyyDXvAxKbHGyR2AcH1q9lR9+QXqDsc0Vw1/KaHJnbvdwDRCYm86bMhIcGbANMfBdofoVukeNlHyWiDhTFG+WiGzpTkoSTrs1iqiosXGA2YQ60S/Qq1bAPEfXI387mHvHGwLFpNdxW0JttCZ6aL+QAx1RVqRg3uYzBeYdI6sZtmPeGn2Gx2atgAB7DR7Dj0tItOLWXT+oCa6DIQONhpx8HR4E1hbA6OZEYdzkhF8j4vbGdg3rguu4WWpydsrJHdEnxhM5hoSykJNwGU+Nxr0ZvLNRvt27sVn6zfau1vQfDJqzegAxtPMeZhGnOUsx0PS+Qvly3BnwsCPxz4CP74WwhnHO7adqHEwTthaC4Fe4sEP4bEcu65OdarDQfJa/3888/6+PEjB+WPur654ZP9FSaEZmXRjTy6OjMBWiTbM9lKAcmEuRjYZA4EIHpKgI3n0HMzIKOUVi1zcIK/Tvzfxy85kCztuwUmNmgD4MtgSJtyYzOgB4X25cCmfbPdagvsOEDtjjbtyomUlFJBrgGJ9oXpyIeoeqVaKB/KGY15QJ9b0CnmEOdAxT+uA2AK2rR+x9rqHhUmWVOx15LCjiT/M2PCPUK+xQyU4l513W2IVEBUyEIYHaKkTuNgH2NPz4Gmt182O/Wsq/jWBfUdh5sBmQM804hkvOfA6TU50qZkgQmBFcIWMjcFJILBWDzMMGAWMFLPQOGg0HFvnRDYWxIQ7RwMhZZZhwhVz7rbEYBZOwC6umG9XSu+meN7APsK8+Pftbq8OCNIcc6h9UxeJx3rpeW+6rpGDTJbl02rhjVeDMxnxjbrYFDcyzttCUxskLverOQfP94S3N3hm4GBGIJ3n2UwA8WUHtaydQANertlp5Ozcz179kwvX7/Smzdv9YYA0Nvvvtfb797JASEHgE5Pz2OtJ54Hoq/wkaYVgNsItFT/DUHLEu2ZI1tOBbZCl6Iemx0o82/pfCZI63v1+uZWK+bW65/plK+Cjg7fn51e6PLiUs9fPCPY85IgEEEfgmqvXr7Sq9cvob/U2cVFfAPD/nPfwUIMsY6GOBha74bn1Jag4YqgwN3dOp5VG+o9dOve8MzcYMd6favbu7uYz/c8T/5OAOjvf/27/vGPH/TTjz/p5vNn5mCtMXSM8lyllFA96vCOHak/lsxnkFJKAUoSHUkDB9mBCjZju7GQoFEAABAASURBVAKoTinUPaBNTcLNFc0HtBL+dbkt20tDT8bwDCEBLj3igfXYs/b9IcB2y7Ny3GGxxyOZZwa6PJIq337c9xTCzprLbVbL2jjhw4lT1uzl1SX31YVOeOa27UKF9ayUNfDs9Dd/Vmvm+W4Twdkt96nnd8CRvne9JgbWo8ueue95rritWjHcszfTR/sry/dPk4t8/zjgswdsy7mB0yOV4JxwMNsPKCcZMuWeqyKa5/GeOjzoZiTMzch0soOwFuYdtof9UW65zxwQ2WoctvhioHSUYESS+yWllFWw1cHcxHMqbIHmceVclHPeg5QjuedXAZa5za99axvQZn+KNVHxmYOSsVto1ZPQYAEVCjXF5fEFQjaokHttMLtgSGTcPe8Jz13MI2ttBARdSjq+csrKZQKPj2dSjjHCRUlOos+xSihfS/lrDUG3EENUvpLV9pp/heWYPCksx7QHuGVVvz9o+Cer9otl/VK36jIb5f1NYcaycHB0sQ2BOEMQydg3D4zgm7fxycAnDzx54H+oB3jlPRh54jWXePgmzddoxE9ckNEHL9dn4PAzo4fy0Ddoe55R9SF/aB/QVnkiF4oDqQ/Omgfhi6xaPtyjZ6QlRGRAyEpk/0yqMuUxWjDjdfFVCZN4a608EwErsjcjOUOG5gKMvYsqzFJpMI/BFrtqPkOqlToS81fb9psfNiSBh0B3uA/0vk84rs2N6M1NVt1wdvKhrfM3gdj4+pPylgNlKcWjYf+z04YDog80w35j24vTheqgKLDFog2uBWAnatR0nRYcen3wPfE3FziINWwWZT+hQfj8aJnIvxPi39W4ub3V7e2d7jg8eaPdcxgfNIToe5ldNBH2+kN3o44N/JJAin+TxH+O8uL5c11dPYtN/hKbcmmV2LxJiRGM2tkWST50rDgkX9/eRADIgaAPP3/QBw6ZpvlPOfp+Q58j5dprR8JAWxRzJhPMjWmgtLORxblBF77wgbMjaOVv/Cw5kLj0nHT4r+ka5oqDgB2qqqfmippxA8qQjUiU9BxG6p+f9Bz6e1TtgEGzrxM9vTnzPAfkRtmgojz903zlGTkq97QYlZWiGxzdVCoe/hxD7wAFxE1VyNx/Lk01zhhd2KaMX5SSW4QobB8DBioG2Ye0opX8fqq9aIFnYND2R78/0GzUey1zWN8SIOvxVU+b76sKYyzvHQeAgf7ehPJIQGuY4ZGEMsRiT6UFYcoqLzKmusfQEJzxt7ouCEJ6TfqeaNsOn/sIMmBPTxBhTdDnloDjtbzePn78pE/+E8S7G+0I4hUCOr6PLi/O5bVseP7sSldXNbBxfnYu/57JCQGmE9bQouvULTq1XaumaZTpXwzc23PZtFlNaRU80L0OvS7EGhDXwHwOHIwG/DAYhxYps0pykWU26PGfVHlMi8WpTk7OCKRc6uLyuZ6/fKE3r95G8Ce+AfT2O715/U6vXr0mOPtKFxdXPB/O1C5OtGiXarulum7BvdupaTr8U1CXlKwL+1x6ArYEzHwo9zPi+tOtPn3iXv10Hf7rCbxgKv1IXkP0LblFXoNtpzpHp3334hUBqtdv9OrNG+zEHp4PF/i2w3fhr5y1v1hKMz7YAPuDNbMjQDFwSu2ZH6+h3jj+6mNtrVUDRHfyt4A+fvhI0OcH/fjjD/rpp5/04cOH+BMw9/NCYpSy71NKVVVdSPt1Z2JSkmhP4l8ySgYuX6Ak+EftRgymv9e+zXXzbwGP2KBDxhPht/T8bTxYpf3cTF1ClQ23UsYWZG4uB8Ds10340vcsd6I7G9zpeH6i08MMbU7wDzgBtDK4L1j2mlh06rhfzs/PdMV6PeP+9PrteE/l3MiH/R229Kwpz6X/kwB/62xFIGh+dkTAgHXQ+zkC3wbw82VgfcRg94pRepwmehb/uD+93vdg3YyPlujBEBiB4EyskbIHf2s0m1fYStlEH+NZ5iaryQIqdi83l5C8oz3ubwfavH55v/UG3v07YOv1TVs8E1lbA+s/s+4K92Rr29tGLe/bJrdQG3SUvY05FxVs81iKMm2kqQD7SrJz6qwNk232JajNPepjQUie7vNsPYZS6b9t8aInxtzHBwM9gfiRuRy4k0KRRQVChn/FCDNjmkGmGVQZsUb/uauOuQ5wxpEESgJxQgepqjJiGnBgoOL0BcHE/ZLY99wjtdl59Dx2dBCqVW43eLgzuP4QatsjwmfGe014jHqmExg2UqkDDG7u+ihrVmpx1D4RvqnCI/imDHoy5skDTx548sDsAT/fvTkcePnPtCjjyZUCrdnIa5CdZK0c5Y/RavNx7/ruOKaYJ8nva9274CFJYUC0RF8bGjVnQTFyD3hv0I1+FkoF7H571B5SgxgZ+xmJjD3NV8YabPss7bFjZKJSpNggfEXfNAS3BoS9YJSJsYNNuQRC5uROnilK/DFhNFCP+aMkQZiSpUzovQI6erxhyWySmqbjsNUCi4AFm+EFhx//DkYp8Cax5xq18yHZwIa2bmoJAKG3AHAcaaAPyYQdbdbRcTisAY0TLQm6LAg0+dCYEsJh9CZ/XmED3vem2kGf25sb3RGAub27lQMuAxs0RKLu3kCRcJQm3aZkxulDnHVf8Kn/yxf+hP+VXvKJv3+P5JTDcoNtiQ2sf6x3YPLnFe3NcNixutNHPqF///69fuLQ9v7H93r/03sOm5/jYOdDwcB8ZPmfptzaAcwcwmDwfYK4x+H3HGDDctnJdi6Xp1p2JzEX9ltDu8cR0hkPyVMXgLJ9GSLdCGI/+SDioN3WG3c+qd5yOBmxUxxkhI9tVipJhY17y6a9tJ0aNvAFX2QCg5ruo6pA9couBkUB6nF/AWyardvfmolni3VaGfxfJP9pThBT5FVwqsU0FnFNrWBOIxngcRioxXiOdIR9kdGIuz0HI+2Detaya9DxgU0bKV0LsE5DWDBppb+4lxN0+6ZCo5KsgMCN2byOgRG+gfoooa0CqDT1bbuO4MMJwYdznTHPDrQ2+D7T1x12HLDWzNUtgU//WdAHggWfPnzSDUHHG2j2q//E6oT78/LyUi9fPNPzF8/1nKDFFUGgi8tznZ8j+/xUZ2fca9xnSw6xnteWuW067Ga+PYYcQaBGDaXb4083mHvXM/Mfay57DCOm4TPfG9x/AyVOhBYjq2NDRtu2rF/rXGp5ehI/+n5+fqln2PX8+Uu9fPtGNfjzrpav3+rl69fY/lKXF8906h/gPT1VRwC6IxDUtksCQQsV+4cDpabDbQbP2U+dzDNpkP8k5/pmhY+u5T+xMvhPsRwYqhb6zqmgnJiKogUBpouLCz3Dby8dACIg9erVG/m5cHX1LHzoMXRdJ/tCyrp3ZeQB98mxUCY2/MVzsgay1/FtkQ3B5NUaO2+uI+jz4eef9fnjR2z+HGPYEdx254zcwvhyyqymFKvT68kgaiPg0kvGvBmERFc4uB9G5mdkYQ/c7wOBKN+HvNY0kEGG759JjPMee75Xe6zySxzHHjruG30yuoBSkkopSuBKjN92M5YN7x6D75Ee3w4ejAW61OEyaa6FXFf2iCsTTIxW07CmFk2n09MzXV1d6dLfArq8kAOpDgKlXOKxueXZtiEQ5Q8nbm9XuuPdsFlvI3Db02ab+rGvdea7d4AZem97uWNshmGyQMJ2mxE0DMm5UWNgzTdAbhqZpmDY9wLJkAB4c2aNRl/XZ3A/8OCCPRJr0iU6XVSw9orVHJ64xz2GGmzzut1EEIhx+l3CM8rj2ZnPazFJuRQ12NqWVg3PgWp3UaxPfFfr2FSyIEqlaosckuK3C12bjvmm8VGMKVhEYTsBbB9Y30OU1GkRY1Sig0HoyA0kFPBMEnjJtJknQHvVcERvZ6EDmTsCygNzFuN1AI8g0IA+7ix6JwlZQ0p0SaCA8RhfrnW4nPQLl635heZHm+aRsmCivcpwDpD2g4rW/0xmIV/pZ+UG1q/X61e4vkrGrY92e0wjXsSPtLBOMoMCQy75tCymYnYDbd92wvJv28An65488LvzwJPB/yIP+KnOqy+e0Ij0W47isRcY+0rFDigQM83b0Io7N2T55ajHRKg2JeUkGfe7U/NlGngG5Eb5sn02Chtd9QsoICqPZCleHryj0YFAkAxovlKVPldrCR9I1TBO0q0Tojc3Lgw2xfUY/9xOgwcRIiKTq5ksKWnWnVX1hgg9dtV2wWfe6Ge7ZzJ0T5GNG0ACqAxswOLNek/wvcoXygbLgooYcjSixweczEbJGzgHQxp/8t61attOTfGGtG7Ct2z8dt4IemPEJin0Y0cIimzSvbdb0YoKNWyuO+Qu+JT1lMPhYrFEdqvkxoR89w/fYhO4Dy/r9ZoN9q1u7m745PxGd+s7efNdxw8T6UgVNfpaXmCHLLMxtW5/uuuD8osXL/T81Uv58OfDsm0pbePOzHCiI4BNA/ZsOXSs7la6/vRJPxL0+ccPP+knf2r//oP85yb+kWr/aYJtko2xfpdIsTfquqISaWoI3K2iS1Jmo9o1jWzjkgP7qQ/AHPA7Dqn2m+cl52pfleC8gteLpsvrxtSosmntmasd87Rm077ZruPbIzvG5GDbQLv5cspqOGg0bNp9gI8NPPYk6Jan/bWXrAPmMTBCDpnDBD1rcpiBg88AjOgiebBT34OEKp66RVEBI6/JeEpJMuhwQdlXRjAsIJ+SOx2h+3bL96J3CY/HZr83XVFh/MUHmK7FFyXmo8EH5knMSwnfdAQ3lvFnTSccEhes4Y4Ajg+HLWvbMhIyEn4Toww1OSmXorbrtGBOTwk4+JsFp2eXERxZEqDp2i54RJ8dPvTBasua85+WxA8FEyz49Omj/GdCf//7P/T3v/9Nf/3rX/WP9z8SgPykNYdRcS1YN+dn5wRSLlnXVxxgr+RvvF1cXumcg6yDRf6zp0tsuOJwe+WgDG2XVxdyYNQHX//GUIMvbItdZVsOsONRg6c9kQyOhFY4PcbMKiwNvutiDTuAs2S8ywjonGl5es54LwiqXNQSvefnV9h1CY3y/CLo/kaU+3X2a/Q/kQNBhrZdyD5uShfPpdZ+yyWeL1sHB1ZrXd/d8ZwArm/kZ8foP6nEr1lJOTfKqSirUaJf17ZxuD8nKPz86jmBqJd68fKFnj17pkvssz+Wcf818oGcITLY+jwTVzZ47JRyJSxxxcCqw0G+x/zD+Q76+FsjDlRteKbdXF9HAOjnnz/oI8G968/XctvA/CdsTZZbMnYmC5PfuyNPJt+3SA6aywRvMa+NS6nSafBzK4C5GggqDbsx5o4meGoO8tWUj1qO8SPyP4HiiIn7gE2EuZgaMuMIX3PPNIU1Rd0strhnjrc8x7zet/H+2alnkQ4GmEIEuDwPUUJ0YgBIMiaLC4hacEZmdvfPNJ4QgLz0+4GA5fPnzwgGPdPJ6Zka1ktKKb5RtUH/LfPoDyccqPV7aUvQtudZ6zkc8HtP4MB8M/Q8BweCQPX5aG2TESweTKRS8zCfWpRmAwYMJJnlLpRAAAAQAElEQVQKeDTMNbba3obnU9OxRnkGdQbWrN8bXdepMb1tVHIj82qvCzEWiGwwEve1Ax+830MXdm6BsLdfEcwi8EMwawNsGZcDcDvmw2uMziG7MGcFW4r1cY82qdCURCMJ+3KhzBVoycAh7Q2ZSD7mA5CxTPYF5sUa5hZxdeKjCZ5aSRQA94NU0FPHHOMumbZfSgjBH/PYe56pvm93MdZBo5Vy/+G+gxDWghiTIYNn8Mz4zZO5L7M5IzNS4UG1En8hx6oYq8v7bFVSgVgxkEj3a3gwqL8lqz2zzT+wHykesOSoeuD5VaxKrmzGDbXmvGo0DYw1rUJJA4WqMW6D4OQBGYz/TuDI+t+Jxb8DM59MfPLAkwf+6x7gnRcvVUsa/YILcO0BcGg8pnhDFnUjhqg4S87uwZcUN5tqMK4jrQdabRGvHbDf8Obxg9bvD5fym4NKzonOU0q1hXfzRHhQWEcAA3I5FQcuCHMl0MgmcVXPIQdjUyAg5UmvamnRs5iHpVkzNufslyAyYAAlr8kvYWsdmLgKY8yf6SCVKfKqxRotyWWQH83c2kjeJLKBbHKrho1M2yxUmlYtG7rE5m5glrwB9yewG4IJPcGFnk1i6PXurM4UGqpuEJoGwBhWNFnelPqAd8ome+kAUNcoZfQz5vlwk8yeEv1G9WxI16uNbq7v9OHjh/iEf3W7Jgi0FY2iJ9xTTmG/QZjSgIxqi31lYuZQ3xFYOTs714urF3rNJ/7+MVr/6ceLl6905YPf2WnYmbDLttgu91+z6fc3MD5++qAf/vGD/vyX/62//OUv+suf/6K/+0D+jx/14f3P8Wn+auVNcx/6MUuMXrZtD6YgP76mj68bfNNgWwO+56HdNgveWh7nHtcxzG0DeowP8tz48LHiYOLDyRb7d9te2t/LCd6kwtx6juOwUBqVsKGhrQBox46so8trL6qTfg478tybbmBN9Bx2eh+GmL8RmvgEX6wf+wGJkULElDFTE/YLxfigDfXHpAH51hFc9wyGCxs9h3QJLvNk1lyTG9nn4fuuC18U1nzJdV3mXNQYoLWLTicEJU4J2pycnEbwYEkws1ks5MNhmf1WsoRstMr3f8Gnbl+enMS3C84vzgl8nOns9EK+Bzr3p6/oNnAf7bY7+fCx4RDib8D5N6f8mzY/vf9JP/7jH/rb3/8O/FU//vCjPn0mAMRBVFwL7Ds7OyN4calnz690dXWlCwI9FwR4Li8vdTEFgUx/fvWs/ukYAY8Xz17ASzv3hIOzHgfiWLt93Gcb1o3/V6Pe8+o/haNx8HxTMtDInWX7qWu5dxbAUr7PO/zVda7jo2apGszsjsqlgodAkcvo051pSQDI+BL6qYNHAWf4/Fy+d8/OrhT+Q37bLpRzI1yH30Zg0NYBD5b6oBRt1lvtaJVLke0elBnjqBhKzvJayJQGmmBhQsQFjXxKlWaS+bx2MvdtRr/n2TS3ea3Zb/6WiJ8Fa54HG+Zz5NAs7j/fEzvukYG6YecgDffJyDr188ZlLFTMG0EMkwHuHiDolZbEMFXr5gSsAxi47wYOr6PnLfABvuM017PCdgS5pKIA1fEe9yjHlV/Av+x5YJ61zpSo06HBeblJKvi05EaFuUopMbRRO9bfGh9uCEJsCAT11IcINOMkfMdkxlTqiwvBe9qERxFa6TOV+Cm3jZbc28+5J/zhwLNnr3Tx/Dnr7kQtzwDhn4GFtiVA6zn9fHOr69u7CN6toEVQxHMZsGMtbtX7/vG7MkqCqGH3gLlVr+5dYVhQhpjfET5hIyTYY5igYl48Tw44ZPzU5E4d93/HO7WWtb5oO+xu1PB+yfK/6HyUTUKDUnH71O/d3jbzDLf9G97324CN/Gza8h7Z4YfB65W+KSWVpmW+WjlAW++LBjOtMynzPFRuKA2MMQPYA4N8oTnGOJemVTDF43dpmHAcMQRUrjm3thx6wNBhHKU0z/pAp1RDx65UuZZsiPEz7h3Q+x5lXUw3HMzIZQ0oAJmMO+WCisJQsjJ0g3yh38UeZjUTIU9lFCXye9kDdpt2r/24cpDlXkBNBxbqh8oxNvWcCgZw3Bi4uw4xO1E9wmr9y3wW9mXLfcrjfCVDBzLGGO73qTUem4GwBKL8ljNG8y2b92TbkweePPA/0wN+tM8jr3jNZ1ot2V5V5Is8ifddhUC0v2gBrznIIX1dmGK/c+D8L2GJDUe8PBI5eHI5SfQD2TBVv1oMXzHIPjLc7+iBjfd6ZM3jp0Q/77P7XR7UsBQKOS8/2eYs5b0M4zQ7sbG3s7wB8u5wiFfybNFcmvEYzxBmAN0nDkGhz3rr5sybyobNXNMWNW2jAl4Kmzk2e974bdl8b9nMboCBzVHYYXnxycyscy5pYKOoktUgo+Gg23Lg9TcCOgIxTdPRVBhlqnssu9GbKvzlg9CODdiGTf/NzQ3BlY8EV/zJPsEVaLPeyXwJb5F9kYKPnYJHb33LbsEB/ELPX77Uq9ev43c/3r57K38r6IKD8gmf9nYRDKAHtngk3uyGHdfY8eGjfvjxJ/31L38jAPRX/eWvfwE4kP/4o/yJ/qdPn+WDX88GMnTbLozMR6DAGwpvzoEM4Jv5EBqDsOIJCdQZQIoZj4wKQ5PXQYXoEPWeDfxmdaft+k5rB4E4eOw4BNrFYlzZayxl5rdwSGjVth2ATRy6MgewxoeGnGW7yeRhhM5QMa06lHuMFXpM2PCpPIcedPeskx6dgw+fcWck5VkvckOmfHkQLitQqwg54lkXWMyaJ4eSABJyUk6Kf+BYqUxNATq60h4fwgYpZcljMjRdUcP67pYLeV3421dL1mdnaBdqKR2kOSEgcca6OI9vzzzT5XPA3xQxXD3TBcEWtxlOzy7kIMUJQc4TAhcn9HPdwZlzgj+n0P2Ns65lzkuLPQmrk3zF2MO+pFyyMn4qjHPEEVsOmP622c3NtT5++ij/7123d3daEQDyAT+XJg6BS+6rU+s8P9M5+s8J7Jyfn+sS2y8JBl0QFLrC5itsdnkB/eL8UicEjzrGnHM9GvXTvecDoNdST2Bq9MEWWzRf2Co872rG1ia3arh3um6hDp/ZFpdNtwy67z9DbjoZTO+6Uy2D91TmrfiJOgeCTs8iaObxnJ5eTPh59e/ZhRaLM7XYnEQAiOfPFpu3PG+221HEgDDLBhb82DLPiwq5weRMW9wmsaQzY8jcf5l173FE3RyVDf7jinFIOcsBi4Z+TSnoMGQxmRp5Lm536/jGop8FdwQJtjyz/DyTLy9m1vSALweeq57fEYPHwGmkbTyC6EI9lnA0866hVBBoNQ7MfaDIuGX7WzJ+fo3YNATEKjOLYvAVY0Ck6Z6PMTG+wnDm5uOyUPkloPkoTUKmgocEegfZpgEDdvgAgmdAngOvn5b7onStcincH3RMUs+pb8NaX9+tCExutCYg4cCkZVjZflQTskO2gzUD8iuP86nRHTJyXQaweKKUWubTvwV0en6mCz4QeE4AyMGgq2fPdck947XY8lwQFm95vt1hzzXvhWue+58pXV/7R9V5P/YEqHqC4L6Xenh73gkb1qjLgfpAu8duWZN6ilxJYJjOKIzMJNq8wMJ241kZvG2zWta1bT8Gz2OGbp49qF7uXTFph6IZbNfOtvkZHrCVnwEbnufbgJ654FnPc91rTGFPkZ8/Tdup4L+G+Uu5qI4rR1n1Jwl7izIlZFKdEerg8ygD3WeVw7lnUBqqT/btRhISkYHszPMye8zYUXJW/KtNOsi3NKpIogkydRKOkMcfc8X8OaA3su5izcKeEpnHi1ShJ8nSIYaeWnp8AXp4WcEDWig/0GaOuYy/gPPSNGDrgfPXMEuY4eu8ob483j77GuccMVjmXD3GZ9rDMjQcEac+UyH8d9QIWvmzCk3GAVAafreJEfxubX8y/MkDTx74v9oD+yexxOGQjNGykySvyfh4ePWYvZJqc+QpcsWL8RjX0QXd/SaKxRg1KXAjJswb2sC/lv3aIxVddM28oDM2HTYeiddNbdPXrlwb9ubU6qO57Taf9+XHZtdN0WNdLDxjg9uMUyKEvRdITZUKTwYzBJm6S0guxGx4UysOC703kBZgOaYHAxXKPTv4/eQWAj+TJXObew0zzboBb+barlO7aCX8uWMz603gJja4d/JGyfbs0O0yNiyzwLksE4I8b/A7NvYnJ/6GwFKLbqEWKKVRStgVO6xEBwPFKPV82nh7eyN/C+LTx4/6/Pk6fhTaf6MPR6Qs/xN5hbCFAdVNTNQqHyqqDYs4TPow7B+Fjm8BvX1DQOiVXhAYurh6rrPTc/lbG/4zkJaNrbDNfl+vNgSirvX+wwf98NNP+sfff9Df/ac5f/tb/R993v+0DwTdcvBb8Yl1z0Z64PA8W4IrVCGrAbFN2ZtW48qqF9Z7DEC4txIRAYE5p3WigLkO0Bg0OJibndYECNbrlda2ITa0bsGpcKWUVDhgFXzfEIxom1aFTXPDIbhk/DmBuGaLqnxkkBT6RkzrQXsCP5QcbgagZ7z+7ZPdbht2wBSjSsg0ZCXGnzXPFgjJsigs20WUA7LRatwAXdidUpLLTImlkkXp69fcdebwM8GHo6bp1HWNlh0lQaCOtRjBIOMG6ouTE534MHhxpcvL57pibfhQ6G8JPOdQ+PLFCzl4+OzFS714/kI+LPqgeEWQxaXhgsCi//zq/PxCJ8jzAWlvNMbVGWEkKattOy1PT3R2dqoLAkYXHELPCdKcnJ5qgU2FOePW5wC9kw9lnts1B7OeANHAAV9cCT9bR8d9u1gstTw5jQDPCUGeM+AkvsXEuKC7vbQORjX05H5DxobD9Wq11mq1ktfvBtk7z2vMebDVDNtNomCeBtYAwDp30CEeTf4WDgwkJpEE44xXATUflEEYvxrluA+wx2sxd2qaZUDHXHTLE3xzrlP8eEZg64zy/OxSp+AnJ2daLk6YzxMtFgv8uFBhTTfI6Ty/7k8gqiNA5kBX07XKrPWcizQFPrIy0zKBcazaJ8h7nLac4Ua25bddg96iXADoA+/SDffbhmfFmuDrhnuw5/Bvuv8nO78jRnjklwflSDlyk0RpfBRNY4B1mn78jtnTjExgnsELg/50dNKIswcCYg78um2gPrHfK2IsOSlKjyk3ygVwyXhUsv65C37m+n4faBBMNoCKITsFKvQ4iNE1nZq2VWM7Yn4yQ09yIMXfurlbreUgi33b85zxmHhKiAUYsLNEj9NKKAfWc/DM9aqt5tUk94i+JvpbQAtsOD0917Nnl/L74eXLV3r16qWeE/A9514+4b5JTYNNg1YEpT5f3+pnPhhw8P/zrd9PK63jnhm5JwCCCD3zvyEIuOFZ7HdX7/uJe8W2obyuOxtgYC6kJAWIy4YaxMqjSp7xV0AxHZjqTW5YzhUytHi/QDPunnR1Ag2H1JKbdQB6/On3rctN2LvmGbPWlueLYcP7f7fbxLNn8FrDvlQy91qrRdepeN5Ky1QWDC2UvrT/QAAAEABJREFUCaDEVw33YrYdyhLN4hqYnxh7nQG5yfXBddpcUqAPW0HMv6P0XENBwlFirDkX9HndurSSBpkZJgNFVWAEQALJ+gyxt/H4GXfPHPWMeWC81jn4nqJHJIsCMmNHmXIpCr0JXSE/B9tvyYLTZh4xh0muR9DHiKFSIw96YG74AvYtRmYw1zHu+hHksBtXHdE8BVF1v3vIngD1GKf6W5Ln7zG+cIZtACEFSxFLZa4E5XeX/b6t/925+8ngJw88eeAXPRAvEDjmZzcle1AIv5TYjLINM8cQJTvUKE15AOlBParmD2TKXDdM1X+6qI9V5zPsRUDIbAb8TouSF7XLHARzPWqgG44Ap7j2ayZG+xjvyvBhbIrYTkwbBkyxFGs+KmcqfEE9ytj4henO9r2O2vF5WMZLNDYmsYHcsR8K6jHjhN+nz7VDaVty2D91ADdNbGqyfIhs244NHpuqJO34ZHDLxnbLptc/yOyNou24PxKkk3R8WSTgeejYKC58KOUg5oOa66VtlGLMKEkGd6bEv974rwik+HdQPn/6pOvPH3V3c61+tQ2187xatnsFoN92zWBGSDRhBHnjDWnXcpg81dXVMzb3r/T2zTu9++57vfv+O/A3evH6tZ5xoHd7HMDZ9IetJcuHrS2b+Zub2/jTtB9+/EF//evf9af/+JP+49//rH//05/05//9Z/31f/9FP/zwD71//0Gfrj8TuFrJh4A+5g1DSJlxewwU1Gqqtkp5mg23GWrrcW5Og2kD3IA38hw+/c2D67tb+UdKvaH1bzeMtA2snZKK7IOWDXvHwbjFF56DsAVFOWFRTuivpUxTveiOHoI9kywWHw3YwEGrh+Y10bNGAqCJT4rtf25DyTItKyFXQJ0O+jslZ0fgsQhf7wDfYyOr/9CcWSepZBUgWV5OysgWcjFQhyuZovkyT4UkH44cBGpYk52BNdk5SIBPOgMBlyWBl1OCCw44XFxd6Or5c10R+DE46OP6c9aJD4rPXz7nwGh4oUsOi1fPrnR1daVLgkdeQ/72wGJxGr6f7amjGrEdy7Hfc7Ig0OHfq7q4RB+HUJenBIQW2JQ5FLvPjgPkhnnesA63HFY8vxF4QbDHV+Dr2k5Lgq2nDiidnulkSSDoCBaMd8m92LUt+gs9p3scuWvu8TvA5Zp6z70/8HyL+R/Mmp3h6jpPlT6yHGo9bIHPdJig61fA8gB8oMzzxtB0oJ38TSEHgrruVMv4s7Cz+O2gi4tLgnJX+PcZwbKLgPPzc4Jn5zHWrl0o5rdpFfOKX5eM//T8VEvwjvltuoZ10DD+BGTWSgXdu7BrX2dQrmb4gMZ+5v5p8XULXnIJTgdCt3EfbAgU9PIBcwhnjEr+5/VLKSCJa6yQqIORG0tGAUoSyD6lNBPGuD/8TIpGyCklkYJunQMBiB1gm1wPPmc51zFz7zRNow5/G5pFp5Z6sw+MmfkhDNrFeEwPh4DMJeijCd95MQC2g5USi8K42XObma8i3wNd16ppW+7vIj+PHMhysHNFMM2BST/XHJgceJYiTvsLFSTWGvbRsHMAjOeQbY2tz95mc+17wVlx3zsOAp1w35wTYHx29aze0wSBnr94xf38XGfcz75vkrK23If+U82Pnz7zbiL4QzDIv9214Z70uIa4b3oCQTv18G64lwIi2LALO7W/ssRc7KuBpMglymiDR/NlfJ5Dr2HAczaBg0E5N2pLxo8GqSjPnSntA88CYDv5sGVru3im9HzI0xMI2RgICG8ZTwD+3uHP0U9jFlnDevfaabnXOu4B46kpsa5kXawx82TsKDlDx0ZldBsovpJsWTQxfziJBIW5C5+6gaqLAyRQZIaOSQ/jVuiiiUQrudMwrV0LAUJuz/xseD/zjo6xrrUjGDTE+4ubc9rTuXdmLhKy45t/pVVOBTWJseUAMkGYgIJEi/aLjLpyzUw3ajAlPkSLhUqtAFPCSvpHzkN6Ih4X9InWuTxuO8KDJ+pVY66GYG6tu2nmYVVgDrWYA1pAyUkzMveZS5oeJFx7n8L8zARLMdQ6lrgNAMOqrFIbyC3fAEqL898LzFb/Xux9svPJA08e+B/ggXjwRvbIYB+j8w58jHzcO80VNgbiJVlB04UAbxoMR6irEwPFXgL4r6UHj1ZeHMc9Ei+KDC0n8yHXhXyN9T28fzNNdTc9Brb1Ht0EgKTZ+NgcjFMtGqYes9KMNRNpX8xtM8E8ABvvsBvbw4Vz81xit1/MPYdtf2rnDZE8opicyOCs5UMNNJgz2DVZdOA0twEudOfY2BUtOAws2Ngl6pwo2BT1fLq50ZqNeO8NEnawO1MVWqUZt12uDZpkwiHkNl2rk5OTAB9O28VCDjQlb26TeROcBoU/fdD1ht/Bn8+fP+vTx8/yV+1XbFJDB/7Aa/QRmtzfqD0E0EZezTMZyNiQ2SA3XScfjC85pL9590Zvv3ur7xwAeve93rx9J//PQP52h7+B4W8a2OauW6jgh3E38qnoVv4R0A988vvjDz/pr3/7q/7jT3/WfzgI9B9/1p//4z/0N2g//sN/GvZe/nTYQRlv/j1vB6OycpjtMhCsPEp7kttnevWs6mxCnLzs8QI9m/j1+o6A0418GLGvHJDxYQhmpZJUWGfdouNg3HLg6jgkFHlDK1/MRfgJw6LEsyZXwKPoGDgEDJ57EyMwAJ310APeOPvwMHDgGWmzmQkZjEA5FSkbkhQLfD9A7S+Ghwr5vxre0X8kujr6HhtHeVEYTSmrZMBz6U9hDYiy1L0ckKjHeJI8Fh1dqIlajvaipmnDHw3z3EUgaCl/A8zBgiVBFAdwzgnEnJ052HClq8tLXT1/pmcvXuilvwH08rVevXwj/89Wr9681UvqDiJeEgzyN2+WBBGbtlUujYSteIxlQM5gSUFrODwt2k5LAjaXBDhevHiul8h/9ep1/Lniq1ev4htHlnl+ea4l91KHvb6HPL4cI3IGlrOCNpWWnZFvEHOQAdGmbHscbmRF4RTbMuB3z1/vcg+WC2RkUwi/hdHgOzr1HCI3m17+k5HAqfebgYMVNA6OvQE+EuM+0uUFggxUk2OzAGzKE/gg2zSdDJ6X5ZJxEwg6P7/SBQf0S39LirnwwfwMn52dXvB8OWUuF/RpgSV4p6UDXtM8OhBkWZZZ/ZEZygxhBjZSB30s2QWZrPF9xLOk61p1DbpKI/fa7XrtfHD2/WCcAMzIOp5lJfEviVzymvY3g8AiJVOTlAxKquVUT7XUdPleCAGuRyXBn6gl+d4buE933IcRIOQgN9j5tNpI2zmPocn4t2143gNNg88YB3Wv1ZLhJLmbYcd8IcqoQKM8ao665RewL+jQ5j42xXNuMNm2ZHS3+HJBcK7tbFOrXFibMPvZ6W9T+Uf5HXTZEpwYeAZ5TIYqF2lhXL2vmETJdfw/DNs40JoXLlTW3DZ6iIrMZJ6n4Av0+573t/hevnqpV2/f6N137/Td9+/0+vUb+c+IL3gWNPCNTKJ/jHzNe8mw2xDwQec43zvMfU+9Jyi4cRBotdZmdacV5Wq1IfCw4T4x0K8fCRiN03CmErMqwYjBVs9ltrsn802fwe2MMcbvEleEEHA3zYBvB/zYD+jH/gj64NsNAeAt7/ktwaDNesN63mpgLcc3Yrj3C/NSWPNtu1C76FTaThm8gdbkVn4mGc+uM69eS9VI2zcrV7Wd6oFq+wDs8lobsHkAdxAwSnDYj1LtmbEp5yIWL2oaBOfgMTvSqLs6xHKoCzeoENHg8RP48Xtry7xsuXf7nT9kGmGd+WB1sljr4llagOSxZYjQpMR4jAP6pYt2TK0c4PSquHUZag3ljB6cQRDbYTkft0E/TmYwN7yMCOzL3PKsyhpdzt2jvifUfgiAveJzPvN/vfwF++ZOVRk1eEmemJmUbUOZa7A4FWeGmb4nmPhNw2zxN23kk3FPHnjywP9UD8QT+DcOnpchGx0Bxvad2KGSxLtPqpmf6Zov8xropnipzA1BqJWMgHhYRlZpv55PzFMxK828jHNOSoBL1zXZdTxa3pP65Sus/gpLbYs9d4zD9VGHOt1sV6KM5IrBlbk0bqBOUs6krPqJmbhMnAssx+ABXcO8qXSJQ2mBiZwE4leoiy9handDRat84zNgAP0nO7pWbcfmruvUtlkpJQ18IrbZrrQiwOCNog/83jwK21Qs+cEUY1+lCrlS1ywJvJxxwD3XCYfcUw7F/sQ3JeQrwToDKGlkjHXTvCHgcisHgq4/fdTd52s20OvYNA8cNGFF0zyKjC7A/gRzCoDJHKJCE0XlUW44IGLX+bmuCAi9ev1K7959p3ff/0F/+MP3+iPwPfi7777TG+iv377loP9Kz58/1wUHTo+jw0+lZO0IDm3YRPvbQf5zNf94tYNEn7D54+dPur69ljf9G4I0A5vO8Fs1CuseSfYrZI5A5Jgc+VS6DcgZIjCADxw4PS8+JPlP51arlbZs5n0gHTmEeIEmfN01LWP23LZatK0aYN7IZgQeAF3IxmUoGaqPmZPQZX0ADQzDB5de3jR7TWw5KOzYQJvP7YYa/EkK2VWg5uuhC0KT9XB4CRm+vWCeCiX+5VIIAjUqxVCQm+BwmrmMKzRZJ8u3Eo7yHM+IRk0zwxK/dMBCHYfQLr4pcqLl6Slwxtq9kL+d4+DLJWvl2dUL+c8GfRh8+fIVwZ83ej39uLiDiP5m0NXVlRyYWBCAaLt2b6dd15OR8KuNSsqlVbdY6uzkTJeXF3r+7Ll8+Hzz5o3evnkt/7nia8pXL1/qisDSxcU5wY4TtQvk4g8xnoe+DA/krCjJrY8CnQ846Ws/GSwnAD8H79w95ECB1/K4g6gk8VhST6Bhw+HWB1r/WLvX3orDowOQBq/5ngBRlNyz/R4GDrzMOObYtkFe7VaIaFLQpjaqsn1d08m/2eRvaVxdPYv78fXr11G+IGDm+9KHdwd4PLd0ImWerQ1z3aljHnzPBjQdtIZ2Q5bQX0H46EuAoSZYLbtDlm1pF50WPCsL81AKjfiKvPLu81Feh4l6Uv0HKkFMOlxpPK5Bp5381xPdUkpKcPqgvuP+ieDcdqcd8zNwT9HECOGwfcxjpmx4vrfcAxnwmJq2UZsbFQKsOIYudSQ7e4S5gEAaCKhQfDXVPnWNVKaYS9DBSMhCGDZiEGqyrLsjiOB5sS/DJuzzWDY8V/1cu1vfanV7q816G2tumMbECuI5xHwhewBcqbTI5ZP/4ICYfLBHL8l6K1RbFdcQtnTM5em578PncY/73vPz/927P3Afvo378ox7tG0Wsgk9/l1h05pgyZZAj22o9zf6Hfyc1vuGtg3BhhXBHz+rD9Aznl4D7wWbL4TaxDDpXnawtUCP2iGDcj/t8HOF+JvMqXGQ+xrwWPhmF/atCUbdycGp9epWq7tbrXl/bAiIxDPd7xAklFRUmKcFa97rvl0suKcWKrxXcmnVtEC3UEO9yQ3+LECmJ2kqVB1/TICHaiR8hmPFa8AAABAASURBVN2yI4BBPdMHDRtNs28hG5WfPSGLdZJDVyOxjpUpc46mKQvJslyvOQsA97tx4H285l3puVixv+mZn5GAXfBOvWJvl5DH2P0uS7x3siEnKduTtIU+yqnPAYNAhaQZ6ASRdCBQmRLiTI4ai4CEKYw/CFP2QBcMjGZqcwcHhFwew9RsI3LN9maoTI0Tv7UZDaGBTO2/ufhap2lk95qz/Bwiwwzaw59Higq0o+rvBf19Wv178e6TnU8eePLAf9oDfv4axBt0YLPxqKDxUepXiew9v9o2Wg9gfQemhwqSX0uHl5KOr0fwrz5hv9qAEF5tMd4HusMZ0Egw/cbkUTGi6BPZ4/2+ag4NJA8480JvePFlNt2ZTcVE3ssL89i0+CBfN4neLEKFRl753GmGoOxbao3qUD0c73XrjQb3CYQs+2XcqJSijo1c27GZA3e3gY3slg2uv2HSs4F18GVAv5BW5AsF4Hg48gMFrGQ106b67OxUDv4sOWC36EjJBiQlHV+jBjac3liv+TTy7u5G/haQv25/c3uj1e1dfNsg9IcN9LV6iswYGsBltuHQ7iW3me4S6BijN/vPfOB+/VLv+KT3++++1/d/+CNBoD/q+z/+G2UNCH1H27u37/SKT4F96L969kwX55ccSE/lDS8D15aN6u3dnT59/KTPHz/qgwNAlJ8dBLq+qUEgDsO9N/t08OgDsMXlPVvnsU3EaN+PUx6F2OoyBTs27ytk3+mOjfsdh6QVn+D22LJjMxt+SlJhfTWMd7notGTj3lIu2lYdc1z4RLOh3X4Lwc7ypNgFthzm1ka4xjpER88muueQ5sOC8YHDluJ+l7LXM1APAwjMnhVKy7QOl4hDvAbuzYFPwUc26WE3O+8xACZKcmUeNAV7Gzb6BXsb7FYq8gKyDB1f6KrVjB2zzkq5n9f2nBtl5IatLgNaNQ2A37puyVwv1S1PCQqdgJ8RGALOLwgOnQdcsh7OA851enau5Ql9COx0baeCjIws+xiNYcJsVc5JHWPpmJMTgk4XFxe6ZH35f/ZykOnZ8xcEfl7oApq/IXRG0HKBHU3b1LHlHPJGctzJygKpJA1RRlbpMJBgIKE3bHH/GQQvabBTYZlThpcZnfQlyARsBrHmBw6Lm/jdoBWHqRXPhwpb1uWmgteI1wrr3odjw8CEUWXeEXWUBvQPGI3osNeloKGY50ijJeM+x+f2j+/D169e6yWBsecvX+CzS+bmlENpp8z82dcgzGETtI457Lou8IayabpoM59BXKFvnxkx0DAl+yvnBlssh/klYLjgfuq6FhOLUkqUWVmJfwoQVzJEBkJKKUWb80R9nyIIZIoBKnzBWDMIDxLt5qSIu27Ea74HB+79HQHZfgrI2t/umZlHj9VQMnbOULJKzsJwUgbM/RC4733ANNnz53ICelbMyF5OJUU+8Ts4hRSCSNWvGd6GuWrx4/n5aQQ2O/xZ3w9ifezkwMntzZ0imH5Tn6N+vg0EX0J2jBmpk45Kc151EEVAzkCxg5MB8IyaWmK8B06M555qm451ttDp6Tn39aXiT8II/Ptbf89fvFIEeLkXHXA8OTuT579tOyXu4VngiFDrGHmu7dA3Yqtt7pmXzWanDUFTB0b7mc471nPkPnQlJcApkxkoIoGT6gQZCWLN6GwZDBbHQcIfDNhIQCF3P1xuDLae4NOG9+kqgj9+bxj8nt/yDtli447A1Q45Hk8uhQ+FGrXdQq2fa0CLv7quVcOzzfdUR1sD5KbjPmhEhq5czQjlkKBEemB+MPH8ZyaxLQZDyXsGH8a4YoVHz2D12slqUJGAolyMZ1UNLkHnNMmdHEMxyAGfjQNdmzt5f7MlADSvKbSjw3kVkLj/it85+KDpGjWs2dBvZ4aqzOiMJDq4pJhTVCODB6L7UDyeKh8Gkib9+D94aSJVGQWsBDX47DNWNjZTJZ96TgwuMv3oQypgCjD9GOhF4kYJCZZZW02s2Nfy2cTj9qAddwUn7VkyfsgFuzIkA8WcymxfMaWoRGn824f87Zv4ZOGTB34nHngy81/oAT9+DbwkarGX7Rf8PZIJRy/cPeM9JCl75ynJRZJ0/+EXQqDWNB7LS1MbHVJt/m05/F8yViLvkwdN6PCgRl5lLudWv5kMYc8gmmmBdzpoUqkpz5bNJX6LPrU58tiwq1InA7K9UE0KlpoNvFQr5tzNZq9AjzxtXiBkHfSJXu4ZgM09wK4oqG6zrF+C42HLdsH8kIZ2ZetlvBk7GjayXWnZ7LVasLnL0H2Y8KZwzSdlKzZM3sDWTRkCH6RZvk21Tm+WfPhasmF0wMWbZtcLuhKy5cUTMpKSPPokXw4ArAg8fb6+1qcPH/WBYIoPAbfXd2yg17gBTVWJclZAZOCIsQj85AI+Fwa3TY2ZTVzXdRwaT9joX+jFixd6+fqVXgP+k7B3b9/qbfx52Pd69/Z7vSUI9PbNW72Kb2O80vPnz3R1eSUHtjo2vSUV1tIQB+JbDsO3BKxur28JzKzkTfUKWt9vJ7ttDGDDKWqKWcbmyV4X0/jm9nnO63yxsabdc+EfSfWfm90RIPOPpW7ZvI9e2NOaduCkYy4XHLQWjHmx6NRic+ONe2EFYEcOSOFCcWWg6uPewCoMp2qjqKO352DjA+a2X2sXPxTK2MadBuuMzlklF+QlPO4yxyRZgoGK5stracBeH4h2yB52Y5UzM6Ay5awGeaVt1LDZt79ts6Zr4KAwoVFkoS+wBJYk8plCZZ+qLVMVHe5nuZn16TVSy6JsX6G/ya3Cb01HCXSGpRr82wUsCDJMgL87Ap7LxYkWPtj6G0HQzJsbZCqH4oMNaGe326TCGNHDWN1vwb0zgw9fTYcPsCdjDw6uz5+QVLMqL9WK84xcA2u+oV/TdTH/lnmC7BOCVScLH8AfAx9yK938i3ksC2QgqyBztsOqDsCkYQjTqQOwxmcaa2qggTR1wRe01Qp4RciNG/yMbPBtJweCTgkEnV86AHch46Y5qKPc0IelGjlZ9tjdN6vBVkPmMJeh23cBOvDbhINNNOxTlqfLfbvGdhRsWWBLq7Ztq2xkppyUUlamVBIJP/C+82MupSCoXuAVgQcENvKjdGg/Ik6o25IsTkokQIyBe8A+7Qm4bbe9dn7eEAiiKRJWYRd5PoKSVbLHlhke5Z4zEIQ6MW8+YZrEYTrQcFJ4y9To694VyC0TajQ6g79yIwvcJGXWMWvRQWl/e+uEAGjHumpY9yklzqIDz9Ot/Ke3nwis+0OANR8M9A4qTjKmQkSVQmRk2ZqMuQSwGa0hj5pYem6M0v467ptzltd0w/Nxyb26PD3T+eWlnhEEctDxFR8CvH7zpv7Z8MtXBGef65Sg7YLgZOaeVi6Iz7wL5gnFF2hzzbrjOYfRPc/PgSio3+m2LW4S+OT5lGQ77kNdw7S4FfhtqTAHJdPLQJfsChaGbtbHhiCIv9275gOE9fqWd9VKa4Ih4WOeyYk+Dfd5u+i04Pm14FnRtp2awprvFpRd3Acd+JJ2v9ub8AMK0U33fTIlKvv5cS28YouYBnB844kZPGcRGHMQaId73IYXKWB2R3yUgCagsJakRixm6VhvyIMUJZ2d8PvWH1x4L+Oxsq/Zcc94bsTTlNmTfC+hKNE1cy/7G0CFcTXF+oqUc0A+1gWvEy0uoiXaZ0JQpww7JowiuJAHSnJTBecQSAVp2TpdUr+XzHY0PoHHmpqYskv6TlqQYMJ9sAi8zIihu0KBEyL/LRkqD2z7/gdSYNDN53FgDiRbVHClS9/CGVpNhaKInAS6T+6/r3yDSP4GbfrdmvRk+JMHnjzwL/YAL7a9RN6nFd8jtfog57kt3ov3qWmqziXVAbxKqjmkryQYSZo2O/IL1vgvPT1/qU31ChZnIVu8zGY7RsznlcjbI8Zi9j1iPtFewU0HSLI4feU6EjFxTIo9lonyeGGpub74eBPWF6I3Fkm4QvcuK2HOhhkY1aHdjbVmiRVzzljv8ZkGoIuclhxgXHTMKM0carxx8yantEXe5HUcWnNJbJx7NoZrrfiEv/4Y9Io9BrrpGzKmDEpguJmSGu2W27ExPGEjfXp6QcDkTB0ba9NTLvAliUBaSkkJOwISOD7cEsi4JQDk/xHsw88f9P6nn+KT4FUEU7wxRAcSJCvKCj8aD5qzof6pCaN1rQK+wcBhAtNsS8P4vYk9PT9nw3+hq6tLgjwv9OoVwIb/9Zvv9IaA0Pff/UHffw/82x/1x3/7N/1blNT/8L38Z2QOEr148VJXF8/4FPlUi3ahUoqajH172ya7sUHYhvU2I1pnXGyS6aIgunVqqHb38entanWr68+fdHP9qf7+Dxt4/6jnSCAm0cdz2XHAMizYoHfMZ8tGvvGBlTkuXVH2pjZTZuwD6BYJL0V5yEwZY94Hr0UODz3Bn363xZYd9N106BnC5MxcxnzkKjczn5ZFLdqNC2zAB4Ydn4bv2PTv+JR8hIZbpJEEmDelHH5s8WXbcq80RSFfyc0B7haIsyykJ2OC0aniUz7NwFSrRaZHyMwcJMJu6wGoZ0PTaV4rTdNqhg6865byjxe77JatvMZnWLL+A/B/13Yq8KccBso6q/YwEzuhMLamQ0a3UMd87b9NxOHLh+WuXSg1DVDmruEuj2lAYhARL/vGJZBzwt4ifxupbVuFnNOFlqcnWhKkOnVpWJ6xbqFxGF8CpvtwHnzcwy47+DvbZhsZS4MtzRRUqf4TV9JsChXWB+sHAz3XMU/gphuibuQR2LNlxOWMfxo1XYN//Q2c01ra902njA2ziKpn0ol3LMd6DFSdZtbpm1JTFT3Hdk9UlFcsmnPGl4067HCQoOs68MK8FrUcjNu2UclZheeYgCSuUUosaOMJLGm6oFfMiEG0HqBiiqu2BirEgiTKFCV3CvffQNBnx/3Yq99utQV8X1VfjIzZXhAlgCMi+LAdeL5XwFu0zTlip5QfdQiNVRzInLKClWKmuDSbgUXghA5TkYqP7CuvqdOzc53E+lvy7mmVS5FjyVsO6DcEJz5++qibz9e6BV/xHho4sFdBk+2Mx+NkZBYOhMZgCYxnS21zjTGaP1pNhWabsYeJY247LZjTBUGdM9b8+fmFLi+fy3/6+ZoA0Bs+HPCHBK8IAD178Vz+1t6SQGrD3Hv9ozwkI9UoeIrS84dmfDDGeyn8H4GgAR7smDqEDGxx6edNzo0CL9VnIYyMmgygpAGcIlIVVIwzrkxLdl8DdZN3BEEc5NkQAIo//eLdsV7d8eHKSluCI/5GazyH/dxgPbdNp5b7bNGdqGOsBf80ZaGGZ0DjZ4GfCfirA8+5Q0VVFJY4c5UxYQptThB5x92rMyd4Af/Mc9oHHvNKm8vBi8LdlZTDL81RGSOVrMsZKhTXhNTIJTK5P3h/+c/etqylHWtp4L1j3ZnxRpc5o55LUcxDaZV41uVCPeeJw6VhqlJM2rADOnzFtlDShArm2mPxjIc9Qa0ZHUnU3TlFAAAQAElEQVTBg5EiIlbpzrMzYC5BnYLfiOFexQRMmHSHeuYfZ9WGKccaLKEjNoGEbtOm5ntFyLhH+ecrs4zM3JXMYAyiDDiWV+RacbYH8+0r3yTy7Vv4TbrtyagnDzx54P+cB3jgT8pGDnOBUs7UkY1q0MbINVejlsSr1wAClgDX9OAa9y/q+90PbGl65B8/MjO0JDLV67itUn4xf4R9HtNxP9MCGN/Ap1yx0zxmmPA0lfsC/sDdOZCaJXwQkFw/GOEXqVn9bo0XupsnqFzkvABzQGLveagrrpF3MoAAckQcNkTeDAULbTAFGn5DRJSVUvN7NFcqeQiULPQ37A3wf8pqclHpGi0WHTYVeXPkjfh6vdKtv2VCYKZnA7nXK+3RGC+1WkoNm8eu7dRxCD7xn4Gx0V8uTtQ2nZrSKKGP7qSkBJ4Bl4YtB5ib21t58//z+5/1008/6vOnT/VPwdjAhQ+yhPkMGdsrgqya3D4DJuE/ZgR/9QCYScEY/sce2+jDSGz4n7Hhf/FCL175W0Fv9JZN/3ffv5P/17A//OEP+sMf/k1//H//TX/44/+jP/7xj/r+++/17t07+feC/CO+/qHas5NTDtcLNWyIrSOUhW5j9pDLCgyjIg/yoEc2Nwz1gMf4HQD6fPNJ1w4AXd/Et4188BtZ05kTYkMgoWtbNuydumWnRdeppV6aVpk2+9/fmsgcnPf2WQ02ungI1YweP7KBHjhgeh1488xaiPto3rFm5iIBpSixlkK2aaoSpARWcavq+aS33/XabXca+5ED6Xj0yEnyZRm2OwC5DZvxjGy3fRVQkUOvOaICQknu5BkYWAUua921w1o2LQAZUUY2B0+rHPfteXb6WxeGjb+d4D/1Y0wDY8FZ0Usx4qSwJ+Ql+aoajc0PF8Hp+gyZPkm5AXKSPOZcdc/PbvvwIEdciVFVngFfy5CbmIsG33Wsg44g7JLDWpRxeCPoQ+n1v3QJnBIMWho4mFd84qHNPL5fQhbyGg5GFYoydnqcGAue9eVVrR1o8P1J8YvJ4wuGjCygazotOYwuOXAuea50rO2ma0KXJQcg3LL3eAioc0tT1KItMLI8AcUXyW0QmYnQ4bE1jLfruLfQ7yBQy3r0mmy4v5rSqAAJvyf61cXM/PJOtChDooHkVtX2ilZazTX3n6s6Zk2aZSToToPXIQEF/3bLhkP8etsTaNixBD1ig7kAHLoFBu5dP8f9X4EP8O5YswY6yBDnUxtLl6kA+0oyAxA+YgXbRwdOdFsfq9JyB3BYVEqW/Wj/nV+c6/TsTMuTEy0IlJqeWEcOCN/xDvCP6n/kOXfNBwK3dwQquM8wEnHMIvK2fgYZGJPHFTrQh0nKRZKBYgev2/ZAYMjjxEJMyoqDfkvZNmGb6+XeXJ/o9Pw8gj5nfEhwdnHBhxoXOjk/0+J0qROe+YYzxrIHxnbCe8/00xPGGGvG99JCne9B1nKspa5V03UBXVNL+yEAm0rGriNgOKQBuylioIeygNo/OIjEM5vn62Bgngd85x8/dgBkReBnhT8Nfr+v12uCiFuN+MmCvZZb7GqZkwVz428gdi228Q5poHfd4mgMJ/isk30mdw4IQ34lw/vMAzMZtkr+7aIefFSdS+y3PQbm1MJyzgpgbqwvcGglQ0cvhdmOAB3uiwzL7DcrxYdZBBj9zhxYOyP3j91IdzhH+hqSEuuwpKKGheRvgObc0JaUlfTlZT1Qs2jHlgJgDFVkxgjFC04D4435gXVem1GnO8nUA1gG0jTJsWQ3znxV6py7xRxoJE3d6IodNJlExQzUJglTEfqhPp6i574JN+7xA/KAx8oPjROGHR7HDDE2mvZd9wjE41TpdDsmfnN4tfKbM+vJoCcPPHngf64HeMKTeAPtXTDwsttX/J6LCi/caTc6N7NnjZbI4EtGnAEJcDUeyhPuOudPF0gagUCPshSvzRSUpAwSD01K+YpKZK79BvDAfgPboywMCHrk84Cp26jZHFd/GcwJhDMesTvelF+30T0yTsiZF6M3M5R7fftuIHYqsjxvA5v8IXDoe+aKWF7FnHtT4PIXAH3W3cxBANfBOw40i65TaQv7hawdG5YtmyV/VXzFJ4U9h/+dN5TTosqomAF0ohoDkOmN4hmb4Gd8knp19Uz+hs0Jm+G27WBI8jobmYMBiApU1/t+x6eSG4Icn/X+/Xt9+PizPn7+TCDqBvqaTSJjDF+wSfTmP/BKQwS2K2CYP220kTTMnnNpkOkGI9ib2eR54915c+7Dsg/B06fB55dXfCIMXFzGOK4Yz/Pnz+MbQy8IHD0Hrmg788bf39pYtnKgpYlDPPNs/aGUjPTFxivsgCkSDCQGSmJcBH76fq3b1a38w9PXnz7H/zh2yyfjGzbvPXMi7rrcFLVs0hcnCw7LC3ku20WnpsUWggCladTA402tx5q9BkOfQg8Zc2jFJg6qJqGf+RkI/vgw0ceffm2YLv/IKsco2nxzJ7ok5KVc5LWVp5IKLXkC6wFlvjzHu82ONWYY5HkfWRCzdiE0hc1FLevFhxLbnaBXmZqukZFPqNtAQ1vOsAGmmQC9JjQ4YQMF4zXVmMsZpg7IkCacpuAyDaSn/4a150P3hvtiBfj+6KENtJHoQV/4bQVYlURfGnD1CBh7HMxmmFstc8dh3aV1DxxebHzVg18nRvcZPCfUM/ORi+ecNdAt6qGNg2gEcby+gc6BHbe5DFioBoTOFG1BqwdXH9qXrnNfHHDkEozpDDw7OsD3UEDgWU3OdS5wAilwzZcJM74vYxT4Z6jAQHuA2pRXxrlea+Tz/Q4aCTGkQA/ZscIDfsAmzqmjdUyUKJrcqOMei/uoAe8atdxTDrI2bSNDYd1mfC/Wc3QaI9e8UNP96lSbiqlxKiYiXWcZXs+8d1KqHA7CDjynHdDxOvTzuj9eg4xjYJEEEAiIoAnt5gmA5vvaQZId3t0rNFKOvTLMoV63SEWs5xwg8x2zVo6Qhmr64UUj0HOmT4PfWId+N/ibZv5zxI5gQ9M0SilFsPuWAIU/BPj88bOu+QDg7uZWvr8YjizYtg+Mw3/21nMveHzRgA6V4MI2Vyp4bH537fCV8cpPm+2BM+eGdQkwh9mAjW3XxT2zPD2NPxk+f3ap88tL+Xe55uBVBHdoPw04q3yXF5TnE5wq2s5PKE9UA5guF9xfywAHNju/c0IfOnlmLxYN66pRgx3hM1UH40mM3o808EJe3J5BSB7fDp+sHRAk6HFnuLvm/XHDBynXursF7j5rzftkzQc8sWamd0jhedF2LXadaMG93i6qPaVbqPF7pKEED3vBW9rbtlOhX8FvOBELMAS/ghyS5/8YmMTdPujDqLYA7X6uDex1FIF0L/qRkeUQm3Oj7HsvtzxTjAPo9Uo8KKpYEX0A1MiBzp59zGazloNfmy0BL8Y77qp8pdonvDpIvnVzQQL3dehzCdHzUA2Z+Q9l1ZbpHGnKaOcVyQ1gM6jMCT5QVAWdkaOa+4vxQ46+lSNQSNRIIDWZz50t22VIqU2zHXNZMh0B8srgfOpjvUYNJlcx5pwhqFM2c1GSJuKhcJe55k8ZZx5022f2XYAyjw4zF7hdUjyafqnt0Q7/vxF/P5b+/+aiJ8VPHnjywP9pD8zP4Lms+u/XKm3O/UKc8alMU3lcsEmr1ccaafHG1wB6SOYFSEHzi4GXwfHDMz+oB9+vZlVCPrzF9z0S8hSg6fIrz+9axskhafSO/As7J9avFBl6DJ8sozPAmwPokSb3+h19XDc+NfE+9EixDB9k+ibAcsxT4WDngJ0Dm7kBgXPJqQg2SxvujQ5ifYeTuxUNJk2Q75feTOWivN/cFLUEfhbdQm1pgndwIGa9kTfj/jHm+KYDdvjTLLyo+8pzkKLjlHmTeOmv0j+70tXVFRvnK53yKWnDRlL4zu4fGJ8P/p4Ggw803qiv0ev/YeunH3/Sh/cf4ltA1zc3BIA26BlwwTH0UachbJq8q3sX5rle/WIMcMUAisucAiwk45+m6TgAABxW6oF3wQbem3cgNvznbPIvamBoDhBRnp+f65TN87KbNqqWH1BtDjujbk0T2K8TuDDPADKwGV6xkb++vtEn/ybSp58J/nwgEMQGfn3HYQl/sMPMzGWHPh+mzk7Rz4HDgaCWTXmJOc7KXrOZkmBfppR9AmAV4675ZFY0Oas29OjZaReBqK0G1sXAvMkTSH+SquyixhvnVGT5aJJBnmsdrp5Ahg9um+1W/rMDj9FrwOIEb0pZCRmW1TYt67JRokweB21Zj1zzPKJRMTZrhhPcmEzfA/2hk08JvsDm0pUJd2HeCazGYA6mh3U34pthgp165qvn8FL9AyfJvML3Ud7LaCSZFEUIdM0QipkXf/tIlBPAOMBHAc25eb+EaMHmzLrIXVHD2vD92HB/dwbWdAcsgbmsuL/BNgFrfAl0y1PNYB4faE1fni65H4D94bVR1zXomoDDawNkQ9jCmEjH0xCWm2bkqMH2DzFC8v3zr1LtCajRY8bdMhH2hWm4ijkyVyVbVYVpVeztgkqqXFMenelLaZ+bmuH3mCoUFfzbEjjvuM+6ptWibdW1nUrJsBPk5j4ZWNgjMmKNQ/2t6dElQ2fTU0pgIsY0yrL9zNxwyN2ut9pxX9newX5DtxkdMAnguepnawDPld7fDCGQ4gCS++DyOKCVbPul7HEAhbkpFvQQciVk2o1N3arPGbNlckvQNEADrIBa13TyOrrgfXDG89LBIK+ttm2VctJut9Oa4La/Dfrhw0eeeZ90TVCo5xnk95Dl9paP7VvG1DOOgeeK6TwOqzWTbULncAz0wwQSDCTxPBSG13XagDZqWmDRaeHApp/lwCkfBpxG8JPnP3Xb2xFEXRo3fYLT04v4xtDp+flUOgh0puALfu4Z7rsI/FjHBK1L1k7boBvIucGWLP8jw96avK49JpteKXPuFkbKvMdc45OeAM+GDwr8Ac7Kv1EHfkt5d3urO94fK4JDWz5c2PFhk3t73bYE405OTuX3xzL+9GuhhnlpWN/Hz5G269TYTiBK+zA3ijUzm+QSf1u2wXYbYm2ajq0V71kfx1DHMS1fho8XWBehB32F+cmlYYHiBfSCWKy1wUutSCXTxrzv0LElQO9v/6xvV9qyrnY7PsAY9xEU+vo+orAE+ll20xYZcimqayO7FZhL0BgUdRI1dOfQm8EUYOoDKFMd9Q7eMnAS48VWt2T3s7zsDEoBSFMNrCarNrhblJWM2qxM31zoUVO0QI3SWfA7wwbXLSPK35Ih02yocPEIWLDJVaPZc/a6AHJbbaOz6cVsALc797wR4CiZ56j6TaK/Bxu/Scc9GfXkgScP/Hd4gAcwya8zv1biJTo+1POQUOu8BidG1w2uJmfKqmVU7uGmwBsneOP3gfd2JYAkpGjqm8UVmYIamesz0BzJYzHsK4HssxwdLSPxcgGoZ+tAH+8ZuYWspknOYFsNOCfGzEZd7qMvr6lLyNAuzQAAEABJREFUbUiJMqGBkgSiemW7O1D2NYG7DP/zdo2NqQlwhDwMy4A/UTZgKi1HKexxb8AbWza69eDtTRI0CzHMXY7xiWbSgIG1NBEbXQDGrP8+NPIGvOGg7Y1gxqi6EV+xGd/E16c302/xIKKmKkioCTjokrxZ86bZ34y5eu4/rXqpZ8+eyZv9BZvMwkYuJQ5Jo+osMB/zIWnHeFdsXj9//iz/GPTPH37Wx58/6pZPgjd8kjfQXjeO9oVhF5soMnsb22yJwCuEcWEkTSS37gGEBNUpB2v4BfsaDiqdgc1u54OuN+4BJxxggPMzPhV2EKjCOQEvj9kH5I4+9oFlWfJvAUYCG9awVgZOTh6nv7Z/c3Otjx8J/sRh6KNurj/rzt/KYnPrtez56tpWy5MlQanTKQDVybSmFO4L7pIMeEwuDbM/Qp0zVDMTs8dcMz4Q8Ok5ePlQMfLJqe0SttV2IQW5uch6muwNXoO+IuUGyNEOAjvBDMbVI69+W6Fn0zcE+P5gGcCblFKKTXRBZtt2apoW2chMyMpZgotsSilKrI/SvoYLDujwui7KPdBi3FJkPCC6TlltqRXjM1RK9LE8+lXZBXE5yLah517tmZOe9bmJPwvbEhTq1bPDHfCteWZJ0SkqKXIEyWC5/tZMw/gb7sV7MAVzwifdgoALvukAfJThjYMKuNuL531qazL+c7vLyX6UHfQyHtet26Wr1Y/k8Js+gztBsqlHAB8HafM0NM7gOlX4aLebXLGAPdgjwPztnbmMOzdWn29puAcoM1AlRY2u5gpAvu3eAzxBj/Iosw3B6+yIHh1rPWSDuqwyQlGMo4l7qFGU+LhrS9xnC+73judah89LLpqvkWd5PNd4vrEEKtmL3VBrUpLEute9K8n/gpQijyyZGrx+do7acZDdsd62BH423Kcb7q+B+9P3lJ3n0rCBx2tyQ+Bnw8HfAaN1BE+md8rOYzSgBteUnFXwSaH6Synas8I35F+wWje3PaZwrxuBY0Gww89Jf2Py4uxC5xfnPLtO1HZdyLG/PJ4bgv4fPn7Qzzz7jG9WG/UxPtvMfRVj2sgB5bjvuPeGaaWgBnOm8USFbNIPFqmuz4xO7g/G6/vH85ozdjSdGp4/Lba2Hbjr3FsZPIB6Zq4b6n5PNN1CNSC0UA32nGgZQaEzylPeF6danp3KQfp20aldNGpZS9ZpO0Jv3EO2xZBlOlMQth6y4zFVn/p34NbM6x3v5xXvyBveFze8Oz/znvC74tp/RmfajT84uOWDlBU+W/MY30YAMbOeWsbSdosYw4J3nP/0y+NvTGs6njW0gbu+4F3otmw/5UYZaOCxvSXHYsBcypgLUErfR3UtYLPXmueK+Rh4pzhI4/fMwHwOPENFm7hv3NNg++IZFnqsr/qmKLv5Plg/dN+CO+T3yPR6X9k37Cm2BEqHWEPcgL4n972pIy7GwLMylVaFMubFMgG0Irl2GLgPK1Zz94OFNQeXEWTVluOctn11wCWsVmz0n2c6cOkmyyloybXinPswin0WcRv6CUAK9JrTzQkbICEgtIUtVCAdp5DheUHGMf234F9K26t80B0L0B9jmkoWywOe33f1MV/8vkf0ZP2TB5488H+RB3jJ+EHPpzy84v75cU3/o0m875Ki0L2rSq2voIpH8xHqejwoyXgPIANB4AKTX1mBK64jNOrOQvavvaimjjnRw0oohPwZ9X5iYAfuzeVIOeOgOlzufKjRvVZCtttmEE0mGnS4qqF4ewgg8zs62qMpsJrxalSODR8yMjUKu8J9zOHN0sicDRjesyHqGf9gCIYjaUeo+30N9myhC2VT6ZdzAo+DZinyJ9ptaVTAfZBYs2la+dNCAg6b1ZoNOJtvb+BCEXIoD3nFMFPeOPkr7/5tnJcvXuqd/0etVwSBLq90xqejCz5dzKWIvafGUcCoxL+ciwTRhxpv2vwbQD/99JN+/PGHOAhcX99oFXbs8C1+jm9cDNi147Bt6CkBNn72l7gYXuw78oxAezS5XXUMbrfPZjA5R0ZuPkMwYQMDDl2UdXrcy40VLNFQa4/k9Jv7D9jd+yDHIc2f3N7yqe3nzx/1kSDYZzbwt3wS7oOeWLg+aHccUpaLhZYnBKQIAPlT6gWfNHds1ls29Z6H0iSZt+HmqAcObNgbZPtHzB5FRoML2286/sSWnk9MA9g4j1Mww1zJ3JaJL1JuZF1eR5l6xldZcGQzAYhkmMxTXwOKfCrrg9uOtTSwxuGQmPeUcqy9hsOWoW3ZiLNOsteFkBcgLuMU6HE+g/my9Rtoy3uQZjoIFZJt+wIg0HfmoTuioVWEHIkx5gYW6OaF6rENZD0+8vz0+GyDr3rAdG5l5DxIdA/KJAMxGJWUOHgkDoclgPHjizJBS+l5Db+0CxX7p23wGXwcWppcsKtR5kDW0N+QKXOGljPqgKlkSjyN87RHGTS4XPrb/KASXQKiQhaNdGW8rJIDAT6LDj83dDNAIMFDot1you5gD6RDstBac//gi6rpBvRN9aqTyizDcqneS6ZZESUzhjFGgHtMx5VZRy15uITCWjvqVwnR0XZm/F2Yr+Wi0/nJmRwEPjk5Vdd1zElRTopnm7hY3nX1QqsIRBKvWJhAuAXJv5LcaKCZ/iT6jMiWvMa2BMbX/nYDgaCeZ4jX3GzqwP3lZ7nBbcfge9D1wXPJvYh0UgFI2eCM0ukI3VfxcQZcPwbPkWWKVbVDttuGSb7X5OnpaXwYcBF/VnWhE+pda581PNlG+Rl4x7PvA0HvDwT/rx3EiN+j29C2Y3oGyh5wfUNAYwOtD7Au660lOXpty+wPKNwjkTNHWSUbmlpyr7SAbaz3UKeGuW07SgP3n9uauL86+d5qeM52XcecL7XgGewgzwnBnrOTc/l34bweTkwnsOJv3Jm39m9UZTXYkwHXXQLc07lQTmBr740Jgt3qcfXsDzYE8+yvu9sb3d5+1jVwSwAofi/u06f6ocHdtVb4dM07fUfAaEfwRXi7lKR20WD7QovliRYnJ+r8bGFcTWnVMLaG90lH4MfQLDrGDeQsjz/8lBu1tpkSKtaJuYhiyuz9AZp/78eloZff815/fc/88ez0GjUoHphD3D/ZMrnHGiBw6iWzGEkWbh9U6a4JP9oCf+DQa8NY/SHKhj3MFty6hpA9sjLNPzoLsLiEv5tSVHW1yCoB8g2bxRUZ5SFVbaYbO9BnbN9SJgrr0fs52xJ/lsk8eAzRah53iMoh8/j2NSb+UD9gWXTELy7LHpexqWuuJf2ZiBi/extqw2/MQ0xkv9gh25bM2i5ZNYA3WQa9WvV1GdESmb7p63dg4jftvyfjnjzw5IH/Lg/800/232qIX5oz/IY+fkp69+uXaID7JGfTy8kMUT1ktt1woLCjOK4c8MwLxa8Wl2LHndFlHPKBaY8h1J/82Pw97RipdpmSsTUbAUxN1BEtOaOBpONr4JXqdytF2Frr5BD9gje4zf1sXz2sWWpQ9qKwMPCBjbs3d4M3RrGp9waXVlIw/JPZvhuOsf49pKLszVWT1bSFjVynwiZY+GnLRtEbxtXdisDLnXrqDEeHK4MaKEhzW9M28YnnJRv8l89fqP4vKq/lbwGdn55puViosNEKXwp3oUtJbLYyRWJj36Nvpc+fP+n9jwSAfvhBH37+Wf5TMAdGBvwhNq8DCr2RMvhT7h5fGQY2xQbZ4chHsBMQKyWodHXLBHkqaw/L9Sap1txEe6ZvZkPjUtQh26fm3UNIpsEJPhR6UK5Fj9orqjXDiMF9KHvG1BNw2eBjB9tu2cx7/J8+fNDPgP9XHG9mvXH3EmzZiJ8Q7Dk5XXKYOtGSQ9QJnzo7uOa22Lz7wFKweZrfOucpbFFcvhEYBfpth31Wx7KLObA9Ow6XLgf/FpA/qhz9+aH7SYkBpVTUIL90LSW6GDdJIsNj8lVl77ThgLpmM77msOrxhi7PPeJSSvKaaNpWbddpAbRth8yiuNBVDU9RnbMcRPJcUOkyz021jGpkte68DjmmmKEflVgKIewyD59I+x60rYZYY9yXFlHhYEvtQ38OGD08c30Er7w1xy3YafzQ1zUpKeWGtqKO+7Bj7B33iWG5YH45mC1n4KC2ZO6X3YKDp6GLsoXf0HVt1JumU8MayCg1IFyH6+AThnog25+HJuiHCqNjtdachn1CfBUNa8XrPFRc0UaTJe/73KvQaN6gGZ+5wG2bNfpePC6N+7e+XLpt7uKSboiqNoBAMoUi0jFuAhpqcgVRVAKby6jcyyzB9maemS3PsQWH+9PzU12eneuEOeraVg30lOD0+p57pySR9OB6hHSPY+RZN1oO0aLgjUw8osc4RG8IqPbAlsBjzzPQa++eAIZi2sBa7L2+41nTR7B857qBDjtmV77HwbNKuM7rJsaKjGimLRrIsnGXMMx8QYKXVO8rDryD5QNuc9BgwbPrnA8Cnj1/ppcvX+jy4oIg0JJ3Tyu/v33PrFereP47+P3xp/c8A3/WLYGgHttD8GSMZfc87/1NGLf5N1/iz9r8G0cTj6qh1IYK2OJ+u+3AaCfAYEylHlZK85h4Fzbci/5WjAM4TbdQw/0V91VTgo+uyJX8bY7wr+Wbgt7wCzJybhCZgbk0TnfUBQ+8ruUCHdoXaVZCadsHxtwPG/UEf9bTBwYrfOb3o/9s+/b2lmDQtW4J/NyuruNbo1v4dv4WDH0za6rMwZ9lJ39wsFh08vOmpR7vD4+T8XZdF2NuafczxXMY4ykNc9aotF2Mi4wUA5nMx1hjFAM+2eFg223cAcHAeef5fV7xGiASvrOUzM2Sc1KTsxp82LbNJD/LviK7l4IaGRLQt+bDohWwxi9r3mMe+widVvrx0iF5RVCRuDczehJjyqVV4xKdKCRVoQxDX1w00Q2eQwskqVAvYEAGB4NQNXv8Efxh/Q28Y2Ybsuo/CzO/wW/bueNBv3tQI+Eq0S3Adgh9c/8gRuc5c4cJP0KrVRN9KsJN4HP5pSwaH6RZZMYQks3AHMbEc7IUSg+IPqWQ7dNxZWLYt33byO/L2m/bl0/W/U/1wNO4/4semB+7R2L2b41K4z1XkcfyMUGdAXSf3MtgwsPStAP80oMwK4l3q3iPSykHZFEG6IvLLV8QZwIbWKPun4Vcv2VMSAlphixfmTZBEWXWfOEnJ8CbaQq2QLVtHp1rOfokoxMc46JVXNAyxSOpvprJ481ZS7/w40VdM9m0zEsxY38Ox1hQcuYm9re2qPb1pnZgwzZ47MiEGnxfZB6QiXNp/Ctgvcp4MRfZjhRas1LTypu8BRu+jE936Nuywbxb3ekW8LcbMG6/X8gxHisE4M06XAU054bAxImuri714uUrvX33Tt//4Q96/fYN9ZfxGzpLDk/zYSnmhQO0S8OGYIg//XUA5MPP7wkG/aiPHz/plk+D+02PKXXDOKC7h3fDRi+Aw1Bv4LDgNhhJeA4+cuzHXlEAX0vmgP2RZkZJigYYgg8/zJEF20sAABAASURBVHJdjzaymU17RKAD4BIGJzrE/HJw62MM+PruRnfeuH/+rE/A50+fqd9GAIVTnwo7qCWb8cXJIv68wN/8OQFfEABYAp0PoGzeCweUDHjznLM3z8nTrnqFxaAugRhLGBO+6oedthwoNxwYRj6lHJkXGnDaSB8gewyJ9VPYLLcBORfkT3p0uBBNQGnQljlZrzbyvG4JBvlAMHKwRatSyirY2BRksfH2Omwb8Nwq5yz/O0g0lpWgKqco3R585oWmR6/8CNXaZ6AZ1GvGh5Ke+65ng97zCfUG2/s4rMy+ghdx1kkXVkB1zcB9OjLgCvBMCbPA6IC1ClBcpsQYYGg4kDUxdwt1BHj8e1KnBEwdXDglwFfhfJrzUy0nmu+hUwKBbj83bUmQ1fdVt1Ac1vAnTkSftc3g6oy7pE6KsZAxhBgTpEiMmpKGoFLmAZEGUR5AIYp2BLjPHvDlYJj6D0ftXleuuzS4j5CPR/c6TTNPhR62A8Q8WbYB+cHr0jrCFGeTKOhg+wTLRIHH1LDfCGOqReQh08xwVzzIMGUCdp3Oz87i241Rnp3K92HbFHyTme2klAA9fo37N9Fj7aPuNyeYDBQ07Xa7uJ9W65W23Kv1fUEDzYcUFuMzSu5r+yvmgrU9xKGcsXtsFAyPKSwiO3R/gGU3ZogZrACU1EgmUjghD22IIzc+QYa3O1nGt6WeP3+m5y9f6uLyQicENdvGz46skXvIgQz/9tkHAv/vDe/f6+bmZvoQAplIFjAw5x6zn1M1CERQhOd+BGI8Nnhszh4YI6bgi54AGHKoeE1ZVoWZk7Fga+aZlLtGTdOp5ZnbdUs1fj+GrU1Ity4HhzcEnfytKv++WTw3kD1Lc0AgF2TuCY8gZaKZzTBVXWA2urDX+TTmL4I/mzv8sw3YEPDYEGhfsy4M8Q0Y7BsI4Geej23X6pRnTH12nGrB+6PxuOZnuJ+9rN8GvqZbMH7GnTvWc6P4ljDBmJIb5ZwDvGDAVK8HxmOzPBfYbV97znbM0eB3Hs/W3h8ugA+szYG5rzKkOfATz7BjXdhoHkROATvXjgC/2zer1Q0fJN2q3htr+feO5Jspm9ce3WG7lPCH56aURp3Hy7izwXSZuYJzzRcVEq2M2j6o2NwaZW03akz2Ahlz6LET/Kn3IXaQzFUyfAC5qxM/aOznYWJc5MiAFghlJGyY9LuvQciBRCu1AoC5S4Wazwpco/k3JMsxzKzGAXTNMuYy1gP0HPPWYg58yiphi3HLKM6+hLn5y5ZvivI7MfOb8tkXxjwRnjzw5IH/qgf8hpgevfFU4iXD033wCyNeqtT9tvQhblY17RFHvxA5hMkwt5m2xyuSXETmjoD5DXt6NLp2BAkrhDS3GQ5NYeahesCmYcyEL/hor+PCBsZX+cArwiuGHlYFgE1UCvfDEmFRcFOHSs35Y4AAJf5NbUfC2BdUYtAmQUGZcNsFGkXN0MMcBI/CxhwvRgQ4+UU5tcEYWB3jjk0q4M2RN+uTrGB4LEPnY2SPuQK60cXbmMTmjU1skwt4Vmakxjs+zWuBDN2HCx8q1ncrre/u2Fhu2DijxGvJtszKIOUZp5zxTJDLG8zLyyu9fv1S3737Tg4AvX33Vv7TMP8JwJJPzEtplBIbf9bTiNxYk0naECS4vr2R/1eYn378Wf/4xw/xSXB8E4hPM73xt1cHNpY9B/QVn/ZVuNPG7dDcVgEjkc0AsNCJuotfgcpV8+pDcMuZJ2pfIoiBk4QznSA4mX8qj3jN56kImWx6ezbCG+y/Jfhzc32jDx8+RPDnhvGv2djvCMJkAgRt2+rs9IRPzS91wSfnZxfnfHp+FoeT7IUJeO4KG9gO3nlD2zAX2UqPLAvd8oWNto1xDTwvegPBDvu0dwmY7q/PD76HYM9KYufMJj2pQVfTtJStcijJkvUEDhpye3k+73wgIdBluSN6Rtr87EkpKWNj2zVacOBYsAZjHZZJlo6vjJ5aTy5izKYl6DO/S01DxGDQqPx/7P2JeiPJkaUNn/DwCIBLksy1VFpL0vR//3c0T/89rVJVblxBLAHH9x7zCBBkZlVL3dPPlFpExvHV3NzcfLcAkVPQ7Q1Ext4pY5r9wpwbaPua+bdG5gD9NDDeiuWGl73Kd8fQKnJ7nEeIOGlwhgzX8inkSwnZJlhP5JLBk9FhjkvInAvxnH4+Nk5Pxx+VfYF/Epjb0APm8+MwCM2PoQmcYBg6gscM9MHP9aWUhQSuCSHsIcPkESzkOnoIy13Qh9sTbXQmtDbO2HMRN8MMU4vbJtk3WaWnNApy+QC8UApu5byniRRoR7+mw8WVBKCHj8SlHRT07z4Y3BcT/G0Ip/tyBW3Ud+iPvElCBOoiYBpq+fKJOsNRooEOUYiH+hkTxWDskhBlc5d1fHSMQfuFzlnrzs8vYm4e0Td9P/YB4zumTJR4cHZjcOd5FeHGZDXU4EGw87oYIO7H6eZHeMAA5G83rOKyv8YItMLYOqDCErJDwkO/RGcRHB+aXzVCYAusCxuDtpHq88RI+MRrzYe04Ihu2kToAGM2FCECKioK/vB1Yly0oZ/Pe/R1rlevXsn/m+LZ+TlGoZMYs02ip5lzSwz6N7e3GP0v9en9e11dXmH8X2iNccPGA0YFXN2Xgwr9vsYAtmI82BDkMWIgAIK4ZtNVDDFOSugp9hD600Yc1AC/kRwZhJxG8tzxXpl71tms3PXK9GtivZJMSBkKm+8a3mEIwidp5GcaA+rWsnwFpAfFg/MlEQ2OfoJx7Mtek9gz1ujJBrN1hDdab1aBFXvgirDHxgZ/i0Hf5Vv2kb5rWSfmsZccs44cYTDu2S8a2pTaVtntpY1uZ4/Rq5v1SqR5r06JtWSCCCuhphAcmSefIE8KDQhDTdW9+6Swl9m3vgb6uRgYgeQ55TMq+2FqKk+fSfwnRNlyJXi3AL77EYpOogp8HrqbfsXQtWKM+JtQ/vbyhrkxkFYYIw3zrHLYQbuDk5Tg29I2t7/rsrrckdaSkUETNIdOLU8K5XigJaUF9SHjy8dNYyJwnit4BZ8xSz9a5j31V8ujNxrofgtazl5OeSiT0D6xKojaRNxwEmBkigorzIA66Qw4OocEniD7wqEW036RPiUg7BTErzHqRppE/dn91WZlwl1LOgQEoZyedgqMPgRj6B/F+8eT+B9Fs89yPmvgWQP/SQ1MK3pdwHdspr64+RBZOERWpuOmVvc/tsRdQPt8U42ZDprcgEqP4EwjMh04QBObjB6Os5Ivavu49p+6kDZSAVOqm/EIyEM8NkI2Jvtb+2yI3uAK7XRRSOwpuZ4mETbwKG7Ro4nQOlppD+qETC4XqCH5c0iSXBJMaWa/f1tt4soV7cuYUgqycuLw4yTkC48270iDEplqSok8sxWHIR9aShwmHw4MtQZTm8pw+AFOMR5SamhKS+zEib7IuVXyYYcDn1JSalvFn/Jw8GvbTm3T0oYkXzKW8c2NjQYO2JbHB7tD0BDktuwP0rVtigO9L6unvOV9+fal3n3zTm/evtWbd2/08uKlTk5O5a/WJ2TZ0UEeox6rlnjgwLbicOs3v5dXl/L/DPaZt8E3NzdcBJaqFwF0xwHSxgq/8fQheLlYaenDMLIOXOAH8i2z4X4I0DLLXKWtruv8GmpudR/KmPIhzelOeewf5tfchBd6I8BDDPnpX8u5xNBzv1jo9vYq/uevm5tr3WMAWnKA3foEyaWvp2+Ojk/04vwFRqAX8o+oHhPvupnU0IcczBsOs7nl8NV36H+mTJlEuuhjuVJD08cyAsZnoY4BWWLMhd5WXCjXjE+O2x6f0BDRjnEp4ik1ahgjDWOoB4k6UmpV66mVTLoe6MsNBjn/GdvA4dxx/4itzIt+N69M2cwlxJePruuVuaRUfo+1qmCdqKYRjhADrwFZpALxoU12kTlksM9FT/gB8vyY1VO4NpcZrA/kXnORWiKzL1mBxT3jy1jGGBzWg4bdQFN2sKZedBPDy85Yn/nVoPvbNK59wo4qa7p1PzBePR6GGL/w5qLndPdPgbcxlUwWnhZnlJBzgw6sAdUPFRbaPNCGwbyibwtzeKyrUuFOZYIZccSZXER1sJhXlF+ryjL5A20GvtRt14o/waGuNRiQexiW1Ec68YIcxTyCl2WgXMQPffiOaTBGkGrMQGqitcwQ+RsN7p8R5j1EOpS0+XE9sNnXaR5jo9ywn4F1a6Be9yT1uSz9QZ2FcTtx6bqOy/SRXpy+0IuzM11cjAYgjHfOy22r1DTyv69VR+9rx8ZkvwmCRpBHaHLIjmDTkEeoAcLZ2gC0WjMeV1p5zWOODYyfSbaUmhgT2n8SyhgjENGiUa+E0FE0dMz+Sa8lJ6Xgm+y3NSxYkxMP3KgHF542LD3lO5vNMQC9kP9E+OWrl3r18qVevDjTHENEi76sjw2X9nvm2iWGnx/ff8D4/0k319es/ffy+KIC6nId7hPAGPM3PzwGwwjEeBtcfxgNTcfYYIz4GzobjEXGajUEryFoPQ5LiEoxeB8+tY0pZQwEWTnWp571tVfOvVLO6CNTwKu7NHAu2cKkzhsUTZxMMXTsPSBNSqvl6AzykIEi1ttkLPF4HpB9YC2654XMkn0x1iLia9amgfW6BHMK0gKHnTYwHrYYfrZR/065bdR1WUfzGZhrflRhI4/3/tS2Shn0HX5H2zqF8Se5fUk0MpDEv/QQJ5Fa6RFXr4cPKqBJbg8ZyF/AFhRk9Zwt9Jl96z90FVzMTcrI4b3Afptcf4ZxGkFdhOCKW+mpiKeMfxa51JK9dHW/iD1si37EnA1i7zdRcKfU0A7Gb3yribZn9lHX53oT7ZsgV1sLP3Kn/HafakJjSpjCVQeFtg9eK2ONKjSCdJPCID2thD5DTQ80KDOoKeYihrlXGdBBS4oT8L7+oBsynvIg6f/Ks6869JbV5aRkJHKMp+07rLU9jPxjhGnVP4agz1I+a+BZA/8TNXCwEzxqHumxWezkg+rOYS4Oj0iI+MBZOFn6sCX7bIwKkMnTAB8yOXM69AAXBLtDWlbDoA+qKfTgIxE5xKH72j5gG4qz5AorsfSE0AcERVu22vmQy+G3sEOSJJ8bIt+BXeWU4GVEErKWspPbWdnTAGqIh4SDWCQ14dpxyICiAfCBLRkUcjggVwGc5nD1SeBhuw0BSQ9/zINDbYvztwTtO8/Q2HLqc/vcVg4OJUA+z0RhNodIEYGgLUpsqoFIm5xKkThQ+eBaDzqVMKWOA2Kntu2VOeB2s5naptUOuQcOkT5MDhw2C4dlG90yLCuK6pfhqZcW01JyxjDVZQ4BPtif2Qj0+iUGoDcYgr7Bf60LDv/+E4A5B9KmSWiTUeWxuJM8LglqoP13HOY+ffoURiD/KPSnD+91c3NbL+CWh3oTKFzEy3algcvQwOVhbSyh85+wGRhZhgA0HJ7LdEEta/rA4BLAhYEjPG0YJHRuFPwKt4t06hJt87lmD0pEmvMm7MsTG2RNAAAQAElEQVRRJsLu54E2rWVdhsEKuRZ3N/L/3nLrCw7tWtzdRds8ptuU1M96+fdFTk6O5T8JsuHMhrXZ7EiZPF8yReUpNUp0esIg4741UvLhudH0Mc/i9YB+tZgFf2pbYbwNHJa3m4381nSLbnccRDUdnt0hZhT1JKWcGTMtfgeyqJzcBMYHdZVhR3u3HMRXWq2WtGuNSjfaMX93wbfIa0zLgb/vsjouH12f4dupSQ+8ysiSSngaua5E/h6Ms5o2EtIuOpU+pCTtcLi4wQZ5lTNtGHmoJlR68j3OBy4oay5RNlz5TyGX9/dacKnwm2Ub5ta8WR+YGzvaaP5jzdTgmkaYFzjMN12tDtl4duSX3RYjA0DWqNP10hdrx8EA3Fdf8KmMaHpti3mbxvSWf8AQs8ZItcZ3vIzjECGjyVHcjhGFRwe5HKr045hFnhi3yDYMK/pySd8uw19zKa1YyPqqf4LBZZ3xvfacG+daQacl5hv6QRbLVAEf8mp4jS4M6oWm0PaBMgP1l7KhzoEmHmJLvFCmpg1csNz+SfZi/UZ7wqHp1O3GBWpaBPeO88d0e5QXr84L88OybFmTCtgRd5EudzrC4HP+4oVev3qlCwwaXu+OT07UhwG2VcM/BfTkw2IXKfgNAeOALqacHbLJrU/TBMWWOeR+XTKvlhiKVxiDarsRmqcS43qM4z08Y/vcLua3Ywx8FcL23dYH2sehllHDEmM3xlybUvgxD0mN8tRd4G1E/DELZeb3ixenuuAlwKtXr/X69WudYzw7PmI9a3NQD6xB96z7V58v4z8CuPz0Ob4N6m9JDoxl86WK6PcyjpE1Y8zGocEGHqcFaB2ElmVLfOACXufUOow/1pmNTUPQwBXfAtgLOJJw3E7WO695Xd+zTvWKtXfWK7FuoQTGVS3vuiZ+pNT0LTwePWb6KKHSuVL6AakZz7jEzW/D3LCsy+UCg999GDiW7HPrmIt1/LsueRdlXA7ob4tRdoshzfrxgOm6pBnrq/fjY+8l8yP52z+z2UwZQ2ZmDc4YtHLuVP2eZmVgWQ3Li5+AgwDx6AMHQG2BqscgILB1WyAKfWxoD/PGY7TO5S1ttOw7FfYCczXrhDE7o+u+b5VZ1xNye2g5z7VIraOBGqdK6tl4Hnh9Zt+PdZr4wFhgs5F1CNVIXidTwz5m409H233emdGv1kMdy43kCo2oKY1lSSZumjEEGXOAND8TUW097WW8ue1u85Z1yXIYqMbFo4hLw4Q4dUR9VVJKV7nR3xa4jNOijiANh6LmMCLKkx5EIx/K8hBBqnjs7DmNlJNH3hT8qv/A+yF7TMOzXlKLLIlx03ajbO0D6RchCn2R9stP+MeU+pev12cJnzXw36SB/+lsHxbuCLHie6PxxrrjALnj0sdTleDf/vEeaELy7NWMRj4oTGB/lD+cN1nICdkIAnYcMohVMmfWEEmUx5X547sKkZdgVHO8bIKpQvuGHj4JescSThq3R41phQbsuGy5TcW+wWHHcbkyw7tk+Hr4jHWMXpA+ZBJyhr+BhN+MdSl8MzI0fhwukROiRWrBNfBct73wpzTvu2y20R+Uxw8SHM48scEXt4GLpNtHAjk80LldxX5gRxZ8zHtknVCSdYSnSR6HDwGnKSv8oKdgikMeG3TuKUsqh79kI5APQxyEum6mTJrQ+ZYLpA9SPngXDt+Jg3SH1a5DFhteEocvw4YhWstVCYMHeW0rtV1WHDhPzzjwn8dh/903b/Xm3Tu9fHWhUy5NPQdQMY62jEWfk3f0EJoKd+Dyd4dB5NNnG4De68MP7zEEfdDd9Y38rZ/CgVLox20W4S0H4u1mSR5YYEhZ2L+XL6WDL6kYfgaDy+QaDKBwuC5cMIvWiD8geZWfiHRoEIpwUbSZHNeZiGWASnHdMQB5CjpSYIrTd8QLfe06l8jgS/LtaPy5vv6s66tL3d7eyBcfH9zb1MqGH3/L5wwDmr9hcHryQv6fZma8vc30VYJGgUbyYRmlJ/qtAslIU0ohbR1LO9SFLLTSLhHydjSVdqO7AizfloNz4fBqeUVPQMTTqKGVuclq217ZSDMlxlBSlgIJ3xCst1yy0P/qXuvAEkPQUlvG+g6DBxTQFrWsDx2H/H7Wq2O8VNkbiTGB9hTyJ3gacqkdLsnkZ9ruZHLJGOR+XqDD0OflB11+ApcfdX35Xrf4t5eftbi+qrjFH7GkzGLh+I1cfrG40fL2Vqt7sFpozWViQ59tMIJuwY5xs2O87ehPKkYeSzrKRezp49zCXGJokFXQzSG22jLOB/QywNtv9QNxwbvHwLLSwLwLmM7jFb/EeIJz8DW/Ab6DBvIG5FvTl0v4medD2UpTyyJKPB7FEahOFbKOEMIP/Nb0J4YZ9LC2PFHHCvk2cj1LDD2BuKQuxksqugv6FXKtmRIAuT2vqgxD8Iy5iLzhY+QptGEPdFzQteeoZZnKVb/QZuB84PwB/sVyA/sPqM2rLnqjhTVs1/FDn151eWjgHnUMxAfXAf8B40vxusfAswF2PpvL38x7++a1XmIAenF2Lhts+3mvhvGtRn70+LMTSx6o4ybyoKuEDjgFmv38E1mNmqYh0DBmtoxL9I/xZ43xZ4W/4eJfrDtkLR4X4hNNQ1CCfsgSzaJN9sgkoQDHaJI9kwHnHURJYfqrtcOkS4eINBOYPjQG/8IFnzD6Mv/CekIilIw3Lvjz4+PQ1a+//bW++fZXev3qjfznYF7zWvK3yL9inN3c3Onj589hCPrw4wdd7n8LbkVlVXfUAmtc6hpo/8D65TkV9dLYLajSVdfNdZ5pbRCyEWjFvKrxNWN12KPsL+61bMJz29tEOwJZqa1hERcthITt0PKMoH5CuM55Ait9hMfUQBuiD90O4PDgbyuhi7XXhOkbuZ7bzMHi+eI5wjhxmwrhAV3XcNVPi3wd+8XsaCbvHcfzuWagZ+/t+0597pRADqNLz97fgRxIyS1GZoYDLk97ALqAVjmr6nSMk+A4ncJDyzFE+cePrd+CngttrOGBfPZb+lrIn9So/tkXfu7VZWRI6DdkSOiUquNJk5oj5m92eU2yoX6B4fD+zuv2PfvNBv4+VSBQUAppayA1rXw+6bpefT9T382U0YH3H/djMhnOWLVje5AMSVJLgIfwPkscgABtpk8HlOD+i7a7TzyWHiSgHKWpAHccNSMflxuxsQ8v9+dUNJna5SjosdcmUkAohTRziRa7LIWQZu8S8GOS/zTGKihPiIeGIFGVoU2P/ZAJSpZM3IenJWjgPTwh9EP0lxpyk3+psj3L9TUNPKc9a+B/pAa8YoJYSbcs7HWzq5vFjpcfOxVOmVDsWx9HAhJ2bLjsD8Lb5z0N+KwpjD4PRJSe4o9WwWYs2iADQcjEZq7pw6YwBcOn/vAPnTEt2NoBPEGR2F6CMVaTwiHcB6XCjlK2OxUOD0bkjzyi0Oi4jahAke+0kM0Bw3IbUxj/Ub4jB7BAaYc0RTgQ8zhtz5x0kuJxxU63j4wRdAYkTlK0pWjLwWCDkcWH92E8zO0gKBzkCgcltzcOS5FWt3Kz2YP6eYjCGDcOIPZBpI/JRONJ9EUGiQOWDzttO2P/zrSnJb9V4s2N/+eTtu3V+EAEbUGWuEjy5t8HOE7H6HPQZARSGEc4zNEWS1hHIm0j3f9jTzL7Pmt+PNfJixdx0H/J2/JXr1/q/OJcpxg4jniL3vedmtRoGjru4w0H3xUX8Pqj0J/16dNHXX7+qJurK/mgt+biUzgICxkV+kIOH479DQ0MD8PyXsaai+jAJXVN3hp/WC9oBhfU4Z5LqC+oGy4sHBjhNdggFICXeQLzDrgjQcIIZvh3UVCGAtFHPtCiAeSxBqy7Ev0Kf9qyRg4bKpa8rby/vdPtzU0Fh9bFPbIgX2FstBhv5ryl9Y/LvnhxphN0dHx6oqPjU/VcODOH1sQBWQZ9pETfEc4gpawUfUefpiTxICBzhd6JthTENRjbxD3GrMPBOuPyNPgiyaHd+qep0Lp0UmqSPCa63KvW3ylRl6i7VpJMGCjoYuBSvxkNb273wOF/R30sTNBslVhLXLzrMxeSTt0sq23hYZkzJAQVwCHNY2kHX3KUiGd0FGMZIQu8l/T14vpS158+6+N7jIXvf9Dn9z+CD+B9jJvLzx8wCH3AIPQJuk/Vv8T/RBz/+uqz7oybqzACremngfE3eJy5bxgfBcRYsCwGAiEhMqEFAhmh0VaNkycvsqhbrAMlDNc7iu8Yf4w3dDQwLjZc7jbUY2OZx8YSA+bydoEh5Q7gxw+bOnwvGw+XvOkOmuUt+U6/04IyNl4tMF7ZXzK+FovbSHcZj7u1xz66KuP4RhAkRDi3w32DH3nQeM6bPsq5fnhFndRjo1kN32hNfA/6YLnv83sMRPcYsJbAcwygQ/MNxHqyQoS1pjqLL73MHY0oyFSBjKwnECqA1DbGFvd9gLnK4lcoV/ZlSCNMgaBwepR1G0lxegXMIj765Dvd9IX9JtZf5Bp29Bd9H+nUZeo2N8zHrOPjE71gLTs7O9PpybHmR0fypbtJjab1TPvPziOCGPMPNx7mwp6OIs6Jlzc1ECR2yAqyLTKuGTsrxqX/BMx/HuT4QHoZuZvesObsP8ApANqHNIdIs4cunDXFIimcJDHvUmsvEQQtcBpjPkjsULiMiAssfeA4q6IEfe56nWDEfvXqpX7962/1q2++0WuMZ+cYzuZHx2rblm4qjPNlGMUvP1/qR4w//gboNeu+x/6a8el+EHNqQqGPDPeXjSBb4lvqdl9aLKTXJKblGZDRtGvm3zqMaEv5mzYB+NuwMFDedK7rQR9wos1tSlUHLGKpZdbbJ811FXQYbUeG4os/dQlUHritqSpMG/UE7cC6sJa/9bNhLV6Btb/d5HmDTAPjz7SWP8Be4fKV91bRbuaAObdd0mzW64ixeHx6qiP2kznxlvU2+UUBY9N+z77rvabvj9TPZ+p5CdR2vUR7AqG0VNWI6DTD1VFFS07Cf3i2ZG4xWPhcM6A7620b/pYyA3vsFt/YoSEGN4ezkJ9R7f0lI1fOfcgQZ5SUlBgzDzUQiipxeIjJfe7fK1ywDnnt9JzYrDby/gX7J7PBJWgabe/arH4GOkC7M+1Ors987dO6Sm23saOahEyOtRBC50RCTglEv4x9uaHt/kZt8RigxX5MFPQ4bUQI4FeXgB/0GHwmn4Ko3jmuTq420T8VlCSBR4QqDcQ8Y5+h4Xo1OORS6f5md885SiRqqinVtUCRFuePjijpqcUP8nA4socfjnXXRui/3/m/XEP6v8zvmd2zBp418KyBv1MDXtG/UiRW/brufyX3IYm99yHyEGoego9CzX4bfVpwKjH5LjaF7f/EcomcPCb+AsmHAeDdI7HRTATshRweiHHo8+ZYI8R5yl4+IgdlFOk7XPBUdJMGLCeBvUAHhD6Y19IQkJ7wghxih9lSSeEhjlufEqmWsVC2yk2+A0FQyN8h/o6L0cCbXa914wAAEABJREFUqpUGX4bYIQuHN4NMnh0HpoI/QRGuLKLyCNqZYvYrqM8ZT5A4JSQODpmNOmMkyBz+mraTSDNaH744/PmQ7rfbjRK2qsJFbo2saxUONsLQ42/9JFrBUR0K6uKgQ6acV8jfI9pc6Mqkft7pFCPG+csXevn6Qq/fvsF/pYuLC51wQPXhs2mTe16+/BQfbtHHhkPvksvx7c21Pn/+FEagjx8/6OryUvf3d1S51Y76WwlZdoS32nKoHzg0rym3jm8FcRn1xZQLqi+0vqTaYOBwxZ3WvkxjGIo4ZV1+oO4SBpwtrQXIIy6ihfroDHcIGAjWvEK+LxXWU+HAbgzIsqZuX8KXXKIX97e6x7+nPhtGthzyRbmubTikz3TC2/HzF2c6x+hzcnbKhfKU9CN1fY8eaWVKtJSHQ2z2gRljUNt1cn8m+lQpkzk+6L8EdiTQT7QCYffhmjcw/gZtkHPgUrmjbYUyYp4F6JHUNNSd1be9bIDq+l4596QdyCM+YxUDbbceFxhQ/HsM7gfrYrvdQLSF446ygkdS32f5YtJ1rZIBS/EpI+hUQtNDahJlU6DmFeRfhcHGhsErf/vnww/6hPHnE0Yg4/MHDEAfftSVx80nxs6n97r5/F5XGBOvPuJj/Lki/YbxdcO4urv+rPvbK60wzG1owwbDXRjGkL+gH/eXddMwvytEm4ykJlk2ZFRSfBC5oPcYzx7TzI8h/mRxqwF+QxjelvIYX/EGO8C4vmecLPE9XhaMF6OOobtq9MEos4De6eGH4ecWgw+4vdHt4kY2Bi2j7J1c1uPQ4zrGZ7TDwgHkYyAj7qDIo//chwOGKc8TX7ong9Iy6lmgb3j60hUgHmN8oQ1yDcyzgfhA+bV1h+EpfC6zg+N7f019FQQQYQiEjpln8jhEtmTfYhJGSOyuERk1TDjy0TJ+oU88fgu04dNO83sIV3rHqQx2xHEdrj1GSZdhrQsdsAYMrM9b+6zRO+ZqoZ6ovBEGi6SecTvrZupYT3PulNuW8dkoBoWERJ5/FXbJUeRFQOPHOYZqVtOIh7KCQU0nFM+O+geMU2suuvcYgRYYBH3x9fwtvmzSpKQGGRRiJvljHmRQttA+63aL77Ah6ytg2gdsSdvHYNQmxjfrdMJvE2EQFUVN5gJ11IEeGevWVQDDgL/G0ZKd2H+OT0/1CsPPmzfv9PbtW71+81bn5+cYuU/UosMtPO7vV/Gj+B8+ftL7Dx/16fNnXflbQBhH16xXwRe6qJX1KuLRbwNzi7FMntNG0apHG0zvNg/jOPfYNL8BnjYu+dJu2Ai0hZ95BEIXZeSTaLaR8bMyBgW1wdyqZTiX8b+IH4ijC5dFHpo/PjUt+JJekGUDbPQZMEhZlj1IX3v84Rf6ffAYDCMk/ek1hXDls9UAnSvoGIPeU+fsJ953j06O1M28bk/jE5nRc+5nsgFoPp9r3s+V/YIh0SZamUBtk3d7w5yforZ5Sxvcv1WvA22eUJCJ/kCuAV0OMT49z93+yis1UsKg73Hh+dN5HnXIkJJaZGiDjLbiOzyqmZg4Iw2sbfesdXfsq/dase74W10hjyRPoF1Q4iTAvGjQTYZ/x1mno/25Rye5pR/hTp0pYNpkZ0QNk4WwCakAER5VHVk+2oQerAOPHY+h4jYzz1CIKBQI/o7Akmfk71FpVB5bxkthztR+NYn5u/hYb5uoNiEzMK8RlQo35Ch0yRiGn7m4hooa+/vdB4kd2teOPAllpJYU+yHPxB0ZqH/L+jmlfNU32VczfjmJbvMvR5pnSZ418KyBZw2MGvj59bMZqeyNYe+MhpO+wE9kjEV9OGUvVUDTp2Y2JDaslKZJhOUd3v5EZh9h2aMe7UVB67wk8Sh5I6FshEm3jzc+j2Nj4oNn/sSiDvz9Q7pGWRr8Rl/7PGn7I6Jg8LVCpLF54z5qFBtfJOFYYrZH2tYAactF0Af3FQe+VRgrVhyWthgxdooLI8LXQxOHKQ4S9TDg+g0FD/MUn8kXhwbOg6Q8fUxB7T7cpVa+wPccfhKHwEQ8Wc9NUpM6tRzQU2rlNARBpg1Yg/rGXmWN8IX6fZBDNg44hQvbgH8Ip1nSlKTc95ofz3R6dqJz3pa/fv1S8S2gVxc6482531B2lqVtQ/AwAtH+wqFhxYXyhkvt1eVnffzEReA9l/YrLul3C/kCLQ7EiVINQEgVLtVbdLrlsrmh7DYOhffabBZarQwur9Ofq3BhXQaWGIHuMXZVDFz6ii+q6H2gvQVZol+5aFgnhTofMOqA9pcJLgePNcakNXIsqW+BMeGeC/k9F/d7f+PH31LaYBSBZ8eBdM6bcR/WX7w41TkGoLPTMx0TPuLNeM8FM6HIJMxu9JWSD8j0Vdej2xnoSMr0mTURktaRh9welSE/4cihPjmMX3yhQAYbOLa+sKHvnS8VvD71GDS3xFho2yy/Ge5nx1x4j6irEw4a9y9BcTmgo3mISwOGJLdviRFihf43tH/gcrVDN66/gWn2tye6FgNQp37eK/cZdmTw+Oe8QmaZGjhtDONB1yhzYSCHZmwxiNzr5uZKnzDsfMTw8z4MP3/Vx/d/1WfCH99/r48/Gn/R+7/+RT9O+Mv/ifD7v/57pH/48S/6/IEyGIOurz7p9uaSS8WtBvqpMAbqONuxahTgsV+YqwNGyJU2GDk8tu7pY/+W0y3j1WP2BkPS9fW1rv3tpMCt/JtPt7fXmnCHcfP+7hqjE0Bni7sbLe/u5G+5rRgrK8b5Cr5+w71knVgyhm3MWaPbdYyv+3HcIgcGzw1Gxa2xJc4YHKDZIy6RHnPIzwhJ6JbeYy5bswWnhE4LdL5M1nJrBU/mlP9nIevDRr2BeWXfaVt0tGXeDYylLb4x4LvfK48V4+IBhQthAAOr9VqBTOMYQYiQJXmcWk5AAnJaRoaeI06L/BgJpEzzcEtxMK5J+zkJbaxJYx2FuEsa1oH9oPXcZX4PoYM1S8oG2TfwBPEnjDvkQAaUl0Db5bhcz7pOHeM4+zLZJjUNIlnGuIUWIjtQH2dFvgOR5LwJJJAe+QQL5XeAYDxb5B6QcYOulxjZ7u+XrGtrxsAWWdEhdSbkkpqQ0+1SfHbkWI6CP6By0wL4+bIZJKOzxTcO95JEmuDYpiTzD3QP4ciGs7lXPRbGzYDeSHEd5PkbIi53hKHhBevb69ev9O5Xv9Kvf/1rvcEIdHZxoTlGi9RmDaxHC4xblxhlP37ACPT+g35k7f/8+ZK5s2C9Xqqgh1qv3bEe+tf6KZtBsR9S96SDqZ9r3PSWb5DpH/p7TRwwhwbgPxEL4wxrmMMr6nQ8yrAuFGhMN2zgE3DZGrYhYEO5mAeMpzVr4Zo5vI60JeNqrQ1hGy3Mw+15kIN85onjTqcxaJD+wq19QZvjJRW+H/rFY6+dZfXsJUcYdYz5/Ejd7Ii1dq7MPpIxeCSP0Qwd4b73+tspz3p1pCllupka2qSW/iZi7vQjnofPPq3mkhoP2oQGF30XDD1bdFGYR147B/Q0MNdL4GEcVlaJ8dTKsmfLknv5z8HalBT5wV3IMgbwyMEtst6WrIPeW+2vMIhut2s9Hc8Q8zQyv8ze4b3MuuiZs32m7bnuP0hiEmgJRSUN4fqQEgEnP4jmWCTTdkYVbd/Q9hgLjJOBcCEt1AZZoiCPUivqGcuOHtkw8DPqkHHsssHYmdDV8kn2M4zsG2rJNA0V8UQRl0X9jBZSeCLRNH8XRr6UeQgRQXq79hJytAmZlBHDPpQtIJOmf6VaCxOl986XKfusX1TArfpFCfQszLMGnjXwrIFJA95aa9iHyRr6qvsT2U0Q/0Tmk7xKG4k4U+zQJ8wp9j9aNJ1vsF/Ap24gyZdcYvFEOCgiGs6TaKSNjjeTaEE4bKijP2aPHrKNoUfeI1oiE9nom3eln0KTTz2RUePFl2uCPJGq2ji8pKbN+I0Kl+8VB8IVh/gVh8IVF6yBQ31h1wyQP7CD+xA1cBiYDhMjwyeeazKcjA+PSSKnGCkl6kW/KStzyOoxAPUcfto4jSDTJCMXB6elFnoKFowCA5d6X/juMWT48IvwztmjxGGHgy/tGTjoGgWZAxxBQhbY5Zx5y3ukF+dn8TsQ79691dt3bzAGXej8/IX8I5X9rK8HiZTUNElbjFo+JPsycMsb4I8fMQKBK39zg8v1YrHUloOyTxoNZdqmVWobpQTkj/XBzEAnIQ863W43HB5XYM3FacVl4h4sa5gL8xKsA6Tb55C5pO3L9UIT1o77EmzQbtP7srtGVw+At8tzGd7gu38HDsHWR4N+8yxrhgFkzmH99PREJyfH8p+UHB2faIYeeg6o2Yf1lGhIIxolehCvVUteP59xsO+V6M+UMukJOp5oqw+SjGHCrg8tkAEL+qOQVuizwhjbobs1l5Cy2aJC00Pm/LFASkk5d1HPjLfEHjd5rM/cYMdjYtdXtKb/baS497dDMFZsMI4MGCMKF7oG41Kbdmrpn2wD0LzT7KhX13VKpIm6RBOQIliLj8MhL3OKLlU9+DbkUJ/roh9uMK7E7/58fK/PP/6gjz9gAML/AD4F/qoPP3yvD381/l0/fg8wBL23/5e/6P0Pf1HkYzS6hMfNp09aYFRaYZCx/GK8iHHjC2SKy/gOF32hO/fpmrnrP0W497d2aLf/bPH2+kbXN+DqMn6/5JKxWg1B17q+vqqGINL87bZb6rrFaHQHFhgJF/C4txGI+pfwtPFnQztXYMNYs9FliIvnUgNja4t8O1CQ5xFI23IhGjz2gPM8N/dtQddVn0KvQvWFoTIwDtw2LpseHxiqNc5lOY4ediAuWfgy0IZ9Ziv9QlnSdozzWt9GU/0DBimnFfiYnoqgp05GEIF4vjT6WK4KEyQ7IzxcxuAjj5GhUnZwJTTKPnAJLR7zxK2DWAscN8Y0r3NLxusao7CNbEsb4OjbAT3uaBPKiSFaaG9hjgzAF90NfeFvb2zQ/wCvLbTO99jdQWvhHLavJtzRcW7N2btc6vckETCNRi4NRsedtl4TuWDbAHTncYIRyDIMXDhpNP3IKnGoKCdGjegamS2bkDP0gaFMkV+wl4Cgs1MiNQxBjhrmaaW35m94zSGDdCcTokspRx3Wg3XsP4VxfYbraSHy79GcX5zpFUafbzAA/eo3v9Eb9oJzDEDHGICattWGMXKHAejz5ZXes96///ED8/RHXX7+pLubW7ntlj+VRHthStOonGZRP+vCEP1KOFoh+s0E0I1PYT0p9NNAPYWxGj5lhj3YG8yHvrXRJuabx0JgUFzy6YOJ3rL4fwcsa/KCxxrjsTFoQxmvD97jq78Mo90Gg+0AiuuZwDgdmCcDY6kQLshWwXzEIlfnWJH/jNZNKW4f+s/ozHvCbDbTjH1hxouD+RHGnzlGewxueTZTxuDjtTx8h/t+TOvVJusR4KMtWMOUS71SS7hV4l+kh74dS5Hu6hk4oXfrnwBJrCGMq8IYczs8r6JN1rfTPZobeCBzQgFuEhUAABAASURBVI7EPmC/9V7X5agG5uNT1NJuAdeY4F4YXzb+DKyFHgc+Q9W5twsRasFKHeGmkZpWqc1q215dX2FdpJQlJmXS9BlD/n3IMSlUIuSFtk32ocFXawKPq4ritrHPud0TJoFMXpHUpiQeF34AbXJfMrWFmqKY45UAeuqvT6I8qWZgtHIyCeNjUdDRFrg8bMfQmP9Vj/Z8Nf0hsTyuhQyXAZaBvMQ4SQ7jIxL5f8sTwgbhQyiiv0iH1v4i5XoW6lkDzxr4p9fAuIRyyRpDDxrZ1eDo1Yg34TH02GuINizpEvtixSGts/UTn5/I+68vnA8t+pLX1yp1SwtSuxxhHiI/IfRhsgkP43pQgZ5+zHtKOwhzsJxSJ9/7ond8b5CZW6z9Ap0PMRsucD4YbjACbePQt+WQv9XAzl040PuAWThQ1gNFrceHIOvBfA12eJ+tQYmDw1TvYz/RpwAjjA8+PZf57MMXh6KETAJufYJxahMXwlb+uN6By6MNHGuMVYONBRzsoiJkpFJkHTTY8IH89gf7IXOV13xgq0zdx7yR9Ldc/DsQ796+0Vvg/xL47OwM48eRemTKPggiSNM06KJoA29fgq9uruNbQB8/fdTnT5fxe0Cr+wX30npNoYhSThyQkpqkgOKDHJyqCqiycSlFxjXt8sVpRR+4H9b0wRpjj9vpg6V9Y0naEkPPgguhL4XGgsv4MrDUEiOU6dbIaZ57wHcJNuutBl80GIQp5TB4HB3NMPicyP8j2hnGL+vk5OREvhzZIBJ/VqBk9UYL7KSUZN10XRt6sjGmzx3hTDq09KH4FOpxWwv9VNxHNJ9ccqZnR/chExfbNXJt8bfopuaicwI7xqc44bZtRt4ezJRngPoShzxZNujigX9hrHqcrnkLe393L+tqhc42Hi8YEf3NoqaRctvKRr4ZvGa9+XbKfatE23Tw2SG3EfKTl2hbot5E/xoe89Zp9N/qnj64k8fI2n0IBl/k13dacZkPg8rtre7urlWNLdW/u72OtHsMLcYSY8sKrG24os89J30523E5K2HEWmvLuNnSp65nSb02+twv4W3DDXXY8HML32vGqv8s7QYjz43D9kfc2jAE7N9d3SDTDQYnfPIXpN+NhqC7u1v0eBvfBrqH/5KxHmDchTGI+bjhEjSg4wCylRGDfcb3wJiMsc1F0/O4xJjwZbJED6YkhRHIMfo89A2NbyHFxh/Gh0g3CmOkRHxgXm5BdDxjFH70l8so/AFvS9TzbMXYxw9ZarhwsVXUsaPWUQ7GrNe1GAIFFyS8x3BMlKkgOwJuQyR6UBjIUMJHBstsIHfhMj3EuoR89OkACrJEGvnrYYkh2GPXuJO/0bVmHG0pF3pxhYxDGoy0W3nerNDrgjHj9WHJ2F/TFxvq2LrO3Q46wwVBI+L2G3kuEIpnB92YE3HnNU1DmLI7e3YqhUl39McG44Pn193tQksMJcvlGj0P6L0wlyhTFSKroQKFUq74korubaDZ2DgYOhi4w9OHLnaI9iFC6X0kwTuh9DalGDsxfghr+lj/YAAIhAy1dHUrkcOe/xcXL/Xu3Tt98+2v9ZswBL1jTTxnjZjJSlrzUmRxt9Dl5aV++OG9Pvz4UZ8+fNLN5yvmxj1tXgN62/qmfbLvtYg2FvqhoCf70cekyaAX6lizFBOsO/YRl4cm6Ck/0J8Ou1/te8xMCL7QFgNa+26z04tlIG1Av5UHch7OVfM1nA9KYIN4IMYkxl0MQcVjjz4TBpAK5E1AfOwzJaz6xJ7Zdz166zXD8DM/mqvjxcIc40/fz1T3+16JcM4d+4XR4/es7Zkxk6UE6FvZ8BN+i0tvY/SRETHqdfUgEfTjbnY/0wtEycCKUeiLwe1AN2vWomFEsX49IF04wRu5M3t+yj2yAdZ3hBFbT+VlWipwfxkMJubdwJljzQubTRgCF6z3ng/b3VaFCbJDTo8d23DKzqWoh7q8l+WuU9/18r7pvTQxn8mlLguE99UHijSihY7wIVlBvkI7t6M/EJ7SLK9BaZqF2wGXH9ngwcqaA1G+QD6BLJ6goQwllag/fNpoX/iQPHpgI8Oqg9mYB89IOPQpDXMeuJhbDdUChCdScp3GygIH0h23PAZjJTFuDuWCq8n3Xo38vAurnyf4BeS65b8AMZ5FeNbAswb++TTg1fhpq6e00R89VumnhP+1ePNTxZ1hHOY3SnF4fZqun/+E7OHUzcvUjhoO7/FzyzDEPCbdTQ6BHQc+RwPEwz9wpqTJP8iSDxIaPz9X89fyvKXqICOlRjln0Mphs91yOd749xzuV1rxtnHwGyQuI4VLuQ9NPkxOfuEgyDHhcfeO7bVnmGdFwjuEo4l6XX+PDB2Y/C7Sm1TpoYKYowOniC2yrJHR34qJt+Nc5DYcVg0feio4ePnQ4wPv6Bcf9Kaw0wEcqUccvlr5ByrPz17o5ctzvYofhn6Ff6Hz8zOd+k+fjo/Uz5CLA+GO/ttwEVhhULjlkn1zfaOry8/gUtc3V1zi7+Q3q1toQnAVVd+utQJoSwwsfMs2hHxbLg+bwNoXZQMeG1/w6Ys1bV1iCLBxJy5ZXLQWB6hpqziEmtZ04cNjDTbw24LoP/rVHdcyN3oO4P4zCBt8Xrx4odPTF3HpOTk90TEH955Dug/0e+ktMzpw97Rth/569X2vOciGD9E2jiSXYBSbftQ9NwoSab8rJ+QnDqdcUOJCwzjbxLd/GFk+MTNGC4f9ATYinKgvdzO5nr7vYswkCwKjqA7fejVPt3PDRfR+ccflbMFleil/e6K47bsSU8mH7lnXq58BZO+6Tm3bMi5YL6gv2CFr8It2FCcp5QyScmpBltBHzA30u+EN+5rL1Ja2bOlX+SLAmA25GHdhsHGfclFYY7Sxkc/GnQ2X9y2XrC2Xk4KMO3S284ULv4AdfLbwHLgobzwWMAwtMCjZMHOHkcfGJBt6rq4uwxh5xSX1+vpKxg35NxhybhivdyNubu8Yq7fyGL4jz7gx3fWtrjD+3ICrqyt4XcbYNr/L+O2TSy7AV7qmnltojBvK31DWPAIYi+7vbnSHMesOY5HTbu7u4s/j/Nsp11ef9Rle8WPqlpP5c3t7VX8vCAOWx/mSC6p1s0anAzrZcYkTfYGyeWo/ECDJg8Nxg5Sgq2mFfpFB3+24tBb6vdAnhbRCmvb8KLd/Rj4RPwxHQjgJd8JjHgf0Jpj4U1fUZ39aNx22LGAAlmtgfQvfl1X3MUY168Lfylyz3gysA8U0jAX/xwgeooU6BsaX1+s76G/R810YgRZcStcaGHPRbtpurXj9qj6NaCYQ4Kl5doWGoCJNgGUCQj+k2TMI7sAWfQ/M2SV7xi1janF/rw17yGA5Qx1JoQqX2cMZgLJeE4rbyzq+ZZwPoPjSTrsU2BeKAKt7+HaCr52UmIdS6qiLNdprgiE+1EIVA9MPTQVfJzq1mjCIxdOz1p1dXNQ/A/v2W/36N7/VN998wx5woR4jhpjrG9p0R/suL6/0448/6v37DxiAPujy0+f4JtCa9WagHYX1jAp5qJM2Ou52PRhf1si0IR8Fjm0cmxGyhGODivMYGzIPfI+Nwlww9rzcvyOwRKAy2sbYclGFjwzOJ+wxWKxf4kNgzfgwWBtD7k2VizoG4hUbaKZ065GwZaECOCMqbQhZCZKmJqn1HsB6mvNMPftH6xc83Uz+Zk0mXsGeOoVzr0SZ1JqHNUFf4qWU5LSWEeQwqbIfIM3Ue9BsLIfR/min24fBzWeDgbVkiHVkhYrcni3+gHowspkBEynq71nXQybk6TLVZbUpmWKPxPylEuJUGDodeOG0jrm2Zl3fsNf6jFLoMzQDnakb/MbaQepGTdOqbbO6tlOPXjKIPcV1GVDvH++D+wj6gEO0H7qUsmqKCegNxrdrK6NcpBDFdZ9TOyH0B22SUpvUpqRkwIXUeChKGYJuHvyCF9H9E/TE8CnsAPADL3tqw7Xjslvqdb+4bvN2mvOeIv4zCyci24E4pJBgWQjhjbKRRpxWjG6iCLqwPpCrxVfqyCMd0rbFdywRwa/P2PcRCc4RekQSKb9M57Alv0wJn6V61sCzBv55NDCtp15LDY6Qjxo/7YaP0mtidR9RSw2PIX8aRx0ADRDx6mv8HC6Ih2Fnx6IeieE46W+CNy0hrzetYj/wNxUdiWjZThKHAVG2Hq3FlkiIrJHoC++nsmqLq/uoUOj7UcqjSLT6wYm8hFJy7pR9mU1tpG054K65eAS4yG58iOLwsPWBD3+Ig+HA4WlNI6jUOzqtYfeN8g8OeWPkITQmhJcoAkKGzCGxV88hsOdS37Y9MrVKDfmAgJRcXeEguuWwtdLab7e57Ky5aIdMyOaDrSzPGPaBu/gQS9yHXV+cBi7UQT+2o0CPCOr7VicnRzo/O5N/E+ibb97qzVvjjfw/hZ2dn2rOJaDveiUuGAw+3vwVMGBwudflzbX852Af40dC3+sTF1xfeFfIuUGnO/p/6tPQB+1xm4wEsxQ6qU4NQ4VshXIF3e9oQ+GSV7j4DTsOsEYYAzbygdNY++DJAXQgPcIYEXwxdPkCr+Ce0Cl9nTh45q5T7jt1XVY769UZfa9MejKNhQtEyeq4PAf1DNq2o3wG+MQ9jrLzg9Ly7+iOAnibz4WouA3IEbKQLdpmUsfdJ1v0ZBTaG1mhCBwfzptGKSFn7tXPZuq7mXy5SO4L6hQfsxTk9s3PY2OBgWWBAeieC/EK3Wzpd9cn5mJqk9zW2XwWxqtu1sE3K9GWlGCkh495lhCKoUheg36sA7c5IZ8pB+S27rfo336hv0R75Vuy5wh9t9sNsgxbLvIb5FljBNpg+FkTHmIsr2Vjq+mEvsSl3QakHWULY7fQp/4zn7XLM7ZWtOseA8sC48s1xhh/y+eKy+lnDCpX1xglMdJcX11jxLnWLWP09uYG37jVAgPNLYabO/sYbG7tE7chybi28YjylxiBrjDSGNfmO4ZtHDLM/9a8keEW49ItvO7w72wMwBixIL64W2hBmumuby7DgHR5+Qn/E4agj7p0Xci7oP4l/bXECFSNPyvm+0Zud0GXPFY1SHIPGUQeHvrIfSX0HbQ4jEDy61jc0UehU9KDATnxwCiBCIdDqcqI2BSYfHN/DIgOnge6qAO+5m1E3NnUTw2UwXV4j4E1bh3wNxW8DnusDBgGPaZ20EXNDS5jozC2tutB9xglrPsb9xeGtWv67Na6x2C8YawU9EJl8TRNw4qjANNA/9lPQ8EJBblW7BeLxUL3i6VWzDvLXtg/IEPYcL9waD09VfumMN4HLuwl1gqUxOXzoQBKdGT0KsNaOpJbXBTcpsQ6MUGESacGuDEVoUdO12N5SXbmHp7LJ0fHenl2oddv3+nbb3+NMehbvX7zRhfnLzVn/U9ty3q7xWh6p8+fPsWa//7DB3389EGeC+6D9WIVxgC33W0JWdF/YX0bAhv61xiQaYghEU6q8tKEkJsosoXkQVfQ5fAI5rEVkS1wAAAQAElEQVQNXgW+AcZ3cV3uWNpKQaqHB+FC2YpCma1KlNngH2KIvX3AIFcM1svBYy8AHWuQog7WdHxhVKUC5PRDPXiJkZXarK7vQK+2m7Ou9sqs3SnOG4T7mXqQA3M5va65CQ48yX5Fi3JSCtchZ47Ac5Vum8H+t8WPNtO5XjO23v9pQ8wltyGMQOgN2QsYTJfgwz6Seq/9nRJ7YEJ2BJa6JLUAErfT39+xL8aqMAQVxutAHZ5jA/w31OU+8j62pR/QEjVE4b0v2uK9o2MPi3133qML6iVdYwvt11J2p5ODwwDdpJQRK0OGbMRDDVsko/0lQM3MnwhTM1QKQFt9igYrYjyRSbzSoxXatwVuJ7PGOVEguXwg04ykloJOi0xTWQb2PUSgGygZgtmvQEKopicyidgnp3rE/SQcA+/RU3sgkngxFL5lMNBJ1yFX6hwLMF0hmfhMPkmPnloxzZLxKOsXHPmp1vyCRX4W7VkD/4wa+Gdsc11Ud2yCP936JxvbSNjYD8cB4PCT1c5J5HDUsPuAKV3kPCmi/Usqffl5SrunoBmxKbKj2d9x6GZnY0u17GTuCb8SgMQUbH2RCYvw5cOZQxYW8IjdyilfABaR1kzt4fD+d21SXE6Dfmzg6AVPb9wZ40/XdTJmXa+GQ8jAwWjFG9wNB6r1iIGDzZaNfeBQMHDgKRweHS7Eg5kbGoEnTqS71iT/E64xhe1bjsTmnXMnHxL7vlMb4ZYNuTW5UDjPDtUPXKC38oFuORmqfHGOg92WfAONx2F3y2GWeIQH8tacZ/CRv7aBOIc4S+w6j4+P9OLFKQafl3r79rXevXmtb9690ZvXL3X24iy+DTOzbG1yERUu5daRL183XL4/ciH48OGj3oPPXJTvuACvuRQNvB332IlCB465BHCS+2nq43F80ArajbwMnMI82tIvO/RuxAGTPqkHzk1ckh0OoIstbd5yWC9RNjoh9JhcB4fdTL9ndNzT93k244BekR3PHXpP0NfDVuVRBSc18lpOVhlDSQ9tj5+zD16JvEpXXddLK0IGt4PRTDtQHH3JSRE3eNMmvzF1n9pgNUDjkjtRW2OeLbJk+ccye2Tt/DbZF4eokzwqMx88SlAGvj6ELxb3ur+71914KV1bL/A2XdM0yinFuJ/Pj2TM4N3S/tS0okIwPeZJ2B5lGvqq71rGalai7Sk5w11VcKSGeIdeOuTr+6wMbWe6tom81Ca18GhTknUYdF1WP8uacfmYY5CaGUdzzY9mpBs9slJf4yq22mFIGhjHHn8bDE4bDEM7UGI+FsEaUE9b6+iRo+s6eB3A8Qk5IwtAjpZw07aUpzIzYjzuWPdi/rMGRJ0YFTY2QDEHV7xdX94vMYQuFT8CjNFh6TSwcj6G2hVp9yDo6I+FjUI2CF3f6gaj1M3Nla6vb7hY38S3tfwnTDYgrP3nih73Gj9JIVeIRVjoMTBmOxx5IpPH3pQ1+fQSTMYYxDyQmXhM23s7RtIUYRwTdFmD4N/0mKtRiR0yaszMPW4rBi7lw7g+ObxlTq81YBj0vFhz0dwy3wu6GEtXj7m1pi9sNLtFjzbW+ZtV16xHdzamYRhyf22hoxtrGdYABUZ3p698nDjhIHtMauyPyQ28tlw2bey2oc9jwNiwh3geRvtGWrc+YKWPaUK2wrwso+FnyxgeQHG6l4mRLtFLY9BfKPBEmKL45MIzJcZwyzwZw6TKqHVYrwPGKXzzdgdQ0o9pWlNSLjMH/C3ItxiBfo0R6Pe//51+/8c/6lfffqtqCJq7CGN9pevLa73/8b2+//e/Vnz/vd5/fK9bxvWafcn1mjds4a5AtMv1g2CEkwJBGTREH56DAVfpKp/D8BNljDzcSTtEmIAyGT8xhkK/A3kG44z9YmA9GYalwhDNWjkwdwfG3EB6wS9RZksZC2TeDyJO9U9NSoyJ1LTK7Uw9a1ru67d9+jxXGH3ybPR7ZdbKzJqjNovJHbAmzD3ZidbUkIPOi5jFIL8w9rDKIRdGj5CRNsV8GeKcsGYdclvWtMdzaQgdQEP/e12DRa0TOVLfKSNvyxhIyfIYUFAhDwFXOoLGeqwW9DNQxzp0ttGW9bj++ddWO4/rKFVLExSqUdMyTr32UlffWRfUax0ckCGUnn6i7Qwmy5bgkSJcC9VxNbCOlPhf3xyf+kUmATywhQvl2oRPBZGGX2kLejQGWa/Bw82NfChdZkSHflw/DKPbgmR0XA71ME/h5WHnSMAEZmg4POFpvKY/SEjd0QinO2w/aiZAHFn8Y91p73dkki4DEvy2tW9MafuEL+Q31S8dUyt+6XI+y/esgWcN/BNpYL+UTwEuD+wqaODw0PAQfghB4qex89Oo2dX9OtVD3t+1SB4QF07LxZt3oCC+D1GjTx47+9ernlJpO49MyjlDsCHHLTUIHj7UWyWubmRRmCeC4YxZkEbU954IfNWZqL6auU/05p25mPZcpmczLptcOjt2yR1vlTdcKjYYfzYYMDYcpupBfsPhYhtGlcEHLQ6NhU29EJYbuec8BsYG2PD2IFFiK36IiZhhWRIHoN4HIuTpOx+IZkoYK8yt8KbR9RRkc91bDqQDB601b92W63stfQDz4RWZ4sAKfcgU8m3lstEG8i0zCUhMX0TH4NNRCaX2udUMQ8DJyanOLs7CGPTmLUYgEL8PhGHIfyJ28eqlXpydyX821XFoNIcNOvNb90uMPx8/fNIH/1joxw/68PmjPvNm/opLmfN9CV5zORgwfBTqNzR+kk+HAXPcISMZ0QYfbj3+Kqr8zgNQkUoSCg9aYuY77DiAbRmqJQCZidF4w4GnQqlV2oO+SUmPPrB0PDkdJGhbxkifO/U5B3x4tzGFbJMCZI9DdkGmKreQR5YtDG41rRB32r4/MZRt0cmO9WJn+tAD8jRZbZuVul693yYzVjM6z7ln6JBPjdREmABR811zKL8f/0QqvgGE8WHDAX1HnTv6Wg1ttfx9L//vNDOPffhn2uU2aqobbWn/aSLmg7fpcmqVU5Kcip5KyCxl9GNji8dFZhx31NO2SS3jq22b8JuWeKBVy5jr+pa2depnneazHsxA9Y94Q2x0XVaTG3lcF+bchvk5bFfMybWKxzV6K0C0LzVN8O37TnPKzzAkHWFQOjk60gmGzlNgg+fp8bFOTsDxiU6MI8LQHIEZhrEZsvTMx5x7uf5Ee3nkz465WLi02zC0xfg0II9lMvwtJcPhyUDl+MBaEmnQrugPf1PEf+J0d7eIP0e787dWMNwtMRp5fohBm+iLhkqtpxZdNoGO9hkZ/zEa+rBFnx1tr5ipddh9AXoQ/Zc7ZXTvdSexzqTUSCmDRPOA44ToWqQg8MVDDmROJmTvAE4xDpIImrzqMCkRwRUecAiCgyfo2qSMHB5TybJGoZGW8eYL6Jq1b4Gh5xYD2g24vrwKo5oNoGsuvQNjgyEhfxochoZQqf7ej8selml2NaVpmlhfNqxpNoYb7j/Dv+lVmHOe5/uybvAUQUU8ZDODaY/H9cCF3uMqyqF55wf5YTkSuFeyvhHgCbWgq0SgzQmdZfSLnohr+iCHdTGwNlhvVDrliA4QE5MnKbMmnPMiwD8E7d8B+t3v/6Dv/vAH/cp/DvbyQvPZkfxZLpfxrZ/379/r+79iAPrL9/rLv3+vD+8/xlheW/fMU4uQ6EOX8XimSVRNq5CHQE3GTbTPIPjwQOYIWfYUcjoSsFOTq2viEiSOo1HYD1QHkMO6DbAGW7cRZmxYJ8X7qcGcHNhTKzasLawvNsKyLg/jmq5pMLkSUGsVdRHhcTwETfQBYzbnmXp02rOeBDAGZdaUlHql1CkpSyCBFtBrEqnuSzrEQeITV/sHYN1RvOgYGAs2ZK2Ro8Jng/VyIfeDMdC+QhtgBs8UaBrL2IV8lqnPGKi6IyX8lCwXdKqIWumzSXdey4q/JcWaNlg/jCufSRx2PbEUU9kO1Id5QqBJSbnL6ma9+q5nvHXK6CmlVtF28jV+qG4MIS65KIyHsozxFHS8pEEwHtpNj1Ng675GL1XOyAkeQZ/gY7Qk4ZslIZ5atpYZwoA0mA/8CiMIgiA1jzC0tAk5HgBXk+xlqHwo6blsHgYUpOD+9AMZA4n8COAfPNRGzELjhTTVT+jBaLuszHhqWyid5uw9nSNJzmtb4TteAWkN/He5/018J038N7F/ZvusgWcNPGvgP6eBh22nrudfcPGuCLhDfJH1ZULzHyR9Jf/LEj+fEqtpOE/o6pblDW2385GT+Fc3J8VWM3Fw+yujKeTGogtHCda8L93mMMm0RqSRw0FbgamWyPhJJ4VEzqasmn1M4yex82Uudn3fac4F2Je+zCYqDuJbDoYbDBqbzVJbDrJbLmwDabsdh0kfdAiXOCDUy/zI8ic8y1tRZaphThAhk9MSB7+c2MD7WRzGevyu42CUWvlj/RcGS9RJPxQOclsOdDakrLncr7kEDXF49eFvq6Af5ath0nxIi8MiYcpDBGsruIQcRJS5XB6ji1Muxedn57Kx5/WrV3r75pXeYQR68/q1Xr9+pZdcBM7H3weyrA0H/A3y+Lc3Li8v9eHTR/3IxeCHH3/kQvBBnz5+kn8/5fr2mjfH97yFXmmNAasgI6NCCZ3THbIgVTuNxQE7jl87SPAZd24LifEEHU5KmYNPln0ciTRGKeVwKTPAu0zg8F5bDEtzIV2g5heMe49hEvNMtC9zSHWfuL09B/rc0z+keRwFHXVxY6jGCMaHwzCkojpv/Df+NgYimAq0hT7wodyGgzV9t7U+oo8pAkPL6bpbxkHPpWuGYa7jEpEZG4nLu9sJWbQ30WaYUhD56YfFYqGbqxstbu/Q95IXxGvezA6y0aJNSW5L3/Wawct/2jHDqOR4bjNVwoxHB59EZQHGYzYYJynlShFtGeTDv9vVoKtZl+Nw73nVz3oFenynzzriBnHyZhho5rStZ9yZvqKX03vyOvTcUa7tWmXmP+JHvdYn01qOW5SUG3XQzKDv553mlJ0fzeOba6cnGH4Y0yenxzo5OZHHt7/tdvKixk9eYAAi/cS/+4RR6BQcYySao+95yNWryx3IaptWKSTYMZq20d8DFw4bijesDRvWik2sHegc34Yfrx9hCIr8gf4YYg4sMfTcY/BZLO7oqxv6ahHwt4u83kQ1VJbapNRk0KID0LZKbfVz+J1y2yl1+B3p4Ttc0TtOX+cAaego9/CLfoQXfaoIJ8EYNFTtsFGDuB66XwUDj3RGbIyF6pPgIoA4LpxwDx9SeJTskG7PEG11lPQ+d+qQvUferpupJZ6SZaNGzx90vbpfY3C4k//86ObmWlfXVxFfYqCo88r1s4ZEMTuN/I8q/u6noYSvsfZhosR4bBpizFtfiFfuT9bj2zDkLbQmXjASFtYYimrf1ojgRHvxeSwl6mMaFy7zJfziBCsy6MKB0k9QE7CPx2OtpZTkfSR19kkZL8pOFx/z87iyrOGzTm25pLoKNBqvj69RAwAAEABJREFUDSBjKPQ6Yu6cXZzLvwP0u9/9Tr/9/e/1u9/+Tt/86htdXGAIms8Z/9LyfhmGoI8fPuiv33+vH77/QT/+8IM+sub7m0BL1iL3Q9WDuaMGewkHeXFHtTiBGB4PgceP0ypol4zKx2kTZQ2jE+sNuL2FNhb2mT0ivmbeblieAevlMBp91vbZ72MvZU22XyJ/Az1znX6E7VQdfq3RP8pMrSK7ptGulFr02IGZeow+fT8PP+PnPCO9o929lLIS625rfw/zTWorN1pLoHYSgagJfyAFuTBobW2IGds1sOZsWGd8JlhyLjDWtGvtduyFN3+4H8pomZBzljECIYfaTB2mMwhGWepmrfOY2Vqn1LmhLo+lwvliy5zcxflkh2xgVyQsQYTEFIFJI+ulazvmda+O9chzPKee9FRBawlp+kS1jiRSJ1g2wk423M+WYYM8jw2ozn1AokyAOh5SGflUEjxo09bzFaOW4wa5QR3lXL5N6g7mFUmKDzxMW+DhctvwB8YY/USe04QfQDtR5guHeU8eWg7XfpCMlaABZBn7I0Kk0FeZ/THmfWYsEUeREnJG2RhFNfQ11yJ9Lf2XnjZp4Zcu57N8zxp41sA/kwb2q7YXczecw6c9gxPCQcwpip3xSWLjnHAc+An44MkpNPYGh7+6Ij4wrn8yvBduzzSlg4oe8UB+k1tmNvGCX8bdIpLN4RH9AR/nxfFQbGRs/5QrjnMKqL4JLNtUpvpOcc5Po9KJdusnP4U6Xa+lnIiQYQo6GXkcTSkpc4mfcQE94tLX47c+XEhcmAuXtI3WHKjq2yB4xCFqyx4+HRzX4wY/GYKCOaX9WDkgHjZqNmynVpAIaYk03mKRmFJWzr1y34Gew2KnBtlcElIoeCiGS/20kcOWL91L3jyvObQGOOgNHIIgMNkIStNeSqAUXMJjRngjyzgzpNQocbjp+17HXHxPuDSfYei5OL/QSww/r8BrjEA2DF28PK/fAuLSPOMykDh87BgjS2SxAeLq5kafPn/e4/Lqkjfzt3FRu+dSsFkt5cPqwMERqZBtp/hMAjmC6G5LjDt4R9JefhMmJcZCstwB4imZDH48lHfZgTKuAw921AOvYkAJCWlFgw9+BkTFcJ5ZBd8sH1ozfdNzCbXvceM2B4lHXBz4qAX9FyPio/EHXqbDg5IaXTc0bvuW9g+bbfxXy44X50Gi0qhJrXLXqzs6Uj87Br5EzOKSp2g37ZU5G7RXRf7vj+/v7nV9c8VFeKEVF+ENl5myRRbmX9M08KQ9fa+efnPfzejrtsuMAaPyEh+LgSdX4bnSoNtkmYAgQ02M/y11Mh9cB2MyN606Lu1hOGE+HR/NNcefH/WyQcYXS38LZ8IxbZuDY+iOjmbINNMM2cwjY8xoQcM8yG2Sw5ZzNus0Q+YTyhwzb09PTnV+ZpzpnEvryz1eECftzD44N4hfAKdh5Dw/G8OM8/Pzcz2AMc9F9yU4BxevzjXhnPC500b6sxcvdGbeL870gvAL5DFOTs508uI00s5fvND5Xi54M38uqPOM/NPjE82PjjWjr3vGWNd1sj8n3PuShD56jFpOy6TlXPMjTH71SYv0GWVnclot2xHuSbMPci+XT9Cm1CrlLAYUfZ8kj3XZN6Lncer6VPcPol959uPki7yaA7dHOSkl1wJGH4IxhAw85Gf3OW3tQdeN8net2pSC147Bt2XerFhv7hjvt3e3rC83qn/+dRd/krfBQBTj3nuPSzU4Bt5/9TGbpmnUAlYU5u8g/xnYElnu7haqaxzzgvldkJWpqfqp8tP4Gn3ksn5AW7hkuwwxNqKqw9bF3Hb7+zI1T2ZGeoIoQdOlTH9mutU+GUFvH47wH1h7bLC0X7xOWTiWBxbCSjnuAeeMzXfvvpENQN/97vf67rvv9Nvf/lZv3rzVGXPH/bJlXfGfvnmt/yvGn+//+r3+8pe/6nvw/sMHXV5eY9y80xpDgflbioR8cWFF1n2/W4ao/dBx+4zDtC/DwROy0Bntiza5XXtsMOBskMFYac2Y+RL0FWvYQH/V/Z59HpnQ2BcVUgU5Xm+dRe3RDnTdgFTnWJ9nyvmIeTdTDc+Jk0Z+UpaA257wW2A/kHL0nfO0/7hzNqhvoN5VxRYfw88WFDCUpQZeWG2GBe2717AG6HzwmYV9jcIjtwb+1Mi89zqQkbPH8NNj7O55EZBzTz5Q0tNPNfygEcZPQbfWU+jL9fgFBmPBcb9omMrSLYrp10hN06hts1qvb+wJGd/rVGKuJ9otfVmn4uN0NGI9TwjacW2iQ7ZgwJhZkG0gjJQ0OWqnPQ9lo46Rh1mbDoUG7RY9DRh/ojx83EbnmY4iQky1zI2UslL4lsu5CrJp/G2tG/hEHJ72qaDSVPKvuEhiuRF5oncZE7oWz2vDccjs0ZTarjbkadVh+E2pVSK3DZfA3/VQ+d9F//+OOP2/q/q55mcNPGvgWQM/pQEWUZ6auw8Q9TERL3bDumFoDDv1MZqvLN+NJEMPn4iG85D294T2qygbydNyIXrdlBSXUodpA5fIQ9JgwcXhMG0K7ygXux4J2JBqa2Hx0+2G8OceKmue6uCAPkQ+iDtIEXsBWoA4doV+aXNKyhyEfFk94SI5m/Vq21rCh/ANxh//vojDhU29cMHd+XA+Hg4Gp0XYPB9qh7MrCERY08e8DcerH6Vw0ihLn+ccGnsw48CR5fTg0Yxlwpd8SNhyuFtvVlx27uPQ50Nt8bd80HQKiHa6HBX41ABcK1UF30wg+DvRfUUZU8M9Cjq/55A2P5nr9PRE51xaX71+qTdvX8WPg8Y3gt6+1ps3r/Uaw9DFq4swCs25mDdtE5eiJW8hbxd3ur651dXlFReCS11hDLoi7DfE9+StV2sMMBsO6T7oMkCQJ9HPiBdyWsaxIXvxUABh631Hn1JmlN16IYM02owbbXHCIRivCWiE+SfGwYScO/XAfofvA2vm9JdzVubgZ724T9LI33VW2BDIIZ1xIuD8RL0Jp6IoIWdh3AxcNNxfay4d/nZI4fC8Y5LU6dWIhiu1ndq+12x2pA5jTeaynwzkkBnCLWSHv9s5MBb9J0XWqf8kZoFul6uVBi7C2+AvtalVT5/OMKCEYQa+nS/YuVOTGzWp0ZcfKiA9NW20P/RE3dFmDv/+U5cNl6rddifLYwPGrO/kPy+bw39+PMcINNcxBp4jwkeMD8NGn+OjI9Ln8pjpoZ3Ne3WzTrM+c6AF1nfbqG0Tdbfq8LtZ1mw209HxkU5Oj3V6BjCwnNmwEzjXefgX+OeBCy6sZxhpLoCNPmcXL2RcQHcWeefxW1fno1HnAt9GTuOVx/3Ll3oFLs5f6iUw3Rk0ZxhxzoENP6eW4fQF8pwFzs5OuShTD0amM2jN8+VL5g5z5SV49fK1Li4uMDq90OnJiWxw9f9IN3ffgB7MMfzM6fPeIN6j1540j4VIc3xCpHfKEZ/FGlJpxjB97Dz3X2YMGQn9ptRK7t/kflb9OEyoADLDFdk2BO1Bas0n4If8KDb5Si7iHHBAyTpEAs9BGnMpARLjSTDqkTfaS3s6xmxGztS05FMBbmEubRlzO+aaDamFOVXHeeXbsIb4UXUUn124e6dxyGmHcNpPIkpEbmO+yOlI4fJpo4q/eeTfI7q5vdVixWWc+VGiveVAFy5RUVtSw5WsYFQt2rJGuJxbYpjCLbc/IehHnbVwT2RYb0bXpZiLDhtkxZIZPLmUrlkrLO9AeIvsNneYZuLRdVlz9kR/2/Pbb38l/znYH37/e/3+d7+NbwG9YvyekN80CcPXWja8+c/BfvjhR/3le4xA4MOP7xXr/O1d/TZUFZh5bNmyLNeoPu0/U2PHdu3THSAv5CNcffiMYTwvgaDQTmPAp1WMjYE+GNgXh3hBssIQBDCQeK1csz8tWbvWhvdTMDCOBmQtIPg+chDCcXsY6ZMaNA8Ymzkz9wIz2sicyxU5vvXjvJ425wplaY9EGKAMt8hoW7ukhR6iMtq2At5j1tCvGSNr2ojhJ4w/C63cpgD6pq02uhX6WcwTIaU5hp9a5dSzPsw1nx8DG6BPNctz5Q4Z21G2mOhURfUeI9bHAD/vX+ZbOB+FbtHdxnpjL/MeJmROXk8ay095niYl5baNNX3G2j1jre9Z03KmvpSVyFd8DlcBc6qQWUHTJloBIk49hfEbcjGGp7DjD13nghr5U7aNStAbjYKo0g7aMN8Gzna13xk7lYyCPFEffPAz4KH6pNSSFnTwsizw87eQvBZMfEfpyQ1Cyo0+RYMPfk2Z3InXFH/qUy8F0wgbUg/hdCR+Uqj92Thio48nJL/w6Bdq+4XL+yzeswaeNfA/VgNetGvjfIV1KFJwuNM5+nXsDpOnSDMm4vOMEXHOUHMQPwiqfr5MkUjjEZ9YMBtcHqL1Qb4ngRq1e0C3J3P63wTasi+0024yLnC7JSeOI2ZzUIWj/p99w9eeYoyOXuP2jGHtt9J9wkHKvvKHTIeeJLOHKnH48MFtztuvWTfjgNKrzT4ASVsOO1tfnjkQlvhqc2Gj3HJAB+OBJ4xAHB7qhj9VUOS2pXAtKSEq47EUwLl40wGLIIIoNnLqtjx93ytz8Um5hUEiu1FqxnIcJ5AEo8kgX7w3HMSW67UGA1kRUvWzk+uspQpJIFm2RF1m25AP5A958FXAedTJ5TD3rY64pL/g4vzy4lyvXtnY80Zv8F/Z8PPqDcaftxiE3ur84qVOX5yp56IqBuuAjpbLlfzbJjc3N/HnGZdXn7kUXMeF4cY/1IqRYrVaaoOeC4d1V5/o/5Dbh8gqPAI2ctAoEAUQedL75IuPw3gHD9TQTm2bMnxYCqDjbNDWPney3lsunB3IoKbRH6lFXwnlNMHC9QQYJ4W2Ct1HG8QhHRldX8KPtiA9Jffl1hyWVxhn1rR7S9lh2DGuKBFyQum62sx45JB+dKq+O1bmTa0PzGLM7sncR44jw3Jxj65v5f/d6ir+3G4RY6Jeindq0GvOWT1j3X16dDzXDGOM25nadpQwIQRSu4IRpKhNSS6bUmbstPLHbV2vt3Ib1vGjtxvsXi4k9NSqRafmPcu9ZowJH/qr0Wkmj5GOtK7vaCM8M0CGtklq26SG+hpXEtiFG04KV2RHINEqI6dGPeUD9Jnn8zHGpGPqMI6OZzphHB9hhLKxKfLRw3zWY4Ca6ZhLSaQfWd9zHZ0cxbgPPR2dEK44CUPNCcaaEWPeCb7/J72jk+Oo5+T4SCfHJ3phYBQ6Z/6c2wiEMeni5ZleYnSyQdVpL05OdUK5Y97C2/jTo5M+9+pHP/c1nMexab932IAmTyDeZ3Rr+HIV6cT7nrHTgZlc1kj0TSC16DIFcLQH2i2h5ETID2PC3t+AqcSXpB4bhzAFcR6HDNeS6Mucs3IPcj/qoVNL+1JCVhMCz70da0aMb+ae/YJfuNHs2GsYGlA1UgPEZ/zdHkKPHucegmnyKP/LiKlJxeORqyps9K5/sVzq5h8UJ8UAABAASURBVPo2sLi7D8NHXJohf/QctPkhvbB0A+byo0sk7Zlo2inwNd+6aRNdWJG7vA+bPDkfUIMKdQw2jIQ/RL2i49qU1Jp4OsiQlnPCoHkq/w6cDUHf/emP+pd/+V/6w3d/1G/8jaC3b3V8ciLr+Z72+4e4//rXH/Rv//bv+t//+3/rX////6p//8tf9NcfftCny0vWpzteWiy0xvhiQ5RlcZ8ZGj8JYSZ5ESFSww9dVOV5rEQGjvMQnZCfms9CRqSgAzyeh/wdq7Jp8Ed+UfcYnspRBL3s7AXcx3GUiVgD36gVP+/nVe+5Z8T8m5GOUSUx91KPXnNAtK3Ccbc0B4+EQSilHOuf2y7Y1zYiq88Y7Ctlu5axwehTDP/232bByxYM/fHtnzv0eg8c37Cn2AgmPjCDoWtL1JGZSz0y9v2x5uwvR/jeF7o0V0t+lU/ayuUozlNsbGG81P4aqHPQwBhae/9iP4uXZcw/lMtQaChRn8KESszB1nO669VTr9ffvu+UYh2ijgSoi5ZGIXfFFCaZB8lN00JnH6qgwdluiiyTjTcGneZcMD2UMQd7+FOq+bvfN/CwH4j2kUPaROciiXrbBAMe2W/3uTSX+qGP8jZEua+mOL7Hk4tFiX0gYl86VA3DSHcwAhYgoKjaaQkZfF5su6xEX3b2GWdObw9kM617sfp2HzITskxwzj8SEP0fSdxnWZ818KyBfxYNsB2IPe9vbK4PGMbXyBsSDbzpYSOdgl/6h7SE42GpjDL4XxbQtNnULGh4avhn3Ied6WeIataelCbuQikRUAQryWOX7H2ZRzk0Zowfiuj99Qv6g4SD4Fj6secNMHMI6fte/azXbNZp1vVstA3nCHqSCgrGnx0XDV94xZGosMH7UO/DT/HhJw4NA4z/o9ogmZ5HpInt3a3CR6Dsg1Kf1edOHZdZH5Qy4ZwbPZzNdnTdFhm3HPIGbbcbDn1cwJHH8oncBEsfCMJX/WD/ITBQDgF8mgW0krT6UEQIUyO4Lp9Tq9xmdX3PYbHXEZfb49MTjD2nOj8/k/805tXrlxiCXsW3gWwkennxSmfnF/HnL0dcgmdcsLuctTdioVehV6RAVLuGlKjTj31DaqIv3IYp0+kTNH1MYEBkmR+DernEJNqRUiMY8pCWklr6vgJdt51a9D3p3HrvaXPuW3mMJHhQkBpcKfK6DeO4sM4noNxokw/vk5xU5UIAbVNm2K7or7W2GO+GzVb+n1N2W/cpJG5zk9XmXn03Z0weq8c40HNwTikjQgtRUvyLeGIMbLlU3YcByG/j/Q0g/yBtNayNslLK7ZjbMIIxxN/O6RnzPW1s6RsYQjE9hRFkEEdn7reE77EQeiDZc8CGrA1vgFe0Y7vd0vQt0ksNtG2b1XVg1tGGHsxkI9CM+mfUOevQOWihMW2LfhOgtB4+XhCQH2lQajzOc0qNkB+Lif2ihMJz21Bvq44LxgwDUADddR6D1Je7VplTcmpbtW1WO6JrkQfkriM/K+KEu66t/CJMHn7/VfT0V5bL9/1MvdtI/UcYlU64ZJ1g6Dnlonxq//RYp55HvAmfY4ibQ9fPO/W5V6YvEvpLbigOj0O0LYEcwFGyrhK5jwApSbg8U6Ah/OSpCjxInGirViM7nEpSg6Y5RM2r7mG6wzoYTrV00BGMaYNTAq6vjjOyHIFsF2UT7Uq5pakZnbTKxDN6aQwo0AZjrQFjMcbBfgY1pAcU+cQUnx2ugfdTT/NTGY/STQWoY0e9hXXU3yDwn1zasH19eyt/E88G8IE1mYkRpVO4o1MmuWscdUCGLgj4IrtlnyGBTAhxH54DLlMWSS0EbUoKvaWsNtUwyWMaRI6AAd6evxvm7ZpLfKFOWactNEbMt0ihbGYdP1X8MPTvfqM/fvcnDED/P/3xT98dGIBOJXTh3wT69Pkyfhj63/79/+h//+u/6t/+9d/07//n/+jHH3/Q588fMQDdxFq1XmKgiJcWQ1zga1tdp1Flx3UEyTR+aLBlNUhJEwjwBJ3LRBgHFSA/LB6FG+WcSG8Avmp+FCb8tcfGn5oOIzUEXS7Bh/WAOdvnGfN9rmmd7jHW97lXyh11ZGnP3OUr2khL5GVCIGUMRPDFT8k+WfgxSmLjRk9ay8afwYYfG3ww/vibP+v1rfwfQqxZi2t/biiGrmCxf1KLLJ0ycvXzEx3PXyDzkTriKfWQ5X2vV3mrPGSMvBibGKE8zgePG4w+/p2r5WKh9WYZZxDvY2I+IL0a5mmicGpataxpHWvijDW4x/DeE86jbkwL2eMnPUSdX/VByPowIht5GAcD4GH40N76qDbE9EFYHfJqgFMcBTzmt6NfwohU+eFWMup5qNcagR89ZdGMWglMg8egLXPKPIeIw4WsyshuoeSjBCc+4CDLQUrXPCI8NQyHkAK5wu8SfZmV8VPqZFnb1pIZig+ihP/UCRZPE/VQ7ousX1jCP46kvzDFPYvzrIFnDfx3aeBhqa6bg+vZ4Rh4h89Xkg6zHW5w2EPjuKHR1cFnWgQnP0hcyJjoyOTR4dr+WMoqSE2rbi3qUkaNPWIwJf28X1XAm1G/Io0NzeyNg3JNCH2QwOHBj6qzz2gQpWkaxcYVjv4vfdjUE5to33EYmnFJnavjwupDy47dc2cjBRd2b+xl9HcYW3yor+BQFhu/fTfOeBAN7mOEBhx0gqkmjAS0DWpkScCHo9z3yNSp60CflThEpQQfHnHCKegoZMIAZVm2IReGKOTkNKSEbk1fIeKuiVppl/PNI0BS+PC0nyCLahh84WcpE85tDllmXFaPT451cnrKm+EXOrs418uLC716/Ya3xG/17t07vfvmnfwDov5fxF6/fqXzi/rtoKPR8ND1vdqu55LdKnHJa5Lb7oqBn2SnyuwguQoEHSn4JIw6I8fyGRjJMn05oeOg2RHveuoLfxZtaNGpkdtOmXA/w++70HcPbeZwmpHLsll/VRpcdDegX+u9+iiPtEmfSAZRlTsCdsgvMUa2KhyaBw7pGy4/m9WKt6ikcXkM1cf4zsiDXnxINjD8ZPRteZQyjFs4uhablwjCe+AC50P4zc21ruNHcLkM3C+0hv+Wej3/mpSU26yu73U0P9Yx/TCbWRe9UmuejaYPLapBB0CjpJRa+Y1jyil8y1v8rSUut2HAwvgzgEJb6orSUMagHPzbNqs9gHWbu6yMjjP5qYW2oZ6oqxFehepnt9tR5Y4Rv0PVYKzLdRoFPRTqNjVNVcIJ3l2rvuvV07/1N3U6ddTZjkj4Qde3yiO6nKHJNR75naz/3OODjrGxR9+HTrsef5/ektaxlnTym+5jDDzHp8c6NY5PdBygD46NIx3Tv2EAYqyGDK4zKT6JOWxduD0B9J8CrZRapUDCryCRJ42ABXPC5QmhvwI8w0fQtzxjGnlEUOOY6RIVJNfAT7que6zSVUOHh3vwmLEx1lZzzBk4fQSxWn8lCNHpyto+j5OUlemfhI5ao6Vu0lv8BkIj0ebUkM58anQoSR2ZYhT50X/x4zEZ8LhjfDq8xqCxuLvT3e2N7rgY3zMPl8s1BtpoWdR4KFGoI1KrU9BDBfsJl9LB8S1l8Rn4QdQeFpqYQUIPRH5CFynR/pSVAg5XQqcHEY6LuK4t9dgPkL6lvi1+PBSDlTJGgiPW/LOzC3l9/91vf6vf/u4P+v3v/6Df/OZ3evfNr/Tq1RsdYeBsmvTwZ2E/vtf3GH7++sNfwyjkPxP7jIHo6uqKteoaY9Ct4k9VlytZd4W9zHLIbXSbEQIRcP1MYzQkJ8E+3viYzrLuQXoNJ+Rv5LZnzx0Sa1isZUJt1g/+TzzFZ5gnebCAXxuwbnrm7hyjzxy/97dp8HOewT9DkykNSsJIkGjaCOHL+faRweHW8TZynJIo6bqE4UXbgfJrhsFSAwag1eZe9+s79HaH8Yf1fm2Qx/7ivYmKKD09DTzhmDr1yNVb1uMXOjo6RjdzJepFEfAXSGpTBYV4LIVgh/49NuijTexjSwx5S63ugf+Me7PBkAeN5wPk8TRJDfMxdx3r4QzMQa++75Q8j+EedPgPvZlIqkiUdV8FbcqI6HREgWKggMeqx4tB0sEz0kEzJToY36wbx/uWdoThZ4wjOaOuIAllU6LvRrRVFyRRv/hAiR6CF2M05ih+jfv8RT6cqpSulSJ+gkEE6ENyyaKYE0a+BF11SECAKCSVMPhBBo+EHrwGduF39FVWIp0AJZ4++5n8NONR3MUfJfzCI1U7v3Ahn8V71sA/rwb+WVseS/bY+N3of82reXYnPFA1D0GH9tF9wKk/j/0K6TJJDf9SlKhulbK6494SuXYStPaVFBuLNweCRBuSgSOE/qPH26Bpxloc/BuBRng0ndKp8qHgo8hD8mHoC/nGMjTEG6Vh8rr5WjpDarlQzGY9h5OZ2i5DcsCIS7+sKHwfNoovvj4EcfkeCEeaGZqVQemHBz5OMx4SI5TQKkomDA2uH8uXUlafkWW8HGYOUC3GjcSByDTFuqG+gkwBh32gQb5h2HLAIJWDWCLd9A+wYg3nV0S74PNAMwqKSFUWpOTgnNFP33ead7M4xB1xgT19caIXpy8wBJ3rAkPQK4w9r9++0ds3b/Tm7Vu9egNevSLvQi9evNAJl98jLsTW86zLym0r/3BwTtQxjjuqraI4EEgcIgXsJ1lfe7ki2nD2SWo4ULYGPLuuU4ecGb93n9oHjmcu6pnLfh8+Ouby7nb1HNrtO7/vkS0D+mGqyyqKfubkWQJc0kLn6NH9MSKpfqpvXZJPv8SYYaysVxv5jemat6gDh+YtFwxTRbuQPQxjszk6PlaH3/cc0I3U0vYM86TKW3GxHBiDt1w2Ly8/69o//ry4jYP5Bt4FQ4nV2rZJGX3PMPqEEe74SDN49tSXrHszDCHEZx+gPqLk59Qq0//2Re2mGGj7ED926fHGmGK8hQqcSdhDr5BAEBc+8ZACqYM1n9Hn+ARngGShjYaIH5gUxrXr26A3X0BWXDo2XLgDDpNuna6RaYueB8/PzVYDhtHC5akgr/vP/WiWRrLzCFOFJLodeEgYLpOKoBMNgqTSGlwLjxcPxim31o2bktEfD1qDICqkvNvjMRGAkHjwt3CUhQLiKZ3g+CR0UqHKL9KbcO24HvsVzZ6m8hOfhxCRqRHVd92ByIlQCbfGv3QTSYxFe4T2zz7uugDtqXlj2PEAqfbxRgEI0WZcPxMbamBqNCCxBuA3rbxupLZVYo62jM02JbVNksdy0yQ1E5LUNI0ePg/8H9Ieh/5jCtPvbFelywo+YZJ29KGNGP4RaP+vZLc3d3J4vVnVizE09UHOfc+QEmop8NoB+0PQDxhvt+jHY9Y+s+xBTY/6BQawiYf22rcejK5LzNsshw09+lAXcfMfqMvw7wLVVDLiqbxRrzLO0dFc52dn9dtAv/lW3333nf785z/rT3/6o/74xz/q229/gyHodRg5sYnpdnEnG3x++PGDph+H9v8W5h9oDItRAAAQAElEQVSM9v8W9v7HH+N/DLu8vJS/ubgYfy/IevR8RRGhk2g4uiBCEAkJF6/ByB1pIWt1rAK3NceexRrOGMmg7zsdIudOmX3AdKaneTCg9+nHMoIEVWNiq9inWsq4XJ5R1vxm6iNOOvuIjT413qPzTPGQBl/aqoZb/DZlJZDb0SfcJo8LKQW1HeuesVAw+rCmTd/8WWPoWW3utF7fgjstB4cx/gwrDUbBEON1xSz2gDdy9rHHHWnOi4WjyfiTeqgey7qXAhHQNvmo3WMu9L6Rv2W0xNC0XN1rgZFzw/q79frKXmbKKKAmvNS27MW9ZrMj7b/9gxyZeWu9o4igqw6t53FaSo2EXgzTtW1kVDLcLbJU44trtKCAdFqK++UDOUOF1hAoGH0GjDgD48c8jEK6m+iSKcFlRIsMjk8d41rgAi/3TYV/Q6jAK9LNxLzsm5lh0e3/DFwHtdJmiCZ6KuOhLtLGx3S5y0o5q2P85EQp0Eb+VDAi/2Odf45W/iN337Pszxr4Z9WAF38fIDhL+C7wSA2k8USSF/YI2JkSww/HqV9Fio21+UreLnL2GRx8kyPhOPC4zKP6Dzcrk4I07nhNQznzMEj/W55HvB3Z/Uwp2NdcExmOTb5o00hgOTR+RlnY98aEyXOGMcWrn+CSIljd2jS2a8sW6ZIvFb5wz7gke2Nt0phBX/qIIQ43lCBxqx0XyoGLd+FSWnzwYfN/tEtDNRUnGM9UlYdHJNg5IHpIR/M0LPetei7p8e0ADm+Jzd6bv/iYlheKmuJioBXD31hCnoELcOHgOPggCJxfIcQsgMsGR1Ji5gYOH9cv1YNFE3W4HkSqYQxRmcNH7lq19m0YMLqOeBeHvTmHSxt7Tk9PMfycyz+Ae35+pnOMROcvznSGMegYA9L86Ehd3ylxqZM/NIwHseh/FNYoqUlSSq1y1NHC3+jwjV7drFNP3XvAL+cu6H3gzyFjT9zIyj0gLZkfbTHvROMSF4bwCYt6qTS80dl7CKcK6xA50Xt8Q59URMWtaWLcFMaH+2LAGLHmLfdytdJmvdQGI5AvW1sMNAU6CtHOlgNdp44+n9nwg2563tRm4il1UsqQUUOqKChqYAz6z0zu7+64QF2CG/kbCCsO54MNH/BumkaZQ3jf9/GNFBvgjubH6ma9WvTUpha+Y4vQuSOwthdIlPdhM1F/RSLdY6hw4diCQYUxZnl26ELAGrBflxWYMnd2AYryVP5QIV/QUYbk8TH/Rok5q4CCjd/2WmfW3Wq5lttYsdEKY5eNPxv0PDhs/TIHBuA+KMMOGWt9JerawV98micgOuabriBfRaH8Y5CAYGWE+W9JKtrFxbQgs9NcJzSwdUphnTAG+m2N8eoQwyQrulQgSkRJGONTVcgWwQPHdRClGuvVYzERNfDicRoCmQEYCU0cuaNDcg0d1FsTvuIecN+XG8mexiP5q4nkVD6J3nAo0d8pkTw+dT42TEXmLOM0M2+9DrQOM6ZbxmabGjWJQjzaf9CJw6Pn4N+KxoQuN8HxrwICHmdFGQID83m1Wup+cR/GD/8g9P1iyRzZ0IXWK0SWE7jNxJ48HjPQ0TclMFAOsN8QgPZBj7AgXp+H9/xJbUpKbVJdv9FbB9BbIl1PPq5jYExuuBAX7xuEncYggXKsyxVRtoWPfzPs/OJMb16/Ufwe0B/+qD/98U/603d/1h///Cf9+ttf69Xr1/HNEqvGBrDPGHd+fP+jvv/ePw79VwxB3xP+a/xJ2HvSP336oCto7m5u0NkC4/W9Bq9fkyzowW23NGiGIC5pnkdEGNbkEEdgjaIKcUETyKzxmXXO6PsZe2oPOtArswckxpKiJK02Kz39NPBBp/DoJ7DH9HmmPpsXPmt0P8Yz66y/nZEQwpA/3qzh3RJOKdM3oAUZEDe912iFLBBFq+h37+EYtlfDEqMLWC20Wt1Vww+GoCVYs58s1+iMNWUI48+kH/eAeTVK8LV8+x997k9p/7Ey8ieF1jTpIHxkRQTSMFxhKJl0jYYYy4NiL+Olwwrc39+xny3lvWxHP2xN7/HKWtXSxo69eYbeZ+xns/mcejva3yLT9C3WqKY6zGXJeUbVTUZHKeWgR6VBRzX4he6fBE3ER4weCTyOILULgHKIcZ2GiQmg5YE8UYnnTtTbUe90LhCZlDd9Gcem504Yvtxm8ib+MITZ+MTiO4Z/0oO386jb9ct1OW64ifaB8yxbiz4yZ4IUsnVS6/IGRL+E579Zhn+elv43K/KZ/bMGnjXwX9UAy1FrHvjjYs1eQAIb1LSLEts/XCp2fj3mBPzG/h47kSRI8Hf4O3xnTps5YQrEPslhmdj41Hyox/joNQ1UjRK+EE8HnyfRhxwyeGp8H2hq/IkbzbWwbPYlUAmmYtz5SHDODk1UGUk4eJxmOMl1GFPYvuA65ROfsgk+bY+THjBJMKY4miiMn9hknTr1kcOG03sfVma9Ojb+3Ca1TauUKGcCJBGtKFzOCgetHRdsX9p8CChc9Mt4KDBNkE9OmgL4oTD8eJyRaIb9SJBlSkSTN/jcK75SPp/tD00IUwmRYwxIaQxReMehxhf/AXmMwqHeh5JgDFmE8UNG6At9Z0TSyLPWj1wE6sW/oVriHDYI8BBGJ70Pz22rBlmTwxzUMvqbz2aa86b45ORY/naQ3xif8db44uJCF+CMC8QZRiAbiPwnMtZ5dnnqU3wK4lpRtd994HFf5K7lwN1V9PjGvBt1ZN9p6Aq99X2uOoNvzp3M/0sk2pKVaFdKhEORkzIVH8fIIsf5gh5ETnWcHyECPAQtN4ixMHBY3sRheb2819IXQww1y+VSGw71hcti6J5+SOjTRscO3c04JB8fn8pGmkzfJ+S3fK4ZztThJ8F70JKLpv/s6/r2SlfX1/IPbm8wguwYo7HGNDultlHX95of8+aXQ/icy8qMMW59KCUzQ994yBHjgqDrSynHQT2PvtPI4inUXbiEbBR1beknHsvXxGpjN8hw/LiOQzgNlAbnCZpGptToKj6kFALIV2hXiTHLGGGsFxt2GOvW5Y5D+AC2jpsOuXYR3tG+LaBM8IFXPCF0hKrjuFFj4U70Uaf5VA3Bidli9yFu+h0yUhGPaSlMvMrrOEAez8s1xp41/bT2RTewQafGoGnOFsrCiArMB+4Rd/RARuRCEDJJD/fvdIKn+QMzIl7rhc+Y5GRi0SP0xBe+8/agjGn28Z8LQOjhF+Mqwmkcjg1+IzGWSCGclJmjAdaANuZ0qza1Sm2rpklqmgZIjfgcqKch5QHkxQMB80KxnkfCF05Dyh6Q/zTpjhqkpmmUwI5xt8EA6f9hynMx5iSXZP8ZWGG8uj+RVhLck5T4V10i4oP+cHkIuC/CMMM4c9hjG5+RTD7PWISQ2uikWsbxQEqyzrpYl1nniGv8FPgMyFNinTL/QRvWpAEjwsP4k8UNEOKCD39koInBJedeJ6fHunj1Ut9++63+8Ps/6U9//rP+/Kc/609/+pP852HfYhB6/eq1TljPWtaxQuH7+2X86dfl5ZUuP13q86fP+vjxoz58+KhPHz4Q/qxPn690fXkddIvFnZYYz210sCHd86eM82jw/mZEO5g7tMttC6ERNwTFSYad8Bu7YPIJfvVplBhj2fpD9h5k9pzce48BEWZv6Xv0jI8+Us6My0y5jO8KR9hzX9MHyWiTTNulXjb+JOqR88UHHbkNhXbFNx7pk2FYaFjdazWgi3XFOow/C9ZhEAaiFWuIdbCl+VPjXXFGHss3Y0881nx+qhkvaGazY3VtL7UZKw/1bqE1CE7P1v096dSJhD1GPL4X9OOC/cd70ApjtmUtpt8WbdnbTN4yb2ddp9lsriPOBD4b5DxDHupM1AdRlbQh1KAB9EK693zrJ5Cy2s70AArTF8Y7arILVD9mB+AAFYHRDQIKRRnLPyJ0TDj8ygG5KE39CbkTdXYOG/DyHDBKjLUin/u2zKEBY1f0VaQPcIqaqJZKcUk4eCzXQTSCNS25HiDqcth+ZB84TrdcHpOpQ1Z1QdYe0PztQdd7iL+95P9rSkv9/1qG5/qfNfCsgX92DXxlJSocygsbyw7/p9Wz02jZeSDB8kMqcbsGwenZRxuJg6aS/RqUP+w1ceELunAEBcDlEXI2OIkU8UlAxMMLp6ZE0I7546egT2yMROKBN3VFcHQcNWKvi8CYEd5OoQanUzSSwmnCjSQ7iajbBRKQoUrjw7dJoKiPaWvoq+7PZe/zLI8Ftk9fmZE315xajD+dulmvnsv4ZAhyXhUHSaAvNKpwAilxOPPFbR0HghKHAJhCY54/jb0kQUIJpLHraM1znT4AZQ6WmcOm3152bSenJS5BCVndMfSOCwXi6GHZuGAOXDAHfB9OCvIYQfTIqXUWyjwk1zQPD0uSEjWkhqrsV8QBhMNuRo7MJazlkGbdGQm5nJ58YHb+KPscndrgM+94C4hu3R7zaZN5qn6QswaqSxaBRolANoJfK/PvzTf3Ct1EXV2kJ2gSMiTkq4B/NrIinvD3ID3RyoAefUh9iB9GxvDoIZusKmhL9aMN9ATjw/ofOBz7x1H9eyDGasVBncvWlktMgYZpT9lWOQ7KMw7oR/WwjMGmx1iTUpZA9Eo41JwSh/2tfAC/4c25/3zCWPA2drVZaTvKAGMuIq26vteJv/aP3o8wAnVdr9x2gpNJArtw7STaZDRq0KF17X7K6FSUMOuC7GsuusbgBIqZV4pJkog1PwGS/TY86AjHU2kTcz45PXxnIMMuORAoDlvIRyDCYxEM4Xgslx3rjsOR574IFjihQDHZKry4GB7/znoKSkxPQjbUjgZ0gMcFGhMnO6TTt8Nuq4F56MtrGAHjInsfRsH4loPzAisN5DltMgxVf8MFDwyr8AfG0sCa47yBcoVL4gQGBG1yW123DmREjwhusSZYwp8C1AdlRz6w/Cn6SHc+qO/0C+WJPCg5SA6dQzkOwxRk7B1Qkpkse2qUmNcegx6LqW2JN2qZ1y3htk1qGqMRw0eHn4ZIpEXAEbB/dvvQzwVc9FG+ixljYtM0apDRF+AN88LG3rvbW11eXWlxxwWdtMF9ZbVQJgGpkT81LO2/KABN8dgNDMzlYdxb6NvQqUsJo88DaspjN6GTlLK8f3TM45ToWQBbpgm82KsGX2CRK8YU/mYzjHkIEXVV32UYXPGdUfuuyf0wx5Dw8uUrvfvVt/rDH/6gP//xT/qX//Uv+l//61/03R++0+9++zu9e/tOZ+fnmrP2oCQMTRvd3y90e32rz1eXGHw+6SOGnw/g/Yf38reFPnyofxrm/1Hs+vqGde6OOXPPHGCesKdZXo/7IcLsv8wFh51WdbejHVtgf4f+CuEJTnN48mkjDeRxs5Tol5Ra9JbVs6/0rJ3Tixj7Rt/PlEnvvf+MtAndtikFD5jgj2EibUpqGas5ZaXOfZLVpaSck/AUFhheKBXW7jUvClbo5/7+VvfLay3vr9HXne6W6om+egAAEABJREFUN1qGMZHxxEuEMB67/awz+65iDIr6UqKe1Ckj3zxeKJzEn+Ud+0+w6TOnUzOko4wtfosYLc5W8v/o5bEwsNaUwKCBPWtDfV7LLIe//bOyUYo1acvYkddRWEy+/2TO+8xsdqQZBqA5fkZv3oNro6kz6EfHigApkGVdeYz5DFbTRnp3FHA/79sdLJKCIhyaFmkHDt1sepczvG/ZZyRAVCjr8sD1tyn6JzkMyJQ/Qe+6aa/b/Nj4QwXOA6Y1SLH3FVjICcjqOsZKok7Czn0oP8oFXZetm4593X1MOrRfqSAMtlsMcqMt7msk/7Bp1s0/rPDPgj9r4FkD/zM0EAvR6IQ3NsubSuwDvliMaZNX2Ci5n0zRx/5ujOKbxvCmNaY+WuobDioKCBIKyB98HofkvEaUaQDS8TjJnlM1fWoCMQcMggcPe84+VjekfQU13Q2tGTVu9xEb0xvOkEVQ0+jLD2UaH2CMfe5Ybq9HiMizaxDkeVI5GTyk/8dPQXNT6aSGQ1rLoamTDx1djz/LkdYmb7RCj+LjUhyIOHgNRhw+17y533AHW3PQrG+B3CsVFPnJJyFBqrkIwkOcqOtLbPTe7DmEZg5yGXkCxFNqlUyDzNqD2tBTPZhskWXLgXmDv0E2TnXup8pdjz+u1SnW9RSefNJTRaJfMkhcxIycEoc0kAEHxwYfoUJJLm0t6eDjtH3UsozY4fNY+H22A020S6LK6lCf+adRLwkdZH+9n/Q0QshK0GRm8QQHEkBn2gBUjuJRj90DOqLOC8A46qFQYg4jMA+t5DDog7Iv5D6UG8vFksP6vZb391pwmF9xqF+v1nGI3mI82dJPsEbOVm3Xatb3mnFIrm9m58pxUO4jP9HeqJf6xScOoVzcllwCbu5ueFN+JRuB7nlTviZtyyF9Mi63KK/DsHQ0n+nk5ERHx3N1fS8frBN5sPvqiBC6bzLjr+2U8FNKoRvXvebAv/afYIENbdr60og8k9YSZYNY06chYOBFnv2E47RGnlmpcbwiBY3TVT8My1FdxBN4eGqdELBQWjY8mbZYHgKR5sEFCvHDxrosyQqQQU+OLt36UMUYQtbHVY/pQv59MAJNuPCAcWFsrH2p8zfAMPCsGQdLdLbmMvUFWEesV48fj6VHWDKPrXdo9umMo+EAxfVxqafmKoEbSGgS231oXQuJ7Tv9EJDyOAXva4/5GV/kObHA1b4zqx+cCCa06nAAh8cimJAy9iCyB/ZGkJhfO1J4KBCyMwYTa0xi8/DFuW1a+ZLZtkltMlol/JQaNQ2gqOBjLjv8iO79GquuKWroP+M2Ta2rumI8lVh3/Q2gy8urmJt3t4v6LRZfphmHdBWET2pLj+O1P4sGLnEeR8V9S5gKwvhDYynwpBAph09qk3KXIGUudzn8lB7K1DrYy5gvA2PVmH7PZKA+zwmNn9pLZTQCSS38ZrNeR/NjnZ+f6e3bN/oVhqDf/e63+sPvfw++0+/xf/3rX5P3TudnFzrGCG2ZbKC1MWF5v9L93b2uMWLbWOZvBF1++qirz5e6/PxZV+jv7uYWI9qdFqxtdW6wjnoesM4Vj//1oMF6tfzsx04rhKNt9mlbcXrofYf6aBUdEPlTmtsYDWyEknhaZfbZzJ7b55ls8Jn3R+qRv8co3/e9nB40mXWacdkC69YwO6NNibEpxnmKvTLRF5n1tAX2U9tq+hT0vWGOr9aMFRt/7m5159+RWtxoAZas78vlLWNrAZbxJ2GDdUDbNI7r5JpSG/Kn1FW55ye8VHgRODo6Re65uhaZyU/qGEtJ/rSE2uQQ+kFnAzr1eBhYr1asV5Zt7T83Yy3znnaPMWpFnv8ny2IrA9Mo0V6pkT9u44x9bI7OZhihegOdJuRzvjStDM1+hUiUTykjP0BHXYcfaQjG43Lut637j1JI6qTAmB3hrzmmNUQ5BgEeHc5jWutNMKj1E6NOx5030breCa5/GL/547SgMd8ncAtrXnD6WYfqqdKuyewjh1OQZS9Xa30Aj6MxnW5zga+g8vhKxj98klv2D9+I5wY8a+BZA//4GvBiZLgl3k+8yfiAww4zbsvOacRa7oBqIrulYxweNW6Ymj7cYsZcUjiwUKDGcRtB3QT09MNh5mmSoGQ3lTgUR1j+IK2fQOOE/zxiI3Zxt9y+YZ6GYjvcIVfVB/KTXV0CfsZilfrBZW9z7niPfVSCFlW6IBjLO3wQjHqdtoczLUf4dmpObLFTZfjeaDOHsp6DyqzrOSh1cpysUOPYIjzLNGjHwafEQWkTh9Dp0ORDgVFrcX0jrPOauHdJIhxHBfz6TGlpPAzZANRzmMocRrsOmXKHPC3ElVKyD6im0M4tB9+BN4pDvHnejm9AbQSqlBTkgXivKUato6TSuHDrwaUmWi8TMsqIcBiCOIyEn5QYy06farAce0z1VBErf9LM3XBd9g1nwm1kQwFFDLehzYSj/lY5DtzUH3Ho/BAWlAZRffmhhoOMxGgyFL5+4tNQr2GuGh20BKvCob1wAB98EeEwvuaivsYwsuSi70PycnEf/0uKDUEb0uKtKmPG7YVT8PVhvOPt+BFvZo0eY03mgmFdGrXCBDljhPZRLf255kJ5r5urK96if9bt7U3EbZwpyCLWDBtVfMmYzXsdH53oxdmp/BsQXY/OGOMNHOuzg7qGhO4SaKjHl+tM32YO7Akw1eVvqCy4zPpye0edd1xKVlzMtpttnQuMvTKxQqcyLLD8aaT4s6+oQYKn+RIgs9kDFnKRAm1xeZAmMMY0QY2cLvyKpPgUu4R3Dfn4uALJdLTL/mOITwKVyiHI9ICmhjV9gmKKhD+l1DKORTLdvANFA30e85F5WYwYNwN5D4j8cc6uueCu41s/Ky57gLE1GOOfi5UIr+kPwPoTPOn3EkABUUed71WZyEMyLppwOw33g32nVt+SG06xX2G6CdDBxz8u/4CaRmMoRiYuHc1Toq6IhhA1NCWa95gyemNZD4AxxZ5rdgcklOuxmJn3jceOfY9PxnLiYtQmKEHTJDUuaERg5xCYfILxJ2D4++cgb5/28wGzbqipgayJOpvYr7zmbVYb3WK4uLy81E18g+U25ueAsaLQzBIzznVGaXOoSMQTQfTFqEGlBQyqRplCmMLOBiajubJeiNYnmJcwOrQQVKRYK7uc1TP3rb/kgvKn8iwH43HAoLuK8TPmmQzLHOwcCjCyJIxRBdDR1Fd1f3Qy19lF/Z/Cfv3bb/XdH/8Y+ON33+H/Qb/FOOQ/F3v35l38VtDLiwudnp5oxvrX0o/UOH5DaInR4053NoJg/PA3hlYY09f+9qTHfmDQwNgfYp5s6jxhfqwDjj/GknV5jYFlzdzyel3QFQ/6awPZxp5+pjkGnjlr8PRNn77v0dtMGT+jwwxdgHAy0CUcrAZ6zepxHxV4akSSDT+Gy7eJeKp0RRv6dNAKw8rq0PCzuKX9Nxi9brTE0LJcYhQif72+j3a6zQM6KOw9rtQ11spavI7+niFzD45Y80/i2z+xt/TH6ro5NNkCjGjVOpTsuBn0AuNhQLfFhh+HQ28rrTFiW5Z7+sXf/on+YAzU853USPBOSoRazinu13n86dccvc7QYRf5UEFZnyo7KeiFTAJZodfOfl/DiTBcTRv9xgC077abS7ITeAhF9KkTDJy4D8DVcaol5HlhtA6DmjPpxHopDHvGXRh/arygH0IQmaf5PGAq//N+InuCyxLmqbpwFvpMFS16yJz97Cu1etRxkzIocvgwrcYo9GNIB23bJ/0DBayefyBxn0V91sCzBv5pNBD7QGwJNHkHpqcZA07bcQS0PyYdeP9h6ngBapqJXy3saguH5wLnmqJY5r1YTmicQoRHYpPW3/1xLWMhgjxEdo+2HvM2onbLU38ICKncMoMiB8+YXaVpyHC7DIJ+phIJCmc7TW5HDbDxToGv+S5t+ew7vzyS1SlGgh97rNQQIuDDSzfrObBktVwyUtNIqdGjD4335j/40sahMg6W+D44DQcH6KlMOgg4TDVTSviHcVhHmh0fSDIy5L5Xz8G054DadUfyQSCFTOaGGijkA200kPDOb/FIKHEp3HLQpO2Om2nA5YyIKEXQuoIXTKAOd4oFlWkgtExGvZB16jmU9ByMbZwyWuIhH3InZDQtmg0Wk4OIBHGRiYCCtQPAde8YOwitsrPsyMVht4y0lgmyv/9xJbTKBSPogPEo4gTLZd9w3QZSUX/o074Pfsjkvh44jLv//W2P5eqey94qDD8rjD42Bq14UxrGH/pihzHATbNe/Cd9HmdH/vYPb0iP/cPY/Yy+zfRHS+WTYPgJIJbrc113vDm/urnW5eVn2Riz5M3swIF9i0xitrXo3eNmxrg5Ppnr5PSFjvxnZW0Hb8Yy/GBHHU8eqknkuaz7NeeMPCSiN9e7uL/T7d1Ci9s7LikL2rnSlkujjRzRZ2Y3MY4/96KsfWPq5dQig9sHmkQJfOZ3LUYc4w+Joko8ZCVPTUvpB6gZ02sh0WQp6qDIwdNQSuhCrlMukyRNIEhajeHyCNoUaY2SwynhJ4pUn5AMffVTc6prAoSjPwpgINMcxpEFJTlo8ElEbh7GlPt2YIwMXlNsvMX32/XiMPDYG9ZbDD+bCsZd8ZoTWNU0wu6nAWPDQNhjU1F/3Jpc0QGQERksy9dBmyF5yHOIBD+UC9nDcYTE0YskolQUbnWcaaDKSCBMm4PWfqSN67TjRs2MHNfscZnox0yfZPtto7bNatsEWpCUCCf6rTHoR8Vn5BthRaqHT6MnH5M9BSROwnvyTKWbys+5JqRZG9Z//9aNjT/XNpQyVxy3cSLWMGh4XCKQwtV+XEUeTtGgAq/C/Nobgbhwm3wq4/AEenj/DZ3KDX0kgI78JzVd57mclUirZcY1DV1broG6Bi7+NgK5DSJ934etSzzU+rguYVjI8W2gV+cXevvNO/3217/TH/7wnf70pz/qu+/+pD8Q/s1vfqtvv/mV3r57qzdvXuvi4lwnL04xUszVIaNYGFeMWX+7cYHh4w5DQ/XvtGQt3dgQwTwYPEcY+x7nhg3T9tc2wFM+wqO/dJkw/mAQivwBw5GBgum5hNYz+1WfZ2Gk8B47j2/72GhxJMdj7w2ajrVw1CHrYoce26TxAz/0ZT0a1ltqpdwl5WxktQm/o2dIR/MqrNcrjD/r1UJu693iWreLK9ZV4wbjD1jfYfS5Z24zv2lztB09uQ5qjBkit4PKcuow+szQ5zFGnxf4L3Q8f6Gjo1NkmGMvyIoPBc0n1iVGTPRl2WDc2KiUdUCMvW1wZxRSr/eXWwxT9/GN1pX8DUas/kpMpMQ89LzL1on1xDnlyOClxmyODtnTwqhD+2n9JAL1RBAnjcmJseloCl0l6A1S6oN+N2CIvdcaDi2OUpqEhvE49BTUMNbhnIg5AFLU6XoCLXFSzd0orouzlPW9dZj5V8a406I6ZIoif5PzuO7HRaa8KoPdNOogpSyPo8z107sAABAASURBVNDzmNYq0aePOUyxtpWMGidSA/8j3PQ/ohXPjXjWwLMG/odpILYDhVFj59Pg15rXkDiB4NPHWU/TiB+ym0jYe8n5Gx+vmsbXyGMDs+xGJWCPUeyMbDJNMxXE5wmKyY/I3jkIPPDaWXjUwUP+To76rZF9EhT6IvDFi1lflkiPp8GlzmRZ8IVcpHz5PFT7Zd4+ZSQa+aTUkJOCo8P+1k/fdWygrVKb5IyELISgo2wEdhw8thyathwoNxzQ1vG1bL+dL3GIGv8UbK9bik5PMoNa35QUlTxExhA00Obcx8Gu5yBV0attOopk6BowPeOBaDwg7nxQ5sAyxMHeee4B5IcctjoESfWhrEYUfIOGkjeWIzRJn8aDbcb4U2XsFOEuh+7atlXDobBJyEihpOpXTjD6D56C7gwf+IYIcyQNn6NZ+G4T4UM+iYjx4BHiGdMIHTzWx4QxeaQz56g7dLemf7lAxNtl+jl8xysGLiVrg0vHhov3BoOPjUEr/A2H/C1Gn4G+2G1dV6PUtGoxxMx4833C4fzo+ETHHJbnHJZ92UipVXLnqLbNshCUD6N+C3t7faPbm6v4BtDt7a2W90tZhsJFfzdOpo7xa4PS6clJ/PnXCcafWd8r5U5NSmb3BGNadE5D/VmJvhN9hqp5+7vR9c2tPn34pI+f/GOtn3T58bMury7l3/K4uryWcTP92cYNRqI7jETgzpe5PZa6Wyzl/x3Jl+LwiR+mrbiwrVYb2WhmDBy4h81WNjJVDBidirakb9DtduOw852+pZzn48AlpYa3lN1yiR7ogy+Azjy2BvwCP+uweNwz393ugmOgfDrDyikEuTJBI1AmQA+BDCjwoB3LxiWey4OIB4JW8poih4PHlizAZctGnS1jqdjYQ3xgDBb7jLGCUSj6Gr8Qd3hwHvRh8Bl901cMYUQQbRNtFHVFnUjqJ3odUR2e4LSEdIkADyHLWnMTtIZiUSDCU3NGd8/fY91pZV++8qJA6KHmVT4O7+wcALox5nJiDfGcCLCupLZVyzxp26QWQ3OLn9qWcZsqGLdN0+COTB55TY3hNVBUiJCefHba7TcpsiyiYcpGuDi44jOROVpo32q10oKx79+6ubq60s31NUaMlaIvyafI/nlo6T4J7TKKoDOvgbFjI1CxD7aAXIhd0iBICbutHaVwD500rdWszT3rgOELe0qV1vWYv+UbbATaDgwZahllKOwjta+m+ip3ZkIEaj5B+HkvODo5jj/7urh4rXfv3ugbjEK/+tWv9O5X3+ibd+9Ie6s3+G/evMEY9EavXr3UxcUFZV7o9PQY48WcPa9X23Lxdd+bNcoNacc1jiRE2qkw5gpz2/IXxnmxzOGTPexoBzTEeaAlDUNxQkcpwZv1sM8z2dDTs/7Ow/gz05wXLV6L3ZYemtBVzvKPNreUaxOSTECQLfo34E4MHbV45Fu/Rmf9d5LDQUMfbtCzjT/3GFYWGH8WC9b12ystbq8xAt2COy2XC61tJILWfVMw1Lidos2inVQLu6Sk/4+9d+GPG0fOfh9cyG7Jsmd23yS7+f6f7ZxkZ8a2rq2+sMnzfwpkd0uW551Ncn7ZnVGbD6pQAAqFAkgCpZbcqXoc2L3u7b+PEQS6+nDDWG60qmvlUoUF8Rg4Mp8NiOC9vgbeVaOfNQ7+MP/CRmMYttjxpI0Dcs/PeuaHDQeePSM2MERl7jPff4UxdqtOnX+gAdZXV1qvrpnHThUfSu4fc+nSpkMwP5sAaCjzWLASvvnK8qXNSNAMuHGAZrgaJVSwHEIG7qIANq5Fb2QioYuZUkY3FUFBEipJBvoYWDQOhsZ7CD9ZNiJ3T4HgafTWhU4ZlM0EbrkWSaN0h+WhsVXAFo+/5qpaq7quKudOJVecU5T51youaV6YC1rgDch8WefM/tOSt0b6TzuYd8PfPfDugd+PB/wgX0bD+3FhfxtNc7WFzlmfERb2RH/1KehdKnAd4+JlEdmTEpjF4IUialeKVryHJG+8YHLYlUIuPk1XCMm161KNX8RjGD+1jTS75Lahxraobnkwcy3zlFHPnPFS+8ucy0/GRGbpfaEhfCNplruAYck6/GLMDDDlrBw0QamHOTp9mt7MqzpTBOGNfdRxGthk+tB5IAi018BPHb1ZM7xZGKlouElTNerEnxib8SLTqromnbWNQM9mahWoBIMqmypDKue6mOi+RhbfyOZk5NDnYNsAtT1DbJSpQb25EeSiX3K+XhTH7FjKcBlL45zm8JF9VzmEGX2tsk01gkLwcSirSrmArLysJTjn3BYlCiBrm1rbN9LrRBZLJvo9jYc8JU5tARVcCMidhPC5AdehG/7F5YrGC6F7PwlGxjmyAW5+Y14j6LNjM74H5NksO+gzsBHecwA/GCHbaQvdEfzZQw+7QXuCD0cCFd48uoOEURU/rdgkf+CgdH31gc06m+U1hx7mNHziigZzaGJ4Pv23MPw3f+4f7nXPofLp8YHN+TPBkIOOzPFEP4nKvQNA6P1AAOj6+lpXHG76Va9SEq7G89ig+CRmJBgSr2wpp1buDTFCXDzSx073HGR//vlnff75s375/It++UIwyP97z+fP+vIZHvr5y1d9Abd397ozbh+gF7i/051lBLHu7hY5spl/uH/kp+FPHDaeOQBtOWzso+9t/PrBTu3vK+20I//8bHrQM4dt57ebXQssPW5pu9ETwbEHYPr48KSHxydkDwC6aXiGBvjJ9rMPN4GNnsn7106eI/9M/ozdbqsd5c/AdMdP8HcE4Z6By/zrfqY75n+Bg4IHngtH1okxQAfPrcFa83K1rzUzKTKsUZczryMHWc//yAGNCeFcdpwxaWTOBzByaBsOO54/OwJ2pofgh3ntDgSHoj2HGhpxz3BjcS+5Swd1Mn0Fvew7eCejotzsYi/3ZHZ7zAwd8FF8SqZ5OONJEowroyP4SCZsiQvp2OAm2BPFCyXje8NL12tzWaemqRS1sqyUgJ/hyV5M8j+aQnWC4pMUAp0/SObMdB7NxftoLmwE/VF/ihRZUkoJ147y/f/0tCFQ+8h9+qBH1t5us2fqGJ/H4/HN3qHh6fLYmicQUc/PoJH5Mr38FlCsBXRwUVHSkuaFOdOSuZ85/Psd0vHc6SvPZZADlEWbZpf72UewYc/zZMBeg15sCzNz1nrmOBdTd9QxykcV9Pn5tr5a6+PHG3368QeCPP8H/Iv+8q//qr/85a/6y7/9VX/9y7/r3//9r/r3v/67/vrv/66/zAGif/mXf9X/+T9/0o+0u/n0UVcEyNfo6vxOYRy5FGWPKZAk5jobyvBc2WMq1Cm8iwAH51x7efy1duoJlFTen73Bc3FtEPgx7f0MJojietXvNN5bKJKBRmhc7qk5AL/EuKE4a/ZBq0M8xM3UwViNG4wEV8bjXrv9Rlv/rZ/tfftVL/+R5/1Tu195NoxzoGfkHhvRHbB/mQpGh16syR3j6+Vg1Xp9rev1DfikNXS9/qAVwZea18xHr4zfpMLaFDZiCXqsTraH95znffS888Or45KHH7DF2PPs2sWv+3oNt7BfLkUdc9J1vYwV/lyvVvrgHzYQ/FnB9+subFzmS8rn5Y0Z7UKG/FSntHzUdYWwdYw1NoRtrFWMt7gpa1zwZg23m8FyWLiZmrgPemhE2ZUKGS7rsT+OPGsPPMNH3t/O+9kZCBvm+8KqZljFCyCPuYK+vKKTEAVHQDIyF0m0yzXsysyd124mH889RasXtS8ysGUG5OLKNu4i/8/Kvh79P+s43u1+98C7B35PHvCLh5f1bxvSJKIi503mb2v0qlb6v+Tn4tfVZvFCbPbCf0sTLyHx8WM3tVfP8iKZqUt08bG+0SNjiIoNzMTrGngjjcxBIMP1cAI1EVIvVMAGdTLbneggKbW+oQpIswDm1y+av1HBUsNqsrI3kNn0Em6GlWEblGxrARPXqNiYcUCLTdLAoYsN0x4MbKZi08BmgUrUdvvxwmTys7KZ2BDqOWfA+gqb2AjUXrEpZXMaP61ks+VNV2ZDm2N3mfCxAk68DEfsPnJ4GGzP8cBPn49gwBy2rFTgooeLvsh974q6TjCbUVMNxh3B5bARv9WKjYUNtmHemz9AMKJ2zhcV6iQ21gm7TZULPsnyZ9Fo6rw8z+hWQnfMT5H7knnNnww1IIJymXsBy16jVfBIAOMaQWwu2fSFvzgs7w0CDRF88CHawR4O2HvoEPWOBP7wJT4eCawN1sFB/Ah/8LdOOBkNrPn2A2uPoaiwWfbG2Bv0tb/1Y6xX+K1nbAXgJ1VoxkSDObVeNuC2w78qcOu/LUJw5enpiUPEsw4EQI7YI+Y7lSz7es1Bxj9J/3Bz04I/rJfChr3i/6ZVF5+zJONzLFW1j4F1Dvujngh23N7d6mcCPv5vmyPIQ6Dn69dbBQgGff36Zf7jrbcEeQABowgEzd8O8n+LfXf3KNNbAj63jKGBQzL8PbIHB2ruN/K3hvzNpi2HDtMd8/BMgGe73TPmbYPLjGdkyJ/hN/42EUGbRx++OXRvQt+jHv3T6wfo40aPBIU2hr+VRP7p6VnPm2c98ZNt02faPyPbQP33mxaEHFlQfL5b4EAU8t0OPfBb5HsODnsCRQ177Zm/gbXjgKFxZI1MPDdYfad5sN8zOS95CBd3AnM/ARm0Gd1mochGni/jMMhoAZ6DrH+I/p8JBNE3vnMQaLANPAuiDW2tcww6scgWcLgLmfu2CaYGfNzvo28zZ1ijQebnVuPDftiFwr59uUKUTJFiAJf7OcO2BVyDtW1im23GaD9wY7mchqxazMBxGXidG+ZzSdiJZ1NWSkniEp+0MEFTSBTlSfGP+pl8gjYkOX/GojNLSRefxGuddx3PgQPPjw1r7PbrXdwPD6y5Lets2A82+aLNBcvwPT6P02vD4xuZYz9bRg6i8dwhf2SOjlDX+1aZlTSdVGsMqf3hg2S34hnDc8C8D5RiCBTT7TQ/zwbFemINtaDT4DAB3YzUsW7DLRbMeQirJ4T+xsLqqtcHAtwfP37SDz/8OYI6fya48y/+1s+//Zv+7a//qn/7y7/pLwSBHBT661//or/+61/0L//2r/rTn/9FP/z4IwGkjwSArglmXKnvVlp+sOCxGGK+swdgyjiCZ0JyrhSRC1p4nhVl3jnV79G+ix+irCPo80FrgifrJQjEc7IHted9m3t0ND20lrIvkgJilHOCk2Oe8A5OotJIO0jO6io2FPMiwUHM2YG9gb/58+Rv/RD42YDTH3getszBnmk9oO0IZS5Y62L9tz7QgyE5d6p1xTjW6nnWxxiub/hBwketrz/qanWjvl6rq71y6WiEETE5UMxAgH7mM2x3H3v63RJkoW8CVKPIs5/ZY88+3n07DewhaKGck7quqF/hx9VKDs5d2X8Efhysu8aOK95r4cfaKfO+z5p9BmndwzBPOIULPgPXwbclw3OJj/vzuAfsHHifmoelxJdLTY2m1ZyboxR2VgI9Kt2PAAAQAElEQVR3ebm8lbTUZaGXALq/TXo4jDpwr41QywfmzNSI+XUDcG79OkP+dNku22nahG6XMSLnipnkuOLXl11lgfAYdXyPdrXKa7crVMwF/2cR1WvKqDczMykzPZOcc2tzFv1Tc4z+n9r+d+PfPfDugd+zB/yG8oOcw18b5tTIZXoSnZjLUnjLF5D97pUoMSDL5b7NL9T8C7yqT1lUjYTM6fKLw5lG24N3SZuOJedaL95FmD5FaMfpqIkNjPDHCHXwZ4G/nWK5a3mTE3oiQUFQJ/TljtiQuw+zpi75r4J3YqjwyzEYK0KY2dwIQcihFsdLP3xjm0ZeptQIIyaKR41s0CY2/AMHs3bI8ubpoIGN3jhvHqjEhsuaQhEKaHqSzDJEOfTC0PeFlFxmE1tV6yo2djU2qVcqbO4yGwRlNgnzhsrtAiQja/FIgOLIIX6IwMURuwbM8W6QCrYhxpz065+JmgZt0Mmoo7rNDeSMfawTbKmBor43aqNsBCu2BnKn2BRic8q0jv6huvyQjwud1PF8nBDVojA46ZKPnCVvYm4QhJEwIaQej+fJ8xcYNHB4Wza+Bw7yBw71O4IMB+RHDtET9SbaNeCXOIwedRwm+dsYA2ti8FpHfXTGGEqp6rpeK346e83ByJvkazbOvecSn53GR11GzTojZWgjwZ0tm/DHx4f4Fs7Xz591f39H0OJJe+wajgPzOVI/yX9Lwz+Fvbq+1kd+en4N7Va90nwQltdI+Dtp+WB9Y+mrOY0y5kZk9vT9SCDl4f5BX7/c6evnr7ojsPP08BCBlMeH+/j1lof7+5DfEhAyvt5+jW8COVDkbwV9/nKrz58BQaKvBIu+fPlM+ZfAV/JfOSTfOlBEEOiRg7K/sfNEgGvz+KzN81YRdIFGMIaAxsaBFrCZZQ7WPD9ttdk8aUOwx+39baI7Akt32H6H/q9fsZHg2R24NZB5LHcEtu4Yk7/hdI9fb80zrviW1Yk+6AG+wfyDnpiPhkd440nP/nUO/GUbNgShjC32PGOXg1rPyDyW+F99CKr5m0M71teO4Mxhv9Uh6F5HDt9HDiH+CfQAb2ocuYcDrMPxAkd447A96IB/9oE96+NZW/Qbe+jAOvLajrax5oc47HuNjc6zpkfW9sg6Fmv4jGUhL0tlYnV4hbxEK/1+elpiruKMKU+WIFA/r0bumzH6nk7354tyv0fiMMjK5b7jNRPFJWWVnJUL8EGpFGVoSkkpg9QgqJK4EoCmGS1HRmpsUkoLMrIZ9JEClCESH0wilZL4kBmxb+De2RAAumd9feW+8K9uep3umasRP89NGSNt3rpGiqg3el7QZX1xMDXP2nAfR8qXpgWFdMshXiAaz0Xw5goJdmfu7S4C8ll+dzifaUtpXCP+d1973l/Dbq+dqfu0HfTXtLU0GiyNL3Uwl3HZoKUq9aLf3u+ETut+pWuCL9cEDm4+3ejTp0/69Ocf9eMPP+hPf/pTwPynHz7phkD29U37luQ6Ah5rrQmcu+2a9mueo2uedetrywkWUWZZzw9MGqUtAZ8+sFZf16r0X/1eCvSyL0quKsoB5SxYhggljfGYmjlRDw74q3MnuQuRkR8jdMY9hu98H+8OW4LBGz3vn7TdP2i/fSJvbDUQcBlP3/xZ3s/cA/MCzxgTYE3X3DGGnnerx/UBX37Alx90dXVD8Oca+bW6CP6sopUHYovifg67nBt5b8y2jXv5+TLyrBnHrUbecYPnff/Mu/BZBz83WANeGzll1VLVs4ZWBIBW+PrqakXf1/pw/UEfPn7Q9RU+Rl4r7/rwo314CfE55zN1Giqm5tlmqmDmyJo7AlMkXLYbMl/kZu4N4i5OYpQt/Au57zOD2WKefL95/Q/wpkve/RvUbFoWHVCuJnsjjV4jYWgu91g9woXCW9zQNNkXleBh6aoqa7JCM3l7xvWKkxftLGhSc4Z1GOZ/T2ge+j2N6H0s7x5498A/pQfm53rYfvkimnjJhvCNZGkzzi/2N6q8IWIjwHUuSGc2uDk/K2cPGtLvJbx7oqhVt+IZTRBlrc7l4xZ+7iYqOEEU7yFT5y+BLvaS8jAnmAj6RGbuK4zEU6Zgll5qgF86bPStbhS+pjNqtxTmxdXaCkPfbp/lF2WO7bv5RE3DLTR/bN1b2pHH5mTQkZ+QDbFxOrCZ2zewiRiNsJGf/AYd2XidMXcwE/efTzyqY3gjFskbAQIFte/Y4K3Y9F1Br9SVXm2jVRlHomYBSf64/UBiHDnY7TlA7jmA+KfQg4NCBIdG5PK8uIF9wGEpnyB0RsGcMF9wsRFCL6NgRGe/ZMoyvYc/s+0pbQNTodht22uH/UswCL4wpkx5INqgoSYOc7TnEFe94XV5tnbJBpl1jpoI3P8M22SEVbMMXpdwOWCXO8/DEWoMzJlx0J55PLIZPrDx3dtf5D239tXA4dT+HKEj69r8gB+H48RPUY+sgxFMxDWn6NX2FsbZr3qtfOCJ4M8NP61l887Bpe+ZP8bosQQYXPMfQ8OX3oRu/c0WAgn3d1/1+etnPRDYeCaocMA+2zkxHs6qqmwUfTD6cH2lTx9v2JBfa92tMKECtNtpVhtIkZ6TxOy7ToPle8b+9PyoewdnOMR+/UIA6PaOYMhDBIAe/K0acI89hgMpXwiufCXg4+DPF4I7X2jzhcBPUAJIv3z+IuMz1PhCnVva3HNQbkEX635C/4ZgzkZPBE2eNs/abAF+8Ld8/K2gZ2Q78qbPT896wh+u9/S4iV+9eXDgh4DSPQGdW2y+XYJSX7/qC7i1TYwpAlam2OmD+h22fHV9ZHeBOwVFj8f3AH14QIZ+9xHAB4/gHpnx6AAZAaNHcA+WdrfM3y19f6UP93t7+0W32HWH/I7x393fyngIei9/a8S/wuZA0/PTA/54CmwJLPhvcSzY4ptLeG08s16eHp7kYJ3xgE33sz/CJ9gRlL4d9LolIHaPLffYdn//hTm/JdB4rwhc+O+SEJjb4lv3vY0A047D6xlb1uL+TRw4RO4CXk8LBtbWwCHT+bCd+dzGt7ieCeRtAGNlnJvAozb0vSFoFv4gOLjdbjhE0z/35uRAEAvW903xM4NnSoV2ptwTfoaUXHim5IY002xqOShZFRTalez8BZwHlTLrChTuqVSU0JVSUgYpJUmp3fv8UMDr9C7unbu4Z55Yyw7Ojdyv+tXPRKmfHyCeMX4uAR/UOYgPfqcYPGGOgMoXF889Ai8OIRzpB3Yuy8pZIKv6MNnVoLUJRRGPyZFn4RDPsWE/ML97OXBxYJ78nAu70an5U6ABdBQ0GIjk3zOKAFVksCfTL+WZel3Xa8Uzr3cgh+fUDUGDm5sPuvn0UT9++kE//vgn8KM+/QgICt18utH1Dc+xCPBcaX29kp9xa7cH1wR9jDXP0jXB9TX6ghLsWfO8bX8Tp70rHXTqkfcEf/rKcxfkXFVybkEfYeiMErY77+EwBucZu8c1Xvq8VcGvrtPg8pHgz5G5cmDFgZ/d/lH+ps/z81NQr9/9sOWds8fnB3zvGXP7CV32V4NyIm8UZQIqtrsnsNX3+MQ4/crXjWpdB7rcK3t9Kiu0zKq9HjyHo9cOtgVlTfldKOhA8GcgELUPW7n/uMf2BKXF/iBjhwN4K95jndHRV9fL82n0vGe6vpdp248Ueb6jf6y4vEbukRf5cc6ZAts4YKMRf/jZAU/7HrSaVGrMr6dUsy4xX25qvG5wLmfW3Gf4pfEuM9y+4WXrTOAvo7uV0dmJf1nvnMvMSMYljb72T7OPMldh/nxvZubcf3sq5675s1Ao46xVKqdMpig7OUl+XwzD+30N6H007x5498DvwAM8//2yGNmw8b6MAXkbF8wiaJmWutBouUhTpBfJq/Kl5MVDcBFeUiviha35RZt5YVy2wVS9/rwlc532LkHhrCAICRfFLYV548J43mjxLR/GPznIA8YL3jKRjzqUmX+hiG6d9776sqdL/nt2u132+LM54YFGX6dzcVTwT7cSAlM3fVE3OmJMCKlyoW9kA3cEgwYHgeaDzegAQWwmCPzgB5pxWUnDiMxQbBoosqNDcSToQ0YvI2jGVeXcxwav9yaWDW/fr1RBYZPgjULOlapzewYw2rcOTBDk2WPLwbYdjhHgcJBjQG4bjOiNplxaIHQ0qH3C9AmTJ6wesREB40BAOTypG3sDYrQNTJFtqz6MYWffd9jcybQnXwkGFQI8pVaZum7JVbkUVcozZTmTz6xi1nR2HyfMfToPi0VwZho8rjPYBXtOZrSxH+RD6MAhcs/hdfBB57DTEQz4K+YwRirRPYmvRB9txD4ULd/4OeDLI6etgfuf3qWEvV1Vx2b96vqGA077lYYPH9qBxvOmUJroAX340fbbXhxrAfvygZ8SP3N4vJ0DBXccyO+14SA8EMybGEtijuxrH25uPlzHT9I/fPwgH4i8Wc8E01Amf+jC5ARmsnWFJGFL7TpMah4eGM8zB9ZbgjlfCQw8PD5oQ5BlxyHdf+z6yKbcdQ7YccBXB/J71tdut+eAs5P/Jo5hW019uPeB+ETj2zvbqGudW9rtwQEd1mldS8Ay+PnvKe3nfqJsd9A24D73sh735W/ZtMDBhkDSE3hscICGQIiDNv5m0P39HUEOQFDnFv7OFNwT0LoDt8ABnADBkwfa3wHTB3/rCTwQ4HmwDPoEdbAm8i4DdwQAHoLeyfwdAZY7/Nlwq1uCTA9zMMYBmUf3Sf3HEx5kne0bUY8xB8/M/zNBkJ1/9ewVnsk/OyBGwORp80jbRz1gV7PzNgJMDjg9+BtR9B3BLfp/IBAUNhF8eiAA9oAfjHuCXfcEkjYElDyXWwI1e4P7xcGMPeuhYcdafQvPBBKQM6972gyBQ5NFIOlZXhOer0f6ePT84Mt76An45A57HKCLIBp5Bx/DB+gYWH8sYaWUFEGauO967r1ePc+QjnXdWWZauSdNI2/e6NRZ1nc8l2gTB1kost78gs4ycMq3dhWdhedVzoVgQoPfIV7HT9wzHsct9vte8jzuOVSP883Ibads4wO+I43IhDyeJdQdOZyOBJrH4xDPhWjP88Y38JFyYyQ/HEYCOAOBG+pxr1hmLM+AHB1mddBaqnLNiuc0z1ZufkWnPJFGojgDfQ70OaDniI/DBvqKvqE8UfXiUy5zWE4dUkx0ei7LJeMno6rgu672BIXWWq1XugIO8PjbkX6GRRCHQM8a9OH3NXP0Ci5bwPvQz8Ieeobr960dfVWQ3W+u2FExzDjPAoLzZdPBkbGED+GD4qOlUp6bFgICS5l9NTioQpBnv9/wPNzoyUHczQPrfUPwcsM98Mz75xlNB2BvHpkCdwCsE2RPSC7KrOMaWKnyTlnz/l874LX+qPiVL4JBq3rNvPbKpaNVh3kZYBHqjrwrRsZgu8bTXLJGmONj/NoXPO/BYf+MXduwb8vzY8+7cKRtzlmVd3G36rVardStatwz4eMVec8N1PmKf2uu2OD+W4ikcIypMAAAEABJREFULayWFx9MYcxmAJfzWMqqG+Wgj9f6MdbenvUzAAbhem41q5kJ0nZhYmNO6dwmlJsfT3rc11JtxAfGQH8nH53aLLUuadN1KXnJX5SbvSiMLAmXR3JRwkwzAPs547sCstdowY+zXEW+Wpt58NlrA54qMlrh7zdlqL/fwb2P7N0Df68H3uv/L3qAp7g3V5BXRkwcvRGd93Jk5ut15Vd10lwt4iEzH4QCLikSyfs19rvyA9FQfFKkl8lZcq716s1zqv7atFPBC2bRuFAXprBD8ydeovFTWfzgAzGDCd3QcIwpjInhZiN52xX1LFgG6kGa99st4MLLvp1/Cxd1GPpZL3VfZMhzUYX0jYtxjBg22j4oOwhSK1jgCYRnnBMlQ2z6OOB448dP0yI/bzDGeVMxUq9tQBrXeOHDHFiscPUF/j3xzPgzGwNvsPq6YkN7BVaqXa/C5jDnjk1AQVGW/wm/YZlsetMzyhvBgZ9OD2wCG44MqW2wRsYQ9fXy89o3UYe6YhyNJ+VaWmX6zWSavVntgNGpsoFsm9ge3vkZBZqLMmMo1MnOw7f6VabZ8px1+bnoEvGcw64YB5vW8QXwNU4YPReM3XQgyNFwYCN+0IHN7oHD2eCNMBgpF/oCMaYkHBtwbw5cDug8EGQ72qfQifxIXTGeUnp1bIqv+Kn0x48/6ObjR93cfIpv//Rs4j0mDNfoNjNe+nSIA78P4ncc0h8JHjxyOPZPj23nxNp0V/ZPz8Hp5sMNAaCP8k/VV1drVQ60PohGH05YCHQTXCQjqcGgKvb2s8+RcgjY64ED+ecvX+SD96O/AbLbycEej1F0nCSllJVoX6DZ9yo3tH3hA5PX2ZFDaTwj8eNEGZcww5doCJIS81py5jCW5cOh8zknxce3l2t7rDQOHegaDfJCPs1o/SzzfEGZlyij/nSy56iJOWu2Nn50HgcdOWQ3HNUo943LTpjz1B2QDa7PmjqYEmA9Iltg2470GXnW1OGwJ1C14xC41TOBlC3BHAc/NgQKtgRvtvFtni11Zuy3BFbgCZjt4Hc7eIIeOwIpwTt/gQMBmYPrGfAOivnvE+3cF31sHp/0FMGhe+jDjHuCROAREHh6YI09wD8S9HsCzxxcHbh45kC4xd4t/W2fd9runtXsfYtSTv/77Z46W8DBEru3BrbvTSm3Lget/Hemnmwba87BnQcCQE8En7z27wnOfb3/qvu7WwJmd7qDPtw/cm9stGNNDvjei8rPm8JzoqtVvYM3PBe7vofnPqydOlAp8/3i4Eed8x2yjvod9XvDbU7o1PcNHbTr0Qe1rOuttyp0lQ5aZBsy9xKLOoIwG4Jx9wTg7gkE3hL4c0BoIBjG0mF5s95zDkoS18scNycVY60HHXhOjRyQh/Mzg7jByPpy4/GizohPBj/rAJXFo5Aq1i7Ra9hZclYc1HMlbySJUhI3Ab6HWl8Da/vAAbnpRM6znwoc2F0bFOBrpphFDeqFTaZNj201jsi/hZq+ZiamZKxJ2FYCy3zVHp9fIuaxKOaVucwEtbJprqIhOtBjHg6BAmPmXch9/MIO+sflsztVqHl5eUxiVCdZFs+sUw59bj8y73v5Vy73Owd+nuV7J+7v7ROBlSd+APOM6w5oskY/4OhUgzQHkDLzYlSPq+9ZfyuteV+sewf2r+E/IDOuCMZcq9Y1w6wBiTHHOLGUgYwEBI/xq2WeA8PzwDpinzLyLDoetqwp4MDP8Mxz33jSnntzz/vQbdGknJIcXO0rvrddRuc1T7/muSfCXvjMPZh9DzAOZfyDrz1CuJcXQi7UO8U23MF04Jsx1rjXnNd0BGbwFjWivVUaoTskuC4Ec4a6KI2M25sxNcwvcH6BnyEj90oDPdmQpeJ/kaLl3NJDPOcah6x1MxsPyfjM78BqP+dOOdYylMEWwEjjsoL8zQptUqe/V+Tf68D+i+N6b/bugXcP/EN4gKd5vHjmV4+f7Gkx7MQsgt9EvTWIigvzQs1lZqnQaIqTlV6kevPT6r9ZNAs9DPkANuebUh7D7VqkF/Ssc+LAJXCmaCJvT4XMesm7jlnL7cKpdYLOBKScgogugdOW/zYNDWcxVbnINwXn0jNH4aurtbA9pwJXxxFciCaxQ4GO2AI5Xbzu2WWPYHDgh8PeQBDIwYTRmy02F2KTR61T++A94NDhToIhsQ0GLFfrl2be3GU2XLmXfwrY9ys2gjNKr8Lmq3rTkIsEYjPBxk0GehCG6RMKBw7FAwEO29eoN4UD5UcsmkA0aMnLCZjHnWwQ5W0UkUGvG44+nEeJE48jK0PCHphak7I3iZWxQL3ZyfMBqiZvMIu8mc8uz9FQ/thDI30Ygyn2j+A0Bg5We3+Lx0EceB+0WtlBwVsW87I75zmMDocDwYCDrGv0PDGHYgzu04PNjD9jhvk2PkbL5tob0yN+tD3jmGQ/J89B1yv+O9yrK119+KCr62v57/741xMcqKm1xx9WqNMnvDgyQl+MYY9d/rbF88NjHHjvHfzhIO4D+IGysJPWHf5bcUi4pi//KoX/55319ZXWsTkvStiOtVzRAy2+vWxJLlU9m3jP0cjh0Qf1Bw7/X75+0R0H18cnDgUcto8EOCb7ZjrrSTH0JP+zOA52EQQZCaAcORiN3OIGpb7A0jpjn230pjflrMy6LckWpbkKlenPfU7hn5GpQcZzY4rAT+PpgGuU63yDqEcZlAqKdszfEXjujmHrbOeJP2piHbjOkcPvGDx1onxgXKMiYISOY8go81qk7gBc5oOu2wWizkAA7cAhay8HZrYEdfytmg2BHwdBYr6RHVi/e+bY8+wAx263p81OpovswFzsqHd4hR2HOuMAPYE6Ow5zzwRudg7gbDcRPHnebAhCnbGJ/JOeoA7GbAj4bJ425B/0zPxvCCDZzmd07NARv4IHH/mFuo8LPM+HYPfreobXsKnhvjbotn73+Uig8Qk4+BSBE4I//pbUVwKRX/y3o762vx91T3DIa3JLX77Hj8ztxEM7paQc6yjLB9au8jzp2tp2kKfnXgmseta7sVJ/4nt1PeiQg65vvNstqOgq3OOF+8X6I/hDH6VklVxUSmn9Y4fvgz3z4HHeE1T7/PmrPKZH5nvP/I6sFynzT9988izJC8M9MLL+R55PI4d6B2JPecuRRRlBGtOBen4+Ga7HAwCNPFxIs5WCeL4W+o9DJpS+EFPjfLmt9QX1uubZcMrTr4xz9eCOp4fkSPEARvl5HQFS3oHxDQ/qUPoibTZahQ2xZwAG5UDFrwDf5wt08B3+NzI0Z+q8Ag1VlAPW/hr2isfX+o9cC0S9rniRz/C5kHCVyLR2I8+JA++YA3sA/4rmhnto68DP9pF77pFA6JZ7eY9P7BciHnkO/FgH6xczGTQXY64823vG5+BP719nW39QP//KV98T/OmuVXPP8Cpjq1gSSnguMRKeSx7TeAr+uD9wAMyjf3X4wP5kT6B4T/BnC/w3ibbc11uCPwPBoCNzHcqsGXuywbrPJSunQr8JZKWcJGWuBkobbxmwZ6jAXCdpqSvqNiFy7GUdhb1hHyvjZL9bA8pdfW5lNoBJMiITmhoX6dwG7VHnVC/k6Iz6plH7RdL6cdlbeFH11zOhiITLmtylux/jPj03zRhXWbfeC3Wm7OOKfY3c/iwFBVQnG57LzLgkJJdXq3Mp+b3xv/8R/t5m7H087x743XuAF5bHyBN+5pw74eVDa9LE4cXverXkVE8coXT6cLCBRyXp5ZUuMxd8qz+/HZQS9YyLGo2d632rmOK5DLv8MpbfVgGK3qyvpTsqzFfUm9jgoAt+RJfYvE5A5o15/PbDRN40ymgya/mGpJC89GSIvpNc1rzkXR2zTAKXfAiW8bbMnI4Kf7C5C4rNcwHjtwYbDqV88q+BQQc2gfsIOOz5CVtDtPXbnz7QiAranHiyvoqTBZl+NcOjyPTHgab2qvzUb0FfV6ocVmrplGpls1NARkmRcoWaB3Tn7odh0pHN3cChdA/dcxAZsNkHEtto6GKMKEBfou8kCWRD7YNOhtBsDMkiIGMWIlqiAJIhhm30OIq84clscmu/8KYFsynPrptonRUfjOeir0m2dYhDzoB/B36qeoCC2ef2/X6egxPPptz8MNcZjjsdma8j9RwE82ZZsU6FnQ2V8WIG3TcbRvwy4quBesegR3H2jMoeR9+ttO4J+Fzf6MPNJ3348EnXVzfq2cD3fdfGmwv1k2IsaPbVtAtXDhGc2nAIvr271e39re4IwjxyEHaAYMTWiYYJO0op8h99jv9t58O1bm4+6APBptWqx/6C5dZsnY2+TOmRgWWQOGjUmIM+bNpsnnV3/0C/d7q9vdPj40Z7ghD+xpNXemL+49FCxrZM+GLCJt/Hltuuyjrsu04969L29AQrV6sVP7Feab1en7CCv7J8vYq6tasq2OM+bC9dyP1eQozdcF9nJKXUUHJWyUWFg21Bl2F7zihqvOsUddSpoLg+Pi2F9ikrZZCSnM+MucEyI4lUTZbUPrZ2Qt5yNIHPQAo+SdlFVLOvpulI4HHUyH04+lAG7MdxzpuffBCaBg2UHTkc+ddx4oBJ0PJIUOcU5CHQ8Ks8AQd/a8j/W9ozAR5jQ0DnEs+PT/K62zw9xmF1Q/5p84DsiSDQozYO1NDGARxj80x9ghkOYBnb4Dftf2kjILQFG7AN+bNafQJOyDYhg8cWyx9YYxsOyxvW/SP9+28qPT7ex9+7+vr1q74QPPn8xdTfSCOQcncX9jiQZp/YV/J7hflKONtzVphLz3PfVTmA4/uv63t1fcMKuuJe8drs4fuu1wkX+dp1qnVBZT0UlQzQXy6Qc5EPxqUw59jgOT7yfPWB+sEBIAJYXwmmPhHU9T22JzAn7hsviRxr2hzIDTlbj9Hyrutn84BOj3lHoDh453kWjlD/z10HgkFH9B4tAwP8EAfOEUXiGTNq7oJxWP+MWhlnmZFE96CVuZVxpHXooq8R3bYn+mKdHmeEndRjZdOElP5d5t5hhRD4ssS0wbkzsLAZIIwA1EFE+uIihBLBmmOMiKI36rTGraxkKnCRO1/ulNxM4MTx2pUy/nEWnquY/R54Bo68D0Z+2ON59ZxvueccYNlEAOhZ2znYMkRQxpYPoS1MQn9mzcSc8yxq623FM/EqsCbg0/MO8btlBR//zXtdK9deBeRc0YUS0vA/7/Qj9kSwLeapBX5G+GOsG/YktodAz377rHPwZwO/1cDzZORdM6Ij5suqc2YqEijKPCtzLiITyCkrh/1JslwZqotPmnnkF2WsDswdI0A4YNvIAhlZW17X47xmLXPjzJoyNWYtsOYgp8uz+BqnQpi5jH5iXKHzfD9Ym0HF//aFRzxS5VBIQtceizHE2JiTsEPUyarcfx3PKtPc0do+ZiX6Ep/cFMEV8PpC/2vR7zD/xxjl73Di3of07oHftQd4n/N8n4dobpr5t4lLDdd8u4alrmGYvwCb3JZLjRmqt14AABAASURBVCxpPB1fyVx2qu+MMfHa+1ZvNGcjutg0xqaG12QIIhHFVtDAC1/6tr84EEutD7rxRlg0HNmgmzdG8r4C1KXIKVkakJKJy9qT+/AYUoheJjbLeClVvHlD1kYVbCSt8oh1kX2dtOKX0jAOn/Gy9oZoZHNl32jW4R7au9lajxzqHIjYaYiAw47ghPk9mxxv+N7qAE3W7V5ZR2F8KMyxMYi8BzRGT9RCTj6zYejrSn2/nrFSLZ0K8taGqtHd3C50IuOy+MiGy99e8GHCQZG9N14RHBmw3ZuTI5sz5oN1QJNQ2TTN/aPPmxIIdkZxVGuJe2hcpM6CEbsNCGL05ELbLP/0K88b35wrsoJCI2v50ByPH8OPI7aPzMPAJtW2G/uw/aA9h+OBwM5g+gK0tRwcfaCe24/osC4UeyIa6NQ9x9hmHkIZF+thcv8ceNpap2YqKqWqffPnOoI+Hxz8+fhRa4IyDnrUup7HlUOVLtZ5EzBC1sHAwXDDwdh/9Dn+PgwHYB8gd/x0dsDuyZvyJFX81a97fby5Jtj0AfpBN/HtHw4FhQryZ5KYP69M5xZ4XIkkoaMyB9ZVOeSO9O+/o+Nfu7m9u9cdAaAnDuYHbPJ96/YpZaWEflRP1DeO9OEDeKasloxtVT44r3yQBg5UrQj0+O97XPl/jXHg5+oq/ubHCt7lPfW8Ac7YVHKW6EL4yP1OdrTBCrBMfKihjB3us9Bn4TDe0TbG0lf1jKfn8L7qeu6PBv99kPXKAahetsV529Vb1nEfERBo+VW0cZ0eu87otOqNqg7aV/cD3B/o6K+rnYwK3yPrmSPP/3p9xbpYE6S7Yq6uwUdwMwOetfLx44cI5DmY52+NXX+40hV+ur5aa3291up6pSv0rdb00Ru2A3QNq67XCdi9mtH1yI0VNNqvtCLodomOso458hgK+go+rfgzQXNOSjlrmZOReZE/zL+MmBcLWBTBj4jbeh55rhxnjNxrw/6oI/RIoMsHveFAfr4nvb6P1HUwa8f9HAErAkbtm0EPBCMf41dqnn1oJSg5EBQ7+j70PQm8Bm1FIAlzkxJrMmN7yYXnTFZlnRi5FJUTKrzRZDlDQc5ZBVpcL8NbV0pKqcHlXn85FQVvPylTnjFl0oBt/hbX/cODvhLIvbu9j28BOQDmsSs++CmoaHmJRH6B4uP7c8Q/bjvsBu3g/W2ggUN9HPbpL+qYgiNzM/pZFVTMzNJXpqOG2mVVDpuV8WVoG0eex6PTZ9F75Bk0oHMInUPodJm1k+EaY+4tg6O9+wSuH6VRE46iX7lo8Sulr4uozUXHs97IUGmhMwspBkNngHCLGzK+DmETRImTrIJPSq4hD99YDMbw76BDvEcG3vN77XlO7uO9vyWQ8kzQZyc/zwfWu+dt9HMSP0RP+Nt+t87q5wj3c9+v5GdSz73asFKtxhXPM94ftVMuvXKu2FNVTG0LwxzR6zVwIMDkQGDrb49LAHM2eo2AYdhik217nm003WC75TsC0gdN6ELt+UK/HTvafjOU2O7C86EvnSq219rLdlkuDzCSHLXdHIO5MnUgLmP85qLMCRjp18Bo2o0QhPQVKybYSEISMmq1zBtybHAXEPd2QqtP6iYG7KnwsrLlvwo3XvC9ik2hU9dgeIyJe8b3D0EgMhbjE/xSssKHzLG/BZQx3ihhnH7lk3+l7PdV9McZ6e9r3t5H8+6B368H/A6IFxGMDykQrl8ZrzfJhqss1PwbQNHkzfb3qn3niegXx4JFK6qalWYW4UytxmK/oFzJL+HgvamGifd+2BDJ3Oo1mdy0CWnAheWuP2mynlbS0hBbLsosgje5QAqelE217UtK4k3pK0rOnZG18RBfrmsaeJHRyybRJpKo+rK0iUZG4Boj8zp6DBy+7ZtW14OgXvRhfuR9bhx05ECz5yeAA5vB0waQlz6lNBjbGGgXuvEvQq5W6vc924EYq1Spmyl7hWx5z8ZrrZ6fCPYRBFqpsnnIudAmzW1MYS8udzcyOeMwaWDzemRzuvdhjAPXnrxlDd6ojM1nNhQdOTYlQj8WmrexJ1DBl+sa0ZL2dOhsAB4n4b5MTWAdYW9RCwJV5VpO+hW6qUq7ZjP6TjYesH8G/h7AgYCPx3NgTKavMdH26DmEjsyH7Ad0Y1DrKkMMuvTloujXbVzX68ADsV3YXbC1cHBeEUBYXX3Q1fVH3XCQv/rwQfG/13Dor30fSt0s4MTKWc/Nn82X7me/Pcjfgri7/aovP/9MAOarnh4f2KhvNPBTWXbnqiVrhc7r6yt9pJ9P/t9ybq7lw3z1RpzDKhrDh+LeMZyPLpcEGzJllYOHg4YMWSOD9X+t7m//fP38RQ46+e9X7LYcYlgf3ApYbAWJxIBMgIvzsFLOKvRdux77Oq1WnXoCCqtVD+21htrGJltR3tBz6Om6XrWv0b7kLKVFvzswMNgGSMpQTFcqSQVf+BBVciboUlSZj44x9bWq7+jfWFWt+07uv8cG0zV2ObgTMN/36gmq+PC1wp4V+RWBkh76ErPOjvro7BbUjv6Nog4fdF1Vx3i6VacV+nr0RF8Ec26Ys+sPN/If6/7IWvkEPn68kRFlzKXXzvXNFWsIMM9XBvZcoct22adG1/UKoL/r4d3nAsbu/o2V7TDQ4XYtv9JqdQGX4YNVj83RtmcsNXxaGFO20wM6fTJT1ZBZb2mGeUPzx/MHeH76PTBNBJbjPkIWNaaY02BTpCSTJu45Bxv2PJe8Bresw/1ux0F1ryOBj5HyiTVrnSwJmY7IRtbqkfv7SB23D5nlAZ4flC+yo/kFPA+iLXnLD7RfnoN+rjgflKDT3gd97DqAIeoN2HSMX3f088VBKQyS7bIu/7qff/3r1vf1l190++WL/C2nfbSfuPeEDxi2r9GJYf80WDRaGeMdbSeIfiMItpe/9TNi10i5eO6aBiJIMaJ/aODQGXLquF4Dk8h9lJnIAAGPF5RiWxM2oN/tPb5mB7oZv2UN7gfZXM+yVtc9WYM1/R3AJhYVzsEI8zS1lhcgQ3enEVFl5ilwhtwR2IIGdCEvxqwT9nRZHhnKwg8lK88QVMVaxpjr0e+EZS545+x53+9572/B3t+wIVAZfARebMX8QyBMQL0ySa2Fe6wL9NzDPfd4H+/0K/V1rR6+Qjs/Y8paNfe0M1ASq8ZUsz0jP8fwHAzQvWJNeF3Q/2EkH8GfHfeQAz5P8V7Z88OG7XYr31tH3jF+Z47cK5gWblgSZhWdpLg1KynlIr87Ks+Lim3LODCOJvnkcTJxeaxZWVEeys27CApB86kNXYRkKSHTrihwYlhkOsOLIDTQBUVu6/6iX/ozdfeevRegeat72Q4F/63LGt9WMDYjcAN1cg2aoV3tVfFj11kGvNBEnVlNDG/m/6jk7I0/qgfex/3ugXcP/GN6gBfJybDpxF0wFhoWQbnMnZBO3CvmXOAH4DnXql12a0nm5Wz6Eq4FuF7KnbNGw7zBq3je2Ey8dcghtLFL44Uifutic+/aig3rpJGNv6t5gx4U+QSaFnPADVwvqGsZFzbNB48myS7Uxbtxfu038Tmd64XAvRlkTIxvWl3Wpx7lTUJlLpHHLRSQMQOxrMGpjcdb9hmbwomfxO3ZeMWmEDqwQRzZLA+UjdRBEY2sZGkTEmSNevPC7oAMmwE2MDCKZv4mEM1cnrMPaG3j4I1Yz2Ysl0Iztyk0ySBJ+G9kXYzkAiS2YeRAMBAIOmLXgYPPgI1DHErYQHKIGsNWNpTMF8OnNaqU+WcKsIsr8lF4mUQfTWC7DecQN1U2jZbemDUUVTaVmTFF3pVB1CcJe1EyGNi5x2Z/28eHsiN5I+yHj/9tyPQFPKaDxhjX8UTF2GzKArq8uCZ8Ps8Ph6kx5h1jqJELfiidur7XioO9D/VXPtj7mz83H3V9/UH9eq1ce2oXkNAlMLfPWf4XgS+40ePh0PD09Cj/2teXz7/I/2PThvyODfqRsUzcWwUfrdcrffCvfRE4iAAQ/a5WrINS2JgzEi46RGsGcHMeLi5b4H57Dvq1rzEfew7YT4+P+vr1q/zrNj6w7rYcLrFrxOfRkCQlKaUEGs3YU+m3EnRZsf6uCCr4WzZXjP1q+ZYJtnUG5T3oDDa61eAAVDh0lpzRmSTmIwHZqjQhA6zfUpM66tWucCiq6mkb6KvWq07ue73q1ZsHPfK+R1475qiqo75RalWFrwUKX+At9wGrYEuH/oDHVLLqBTraFLehXoGPdkv7rpMDK92qU/TrfMUeU2SrvsfOldZX0PDNmoDhmvxaK/uJ8m61at/gYRwr86bUX5mCDj0d+myz0c19ly7L+Zcor2S9OtoGQldVB10R+OnAykFM42rd5JS5vOs7VdrVDn2MO6eizFwEcuZZQz4XVfspVVX8FnUoY7ool5L88aqbYeL5BdlFwHUyNTNzTVbjcZKDJwcOpbvdVjuCP1twiKDHwH00EWOZROLqmrg3R9+jfo4dBw1Bj0GP1uVy1vEIPVLvCH/koDsscH2ed0e3Zc03eiDwOujIM8PfNjpwmD44+IMNB56TBwLODgwNtDlaJ/VMR3SP9GPDjujdcv8+PjzEr1T+/MtnfXaAlXttjy4HcoQfXNd0hB9p3/KWwNlfYESn4TZDvFMGNR560YYWcY3I7JOjKRgY38jYjIH80X2BqJw9lzOYuDznYwKza4Rl1Ia6LeO1PusZZ72Nd/kQ9fyFVnJqf+DYOs6gJzJWbCwsPP22PuERX17jUhZPNZeDRQYbYhqcWZyGJfaix2pIcxCGepYHmes4f/TYAozB4zowAuZ9BIdYi4N2zP0+gjx7bXlGBg+NdydlA8/qgXfryHxZdWZdV+6dmrmX+i6eD32/apR7v+f+8zcEe4I9fb9GfqVaV6DHFUbBzAocWAGxB8g2NwI/R9sZ2HNfDARqoMd90ANBnx3vlf1+o+3+CTxqv92ALYGgZ0A9xjXFejrS3rNGV1wZuyEMAR/gE24yZ5nPrOw14jFhZ8+Ycu2QVeytUU7S6kaaI/X80BJCiogUvhXRCeOZ58t9mQ0h5cFDnXeZaeCVzGUG4rZ+scL9LEC+XGPUs2LDUiqdrbngXPY/iOjOfdk2PJCruq6q8l7x+6VmfIhfbX/EgC66tsnGWdT0nPO/b+6PNdrf91y+j+7dA/+8HoiH+Nl8Z3lF8vKceC2xKY0DjOm5zgvuVJSomeaihc5ZSKtmnWQuLz8JjQtZq4sANZkXd4b1tVAMI2tLIa+vU6X5HUzliYDMyAamgdHRlOtly4t2rYB6wVCTN9XI6ASsy2JUOhuYkEdwaBY2+1vqugHGkv4nX8WYJcamv+cTbRa7RtlmUrS44CwPlfaXS3yo8KGAjeCeDWFsENns79lkxWYZ38hw3WjoBK0hg8/NsWwP2FCZP8O9jiJPHW8aau1leONYvalkQ1bYjLksNmnUQ+Ori76QOA3Ybmz24WXgwNI2sEcNe8ChxgeGkfIR+4a7j1cGAAAQAElEQVSw2a3sSVuDIi4sIv31q9WmJlfwUHl+beOMECGLcvpznyNrxf4yjbzl05H96Ih40hib7ZmnzFYs9ahA1to8V6YLnKcoLvNGWMPAqIMe64jiOckcTjObM/u363qtODCvV1dar6+1Mn+9Vm/4mz/MQ80d81dQyqgyG/dZz+gN/MzbvpHN+8D62PLT2IfH+/gfjxwEeuLQ6L+h4m//jPg/E3jp+yr/WpC/LfLx5kY3BIGc75n7kqu8cTxDrW/8CceFr0gZoJquTpXxjAQBtwSAHh8f9OXLl8DT4xMHnR0HTPvZvkkS/ZNIanxKSSUbRR0b2L5b6YrgxnoBwQR/86Vf9VoZBDn6viPA0HHIgbJOC/0XBw2spwj7JRH48X0m5h3x3EdWKZl+impX5E2zda26Xv2q0wq9PfrXIOTkV11V31O3drJ9AWSVfKXfznpqp4LtXVdllFJVjDkfMngHVyqBlko7o4Nv9dDdAfrrakd/PXrIW9bVxmNTt+q1Wq206sGq08p52tjmVde3evihYFPoNV96Fcr8LbOg6HR5h956QtEynjrbVtER5eioC7qiDELedeqMVVXX12YLB9HVDH/jaOEd3FxdrahDsAr7I4DVrSKY1a/6oA7A9Yxxha6u77QCPfpr6U62FewoqSiBnLMqyLkw30mFsgpKTkpAPI98qD3w/BwIWBwItJhO3APTxL0pKen8mXiH+P4YeOZGG+ofuJ8OHGwb3enAgf0Qz+K9TnLXCbgc+TflBx0o3wPTALpty4BtB56NR/8Km58/PDdHnhkTthss3bDRvINHvr8euJ+/+G8Zgcf7B203z9xfe7ndeTRtfDzN4kkr0gWu13DkmXek7XBCk9MKGxbeOoMnWONfCzpiZ/s1oZHAAYGQ1pWrKZPmmJOshVqYi0wo9fVS/xG9I88uY4h+B8ZiWD91KXerhugBNqM/SFMc4kgQLteSP9MxrHCeOiYG7PlCL3UYwllvFHqQjHX24zGoCyx/ScNXHgd1zLdg0BC+OrAOB2NeI14TntM968rf3NyH/KA968L13N7amy8r90FV7/uirhrlfvEPCNYEfNYO/MQz84oyY0X9tXLt8VVBTQ3YB5iHj0eCO6M8l+5rYA6M9p5mPRH8ObDXOBD82RP42e9Za1vgv+m1edQm/i7RRvG33Y6HeI8yZLxn12VoZu0m+uRa3HTBppxVU8HGDnu7oJVnaBtr1vmTYAH1Jcv9DoRyUUCXrJFTOq9y+jtLqeUBU2cutQCWSicZolmfu4iuEFEJ3wVDgkb0xDr1HDJHI8+Sgfu3zdMrfbTwZbXfR/NTS5fRLa1M38bio5yrKkE0+61meJ6XmXyUF3o13lbB/H+n4Hcuxiu/8xG+D+/dA+8e+OfzAC+Xk9F+l5wyCzPNTPJ7CR5Ker6W/ELPJeayd5MB5yTxel64hSb6TSFPagT65hOTivrex2V+WWImY2KbIXYH8aqF+V6jV3LG2q6Qwwa9TCaPhU27dbrHt+rEGJwwjMu2r3m3v5S9zl+WfZ/3a5zS2V8+g0gtc95QLFbSA75ZbD+/jZHbUxwA8CDio+JXCoYdm/QDWOhAGaCuWwhqLBuRJqN3Os4zyIVx7naBZdkbBzZeDv70tVPPhrGysfTBK7Fzz8C7oHl06EiAy53McL8jB4OGIz/tHjRwqBnYKO3ZKA178myU/BPNgU0TxvtCyXxZz8yGx7DZfQZm+dvEtgA3umxjfm5g1WEfgz7TSQ4OTLbZvmbzO+qoEd5+nJueiHWEi1tykrubwEkCgw5vDOX1+QJSTniRQ2ploxYHX4I8V9fXuroCHwgC+Rs/3shXNu7Mi1B++ok1PBoQxWDpiAvDBmy3j/3tG/+dk7u7O/kPPjvw478DtN/tNHGo9f1fctaq6+Rf/frh00f98MMnfSAA5OBPt+pVS5Iu1Cs+2BxCMvRHGrmMfRl9mfVhv/kP8X6+/Rrf/gkbCP5sd1v52wtT+GTkMTA1cN+mlFRp22PPql9pRWBgRQBsxU+yO2zp+04d8KG+1qISG9ukhI2Zm4tLvrXPfrZxvr8acpYKqLQrtO+6gr7KYaOq9lURYEB/D2+sui7Kuz4T2ADRLrV+mbNCvw1ZBcWdQZsKQnfQSlv0dKagVOo2+CezRkHWVcpALT314S2jzQp47A6srFbo6V3eqV9V6nXMXVXfdXKdVdeTp9x1GENdUEv4tZpStzLuWpDRR/AdfNfJdhfqlL6oYIuDU4WyE1x2ib6j3lIXap1dVY+uftVjo7HS2gG7wLXWHxri7w95bpGvQEeQqFt36tC56lcz7ZmTFXqAdVLW1T7Kqm13f7kqMy81Z5WUlFJS8C6zrchzLsryqhh5do4aCKoMHKwHgi4jz6ORgIKDPVQRCnxxl06aCAodeUYc/ZyKb2octCf4sydwE9jttQvsOPTutCPY6W8UNWzVKHLut1Zvrs/hfgd8H1pPCxwddOC5eHBf3Ju28chzMf4nMu6NKaD2YYwSP+RBdsT25+dn3d7e6svXr7q9u9fD00YOIozYrtPHHiDjW2IBzy48ciGEjYsKbguswwjxnCAOLuRHNS0InY/nPTwPzlYn0v97kjN9oim00f6ID0IfzzJTByV4GouoCcpc1zVhPawZY8wysu9e53bmjHPVWYl1sGZ4qFJk2dwPttlXY9izJ1AyaCAYMhAMaXTP/J3hek1OPdoEz7ox3Ue7vfaswQXb+DbNLuZtT729y6LegX7o2cYaWCUVzCuqtQO9eu6XnvvnBQ0Z7w+/O+D9P3x2daWONiV3KrlKjPPo8cYcMk7029e23dTv6nFkrA78GLZn3GLPhoDUc3zrZ+vAjxH/m+QT98Ezwc2djqzlZQ3Y5Mx6NXWfQUmYZtL5wpa4T7Gv8uypM83YabR2mcoJ+DIPnQkcV25dMg6miwEhcicnXORh5wrBmcfLkNYYTU2Ofq6Zd5mrmFIbvfbV4HuW8Q48S/axrxmw4whaHVq09v8jKdbQPV2jvynM4h/+q/it76tq7bVa9crkS3aZ57p41QCB3Bq+p+GBd2+EG96TP7oH3sf/D+gBHvbNqgliQNieKmB+QWLDmsi8AURW49YGlV5elL8UkHv1VEy8wA1KeN04/XW8as772D1jRRz8Jl5e5M2HGuRBfz051aIpg/1uZfbFuIdKXFHP9KK2bTNSckrBTOBeXfTI9Ur4MvuqnNftS/+g27LWKCkOqUqSkJLJ8Nk522IGHueQ2uhZOXLe47RwK1HM5iIOMTs2kTs2jZug3lyObELEhhMF5yvUkLSLuYA5l84cnZijKDYX5unUm4jKwcuby/X1la4dmDDW1/JPGns2mJXNWg4U+TCmnGltYCtcbCaZ6zhMYbcDWAObJm9yB2+c2DSdeOz3GNyG7RO2ooDrtCEz31Q3fwQfCSUJtCuHX51vYFj4DY0MLnRzuArq+wgZhVyUkw859lrcRtB0ttTz0jBSV9ST6QlqdmG5bc6hhN6jiemMpgxXJTZsVT3+W7FR92F4jX/XBIECBITsZ89B5kC7aM/0klVpnxUyE7iRfkd8O3CI8DcB/L8D+Q8/3zsI9PCgzeYpNugjByzfGz4sdxzar6+u5L8b4wCQvwV0Rb7n0J0qm0d8iWprNmlg7ZqJ/sww5xmZN/EYJfvwabPR1y+fOZje6u7+Xk/+9RQOyS6bOFxzacJ/DVYilYIv+p5DTa81Y1/7J9irtfwNnG7V4asSKCWruL+SBFEzMZzMTOBjW8sciyCe+0ppks/Nbtfhx76v8vgC9Be/5sU6XyHvoB20UK8jAFJLVnY/GRqQcp5IziiUO2DS4cu+9uo6o4Madabm30BvmevQZmVKfqGznp656OBXncsAfN9VldKp2D47IYtRiwS78KsWIIrLeZw+nsBzZOaH6ShjDO/xfI7x0Qq9+QUYNv0JZByaS1HtQN8xZxW+OwNZ+DFop24O8HTkCz53vsJX/FxDT0dbdHUGPGuhWu5yA76v9FE7dUGph8x1MkGgQM7Mc2J+skoqyoudKYuhyWvBa//I2jjyLPIzaYwXhqKclDqwyLxOow7PqAP3SwRouK8OYD/DvOF8C+TsuL/2Acu+jwPPbGMfdOC550BT6+8o0/E4EagFzNuEPVhl82J8ZhBrZBybDQEgB3++fNH9/a2eHu61Jeg0EszGHVTNYvRQX+3eECvFnCUnhIAExaPL/ewC9oNxqkfZwls+EoRqGBSUcrRQpaUwb1wuMy6KMNL9hm3061+NO+J3w3O26HaLVy0tClj+63APhnv5PkIZ9jTHuT7gvTqOBw0GP4DZGwTytttn7cF2/0xQZAeg5PcuAy4zH+D55/obyrfbjQLMn4P1DtoNBH4G1tvIesCNmMHcZdZ8Zq3zfuh538YzkffvGvhXgtd+TvZr+T3RR52VKrTmTjn3Eu2lEroUA8o8FSt5wzwDjSCQxzgyPtM9c7lXrGmCXHts3e8fsfeBdwjY3sE/snafCAhtWYeHwITdXpMj8zeyjjyGrERfTqGeHNuQs3KgqvIM67ina9epzve1y5Rr1BHt3Tpn2ucshAE0CGYGJC7Kg14m7nSB5d/ybmW49ExHLF3qQj0mDwgMrAXfswNzNTgwBnyvN37AJ4b9aFgr7WnXVpzzfw8Wi2iDGq7GkMb48Yn91XzXR/AnePszfFgYR47aUX/mmHKeM7whzcwyhjhzfxyyeOaPM+K3R/oufffAuwf+ITzgJ7JfHIBX9cQmb4qXx8SrcGoWpkacem84UiI25COP+gkoZfa7CSg2tK4HB5lOGDkUTa0G6SKneNZ9IUHIFU9KFxoKi0bEC2DfvOKlQiVvYj0i+dBx2Zqyc0N6fZGfSywzGGyzeZYHoQ0jkMvMWrZQNVstOsGi5ETyizPkMbbgSNyRAXt5vSG6LA4+9MxbE3iuJvbmJTj6TFJkE4IFsFF37iMIScZPIae8XQhx6MAh/3j0AWLHJmwbGObNyEj5ZRtatKboYpc2842cy1r+MrWOzAaiVg7gbDK92by++aDrmxv5J/lXVx9is9Gx2ew5oGU2cZmNaoNbo40OMIfFwswPk0bbzSZxsO0GG15vnGJzDD+wYfbYBtb8yAGGBphMW1SdfYF/2fQweSE1q7k7BHHRLaP1IgBsRO0TY0Bn089hBVvcx+hy1uRkQ92QlqEkEis2IkOS6GqB2sdtjJajdbPXIiPEMc/oSdheimKDhr9q36nUXqVbqa5WBDquOEivGpC7XvYADXoOXSQnvfBxIRjxmQ8QPlTcPz7o9u6WwMutHPyJ4MuOjToHKjHWzPrv6fvqeq2PHz/K/0PUx483+kDgyT89rF1V8aH6rfsnOlySjFUeT6eeDadttU99mPGvfv3y+avubu/if1ry/1J0YO79HOBWVaMYPqsqOdNnQU+vHl+s+r6tL/TaHvui4LtUslJKShkkwTfIzwC8LzAR0JgY58ic+imYJRWCNB1jqqzVvqvq8JD4SAAAEABJREFUe2wGK9ABU8u6vqijz25VVbrSUKBF577SyLib7ZihjE2lUIf6HbpXXYftnTpoQ4XvX8EyY5G3+mFbtOu1BJVsS9+7btWq69ADXztVxpJzwZYMxIe1x5g97gC+QEJqr8CxRrxOjCP8gok2C1AyX5OUpBNKlgxIZtA5fJk4wJWGrqriuzKjw7aKzRWf1A5bT9Q8dTn4VXyWO9pTN3R6LKDG3wOyPMtBypqrcs7KzGEtyKhfGL/7qvAVPTUX5QD1bJ+B8Snr9GGYmrjfp1griFPCb8m1kCCNNXPUwH3itXpkvQ4OFB18oFtw1JFnx9FyAz+Gr1F+RPcRHcYIfQHKRxY+Ysl0huZPs0JKKen0CTYpIUiRuqnt1JxL8jeZ/C2g+F/Bvtzq519+0d3XOw7qT7wX9jw/B/mD+yBnZ5gLkGQKuV6Us1pYN6S2ewYVXl3cA5SJmqcCAkL+pg5ukQrlhRIDslxRRsZ90j3c+aJHMrRD5+JXBsFFCeLojjIqvboofCX5ftZ1je/XECtjKaVn+j8SHPEa2OPXLXiOYM8+Aj/wBHUiULJ12baVWcY7bXuC6+0InjzLQaDNZhvztCEwtN9a70Ht/TQxwknZaxhU1npfVzyzVoqAD+/jRv1uvm4ygkM9qPVKtfbKoOSqEv8qO8kz2tgyw1sAy7ZzZO7i7xJ5/UeQY8s4N+AJmx+wlXW1vZW/+bPdPmp/2Gg47rgfDpq4J0bayJPLfYCz5mVRWKsJnr5G+okrK3Ov1lrV+dtLXc/YukDG5pwpn+uJZorEMjCXo4AaUUjxQhFFXVOjdejUawkjLIwabhEgobtQZxoV5iTaMRNt/kl5Huxjn9L2Xlvmesvcbed5bvuYnQYCQiOBwhFfuF+vWWNW+9uJf627GYHpGDq3DF2Wk7evPN/GatXLPq3dSh2+9aDwmOK5Td3zlVkVZ32SzkV/MO7dC3+wCX8f7rsH/nE88Mbjhwf7cX7Cj7xQx4kNXOwaKeAns+wHTuazh2TjmsgbBWp9+SSbePU28P6gdKIk/ngiwR//TQyhb7TMedNA4gVpfRKMUNEAk6w+SSE3z8uR3DcXll7InJvBuMxdFDZdFnjTEIWTc2cgs40jfY32gwcdpdSb+ZmENJKLTfR0wSvGRzvTF/bTCfoVOJsUuiJxZYMMVRkGjPMGrB2ysHPW5IyJGu7XkoW2ftwsz/22/imPDrwjg6fM5dk2uzl5eV2w4Toe2IiwAXHgZL/fsvE4UDSwWR2p+RLOIYyr8aTRT4hOCVJ4rGI3lHOVNxR9v1Yfm84PuiZIcL3+wKbTm08CFquVIoDBhiPnoux2rBUY9LTL3bSN0IiNRx33xsBPGA9sImewsfLmyhhjA3VkHG38ME0RKerDcZkbwZD7Cuji43ZkGcyIv9z3gBEDG7IB3w0Eo1qeUuQja4+qrkmjl1cmm3X+R3a+0kxNaI2esBPWEpQFaQlawt6CW4yqUruAD8d937P5XeHjGeQrgbVMnZwLKjLw6oDO+k3cpQsYBX4dtN/vtXnc6OHuLr4NcE8QyPzz0xNlO4kDa2IdVQ7v63Wvmw8f9MOPn/TDpxuCQNcxp33fMVrxuRwfWa6RQbV+7d/EWBLro6hnw+kDiRvumUd/8+iWQ+hnH0axxQfUgQDliMHW6lvS38rxtJn3PBYO8T3jtS86aNd1qqWqFMaM7+TP5XPKN73BeOwZBbVdC0abo0wH1tHVSlCm14rxdX2vrquqXQn9NWMV9ajsXsAkeU0sQLdtR0iZMDsrYVchIFFqDh1dl9HZ4YtO3Qqgv+vcz4JK+SVmee1Uurl+aXxh3BV9vveaD4pSLsoEOzK25pzxvV7AGaQQ0ihfKO2ijWmTUQl9QsElMnmQkKWkzNiiH/cZQAatMzK+q12n2leVHrtnWi0rVVFeiip+z70pdee21pGRu22UwztvRD5X1Yyt+Dbnooz9buOyoLPeat8ZrlNya0PdlGibsxKQstqHOV3eHyxickoUpETKBUtcZpLneeSgd2S9DtAAB+KgzpvnPooAEM+TI2v6aIpshI6mPkgblPlQPZkC0wkbptO6da8gbLARhvNqtpG2IuRc8seGG/AWOVD1vHnWw/29vnz9or/99LO+3n3R0/yrYLZ7cYHdkVtCa1/2jdH4VmStzrPasTn8cUHnkkZ+JWVKXpaWl1mmoAnm7k0WtAKnruWnjnmj5XkMOTNjls25E3F/L7BozzRfwBhpsGgwJUu5U5eNxDEG3qlHnq97DbxjHfDxu7bRZ56rF/C3ZfzNIDDwLB54j/lXvkZoA2Ph/WOfimeL58Xz4bVeuQcqa9nooX1dqYKe90BPYCfomvdw5FdyvtY1dfpArr1yNirG96AQ9DEc+CHrzowIKpx94ZKjRN2RuN0g/89etjvG6vFEgOuJANDjCfv9oyL4w7iOQA52xB/CZmHaiawX69WYlNyf+0XA0ifNytyjhWdB13fqu149QSCPOzPujJwKClA7Lsy1nwLoyrlSbD2uBo1K8NBMXcjpClMiQRS2QefLdV09QBJ5qOJXEl2JBr6Yq5F7e4hnwl5t/nfQHT55Bmfq95/h+25krr2KGkjRZa2/CeG3N2qGjlEm4Q+MrrVqtepVK+Bd3JFvZeVCgQfm7ELNSzxKG/MHTV964w/qhPdhv3vg3QP/mx7wg7o9ijj2hyFHXh4jG8WRF49fz+IQ0mrwkqWGUwMxV0ICEjUMZU3QiQ3kREkAXdYxaZK//WNe4jXCT7NlGaC6L1qcrykk1g142Qjdp1K6i+xbNCqhH+r3b8B9BBC6DSQuXrBBbU8wU6QtgXdj/1QfOoFQgTjKZxrDsyB2zCgPmiyJ6mOkztKAYp36aja6JOCyS8QAv1ubJlSOi4Tc+Vr0mhougdL96J0QBjebELgo7KOcefd8j/aJx7pQ7GVWMWRqFlE2siE5HtpGZIhA0J6N6kGjdVBO5VY39I+kwHKD3LkQufMB8wYZDymz2WJDUb256Hs2nlfyYd9fQW/0CtmKw22vFgjqlKmfM2vaOHeCXViE6pH+RwJYAzhyqDoSNBgIZg3HA/bv2FhBLfMm2pRxts3XjvI9egZAgCh8Zv+9Bra7H3xGxblT6ke/rH/6dN8+rPkn/JPl4edWldanCzUnPoaScUoAMRtZxf2BrBVKQeexM/6cF3+Ydip1BTplb3ZLpwqt+LUiDx4/R1muyjnL/1D68rJR2Iy1XGMcUPb4yj+NfHomAHR/p9uvXyMQ5D8A/YzMBxJxDxVs7rqqKzbdNzfX+vGHT/EtoOtrgnqrtWrXKVFH/mQnv4asWmrMv9eCx75nPT48Pun29k6/fP5MIOpez8/PzFubs5QkQ/MnpSTbVNmJdvii84EAGyprqIAUPqCRls+rueY+0rIO4r7COabIEvanlPB34aBRtYrDUx9813fq6DOXLAdz0jJmyasGoAcfe21M8Qx2vxRyOMAkZepXUEpRVwt+q7Jfy6qi330Y5l+i4vtvUKtq7VU9bq8JUAJFMf6coz96ny/mfOakJIGcknIpAc9JdT+eG/T01ttRZtmMjKz10alQx+MwcthSVGun0EG9GnPi8fSqK+hqxZz38q9yGZU6GR210EcG+CPnKtVmdxYfJwGSGA+yNy68HlJT3M882O/cs74/XeK26HVfAezN9FdAXoJWOUl0g1uU4ZORijJIIJeCaUUlF6WclVLShP4jzyM/Fw7Q9itIRzlY47JYZu7f5rC2Qg5vSiWXKCgVLQugMyj1WoVfSbEhzcVJqXEz0UVZK5AS/8THzzDf+/6Vyzvfcz8TAPpyq7v4lU+CEzw7RzuSusuVzTBumTHguZAm8PJy2xMoinmB/pYrVP+Girl1/qqmexLzb7F5w/yMV9lZ2khppKUXVli+oBW+SjP9tfpWH+MmNDL4b+EQ6Ihf+yK4sx849EcwaMu7agG+3vvd5Tw06h14Nh949h0JJB15FbG7Y01Ep6zJbLBu417rO+6pldZ+RvHDlp5gz5pntJ+rJ1p5Pvs5cUJVztxnoKiqKKPaSFB8xyA89SPBhEaRUWcEClDtVGfARuBx7jfa+n/38h95DtyT3zDWDWPZajjuNbHHmHRoCugyB5Kyv73HfZWxxn1M6J/o33A+UVbi2bLiObmSx9bH2Dst3/QTn5F2XPgMxZqRoVwUxxV1qMTFvIUoEq8nw/1FExIuZ/GXq9gDbhUiC+wY+uK5itJxMD0yd563gwb7ZAHv2T3zHN/qYs9l/nDYxw+zjrF/GULPwB5jtC7mG9L6+G7qQV0Af72s6rJLSWYcAL9Unn+dn+nQynO4M82V8o5S2pUcM3HZeuF5DC7sH5bioT/s2N8H/u6Bdw/8r3qgvYQUB4yZ51XWXhzkecmKDcjIhlML4ok1naymFnyi1AUZah5MCfmcpzoXmhEtP0U3dRVajFHiGsAyw+rYZJql1asrCk+yl7nWwnYt0El/a7LUX2iTYoUbRF3x8kIab04LJzYc2MbmWthrJIpNL0nw2My+Sim1Gk3WaqIltLvEfcemYK7gXmb2+8SVDNcYmxbrcda45J1nRBDsJg0+7LcCy6AmlIV1jNWztfBi7kfWhXGWqfkFH1g+srkf2Iwcd3s2Zzt+Qrmj2SB2LGxChqjrMWZGbQi6IOxxngOtK7qeqc3BMohHk5U5bGU2FT1Bir5fs2FbMAeC+OnkGnnvjSsbu5TZeAQK6mjvyYBD4dw1PTPWWONskgaPgQPXEXpwsMeBINA22wftkUcdNl4Dm7CRuh57KMNHQUP5kmA9+pscHvEYmzD6jbaDHPQZ+Un+Ed1H24CfcRjeaPVpMl8t77TtyRIjWeDxgewxml6ATX3GF5WgTsZvpV6p4COjdmtlYFpdbthftFFs3KzHOrNOH8bjXHYSQsbC2Afs3/sntNuNNptHfup/pweCP/fg4eFWT5sHgi9s3A9bhjcoMRcrf/OHwE/8zZ9PH/Xp442urq9U6T/mGv2+TyDtmvvEBHSwiuwMpdise85r7aOeN7yPDxt9+eUL+CV+9euJQNDuedfWJHOwPHIS7XNKHMBByfRdAQcANrDVYL0lBksV+RNdmmHdB4mEmyfBWKlJlE1oBsiLkZM61q/H1qG3q5U8/ZSikrISfadMRdrHRZ+mEyshDi7oHEGTOZUy/0SbnJISeiII0VlvlfmuVJWuzDB/AcqiHFpOoC7BE+sqzMGCDL9AuUi59X9OR6wkl4ysTB3DB4LaF1WvP8YctthOePs2mzpfsBc7c1d0ieoy6mTGVHt8BTpQuL871k7Xr9WterBSTz0j+uqrMv7N+BtjuFKARAYWMgSnZPXq82psbb6dGtzJjdAoocoo9FUYI30y0dX9ZnTbBwlKT4mVkI0016e8lKzC+AL2L/mEXNQbeTYPPB8c+BniV76OOh7H9t6RqCEJXUpqH/ONI12EsFRIwJxOVOeP273GUi+dq8l1IotwCkaJfwIpJb3+2CwqK4QAABAASURBVOaHxwf9/PMv+uWXX/SV4Ovd3Z023INDPDcH7t+TI8/NLeLm5qLcK1/KlBqQ+RpZa4BnzhiY+ZBezs9cvcz0V8hL/VT8RoCMq4lbSvZ/7rKNJ6CftaBTnm7MQxiiL7gjA70E/hSY/SGeE+GbqE098oLHU7S1kyF0o5yUWXPLt356np8991ffcz8R8OnjfQrPfdb31+qDrqEr+X50vVXt1OWisuDCcKTyDI7thcWcYgXdt/nNlPk6U4oQYCUVvE72EdjaaRv/q9ejNttH+EftoYfjhkDHRkf/Mehxh24HgI6syBFk7DGqUp4h+pnA0V0kksTYC8/JjvEAxusAl8dUGX/mnqQCXtO3n4we6wswplON8TKDNKPCdRU00865BVSYNZhbgA73ig9G9gLG4H0B983gfUfgEHusCPywT/HfbTrww46D9yrkh7md2xpi/lG3dPDbqU35tdoezwKeew6aBXgW+/0W42Vd4AXFsrjUdemEk7ycOLc9Zf4gjF3yBxnq+zDfPfDugX84D1w+8P2ixEBex7xcSXmDxMuEl4v8TZ047LAbnClnKl4ziRYgZXg/zhaa5HIRCKKFptM/V28Sv6Qmv/ii7NIQ6vBKdypTq43XJv2YN+TPiXHmO3Bfr4suZY1vvTf+rBXrGIQ352KDPk6jPHSsmBVSH7nHMQuw1qUNKUG5Tt94go96pnMnjaAHH0TZi6SVirFnYNqKF3nLfSMfkQcikTx/4WfnJzSNVJgaZUyta4+VBUDdkeBEw/wTRDYYI4cTsdk0MuvCFhgo0kh+JBgwUK9t4J4JBu0b2Mi43PXOGGFn0BYFYR3C+crnvKshDRIbj6p20OtV2Zx6U1r7Xj2BjOqNLBuRUjoVNqkVZDaDOReF/zKK5sv6Rg/c8+sxMzaP8cg4B4+FjdXAT9YGU4/LmzHLDW/ITKk7xviWjfiAr5vmGDNjC8pozpS5Rn6kzwE6Rv8jNTDMTWdilmLk5hAuV2YkL1Dk8cljPKGNP9VeheBP7nrV7gqsVckbGX8ZlTo5/NQr5w7UgNcUPdHruf9MLjtgF4Ydmd9t25RuNnp+etQjB77H+1uCQMadHh8eQn7w3/+ZBhUOy/6Dx59uPujTpxt9/OHGVFdXa/XMW+ZwQhezD/FTZLwWEpx7h8yXbe49Ljah4q7b7496enjUZw6gP/9EAOgrh08CQnuCkyMH6cR9ai1G5r5syHLAoUNH11VV0NdOKRdldCogPhMrxVBQBFKyJvExta2TEqUkKpSVnNWVolqLOgO+dEW5JKWSRQfyZyKZaDSZ4uoj1GtiwN4hhBNrACF1ok1Oyinhy4L+rK7LwVd0F/qoNSvnFLC1Z0iiWwq4glkE0IQsSdEHlPbBO6/lQxuudq6DSUW5AMZWe/uuU7fqwUqFAGO3WqvjMFnXVzLMd9yvRl2vOYAZBHGROYC7pm5vUOb7umN9FtZmylW5dszTjA5KWUVmec62ISmo+QWVdm5LvmJjXtB3yqBeIFPnVB7fILAPilCq+Ngfgcgh58qAunH4wQ/uI+VMkwQoS4JSScg8XykrUa8YYVdVgaZUJLFyeA444OPnj78B5APgyH3GMpAoTykpg5SSUkpqH1PDOdMGLxvJvF5+oh1y0xc4V0u0S2QNRR0ycVmSEAE1eLlHEYkPog/c77/88rM+E/z5AvwtwOenDc+IQ3y7Q/NKprqyE8CS5/Hv519wVGnWUxSX6+EG5NSBGeM5PaCv5Smg3twWTnan6Wv4xnot+9W8e24VzlzL/30pdtLAFkLeuL7VfqrLelJOCuL1S2A1g7Z2q3rWcL/uFID3t1nW0L5ftbK+h8I70BGylVwnypGd6Vpr7sM+MLfh/vKarrnQf5GUoTWo+UvYtZc4l1Xa5FMbc60MnzCXXuMD71XvGbb8EGG7fSbY80TQ5wH6CDasnY2GYavjtGedtICP+KFkjsXntWJvLZSuyGbWp2IhFCXur5SqEuMp8dxYqUJ7cHqGUJZxcs5Vef4HQVlSo7C+spMZ9OP78yVcRgEEdYwdxtdlO+6BVoMUH8R6hjqAE2A/YZ8Y/uHTCfygbb894I8dwbAdgTD42IMcuBcGtmVH/DPilTF6QCU9wzcmeJL/wnVp/OKdrHju8YwtXVWFdhnfMeicO6nQxlCOWdDrD2uKSkgL+GNfeOqP7YD30b974N0D/0Ae4L3UrOHlwetEASR+x0KW/KkaslaU4BK1G5Uavayn+Lj2RL1Grc+5hfoHNuc26OASuni3mPBKUfuEoLGnNFP59ES1/lPJzMyaqcM1y75H5vYOkJxeoq2u23pvzCC4lnqtDFMlFy4QNsmja1hSRIoiK9PymXWRzeeRXnAUeAgGbGvaUs21ltyIZVSJTcHIlsABLOcXtHpLfyj0OIEPy4rABhsKb0YIgIzHA3oMb/Nam9bevZInmHE8HmNzMmy3bFAAGxZvYrzBoTHd0oftCLidRZZB47rkQxA1LV02WRa0qchsQAxvPno2ub2qN7vzpq6yCa6lU/Gm2chFOWim4wZSPJa0fEYOYCPjGDhg+BBmDLHB2mnPT9oGsCcgtN8/y7/ysGezumeMge2OYIhxUGuD79A12o+mYbT95NG0Hlv/Z75xYoiuRy6qehVQk3WdGYM3Wh5TYsNaGGNhU99op+6UX6lQnstKtVspl46xQ70xy71kP1Bea68KzaAiz7kq50zHXNF3JGRsAwTL2GVyDYwRn/hr+vhgw0/9Hx7uIuhz/3Cr+4evcv4R+Y5NvX030bYnQOFAj3/t6xOBn48EgK6vr7W6WqlnE5kJXCR3b9AdXqAVzJw6r9kPmbF4fj0GKbPeDgSbnuQ/PP3TT5/15fNXPd4/IN/qyPqVA0CoiuAtipJ5Eo+35KySi3zQqQUf+IBeMIK+qBZ30RSpczNSo9nVZsS9jJisLC+0L4ypY2wrEHyhL2SZMkNQmsxXjpF6qRw59btPY5kFzYrdJJHknFXxacHe2qG3JNU+KUNzofJso04fBo6STFuBoDYaXpn6AqYJav6ES0WUudzPNtfNRbG+WGOl7+nfILBDEKcnANSvrpjbhmp+da0eebcEiMwj7wJrrZzvruXySp2KXiP6qJ1irc40Z/K5CiEjhCrDG0XZdhnU9RqvdYVtneLAi8y0cu80zPLId4r63EuVQ02lrvvMzBlK6Uc8yqY2T5EjyXRLeU5ZOZNBJPtU5hOyhJcLNMcaK4yplKJSqlKijZKyX3r8oMTLbOI51CBKkjK+LgHq5kI+h9xaBWdMyjzeefeiw7NsWYP4JMCFDlJFE/HxGvsGsgkU0oZrySGIyyoSClJKgkgkCdjGiYV72A96jr8H9KDPX75wH37R1/s7bR6fuRcPPDtGnT95ZmcZ7blCttDIUC2Czs5QMJ7AoXfhmRFYaqDLryi4dtEYJr+QCW8hnFNzon1QVweexgZnKAlCAnu6TlkzxqlEPPJfwM8fl2KdSfTMbMIv7UwvQdF8LXZ4bRnV67IvrGWv2wtEQMf51Vy20L7lKW/Bn3Owx0Ef/8pXyAnUmm/3Rq/q+zlXZfpzv4Y9V2brzdttPFqb+zw4I8rFJ5/gtpfjvZzDYQ4A+b263T5pww8Ttgbvjt1uo8ORZ/hxx31H8MeOjRVKR/5BhLsg3+5IzEDMRV0XJMn3i58T3Mc9z4CeMfVdr37t8bV7PUcd6mcsBFrgcVjMKMyaoBjiHtyX15/fhcaed+KeYmOEUmbngAyoHe1G9haB2Fcc2Ec0bL2PYN+0Zcxb3qn+VWpTf8vnBH7o5GDQwA+jjtORPrCDy/ZWbK68143OlDFVgtMZuUHnXAyG9NtrlluX8aLCXHYhs75Yg7XK7zbzmfeQ5YGSVXBYoY0B4cqAyz89cB8G2feLJfruhHcPvHvg3QP/Ox6YH8wvOufpHC9ahOyq2CPyCvO2cgFyXroKmG+gVWPYEOoFdPGxjqVl4xWll3wI3kwurb3kv638PX2vWl1kzRqLLo+nbVQmRtr05ZSVUhKJ4gMb9JQgaFVPkl9j8q8V/qYy+qPet3psPQVY7vQ3g8OHd64j8z8Q9DGOx4HNDRsaAjwjsnFAN+tCrAr3m2Ub2PQQLHK5gyNbNjMOBHmzMrBxGdn4sGOZzaA9bd2+CS7z8BmpASFHM3TDuEvPB2IuKnhzwybEG5DqDR6bu9i0QnvytVblrlMpwAc0NkU5kNmeWAU6IHER+BLwN7xGj3M8MOaDjmzUDth/HHY6sEkzIgh04EDjYNAOGv97yi42cwP19xyCBja1I3AwyWMf8ScDia5i3O46kwTsP/i5NFyz8EGTsjfi2J5AZjyVcVXTwEpnnk1t6VUJ/NTaK7PpbeiEED3QjDx3lBlrRfAHf9k3UlYDBJ/b1pCQcIVwZIyDv6bvjap/7Yuf+j9xyLu//6q7uy96uL/X48M9G/lH7fDPxJqpJcVPnj/6mz8fb/TDpx90A3/ljTiH4cz8pNYBfbhXk5EpmU5uSzkp56qKrX2MrzCGgt/39Hun//zb3/TT337W558/6/b2Vs/P22jfvvlDW6/TeJhxg7KY2hca4bm0fChfsiklyRBUWQoKv8gskj+04L7JtLXl/uPSKSUVxlxKVgdSYs1hv/iM1F3AkkOCTuunPANlFCeAzO0UfAo/uP5AP1OcuuhXSZk2rg2j9rHckweNgiZdUpeYDxrlkUjoEfoaPJILpIQYMKaci3LfqXbMBTDvIGR2AMXz0rlspcraqz1rbIbnrWEuYx5dp6edUaG1v1Kj1HE7dGTqZa/XC1hPk2ML9si2gyzns7LvfeTZiPsAm9Ble6y/R7f7XGBZlNFXrX1rD58r+gz02L/t/DIyF/hWzT/ZB60FtiHTv7IEL0hyHj6XqgRsU4GWVJWFTEXxcfCGSWF6Y91OwSTllOU2RknwAOVqSFADYpPQoQWIFPMpKbkOgE5q/0boSB+XsAr5Q1WTl7AwowrKJUUiQVNKpOJ5OXA/HvT0+KivBGE///Il/kewu7sHngfPPFMZoPxhHFkiDSdyO1oIKI+MLRkpJ4/UNaOiH46Uj7xPxpn6WyQj76SWj8oYMtMgdFTck9E0hfg7CbW/U/JKvJg2i51dMIteEt+zBKKWOqPHcqpxlrZxLikVYv2wVljTsU5Zx70R39a5Us8907BSlMd9ZL6b86Zr+F5e2xU9mTVdT+u7KiPrclaBBnJlVZJH1jxmrxjYc3EdmaElu4yAmyNEbhqgjlua96ja3A2shT1rZQv87nyWAx4OAG23j7w3NoE97xnvH9p79IjHcCBpdBCJew2m3TNm41fjE71W5VwA48dftevVE2juCYTZf/aVx51tGMi0iMt8AB1QFKh9zn157gzbNfh9aMR7f2D4wDaeq0dz12/jn+IbO163w+DxA79LA9u4T+J/aOOHSluDfcc+sI8fZhy9P/FeS/bFZJPV5jOrFJ7JzGEFHpfhznN2+isY3yp73SjjClCNXt2W8PvEAAAQAElEQVSqV1tPK3W5UgZYNW9pepd93wOvvfz9mu8l7x74HXrgfUj/CB4o3xjhDVUT8naYGseecWYaia0kZdSQ2EzCtoLYDsKeBWSWy0KDJqHQ/IKljniFJjILXj4mX+ao9t0rLHujFL1vKcnI/Uqdy7w5nthoikObvMktlLsOxHnJjN74fCu3xDg3cSfGG83/XtH3hvmGHvd4RvJoAzFG4XfGOrDJmIajjt7UOABCsGMAozceHOjHOaAReki4aMlqoNz19hz8twSBtvtNfDNmjw5vlkY27vRAXRt8Af80D+npwucjK8Br0GibpeG0cbIet266xOYjg6L2tWRv+LwRmvPeBJZOKTYpJeplNsCZXVFDEoVAanMzhStGTtvu2xgY74hfRuiRMR7DNwcOPAd+QnnQcDhob/DTudiwQvdgMNgc2m8DbUIPelsHjIBxKu4BieH6ggk2qFhri43F9pfSxugxsYGvAWRBPe5LeIPWKVOWc9+o+UBVRla9UcQXQTM+VG792q5Ayzr12AfGsiew5Q3pdrONX+96erzTo3F3pwcCL48Pd/G3f7bPGx1YMxM/rfQYrth4f/z4QR9/+KhP4AMBoPVqrUL/ib7FWJX9HMAveCK6J5nwj6XK2IztlSBD36/IMracw+8+YP70Hz/p57/9En9/5P72Tv6GlmhP85jWxCAcDPJzaqFRhvLolvK4eI4FTbQIm6DW4HwriPSUsC5kRTPsQT8mSskqCXjOECS5RGJommhzBDZvtDzTh/VTPzMmgVSonwtsEQkN+VkyDSYOu0O0nZDNV6aKFWOD7xtR3krwJWXuQu4j7rNJqInikwbKqBkaFuoyaqLRVVFiW8L/VbUDzEHHnHZ9Tx5wj8Vao46oGxC2X8JyfJkZnzLzST4voF52mYE92fkoox5rpNWrDBQ/UEcB81kSdYD7zEugiEBOxZaGXrXvVH0QDGq+kDfMN/S9663UM7be9aAVmvt+bk8/toWAD51eXFnKWblkFZeXoux8hiZAvuSqrvTqsKlk+ivooiwpM5KsnLIK9UsqMsghT1IEdHTxSU1OKmXkYMqa4CdkE/UnpBM8RPK6UoKiSjOmmdJqnDFBG5YyKsdlaZNFdtEXGVkzPdsG6hDkOB4GAkBP+vL1K/fiZ335cqv724cIyO55BsYikz/YBKEl6ahYlCbnCsiF7obIYGN7Dk8a0TVyL4y8UxpGVBitZqalcWpdLHdvC5w/lUbGJcFcJG/JLor/TpYB+ty+4NVYXyqjLoLscbAuajyve3ltOlDar6/0AhEIWlN+Cddfq90DrDmvTdZf9nM/oxk0DzDK4OlwuRBdBngWcZjuMoBpixja7IWJq5Cy7FWoZyj+XtGeedtqYF+w3z7xjDYetN2YGlsdDzvq+Ns+1megyMSgwyDQsJuI7MgKHBdK1cnjMBhr5f7t+SFD718xDn/hC/yUa6+MTxXAwEXfQnOS2Shxgl4WKOnAGjM8jgNBrB3YzniGOm9YtiG/1T6CPJRFEOdZe499/6ztCVv4HUBGwMfvVmNgz3RgT+FvsB7Yjx35QVysc68ZbMqMu8YYO/UE3TvQ86yqBvLzHCfs9jU6wX7fIyO2mTIqXgYuMeRBgzFAGS3OcjLIc66qHWANVdDBWxa+LFlF2RUv8Dp/UfTOfuOtP5pL3sf77oF3D/yve8Cv9W+N4BXR3gK8dOInklFlivRFcima+dMZ5FRxLniVfy1diuO1kVrOfOKFFzlngnkrOWtrL6636rwhu9AZrBvzYuRtqYEDrLOJZt6kZzbAKaWwJiFr18LN9GxGK36RUocrg0UcfeLjJf9foU3HPF1vKUgjL5vpoqQZsLRbKKdTrqMGNhyDNx5s6OObQAQ+TEeCICM+0TzBJefwhfCXyw4ECXYO/hAEiq8v+6d4yEbas7PDQHvzEs2kHONHjp6QQMfAgOpBA4GHAR0DG/4BOcKolun/BH465U1JnjdAdaFs9Cq70cKGpViW2cAgy9RXtLcvcuhrif00aZzAfOgYGLf79RhHDh+D7TAlyHNkfEc2eAc2rwcCZHsCH3tTg02c+QF/jvhzGib86zuLsbozSMuZmcILFosF0sZV2ERjL/ZXHxyx32Os2O/x1drpJa3KyDL1cqYdNMrhI5+zKnyTFVV80vrJUly2hmnCEnMj4xw9djak282zNvx0//HpUQ9P9wR6njjYPet5/unlbrdjg7vXkXGKe6Rf9bq+udEPBHx++PFH/fDjD/rw4YPar311yuF/tY/XEy5o81HDFhd4qpdMVqI4yTIHoG6/3nLI/KJffvpZv/z8c3wTaPu8JfB0aDZItJjRplQ4n4sMcyswTaOOjM9z4/V2RPloW+aWyU5hLHIemsQnA65Wb9bFOrE4xbwllZRVSlJ2m5yDav7EuqLZnIVYa4GGBqjzWZ4XEvKWQ2hj0+xfUyRyedJcLj6MyfMm5s/ShkRBuxgezIS1KDPnClAlGAMxFz5Gi+cjdNM+xlCU60oFdH2v2hkrDp0r1b5T7l1uVCmXbyHKMmWmhvkZGZpzVlBRJ/KmXZMt+miHYiz2EyNBZ1AebaNdUeUeqLVvFNsa36sPmeWXqNRzfqXedQOrGFPt+1mG7aGzw54scdE5XiaFD9u513LA40hKqdGMbaVUdRzSOgJlFeRclUtRSikUuE4366/ULbRJSl6imphsg0lTALnLBP0+XNXtgcw3uH3MPpPMRUm7zBuhEpH5ibXERW65kFrwChOLitsoKiXS/e6gx/tHfeX+/PKZ+9N/FJqg7ObxiYPunmf5wPpCF3WVMxe+sD+Cx5mW29DAiI+9EFt9qkSpk9HlLgqQYAeKRQONBKO4rRVflDii0xA04Na64JwfaYYO0lAwU0tc2mSNeytlFIitH/Ld61W5t13YyQMIO+npBW8l1C8zWA85s/Zqr1rXL9BzP8Z6J+ARdFlHJ1qpj49fPOvRizMzEKx7+y+Btlg+NzU3coeOwlxVdOfSZOE/3iUD78qBd6UDQFv/D18Ef7abR22fn3hubwgObVkfe6YR57DuPQ15WZShivve3/IxkI8jeVMGQa/YkaS4B4sq99vpWz8RALpSnX2UM/5QpX4OjNgqwefkVJd+ab+CyPrA/jECWUcN/kPUg4M9O4I8Duw8Y7fBGBY5QZ59YMO6J8ADv41f83rSlgBY/JAsKOXbPePfBRz0ObJfiP0Oe4zRwBcj6x0LZb9W5tLPk1XXaUUgvg9087OqRh2PIfOOjaHJMzDiV++ljAP2mlpmx1IB5TPXMs0TwWf7C3jvsPIazL26bkU/Pb7q5PVfSMOHLyjNT3nzxcmCE7Wtp8wfiMl/oLG+D/XdA+8e+If2wPnxz5vCbwzevxOvncXoaWEuaJNFGglFC4VdLosuNTW5pY371TRRCjIv58TLntyvXL9R5zcaXj6K7YnJL11+ysgOPGq775QilaC6/CRnlr4Xatm3SErfCv/HJR7BrDQ27DGdLXGREcWZ1zNjx7eRTfDBiGEfNRLsOeKD4XDUcX/U4IAQQY+B4MboDRGb7gl4GxbN4AUmdt8D9dpPs7YEBox9bDpGyo2on0f6Dy6SHN2zKWHlWc/ovgn8jGBwEIhAxGCYD9ngatHWiZt7M/EC3gQZHLhyqSpsEJPzuehcjznJaPC8wto9Bk5AGJzk9RDAPsY3GmHDgXEdAZQxH5AdoS/AxveIfJx9hgsY4YRuLqu3XtjlZotZwRm5VuVSlLHZm74cNhcF77IAm7CgbMS86c9sAMnXmpThG7IqY27t3J4eKrozdIGWDwaFgWzCMci+9zxu2KxvCP48PTzxU/4HPT09aeMNLYGhLQG/LYGggYDXkQ2r3dhzeL65udbNx48Efz4RCPpBN/M3f7q+KjGW1uPoXoDizkisRazS5SdHiSWsNGx7enqWf8XkZ4I/fyP44/996MF/94cg1MhBasKf/ps/odTrHyYBmQdTgPVNsOoIBmwePD9svF2mLOWUAiklpQSEUEk6wUtiYlm0eUwpyW0K4yqFEeQZcjvxCQuYd1hswcswl/rSXJYotdztjITcYOy0EP27n5yLcspk57oo9H0VwSybtJRBo56kCd8ZsHEldInyyEwj/QanbNtZdwnUvlPtWFN9p9IXeOcBa83rklOAMESMFjubjdZk0KNG5sLUmjERgs3oF31nYCo+IxpaeaL/BQXe8Fo16CXaXtKzPOOTGuvabYrM+9BiZNZ/pm3Ol/XR4/oX8Lct4r5DVrnvMuOsPvQw/trT1jL0KAvbSMQnp+BrqbizKCfqYUsGDv5UDmoderquV+mqCvVycj36T1m2z20rwaGAbUSuWKd4L+gEIz4pkJSgeYb5hgn5FN8ESjGfEzUCJFwvZXMZRDSTPzSFTK/qkZ8aWgGafDFhk+eXMkXDJAeAHnhGOEDre/Snn3+JYNCT/yD01s/IgTVBF7Rl9IydFH/aV3AUKMpZqlA6kRHiSOJAznvDGa+xkYrfopU6fQ33YUiL7841MIk1TP+IzEO4zhyZ717Wdtbp3Gt8t+l3CujXj+AXwatC3QTOdDyN43V/zlOVcjTFuJy7xGgphdENBTwRiZmNEZOyFyhyDeCaBpUshCyXe1lAVyEeeY4O/CDkYMzfgtnvn9gHPMyA327gNxqOW028H9lc0NbfO/KIjNTURX8e8wL35vEXxZrxvZI71hH3Xg/lPqvcb7WHXwMHfeAz93Cmrk7Iki7RcigNKYVcjDnWF56J9z3rl/EM2Ds4kDU8y3SA7gnw7B38MT3hiTFuwRNBHwd6TLfw2/g1tx3+2fkHR/61cre13sDcX/TdbGASsEdKKavrijw+//2mExhn3/eqPLeyn3Xx/peUPUYouoZ4zx008K4b4E/3DcVU5HJdAwF+pwmMryzr7Drr7+l/JT8na+1QX1VKpdLcLrxnfgFFcZVIXyc5u95r6R8j/8cd+R9jft9H+e6BfyoP8MzHXl44pNOy8WKDZ0kro+Cta2rCmbTMnI6LHvILf6pnxgjlZqj04krkFsD6+u+8MKzKOl6DJ/ELtR6zD0RghJeScgIZmJL3pb/zQze0sBEG7P/v16TWJx2Ny5YOnuskDz5Tr9kUqcfMpn70JoHN3BH4WywHNifBQ0dkE+U6ze+IDpRxjewcBoJEDhzEN4GWrzfPgRuXU+1U3743LAtgK7t/Lg4LsVlh00JQJfR540UQaA+GKNu3evQ5epcEDR0k2fOVM5uVAqAc3mqBlqICb2RoZtNUc1Hwpp5joFSksDJBAfrY8cBn4DxkubC59T9hz69D9m/UnxujNxslYWehiwwKSyzRew7In5xFgTlksHDZ7UDNWZWNX43xFMWYIl/5yWCvvnKIp6xaltGZ5/biEz7DegeomNOB+d3vt2xUN3Lg5/HxgYDPY+D5+ZHN604H5sG/8jGyMY7xpKRCH96QfvhwrY83N/r06Qf98OmTbj7e6APBIP/alw/COVeGgQGavWfA3QAAEABJREFUgS88dWLE+s5nxGd7Akyb3VZ39/f66Zef9fNPP+nLZx8wv2pDQOpAgHJyAGhalExnjRMyw+uV+3pC38i4jw4AsVaPjHmAP1JGTYnxGHgKK1NA+FlKWj4RLLI+BBl5SqSsr1yKCmsnJdddQCX6d79LF01fpsCX6xFAsS+cVctLLk8haT4ym5TQX3KhtEg5RdHImI7ANSzLOStTZt5qR2x1HYYdVZxkJwDT5DIpcSUldFfm0wGJno2+59Z8ZQ1lynLMYQn99BL9yx86sv4TkDWeHihTFldC6osMZHSfI4ypCTUk1mtG84t+CqWZPvOJ5qhTkBleV6ausxxKMnW50M+FnSPQCZRcXNTlsgANkvv2/cKY+77jPlpdoKPPqBXWzs2ajPr2U2Ed5FxUnOdQ2q06rTiorVcr9eRzqSq5KBf0lCK3CXRVOWebAfAbz2KvtYn5U2BOKbLLUkpKKYlEiX8yr/aJdqyJiUXnb5+hqhUoSdRLqVHzEcPRrBvaLnfSuBfpLDYxogzG99N+t+dZ8azbu3v9/PPnCNb618HuyG82Ow7Ng0ZPhhLjXMB4vVbljwtnePEwW5S6IGA+W27gD8/oCcjGgFjP6OCiOe3wsWeqROvIk5wv2tDAjV7hXMXNT7gQL2zr4a1U0Wyp91upTW91bXOFXah5o+VH7pXWg/OvQTNfZ2XOnRB+Y+yXPmsyqiC3T0zIcUVJUJK4Ss6s4RkhGQkgHcGBQMOO4MczeNKWAFD75ssj75VH7Q8bDYctwZ8dXRxoOYaPmvVOEbE+YlxjYU6AGlrNjqKO9VNVaq/SX3FPgfhbP1eq3Ge5Ul4r9azvAiO8cepx6cuUrhohxWncO6Pfi+Oe8Ww1ENwx9g7Y8A4cTP3uMKUsAkEnumWsz2Aryw/sfw7HnY5gsE72LyPvz5E1TGeMhRR/knJh42xf9fMDdDwz+vk51P7Ht07xx7sZZzyraZsXoCEuJs99DPQz0OeePo3YOyHzvPv+YKSXA1d8Kyp0VZ5LVavL4A8+zblTKfi+nO2UcoyBZjMt0AWUZsN1zggb/6AJ7viDjvx92O8eePfAP7YHeCPw7mg28hJsDOkEXlxN0NIXBS3jAqPl5J9qLqzpxMvvXHzmFC9/tY+flH6rtNzbKfb6RfZ24Sy9VD+LzoTDF5lFjV/KfjnaPsTfXr+q69vqivEk8Y5snMek731sxffK/n75/ANT2T8xp1ZvoMr7fwgval7KZsK6YOQDg30wEhQ4EvAxBg7hQb3p4eA8sqGgoofF2Eb00JZOJtq47p5Nkr8dsieg0H5atpd1hjFU/dYNNmzEVICewXroY0/A54wdG6odG7IDOAYWnW6NWuxgPCh3YCTPhzhvpDIbKaMWNjalsHlkExOyOrdJypF3e4N8ZmiGRwmVDyqmWj5zrxDb8ZvACM8+oB+BPCN+etd4xK0T+uNqWeoJG3Igy98gyLEpK8oxVsZGvq+VA2tRz3hqb2p505u1fAaYgTkxjvhyj2+3bFqftXl81P3jvR4eHvRA0OWRIMvz8zMBoL38TR/xXMg5q3RFPtTeEPj54eMP+vHHP+tPf/6z/gw+/fCDrq4+qHYrJezARfTXrrMNjZvQxzmVwgQsg9JgRL7bPsevef1C0Oenv/2n/vP/+Q/9/MsvuudQ6V8/G1gj4lmSEm045frASxY9YkUjIzV3iSN6jw76sMb2BI98cD0QaDzsDnIwKX49DIMwQcKcjI4Fik+au0gS/doXNeEPoIxMhtonlAhJlvAZiURugYvpyi4Vyz4gPmPUKVIqNKtSHIIy1KMNosy/xiWIAUHmtqNZJyD0Oh9oOhT6WxtLUsoqucj3Si1eL0Wldqr+dgo056LMusqML2fxIeGC4eKendd1cNGhOYpOVwpOrbE4aYC45sTKMsVGgRrms8hwFdqnoGGL7UFXzr5/LTc1MnUM8aGtAD6YzWt9OY+cWqSop2ak6KMxFyXWW3tV0P7uykqVQ5jz7j+aOKFNDp8k/JeUU1FmvRfux75UdZ3RcT+CFfr6ik9dx30UlZxV/DyiXq1FuSSJy++fQKxpuEnnNSd/qOSKKYmrwWLXcxtqj4HWDrEc6ElZUVdJCqh9XG5uoea/hRst0kseGX36fvWz2s+NXwjQ/vS3X/Qf//k3/ed//sQ9fMuzZctzxs8d6ucqMXZhD7m45mUTUxWCObmoQptZuBDmcqThCcPIPTTDdSgziYalcaf0VHaSRN+oPNEosSCYvzdpljs1flvrt2oiw1cZNJ85jzYIKUODeVE25+1cy6PSryUXA6SpmxlvN72oGypHgj4T8LdXBgIl7T3iwEe8/7cb7bcEfrZb7Qn8HNkPHAmatP2Dv4P0csVlOm4oaJ+NGVkryOVnYC64oFOqK+4jnk9dr9qDNXnD9yj5eFbxvKKyAtE+n3XG4k/kfVluajA+3g8jQRNjYL+zZy/T8KwjQZ7jkffgjANj2TOmhg0BL8A767Df8C55BvjjsNPeOtBlfcMSgHF3gYx1AIfnnMLcjEme78KzoTKOnnE19DxLVqBn3DxL+iqPNfY7On9GVnDcE7wf/Y4ceL8FljxrP8o9XJqRpQWdwmOJKn36WVfrGn4FKnatgOs05FzIN8hzcwJKTleGMyDvV3jg3Rvhhvfk3QPvHviH8QDv4ngh8BoQcBBgsc0vh+D9rg5MEc8hDfE3iessQvOASyIZnSxlb9BkmZ+QMJmXNES8ZSwFCfxXLzqPpguNzMtkPonZD83M79RFzH43xvNSwWXOthpNlk0iSbzspZZA40Jh0P9mwsvcdkc3b6q66IfTQJrr5Nh08NqHWhSEAY7+YjiH5JFD8pGfYg2HvQ78lHfPhmcgMOQNktgslZxVOPAYKTof5fK9Nz3xLSA2f/BDfI16L7cbYoM1wmP0aYHBs/Y0I+Yhfv/+QL29BttgEBRq/ICcTSebfrGpIkNL62AUDCLbydiWA0UtYJKUvbnxxgoUDrcBNlht09NRXoCpYd5tDTRmQPucvSEyyFv2W4CPcrYewGHPB74GNrLkCzqL7U7WiZ3WyT2g+ZOhhiw/IanZXeVNYKWPiq4Tn5FbFvVFU/un+X3EZ0bz5S42qf6bP0/xK18Peni8i0DQhrw38wc2ssfJB7gRPUn+2yY9m+0P1x/06YdP+vOffiQA9Cfwf3Tz6ZOu11fq+p66xR0zN2IEqSH+ngPs6ZqCy4w3BydNrIvN81b3t7f65edf9Le//U3/73/8hz7//LPuCU5tdzt5nUV1q4Vh2ToF5yuhUwvoxkGikQCQN8YHAps+tB5YU3t4yxzkim8EhbJE0wuEHknYn+ATfm0ojJP1kDKF58veFif0zLymlJRzVk5Flo0i+Dyhikrx6OEZfOR+YtiSUtStrBfXz6lKSsLsttTlT0IDukjNjVDfM+OsA7V+HMifTNtsG7Jz0jiXpIQAeaaf6p80g66vzFunCP6wftxOmXo0tU7bN5IYKPJtR0m7XCtTN9BEwqyFmym1fEW9hOp8gaT2Ga3ahkZz66vcd9VrGep8nm2zvOXPeiQ6aIq+m8ZYKF0o7IvLGha97qPvVxy68Iv75x5rZUkYr5qqXKci93OmxrOlqHaFIFAX3wC6urrS1XqtFQfVFfeFy3LBZlBLUaFtMSWfmROWC/ZMwBfU6zHgvJRSkv8pxprgpZZIUc1JzDNtoUkSTUA6QUmnj2s5s1Dz3+KiwUVjd+X14Hvp4eEx7teffv6J4M9/6ifu17v7BwJABw08q1k6WMy45/TcxzwTrmChs6Ygg+XKec5RHqvElDbuf7x4r0R+buQW7jHOqLOMZrHGzvTMzVXeIE2TsP2MN6qdRK7fMmeu5b+Xhp0v9Fvi1t/D9zT9X+QndejHp/YrhJ7Jky7jW+SX2o547oi7DvGsGXl3DMzvFjwDqH9FmEDINt7/zDs/NJr8vqHdpZ4zfzIGUePDily4vYrinqorFdCVXj0/WHBgds07Ju5L3uO+9zL3Jg1mHRBf2MllbkaaqQnPYBNX8BoaplijA+tocMCG94LpPvYvjJoH8EgQpa2zgWfxUUf2SK5zgB4JtBwZ60A9y/w+GRk3d6R7OcF+dqb5lpFyv+dcVOP51sUzo+s69X1DZXxnvrZ6uTJLra1or/l+HJdxxBj2jOcIhgZkUe550+UnRyZjWLZe0K16Vfu7c38rbKoqpeLeEogGbyYZ6QLY9+uFB+yZF4L3zLsH3j3w7oH/PQ+M59cyL8LJuzmMabRtBxEjubya/PWL7bLGmzzNRjajrYxMY16kOV5kaZYlZSnghPeTCZK///p2DJc6WqlTB79GPGLrRmy17LLma971XsuWvDfczeC0iP7/p5cGsxloHb5hJcallDCvbSIyfEoXdrIOxonNA8Ee/x2gIwfk/RwEGggGjGxyhJ88P5XDi+cGZYgmfiJ44KdfO34i5g3hMz8F3Gq/P7RNyGkDZUNHNEBtJ6Rtx2wrmQj+TBwwvXlxW8AGa+CnboMDQYED5Uew6NH5g2G2qW1qGGN8w8abmaKMvZXNog9etSuqpVNhk1WQFzZdQc3PMtfPmXog56RsXcaJbzpdz744AV3dgtrrxC+yfqXOfXSdbEMutenOWeHLoOYN+iVfgW3J2Ocx5MhnWW6QZYMmPosPB/wzI3yPz+bN7Z6f0Dros3l80uPTg55A0M2Dds/PzOE+5sybxokoRUJrYpPqcVx/uNaPP/ygTz/+oB/BR/jr62ut4lddeiXsw+u0yKwJCOaM3nhCyXGFNmyjGJmXAELykxzcecSm+693cZj8209/09cvX/RE4OeZoNCBdThxApnQN7FOuU0Vp16UOOt84jkSy5mk8UmIotqRdkfaH/DHnnW9Y1358HqAWjZ6M894RxTRys0CevXJ6A7/p6xUPFrXbquYLubayFJhOkGGR1OUxTLP2J24BxI9SSOBWbqlHbpYa1IJPrkNAaLhcJTBbRlyIc/WacjtF3Df4AjcipSLbki5Ejhl4JMStrX12qnUlSrr0WvRMq+xnDO2/3/svQmf2ziu9vtwkezakvTMuff7f7N7pruz70mlFluW7v8BJdtVqfQy03Pe+b2nFIIAQRAEQUoiYbuytMHoEd0oxtXYDUGOIiEEIEeS7QkcNTLZqJZbo5nGod99uA3VIRtqx6Y56pAMXJVzwcYFXF7qFoySP5jmbnCaG7jnI4j+ms52AK37A1nPvVy9vi3DQDLPgurgDfeGcdS5jK1dV7U+6XV6dqIz7g+Dg0ErgkAlZ5WSlQHj0jEu5It1w0tFUppYGwZx4X9KCpBS/AOnJEHb+pSSMpBSgnMA/Vuu1LSCMmNJ9Ohv1224j75+ueTefa9XL1/rzas3evfunT59+iIHk30wHlhAIxCTbByasqwnyH02r4N9eSHwBRPo2gB0WN8ComyIMp2M3O98phGNaRb4x9k9iX3RxJ+FH/fyezV4QwaRG0wfg3kH+JE2r4r7dREh+JwAABAASURBVI3n3NB0WIYS88gkOAWYe6inNA8//EpAL+aSd7Hn/MpBH4I/V1c38h/t3/Cc3vJ8dZDE8kwDCqZ5NE0rPcJzSmRHkAvlgg1FKfNsKp36suIeNKxnbNrQKdce2SqygHHkOTyqdYmmkbWpAMWVqQ+CddLWz8RygeKdMGwGGTwmg789s3Ngh2DOGM8/yxp2BIEG7dgjjQE7dBjGQ8fRScKsDFS1d3QbFxx4SaVUlVKATh17gZ5ng39Wbej9Mzf2CXUeX87zuMJuulnskTRAD7y7Yn9E8KrZvoHPuCxP/QhGlIaRMxdY4ecW+nsDfa9WvUyvuop9+BQpS9O10QwZ/BDAfkw/9IA99sPKx4pHDzx64NED/6Me4F0V/cWLoRWmoKWpFaO6ZWy6GkHlEb3wfoQRHWPTChEyDX+nPurUXtOJR2VSu1KaX0H65y86i2GBl12ByUVhWLQwwCOnrIlDlPzSXISMF5tM74HWpKWI5TM5CwdKbQweVxuh4qIv4xmZ/MvAmwW/tHP0F0bMujHWY4s5aayEdVkiN1DPuD122VkshIGN0c4bOj4N23pzsb3RwKZox6ZIOHZpGwpoO8LfESTyJmSzueZTwhvgFqAdG8YRsM4xPpXyN0sG1NgLC2AMfXvDEkD/g3+Tb3kCGCP6R9MG5GhMA9ouhgQmc2KDY19UDmo5F9XKxoZDViUQ0/vAW9mYdZ3i4MtGs+5p5Lw5y1UJGUMBF8oBezqroLegMwEFnQUdHZu60Andz2DdvT/BDOgU/ErfFbvQkXPGhYYE1gzQ5mfsQcabSINlK2Nb6JyRky/8wJyM9hEbQgc0xnGLi9ic2o/4fsM8bm5u2KhfyX/j5xuf3H+9/Cr/7Z/Ly8s4qHm+d2xsd8CIPmvOKatng3hOAOji6RM9A548faYnTy50dnYWPwvz+DO2CnvcBms8QyZZcRMQZCwteW0eCQwc1G4J8lx++aoPBH3eEPx5+/qNPn/6jE1eOwPPJdZnkuQ1jF1TAHpdpoqaOSW0Azw/EnanlIJvsR1tdqxPB3x8UPGn1Te3XqMb+e8ljNRNrGOrQ/NscyuFktCVFP8YZ4aK8ULLtJp5IC11I4eOFmAWc6HQmUvRqlux8e9VU5GQFu3tksG+4DD9jUPV58/44/1HfPJR/jsrXy+vdMv9yDBo4XZJgiLTRGODf2qVWS+GVpeFaqSScs6qrLm+71S7TgXa5VwqdUlkunOh05NodId/r0AP6LefDhXt2U+Zxl5HtpkO6CLPkGgDTa47Fw3mcsavhsp6z9k2Ip/vQ0I6odOg+bJFMxnoqIx6kocVNTqqWhj0gL4qH8Aa4K/aKdcePrXxTMnUl4BCuTKnttPYB7rVei0HR09OCQJx36xP1+p666B9BkqD4jno0ANkeCkleb68/mJSY8VMZjVwNTIpJSX8owRONAFnJf5BS6LYQEc8/YErIWMARQo6sii2LCklemMcoqORNbtlzfqnYG/fviMA9EqvuX/fvnmrz18+6cp/D2j/TBrx/QRYEz4wYhIyugwuen5CIIg9x0QD8wPQBW7ry/QRbKFR0vLW7Ps8f8+C4zYg0fz3IQT/ucy9G1pr++JQaryle1t0BNxMbczU3xu/HzJNkjqUUB3DaCUYSyoQJasUBVDap6Z70DAHeza8e+NZeXMbz+OgmVPjzc2W9zvA/A48P3e0GXmGjtg4d4zeJHmtKjUzMCqbVm7/clEGSu5UuM9KXanyfOy53xwYqQRDeqCaT328y7PvxSp53YQWutmnBGUA7VNu1GzXuHzzh3ejn/0DY/S+ZfA4WMs7xjIylsWfxgaPa+AdG3KWRZ/lzGdY0UdmrDkvY0uYWICs9s5OSqlSTvI4esbjv+/Tvtl0op7gTwsC9VFvPTq6oh/6bL7lPoIePQYCWJvNjrnYMW8NxpgHGtswA6Tsq8yzDegrGB+vVj39ruOdVClXbColY2OmRQGcTBs/wp/1wKPn/qzHHuUfPfDogX+vB/zioAfeEbyU/XaYeKdMcJwanmLz6fIRtKojxoEcQ94CCxzXLbTrFvoI+6VJMStJbCp1fGVMpGwrjwHWH0puc1cQDklt8FHll6XLPqw5CGRo44lqCbO+t/wuJzEGxZUQT4oiGwEdX+7X5QWb/qsg+kpow2EkiJaO+5pNPq5uQkuOwDhp9PogCDDwaZ7/9sotAR3jDQdm80Y2QZbxzFiXezUtB2cIEm0i2HDNhvFKGzaOUSYIMcw/CxvYtBgOeqTM+rEuD8MAoxllW1id7u8ORG2z13MXxePMylBiXZnJyBy2cs7KbHxMV8oH8GaoUlcUPA5kvaF0fArZqXJgvg99V6kzdKrspCv69npzQRd95Sx/m6D1a96sf5bNcbiFj31CdoEgsd1p4QXW8TVqZA2HD70ZZRM77n18wyeaBDY2N2wKr5mDa+biG4exb7r+din/nZ+rb18JBH3TzfWVtre37VNNfC3mwb1kssy92HWFzWGn9clJ/NHn09NznV2c6XR9qtVqrVI7ZY8nJ2ZJXAkgse5aUAI6EhozELSzieUyYedW1xHw+KKPHz7Of1D2nXyg3NxutGOtTNg1a+VcPAGjJpQ7sLPYa40pJaW0AJzU+psQtK8G+2k74JON2nreaEtw02t6R91IPyhGJetq9gNalKCtKaWkPIPAUtJyucWInIRkTuRJvkIl8zSFdxIHrsqGe6XS9UqsRYUOZMek3W7SDWP+dnnN4fmL3r3/EPCV4NiVA0C3gyaCSsKPrC5ZJW5gHUDib3HljK6clcCkZkeWMoVaaqzlwnx5o18LWuBTSUtkIm+Z1Rla6ThHGUXnBjqgdJTcCBgZ8ziO2EbBhkIfpGhJirbGUWEPmpjlIXO2fVnt8NTohafvrsQwktplpQs0TsvRQafOBXbALLAr6RZrbalLAaEBG3xv96zzdb+WD2x9HEjxpf1Zq5L9yTMgcz/XkuK5sOorQSDfM6c6Pz8nWHqq9m2gFfNP266q64qqoR5h6FKwkH5TUqwOLRcuguUvCTWgsMgYZzJStKGKVjSINdlwMoLr1OoVsrp3HYkpBEIpLUitDNs8SdxarNtR1zznv3z5ovcO4joQ9Op1fCPo8+dP8XfGbm42cTi9uww8TpTMKeqYh1aEIDV6ydtdZHYDZoxGyzpb8DDzWHxqQHv86SkPoNhSBi2A6Dz7aIX67ZyGbtAgCt9ni2bjpda0YSkLg+6WDzV75W2wR8Uj2xhrGyO8Izp4jGKvDR0kiq23AuW+A81ye/8R/PCz0kGRjT80CLjm/XGtS55NV8x1BIAIlmy2O/k/CtjRpgVDmpk2JdTS6cgzC0QxAe45M+ok5aKUq0rtVIHegZ+u399jfd9zr6yoq0BRzpU2AEbnAOcQpMzCbIBIlMkiZXJ8Q88jz6QWwCHAxXN/431KwDbeQ4PfNZNlaaJMf0U1l8AZLHh7aANC0HIZuaqeMdS6ksfREVhZdSfc4yven2vwWqvVCWPr5YDPmiBxBHvWK8bYBdRa6avpI6e3rH1/UAyBaR25j4Z4h7W5uVWbi9vgxRhwvs1zk8y6z9ie0d3Xqho+tS0N7OOu6+R6yxX3mjNNC/CY/lUP2JP/qo7H9o8eePTAowf+Wg/wkhCbQ78oeC+aRH9s/Y4w5HfJMobvKtCGGit0lXeGC96LJ/klZvb3QN33zN+Qf0h45i02UHzoAXxUjYTTpB32TgQ9dmwAfGD0YGy2rTJY6s/BQz3f1/C9Jfcl/lg58doWmweAjZDzYMjXKB+gTd0HW5iRz1QYQCSPeoo22y0H5O0tAQIfmK/j0DywYdo52EAQyG1ir5DH6G6E57otAQV/9f/GPzkieOSNijdbAxvGgSDFOG7YyOyYW4/fbcGhDMtRaBJDSBPLZULOgLwn5QhoRT3VzmM9m0OzSGghNadkEMDhKgM1NmpFuWdD5E0RvAO/U416cN+gB/fwjmEvUxcdDWcOgdn62HS1zWOSyzVnNom2oUErl8ajLkvhw8x8YCwJuZzAja/58jBHsgB8aX8OEVi7YQN4y0b2NvDmZg78XH1j436lKwI/3wj6fAUi+HN1FYGhgTneTc23OfpLBClyQBeH1F5d36tf9VoR8On9k69SVRijuDCFCWCe7HoDvEjZeSIzuJAZGXqz23ZiqeiGdXJ5eRnfcnnz+k0cHh3s8M++vJGlMSkpJQDqOJmT4UtJ+yUhKSfhM/dTVHKGLkBWiFLvZ92ObOBT3vZtoEFbAp2m3afxbjdqCQZ7aYVSJVovkBudZnyn7iBjd/A4UcpFpfRs/Nc6PT/Xk6dPdXHxTOdnF1FeEVhwvX3pQ1f7BhB++fgJn3zGP58JCH1lHpljbLXcSMBIHmz0jTnuzGX6SipUZYm6fOSDzJx1QKxdByyQbfX2E/IkcVkVaE4ez0weI8ty3x+z7tAoGfFzAwr7yiRMUjRXu0wHhXz4m4J5x7YttKIlAozN+X3I9kHUJaqA4/JCLxiJSIt5xiNzDygMsV+4r73+/QzgsBaHNugafiyq+LFyz6ecVROAT7u+cOjrdYK8vyV3cX4WQaCT8xOtTtZacS/53qqhI6t06DHd+d6gXLIyNhpSSm00vJ/CJi+ooHkmkpIkRJSV+Kc9TlIEifb3BrLiCj7YybTxArNIFKfQZomHICOTkJgxBkwEL7cEA66vblivH/X8+Qv9+vy5Xrx4pZfc2w4ObTh0jwQKhJU5F3QwInxudxsoBa9l1t2ou/l0txgl5oz5GvkAYgCMRw7zI0pdE3qhQ9SZVS/g8n3AJtTRjNa0Cz3/Ej50YNVN9z3eoUg1/ZI7BVDXOOTYEbzAlCl8Z1/Ih/mRtfpBe0wQfHsE5vvZ12BHgGHLO2QTcMM72wGGK4L0V8ztgm9ut+wHttptBo1De/7bJMyhz+bckXn2XAeKzPyEdZ77qsQayJl3bDH06utKfT8D947peFbx7q21ck/kPUjWhSpWoQL0wIW8uXY6zxaP0+ti4L25YVwbgpIbglkbf5OJ9RLf/AlZdGfa8q7KgSnTX176sQzlZgNyft4ylsI4urJS1/eM40T9uo9nvsfhwLEh/pYRY4znyDxGB5Y9vv2HRaEbw/0MoM8M2Lcx29w/G+z3nBg8H8a3zIffYzvuw7jnaZOxKeO32lfssU1rnfDsOeEZ1PPOsV0dQaqKjEfRxsP0xfi8J8CGx/QveSD/S60fGz964H/cA48d/m/xgF8q4sWoeGNMbdjeXM5kY7S8sVoe74fGnvPGnwtNnQuzYDwELQLMLLV+LTS/dkLItAlDq/uXc6vaH1SW3jEkFLsyyUMeOfTtgAkwYwqfIJQS2ZKWdktZvGb1/XXc5Pta9kiLHvf/gMCeNS1bgT3ntwn0tUQ7iCPhKSbbjNEZ9YHuZBnL3MogHzRoMxIUc0DH/0PT9fUVn/ReEUz4pu3mJjaK3lR581A4wBRvOGaNE0GFgQ1/bLAIGg3Ib4DBGy/AmzAW4w3mAAAQAElEQVSDN2Te2LiZ+w0gI2FjAvQ7VxuPc8w9kjXHxaZJock0PKMcVrOhTEABKJsXUFQZS2UD1jBlxld/A2KzRZuGmy6UkkxrxqYrtCGb+QDo6ELmqCQPcD7geLNu3w0E4wLCx4fgzw0BoBsH4Dxn15f69u2b/JOvb1eXBBIM33R9eyNvGq1HrPeUkooPtPigsCksfDLog2rf91oR/FmxcVxBFw7ADiYwEFoxe7g6TJNYQWRxV6TINfs9mY0/7R/71Ovm9najy6/f9OHjR71+81b+CZi/+XNzzdrigIJy0QQ9CVCAzBRXklJKSvLV7id7K6VEG/s5q+QCZKWcRQZwr9N+xybZ3/jZDjvGPwBbeVNtnw4EhhwQm+I5oDvj0Xwx3JlKygkLZsi2JlOmv9E0QZpRUi2dVnzie3p+oWdP/6b/+vv/C/yXfvr7f+kpZX+rqut6JJM2tzvm6lpf8cunT1/18ePngPfvP+nLl2/M3YaA7I7bcxIjpJcMdp8JnKMs2xOHEurwgQ8W1XPpgxS4MscZGz1/otUoxkk2+pN6YB403Psp7xkx39FmRBxiqQmRJOGHvAfbUemuAIvgEc6I72WhZXkAEduZo54s+DAfTK5vFZZH1IoaY85DIrKZoTQTPPk87qNGMT5Ghmci2fBmS1alA69/Pw8C40/Tyc+HrsrzXftOq5NeJ6dr+e9nnZ2dBna5P+GQu+pUmYvCfVYrOrtCGShVtWQVeDllZfyS5Is17hcVMNkusFczy7mNAqGUkkgN3ARIwEPpR3x6scpostAH7B6XlsaJvjJQeDRNBJ93cvDy/bsP+vVXgj+/vtALAkFvuLc/f/5CQGGL5WPzcs70kQDci7P9PABRH6yjzHJHxSAn8gN49bX2I3YAHObvlJH+YbJ6AwJ4m7wltKDryDYO3nd0Yuy+/IO6w2CwEPlZIezQjnL6Mn/POea7upXdDyI0P5TNG2g70rexwbz7YL6fa/6p04Z3hIMFDa55lizg58oCl8G/iffHtRq+Bd/ybNpqIAC9I9A3HQV9GJ2NZTBGntMjYP3meBZ1rOkDdH2nvq7Ucw/Et2YIilSgB6JMXeZ+yqwTg2LV0AWdMWx8Af17CcGBZ/zIpw0Da8KwiT3JlrXIeNiHbIDtbiuPyb60n70cshLaDQWcuQ9B2JB5pmuus0yt3MdA1zEWbF876OOfcpkGezxr4/gD1msCMU2ujwAM5bj/q/yM9jjpSb4YJmP0nd7Adtm+NgbsJ3DlebzlQxSDxzHEnHiNCHuzKs+QZl+vvq61WoHpd7U60SpgjT09shUoNNLyZ7PoW4/XX+CB/Bfo+J9V8djbowcePfB/vQfG2OaNfq/EWCe/cbynitLd7Afsu0IuzYJT6DajgVUbNPNnsVaZjhAv+1Zy7kenwfSfg+O+Di3hkg7lRrE/gRg5UO146Y0N7Aw22FT8uWRz5/H8uYZ/tfQPjGBDFBMeQb/FGW02OAKFER6CITTgh9EBIIIMG38N/OqbrgkgXINd3sEXmytPWy1sYkpWCodOGtl4Obiw3XqjtQAblwgC3WhgI+bNjDdnwp59/xkzUEgS+y0KfybN8+dx/rCZO5grg4xMGbsPAC8vgCxk2PIbOMQfEIVFWkYHadsMkA8mfCHq20Z+R5DNMIS/NvjbG70Nm7/Nhs054E19fNuHzf1C38yBn2/+1s/lJUGWr7omABR/6Jmgz8CcioUQw/HfMGGjXZi7Cu66qm7VacVGdrVis0rgx5vbyiFX3vjSKO+dkSRor6CJe5vlYrXwnCyYWQ85eK7bsUHd8mmrv+HjYNTnT5/l4M8X8Jcvn1lb1xGMGfFBfAsPnU5a7sUZJ9SnlJRSgtK+GgYJ65iMwno05FxUcoaflLBV5Na9ow9/4mtfeJ0OBJwWvONQNdLXGJ2LKwFOxscAL9YN+q07ZRiH+om+NCUVbFmfnMa3QJ48e6a//z//r/7+X8DfCAL99DednT9R160ZSNaGA9bVtyt9+XqpT/jlEwGgDx8+yfDl8yUHsRvdIoOJUioS4zNk989BSylBYQd2CciFmlJUmNsa0ClzMMgZvuuzfuNKUWcRpNVwsOaMZwhrlaVEeZzrk1ANZA41hgoGYp2hxZVaLtrPZOimrtnVmEFb6z1+qz3O3dpl4wb0BMM0aJ/MNc+gZrbmMTbWXnJkXO3ANWpw0JUDpJ9pwaelxW1fxZc+vPX41lB8oOuKakkqpWNeO63WndZna11cnMca8E/B1qcn6uFXZAttci1tjrqsSrkyZ7VkFeYIVWJa5ctrdyI4Odk+YOLGMi1wg6l98wfh9ADAkvnGP4Q/IjBJJHGbNIyyCWrHc/+W59Pl5Tf552CvXr2Svwn05tXr+HnnF9a0v0kyIDdyD46MgaaRmGbPNnQ+Asg5HVbLzNgjWyJmBQb6RqgFzHUfbksVAsfJ/RyX79O0cqJh6DMGDs9nuJRD/xGme3cLOtRTCN4xppaiO6BfEIWQCT76vi9TA//Q3w5Tphl2rNNGw0DPLIuf7euBQMeGd+4N798r3g9XV1c8S74R7DFcgxe4mWnzG+0PCm4J1t/yjtludryThgDfH5hDX9jPzI2Af1YZ2HRAlXJRAnLuWNszdGCg73uCECuga0Awpe+p8z2Qe+VcUd7maXERDJLHR9cwwwY4SxpjXU34Y4crRt6dA7BRvB/DD7fasEY3BE/imb+hnn2M24UO7rms5Z85iY6aDZr5vucztpa4x1fYvpYDPev+TGuCPev16Yx9n6+os4zH2qsy5rjHWfAZv4j+3AtDafbyrBkWwDbP2wG22L5l7jbxrtwwv83upMwzpBKIcnDn9PRMp2vDOfhUJ3x40xP86XinR988t3LO+LcEeFwBynq8/joPPHrzr/Plo6ZHDzx64C/xAK+alsSejZdOUzqBDKA/n/YNZwJEmvWYMrhoPMXe5u5ONO1fPX/JQ5PxaX9ZowGG+QbIfYfeMPhbAfPGeqLsja1FdGykTdePrzzLBs7I8YIl/4vT2Hz3G1pHJnVEKoYZmfaWicumgfZpKS84FgU6AuOLkcBD+xbQjW6uCTwQALq9vdaw3bB2/AedpcompjLe5dBi5WNsqthcsZnZsPEahls2YWxg0DcYoh5L2cGR3CQgz3ngyIJB5sEsQPFOMv/AsL6A2Q93a63UgLwRdrMLYv9DwTRsCiwPNkh/JnfbhyD0CUtm4kcIg20nCL/iF/w2AvaVgz8DG/i2icWPfEK7ISh3CP7caMOc3Gxv5D+qfM0cXRH0Wb7xc0PgbsPGf8ucTREAmmLIJRWVkgHjoq6rWrFB9YZxteqD7uHlGJcNPwpm4ZuUE8yEvYyPtRK3yP7bFCXqyNiMj9h3q28cPD5xCPz4/pPevH2nd+8+6PPnL3LQY0tgw9oKh9/Eim1+mDhkAi6wJhPK3GdOSSRKc+KGzSnHOLzB7ThcGAoHiZwZG/a7nla0SzRKoXfHPb/Fx1s22u7fvh7wz0h/E+ORmqyyMWOUr2meS/MyDHDUm0ZmhEVK9FlK5SBwysH/iZ4++ZuePf1JT579pGcEgv720096Svnk5EwVH0/0tduJjf2oHRGeHQGzDXZdXd9EQOgrQaHPXy51dXmt25uNRp5Zok1SVmKMyTZMiiuTZ/rP8IsPBuBc4JKkyDB0inlrg0m0AKzDgF5LGTTLe1gGBEmNijyEyKIdVXNy3diUoyHvYa6ea2btttUSxujJgWljtaaXRkeYKToqfU/SFKbzBVyEJkEdEv2J8S5gvZ7/Bn5+7TjwAg4E8czSfGGWKn6t9m9XVVlzXnvFZdZd3xVVwPfRKQcw/xTs7PxEp+dnOj1dx71VkC0lq5aiYqDcdUUduLpMJxn7skRgB48S6Jkw0CCvT68B1j6LWdweDSRkAeloVIorRf6jzLUNpsT9cad14wtedAfWBI/1FuXASSM2+T5ykNfBy5cEfn795Rf98vy5Xr14Gff7JUHpDc+ygftOcXmePcIGGZQZM8shap0xcsWCMbGAK46AZq0U9aw8/ESiWaOtYITh6oNgo477mjkgNLYEfUhuj8amd84ZOOqpsf4jWPjR7xH/uOwAo8G8BZs23C+b1wCH0x2dkiBI7qsh39cLjDx7WcOs3fb+4P1LIOfGQBDkBri6uiagYLjRDe+VBpt4Xnsuhwj6MGJe9a3v1qX2Tks4J1EqytlzaQzUTmWG2neqnWGlniDFEvip/UpRV3tVZDM454qeKjJSFgReBrXBeZgBcEj4gdxVIPhzOXzNuIcN9y5jYf/hNbdhvEvgZwtvMDiIwvOWJlYhRhA4MRb3HYXImi3LGEup6rG5Zwzx8y4CLBH86U8I+JwCxg0s06CjTVHl/s4B7s166QAD4htbxtwbA/fIBvtt9w12bgDPl8EBOZcH3g8DttNafhZ12GMbTh2EOj3nOXOqk7PTCFCtCP70+LfWFX7tAkpx3wDJOr6HH1Z8L/rI+c4Dj977ziWPjEcPPHrg/5QHeI3zknTvvDJ50Uh+YS5g/gxUm/In4SHiwo/Azee6hZzmRkt5rr6D9nVsNu9UUPjLH5zLeGa76GJOOTYXozfW0047fDLFJr9Zl2apPWrsffFANMnIMT6zQc6Hyj9N/WbbeSxWupDGAZFRE9jGAqZheT9jEJvrDOE+wl7qWkI2vNFKLZ84aI4aOJlu2YzcEnTwhvGaQNDt7Y12bEq8oKyvsqHxJs4bvRK0e2CFcULwZt8wxmZrRxNWIpuckY0pBbqykQbISMe0GcflptfcAzzEo9bNmFP3MYIDGCO9kysAqQeSJVq9VTwg8CDr2Ipj+r7wXic22TZD2IZPBtafAxH+dC8AH3uz1+CWIJqBTS2b2RvmwBBBHwI8twRYrq4vdX3zjWDdN11fG64IKtwyh4Mm5lHcA5k1UDhges66ruoAnVarnnKv2Kh3nUqtSvn+aCiTJGeGxBANGe2QR8kb1M3tDltu9IXD38f42zYf44/EfvzwQV++fKHumoAiJwzfN7lIKXGmnRrgo4k1JK6UElUzYBNFhuN1K/hSKVkVezvsNphOlstFxmSSknyhlrW908CaHPC7Dzv+2xheoztXuk+GllOTdxsPzmxjoSfLAs6zUk5MYwYmQMr062/GrVYnBIAu4m//PCP489OTn/TTs7/r2d/+TjDoGZ/OnmJ3h7rC82fSNoJSU9Ce/6urW30l8GPwz8C+OgB0O1AveQFnxhZAcZ8y/WNbxqbKvZhLpSqFvI2LtbZfhPAtn9s4IodmALShgryJOl8AJslioBB1O9O2yT7cA74czYzKJUMPSQQMzHEvGWXZ9uaqmtG2gAUAy4DuJFSj2YrusH9QmDUQoBzxDQ1nOfPpb1+Cpm8XR+zzQeyKgOoXApefPn3SJev1hueg78eRe9WimTno8fOaddf3HfcPY6Bc+qLSFXWrTv16xVyvdUbw5/TkRGvwGp7rKjK1ZtYB8sW4QTVNBxm/GBJG7DtcvgAAEABJREFUJWdegLyzYkK9IA3mGSaEnGYc4pQXDPmjdJf/wwatwuon7gFFIKjxPB9b7qfN7UYOWL4jyPvy5SsZXoDfvn2rjw74EnTYcMD1syHGQM85i3WUoAxihtKebnPleT4Ck0g40dQImAJcNWKMQcYoMG1+KyP2QMr0Oqej2lm7G7MeBIwzmDYsZbpiOAiaAMaHwLYY7tUNvAtDngP9CL0v7+Umje5XxtxRwac765oBAajGCzpkRp5xg/ws8VqOv3njd8c+2HPD8/dG/lDn9vYWvOF9sVUESJjLER2hNDxiX9hLYBITRqoNeO5WAhAVXMAdULtevQM+BgIkPcGSnjXfEyQJuvaqyPnbNDlX9Fip7Y/O9oR7lFxnaHVhV5DLnBuPGnmWGxwcibEevT+9j9ktY8KPbm6NC7gcwBROMQ8Q9jnIPmhyRSkX1dzJtvfY3zBjyRW+IcVYstxChwtdgwEbBmBj2/gwbIPNG98PM2zgO+hzE/N0Owfobnn3b7WbP6AQujP99Txvet4xKz5IOPU3fwLO52/+nKpfrbVarVRrj00dz5i8B+sQz5jAWMmWgNypOHuEf9ED92b/X9T22PzRA48eePTAP+uB+UW+A/vlOfIi8itzUZeSqTS/FidN1JtzAASOGxwqfoN6oMHMQhvbR+c0nxHUUfJb96j4EInIrO6h2gd4D3bEmCe/30M+hh0baoqz+Ixg3E3f921Jw125f7bE8O42/Y5xVB11HgeboBjEfv90JJS1fyntifHAQ9LsBShq4qCxY5PizeMNG8QrggobH4AIPgxsRtxLZveea1XfN6jsJDKHFrcf2cxOBNe84RkIIg1sdgY2PyOHJ6/BkfXozephAmIgNJ0AUqZsgyCXlCk3YDwmogJmYFt0H/AJHUROf+7T4H6Ng09bekIKItJScu19fYdyiB5ltsJglrHBtGHRaHqB4GHTYMAvA5u/Df7e8Cnthg2gN4PG/tQ2aPNvt7rd3mpL/Zagz43/1k984+cbgZ+r9pMvNvhbZCfmyL4WqzwxJ4W56boqQ8/mcUXAZ4G+6+W/8VO7jg0j63jvW6xlTTVfCR9hNQdpeeUgk3OVIUGnXDSNSbth4mCxiT9g/PbdW716+UbPf3mpX359odev3siH6W9fCU4x3uQnAQ8gZlOYSIn+sNf5MUwLL0mLXyffq0n0X1TZjHd9p67vAyqBD6/NlCydZlV+xhmkHW13BMUGg30P9vNxYqyTEn0s7ZIQpffJS0auV1xplrGcQRIH4owPutprfXqqs/MzXZxdEAR6yuH/on0ie8Ins+vz+JS4YvNEm5HAz8ChYwvYBor4cORAttXVtxt9vbzS5ddLfbtkjpn3wX+LAzvpURnfSdlkgP0oeImggoM/OSfluXr07LHWYi6ZRsXlSggLGUIXPNMgamilO2CeoYkk9EevyEz4iF7oY+BeH7n/YVKve1eTa0zaho2sI54j2RA2tNpjcuYcEGOgN3dx4N2hPAAD9iMbVYHNo99gOGtl97VwR+bC9+IV99jnz5/1meDl5bevHMiuNHBvjTzD3NIBq55116879dw7xqUryiWplqIO3mrVacXhd32y1sn5iU7mANB6xVrtikrJyDb5QvCoHkOmHkcXZDLzatByTZO0QPBcDgI+mGL8D2CBJyXLwm5paugHOcvyqCZBAyQp3fsnxQRYNypd65+qbbcDa/da79+/16+//qqff/6VZ8DP0M+Dd8Va3txsIkDBckEHjVG1pPwdsTCMPYmjp8uFGdKMG2prfGQ9DoDxPWhiLd935iKFSJHRRxbup6LphwuP4neJNa0JLsC9OQZQbIMzwRixm/JoYH15jd0B1tQY7dB1B7d2DAQ9SzIPGmT/G0U9BCOFRe5+Qs+An3fAEMGgFvAm0LPdEli4BYw31BsDvINGnokj7emBZB80aM6AVpFyophUclFizZbaqbLe+27FfmCBtXrWvqE6CAQY+9nnwETN3Pd58aqx8FMkiDnN7LkUKGxjrK2APLaaN8Q+gzFwjzqIsuFdObB32XlMs0y0cWa9BtPocvvRnlvmwXNEG1d7rAk7/V453J+d+tqr8syqjD/jB+WK+Kw0dNq2SX7Hj+iL4BTBng1ww17KsOE9aHDgZxP8W54zt7q6uuEdcKtr7N8yVwPvVZyOzzut12uteJecnZ7zfrmY4YnOLs51cnZK3YlW9QRzbE9RKRm7nBYsz2BkrW7mz8iSj/DPe+DRjf+87x5bPnrg0QN/oQd21sWpIl5wvNDGaX4zmc92LpAzNgvex4HYV04ATPYz5KQE/NFEIycUoSW2RS1ze+sxKHo+PCixSbwseQGDjlLjHzFCYox8Ir9Xf1DYmszlQJE1tntqA2y2LNyGMb4RB7OhRjtn5hu55wm+acNDmjDQVQE535Vw+6iI7I5xwXHmOTNuYLs88rstYyz3Wa3BPo+eU5Z7Mb1g2X7aZuMwdiJ3PwtYxaTJwQQOngPYB2fbZR19X9jssRHqDSvonkPPSl3p2HRUKXoUe9MJwHYOhW4bQJ8jawQuApGQP07u4bj8PZ33IiYMxzJoZmzRh/s5gsH00n9s+JBl5KPvjz2gCxrDMS4U3cGtBSyLzQDaJ1pAkz+gAy4N0WA72Gz7wBwwbwY3gW+1YQPrT9WNtwR/tmxsN2wSNwThboD4pg+H1OtLAgRXl7oi+HN9e62tN4wcwpY1m5n7kjPzUpifyieDHdCrX/VaxSeFnXrmrG1kq5LXKrCsgglfTYzDjw75os4yqSaVWpSzocrXQL+317fxE6/3b9/r5atXev7iOQfA5/L/+vXxwyddfrvSZjNInDQTaySlxPMgS+RaOk2UAPkyDxwS8EiUJmXalZLlTXjPZnzFAaN3MIvDSM5FKbWV7Vu3qZgDOvY7sOO5OBD8GcERUGpCkpISbY3FxdB5XIyyP2kGRxoJdo1CH1hgcZWuan1yoicXT9mMP2Vjfq7T0xNVAlM5V2X+jaPbigPXqA331IZgycDhYIcNrhO6Rvyy203awr+93YS/Ljk0X327lr+N53ZNVnFN495wMc30Qk85Rd1I3eA15r5YF5vdlr4NvBlCSZOt+KvitwYFPZ1yzC31aAxlZJhPfjdZ/831tb59u9THTx/1/sN7+RtfX75+1eXltRzUHOmLFA1zzmCAZNUzMilnLiOAoyI3qxH3cxsDkLh7F/HZXitxP8Chv2Ci5RhTjJTEoKFcB8LYzXYjB76/Xn6Jb7b4j5Vfcd9tuD9ZAIgn1b4CnfolCMSzsOLHQnCnZz2sVr38jZ/16UonJwCHtzXBIN97tetU8LEhcy/VklUJ3lUfKgkgmS45q+QcfWXWe07i8nwfgz0wl42QWFKKG2ouRV1kM+PHiCWoYxDrUnElpZSUAQntVgfAVUpJDmJu8c837vH3bz/ol18IAP3jZ/38j1/0nGDQh3cf9JV1csOzbGDt24+2Xg9c+Q7vSOqIPIgkibUeoEkjdIMRGvAKYU6jqXEQh9Z4WKLDHL6mNGMc7wQkhA2g30gHtdhwxw7K2CQO8s2uHXY13ri8g7ALJuNAC/RstS0/APwoLDZgMw2W0h4zgrDZQZbKGvM67cFdt1LHujP0fcd6O4Yyl40rtDGQgXqQK31VR7mL5+1K626tNe+RtX+C5PVtvgM/fY+OQ7vMum7+rdiG4SQbvB+nh23GHUDICfD8BES9hQE7A5+MsbfYzc+2jQaecw787Gbf2q97FZ5bFGXAScyTPDcAqqTIopM5o2VOiCaFP3Oz32MR3AZq7Wg7BjC3fu6yxr3ONwSnAgh8xgc7BPMD8z5vwR8Hrhq0b2TdRiDIgdINOlBJB/TvuVud8F45i5+Vnp9fgJ/wYQPvGj5cODu50Lpf835fqe3DsJ2WexuDdpYJArkOIIk5NvpezrKP8Gc80Pz4Z1o8yj564NEDjx74Szzgl+JdRY3Da9ZvEWD0C28vkvaU4PPaitz0vgKRLLI94y5xqJk4KLmOHeGCeKmaNGRnhmTKrYzNMDQr/T536Ycwi2HkLLIwXEzxOtbx5S4Mx7zZvGPWj+hj0QNtagHhGcbCmBKbBD103e//vszv1d+XX8rHQw8edsDzl2eiGN6At+gP+5ZCk4gjMm0832M43wXDpOyPkJk/b2h2bKgmAkDeaIlNlTc/lQ1dz6ayZ8MXh5zY9LHhY+OX2VCkRN90MxpCz6SRTZH1BSz86JdCpNYmSNnWBRrnbp7FXk6LWI7CIuF2jW79Mzqv/Rm8KTuAN44ANg4Gb9Kxc1iA8Q4BRzo4nI/emBli8zlqmHXH2IIWIztqEzzK1hv6Btrs2G+6b8BBAHw8TIMGoi0jtljDFO2odxvmYcsnmv6UPYJxBDBcn1mOhSF3+L3r2KCvOq3Y4K88N0H38mHU0He9uq5Txya+74oycxhgd2VnCySIBTLr3P5O+Lzuwb7d4Yvbm638bZVPn74QAPigt2/e6dWr13r96q3evXsXPP+RY/+dEAeoPLaUsqRFv+R7mmGAnB/xqXoopZRUGMOK9VYZa2VMudi2pteBH3FZG2if7Fb3v8Of9uGAD3cEXBzgEfakRN9xryTmT3FZ3mDGGAsu2Ptsol2l79XpmS6ePNGTsws25hc6YVPeczjKHBqUbZc0MJ/+yYzncLtl3XjOPfc4c5q4Izl5254tQZvr642+fb0ikHKlaz4V3lxvtSOQ4zmXmr69ES66D9setFhbYxyGYs143XA4H+hvnPtz2yx8xr1c8WVlLTRcVdGVc6EblEHr/jWzN6znaz7R/vzliz59+Kh3zP2H9+8JAn7W5XzYH/G1mNmmIoUraK64rNsQhYezjH/v1+AuT4cic2ERyJiMb/IeGB/6XXbNAeamzMe+qeWAij9En/6fgnwguyTI+unjR339/Fk3t1ca8KW46eyvHp/1fafqINBqpRMCPD4Qr064zwgA9V1Vx9rsuO96yvEzsJDpFe1oXwj4lJJVwLVmVe5L2+D6rqtqOgqHugalJKUESEoS4BU4SfaxF/4eYEWaQibqo/xHMmtucou6aD+Zl9AnYYKCMi9gYg8wxXP+6voq1oC/CfTq9Wu9eP5cL1++0JtXb/Tx/UddfrnUDetm4BA8sIZG2x4gZk5xMRWBW+ZJNrRS2LKQMx5ZDCPzaQzJ+scol2lmPgyzkUYC/lyg7D4z/cbiYX1C0zl50FHrKu6tvAAjzwGuDRUKffR1wBSin4abDQNmuH9jg+nvASH0tXZ7eu7mIYRksBeb4/5lbcU6qh1rbVlvnSrlQtC/67pYmxW5Hp5xnnGpVQV+AkouMt1BV9pV2vUGv/OB9v4/UQ8dwHvHz+S+9qq1yoGTnLEsV5yVsTPvXRQEGR6Af5RCnjKYSWBuoJ3c3DjArQB87PfxwPt44B05sZ5MN3/jGdqEGtsfkFAJ6HCFLHYsHJpEnwte+HQV8+LAvftwQDiAd+ANgR2Dv8Fzw9o2RKBn5rt8FfQ1a0wp3HsAABAASURBVP9Wrtuw/jc8l/283/FsHkbuH0zGQOXaqa8rgshrnZ2d6+L8XE+ePNWT86d8wPBM5xdPdHZyytyu1fHscRsVW2xr7+OFd59fXPEIf5EHFu/+Reoe1Tx64NEDjx74Zz2wY+9gaC9JtkPyHmvigJmyQmmKXLz6qPVOjxfQzDqgRejAOVA0+0HhwDbFk5HUXqreObpgPuD3HSjSMY3xwbufMRobjM2uudPCjACrz9Gbi4cBWNpgbmYDZ2yYTE9iA+vSAWDdKbg84acJP4UeVO/1eFwHae27h3ewJVP6PoWu+2x2GzFW8x8UcIW7QbvVsjm9K2ZrXd/kHs6RYSw6hr0gmxHWyg4YqTe4Kqes6o1U37P5WGAFbWDT0lfqbVOSmKUx2o9x+B3YnI0eVwC1dw1G3m1AfyjRx5GTc7YTDg1DtfvBhgHcAjk77Jg4xIGxxfY0GOANGgnoDEcwEuBosKPdMUzIAnPAaOSQ6z4OYxtbPTfcOPuuYfihk7YcxCPY4yAE7XfYMy2AvROA6eihjWWo8wF+t9uErTvsHKedRLAu5qSrbOirVn2nFYfNkxMwm3LTHeXY8Htu2LxXg+cwl9mDmcmQJmxlurRcidqEX7PlvCEtHRv6Ipdt283tVv7D0/7fvV69faPnz19y0DO80ru37+Q/DOsghr/N4vFLmTsNSAAUt5JGsslA35qvlJJSShJJx5fLQC6Z9dapPz1hzB373hxSO3y25SCww58D+lDLDCTJupSUUgrafNszMgc7fDvi25FA0EQABgHFBb1Dh2Fgzm45+G83t7r1pp1Pc413tEmMpetWOluf6eLiqdYEgvp+rcp8FMZrP420bz8D4JNefLYxEMzZwg876GfiVpzoc6KNcfSJ3M31ra45OFxzqLjdDhpsL0pHIOy8l+W5PDKRI/7w2AZ8MmD/jnEO+Gakv8zzInsNeF57fNmvVDm09dA+fORcFTLoGwEnY4O7HtE9MIbrKwepLuMbQG9YA+/iW0Af5W/NOOjncVvW7fNinNq966JBlF0fuk3sIQXVZIJ0142Asg/utrEkukGZzgJCt3kwZzoULA3BWYmxIoM/cu7ky/6yzy+/fm3farr8quvra/mbVK6vPtziq9pX1uKKg1qvNQex1elaPbjnHuvivqvqkFmv1zqhbsU92RlWrFtkSsnyei4Ef0opqtjQ90Vdh16CQUHDq11WLSnWOlOnxH2fWN2avHBGJfyhPcAzzRqQZYAkIWO+/uRFG/ogLarQk5SdozSBff8KnH1/gUfuq+3tJtaA/w7QC54Lv/zyXD//8g+9ePErgeH3+kIQyN9cHIYNQSNmkvXUOhC6DfhFxmTHKeTMwC7G5TajiwtQQFuURtcjD0uxBk0DrhztHxNH4B4DvHaYj5yrKrgFMaqy+QZ4jU5STmhI1KmBvr/cv7kLNv1XQdPZcmW0Ajljt6F2qrFGwdB938v3d9+vZtyxzlbqVjPuGq7gPgA549IpeH1Hux6dK3Cj+wpdoWsvPz+q7wsgG3INp9inWPZdstUxHRCeD9AdGYbSyhAkaCTiUy4w8+c5HXme+Vk/EvzZ8Ywbxi1zvWvA/DNdSmSGknPQ+7lDI4LOH4D0AA8r6Xr0uzeeqYM2vA9uNjcEdYCrW/A9MO/qWg7+tL+7tNHt1rCNb+xu/UwPXewJeB+4U/ur5qKK71fLt35OLyL48+TJMz29ONfZ6blOCACtVit5fVbGJhU3nyHP2OgHNGNxrXRc3ziP+Z/3wKMX/7zPHlv8H/HAY6f/13sgHu6jvBkbecuObPpHXoht3IltWmqkeeylvImLJtBzBTIztYjOxTvI8oY7zKVwVDFvlJYa4+jPBHBM826HQ8JucpJrJ00um7TAkWoEfpj2D+Vo50ZJKSXkF4DcJ9fvC0EsnMDOFgh9iISa3F6hMUZ4c8pyZSvkhu7k3/MWpfII91lwI7vT/PvCXuEsPCOzDUuDg1Uzh7UxcViYYpc/N8J2t0leH4iZFuPL/skCm72+VjaCbAzZ/NXYWPbzpnAFXskbwcwmJqfDJ34j8zf4EMqGZ2QT5cPo4CAK/S+95ug3qWHFRTP2aeOD0BwVYsqxCVJgt4egIgNOifa4FGVogibHhrCJTeQYdu1k+0yP2GU6bJzrRzZoDQbkZkDH4PF484mO1nanvZzrDcjsdU0D/e9Yz21N2wasYSjOsdEUDiFBTQCU7Q7wWKTEXBQOjIV56Axd1arrtVqt5U3hKrDLAPweqN7I18LcFCXaJPvLoLuX+SlXKRdlNpUZmZyqMmWlYgPj79Vc397EQe7Dh4/xjZ+XL14RADK81lsCQB8/ftHlNw7NBDJwoRLdpJSVrQPa621i7gOz9khK/FNK1CaQAZI1OAUoeLlU1liv9claXd8r4Qffln7WbZmDgQNo86loZchuKAmsJPezQ2YX/hzj5yu2AQHhbBAy5LbNcoM/nWWjfrsZ+OR2oxsOtxs+uXWQJeObjk24/wbD+ZMn8k+/Vv1amXtEua1923PL/N84cOSgCYeGDfrMHz1+92W7AAVk7Qgu3dLftds4AHR7KwfSdoxvpI7bVXcv1kiMFi4kidLIOhs12H4CRwPrdwKQIFX54NDXTg5YGdbrE2jDSpV14rE1nyFOsvfsH9tsXbc31/r27UpfP38hSPJZ79+9l78B9u7NGw75b+F/1tX1jZYgEDPPDJCHIhRGsqWGKNzLPKvzlNyraXahKzRWXA2dq2pXOdT2DVa9KtADfh4ZPKacK82bEe7ZYPXm9z1rq1RV/JJT0pZ58/+wd8MhLgJABOIG7nX7genFhwVZ2vQrgn9rnXMo8yfzZ2dncUA7IUh5gl/j20EnJ1oTCDL0q5VWHLwL9lYCCrVklZIAY+tM6DUu6piLrqsyVOhqeTq3fTlJmCmvWEi1q/ntUG7clre6Rv8ovysTJTLS3CAppaSspLioIB5FKQHMF2ttwzp38MyB4OfPn8v/O5h/DuZg0Pv3rI2vX3SFT9vaGELN/YwhBiuTN5hnivuWhe0UEJmrDMh6blj5GELi/nK9q0a3o36PLUiZgciQ6XABH6gbzdqyvw0Z+kiGRUezDAJi5EkwnKz1LwePYa90X9gTUdVszoo1UiuYtcla7vuOextYd6xBsNcrgcjlGzxr1miDldr/cgVGtt/LuLxCh6FDb4MI9NAPTtDh8mwdSouFxgbNHsKVrVmI58YNuknFHB7Nkce2aI2pbBmTzPs05FiIgZvUomoKnrWhd99mlkWI1BrcyVv9yPoZeXn5HT9sdgR8tgHx8y2ey/FNnht4Bj/XeS9s9jDIz4qB+2HnZ3DsKUZ4AqaApt99pflZ4rkhWOznCEGe8/MLnce3fp7I3wQ6OXPgByAw1PcnyrXHh1UqnUrYf380x+VjukmHa6LdY/aveuDYu/+qrn9v+0ftjx549MD/Mg/45deGPPFSmzgeKKDx5A2M30P65670R5rFEzIytbf9UaOZHZxjOhh3M0YSjAVH4Q9kDw2v8Zo3mjsa5766tGe4foGE19J+KL9pds57Of2JK/Yri/z9AXv3H51Gtkh9j4/bBW37LUYhTpJgOhoBbwhiVItKqmQm4t6A+dBY2fBVNpTGfd+rjw0m2DQbyxp1nbw5lG2krejHB+aBPoZ5IzRyuHKfsJYukKTjbDCZyJxG7+EB4wWOmgj5ALEZMk0b62B27HXbDSeSR44pmMOc+z5gczYBu2nHoRvdBAYGA0GaARjZuBkG8MCnjAfYaaDdsAVzKN8EbBUbPg6IDbe6gbrWbtBIm537ZdAxdlsFHS6+42uPBWAMkTOeyuHPB8au67XCzysOk3G4PPWG8UQrNusrDruGDtz3nWpXgaLMAcZ+yKHPnaotd8jo1vOUi1JF3vPZ0Rac6VM5aWD8N9tbPtX/pncEfF5yyH/+60v99z9+1S8/v4jAz+s3b/Xp01f5mx9bNssj4xT9TQGivyRBi8NjSrbEZT18RVWijZprHLVB0u1qKYypU9+t5DE5eGP7Nvh9wyY8PlVlDt3/bIJEn4aUctPJIhiR2REQ2RkzB5afRH92COC2lhmYP+u07hv0387fBNoRiCnY0jEf6/UpwZ9T9eCMz0vOaDJY36gNa33DweCWQI6xAws79HotRD9IO01KEjbusGlDAOiW/m44aDiQ4r+xMrB+JmzV0cWq5d44YsQIp+ANKI9+6Mtrb+Des0Ptt8rc1trHoa4d/hygOFEPz/yca1OKjkYcxmOfOCDlQ/znL1/16eMHAkDv9P7tW71hHfjg/+XzZ93eXMWBKYyxkqZCCoyTzbNBMaalHMw5m2b8PbIKu9ljydjalaqO9Wu6zmPowIbKHGXqXTd3jkJrAEW3WT70V9Z87Xv5/inoss/8938c/PE3gq7n+RsJ6tpscVXuj77vdMoh+vScdXB+pnN/Sn9xxqHtTKeU19yja+7XFUGgCAZR7lf003XyPZ1LVkZPJgjUIKsQbO88R31ljrqAVddx7/fquqpKm2LIubVNEiqUkqSACTRJXg++fwJcnHnmUwzRIwz543S3KfqllFKA5iuHPVlwNbFeNwRMv375onesjRcvXxAM+lX/+MfPevn8hV6/faNPHz7JfyB68LeBWAcZPdkDEeMCKP4geeIMS/URDTmiq90bGG16Bku7bpk/l92T8QHgZIPwLRg7lnFFKeqgAtMqMGVGLWw3RUsq5sSgGm8u/5OIYT3Q0pqPoEJzP9TKuqm9jGsP3a+4twHjfrnvW7kFgr6ne9Z1BIGizUprB4Wibd/00sfeL/jAY7aNe5h9bn/HXOydjkPUIIPnpjG21tZ5FB/IXGdtOx4rBsp+RoGa8IhGFwwTrIn3/djAa56Azri3g2rMcP8g2nkE8EgjOifbzxr2tx03PItbwOeWDwJu5efyHvxcIOg5bDfaOLjvfQGw4zlOQptTirWkO1eCV8KXHUGdEwI/Fzw74udez37SkyeGZzLP75gTZGpdyXur8LstLkXt8ghM3cfHPEkuPsJf7oHF63+54keFjx549MCjB37bAz9+/PAO40Xp1rz2eKnFhpCiX42g30l/TOp3lByqMTN7kwTkA9evsaMSpCsNkMdpjBe4eH1jl9/vx5W/Q6eop11goQmaNMbGmE2COZTnaixUgB662ORFZdhozUF8P46H2v5h3pExtHHp7pDNoaJ1DWE7QPeS24x4zCM+VJm7lKzH4LKxwTQQup3Nuhm3Nx6FkXa5qgCVTWDPwamPTWIv/zHC2DQSkOhjs9gpDl+polAaOXwPbMJ8GB04GA8cpnxQDRNDwll21uDI1FjLjRv5URXluU3OWCfZTmEvFHUkqhPoOLl96DTh+ef+mLBtCjxpB34YdtTNwAZxN8MAPgYfIKOOA/gE7OhsZLwjWAscGxQ0hspAIcaC1Ywjp6LKgbDvq1YrB30MK/lQucLX/vsjhn61Ut/1DdjAV+am5oI/kshi2aI5UtgRlJSgaTsNAAAQAElEQVToy3Ltm0K9atfJNI20I3Bwe7PRVw77H99/0OuXb/Tr85cc5H7Rr7++0PMXrzjMvdOnz18IALFBZl49PLRK/mmTlxRYKZEy7HQAQbteiAL7BNu0qwwWS/YDG95aaxyClTLBqZ1u2XxHsITDpr994DnYMXcODsXtHY1RmACUsQRx/8gcjhGUG9mlW3ZE2Nj9Cto6dgSJHLCJAwAbfAc+3MeI/pyxozQ/VfxcMmsP2IUCxZIeccSAjoEg2oZDwcYHBNbCAN/9GehKk22knTGqw74tcu5rHzhyW9bYaAF8ET2YFgchejPfSzmjq2TbkpTAybIpS06sBa+jWpnjvtOqrvFlrxVrqiMoUblnXZ+RMwhdc0P5Grg/mk0b+Y9A315d6+r6mnm/0uW3S339+iX+Boz/GPS3qyvd3t5oEwFBLGPM1oGpgX4vo0UTMWGIEuOasVQxLauUqrw/+PaqrI/a1Yahuxlyl5Vzg1BBtqht/Kq+AqVj7ReWwITtjJMx3Fzf6JZxbgiE2gcjMxZtLI/PIshzehIBn9PzU53zab3/hx7/z3Anp6daEQBan661OlnrBLpf9er6ZmMu2FSSCvNUjAOyioNAXSH4U4FO/Qrgvux4DlSgZGTcxpg2IMYn+Sdiwj5DC6NOMr0HF+FEOUEcQTI9t6XmkPZtDiyLZiX+CQDTOLHIai6CoR331YbD8ReeGw4KvuI58Uv8geh/8Mx4rtevX+v9x4+6vPy2/6YYzWMMHkvQZBkQkEXuCsA0RdLIcppncVlfcAU3Ery4L7hPxqCRNabSLUNPoYEBdDdFLZ02bsYGJ4PpbDuOgTVYo5wYgwEpl1sDeK0MgU50Uxe0/thlcatyGzSBslp/lOg7GxCyXVQqLpfdaO7OdV47mTkymD6GzLqq6Km17u+fDJ3h5cx9hr5FL57Ei/a0PdnApah3Rp8hA3YxwHQAmXUZBB2VP8pCSzwTB96fA8F+f4A0xHtmhw2t3n2HpsisCz5JzL0h5h9pyzWwDFNhtG9DgfXRxHbxjhh4Dg/zB0B+9nlN37CuN7dbuTwQ3HeAfodcg0E7bBt47keftgG1UmFaElSDPI+9lE7+5tXpKcHj86cR+Hn25JmePnXw5xmB5Kc6OTlT9TPbc1GqRBuVYo0BCh9mdD+m/xMeePT8/wmvP/b56IFHD/zQA+29453bFFu6EHQxCB14c/kY7cX2xHHtj+n046pWs39SsmnhBdhegorXVxP4A3kbGIJ7Avp30izqA97okXPqsldcNrDbbwoYb2rUD/P9ECzhgiHohXDBcL9s3p+Fib2IjTcI+vfaH/psLY7lGdxxMfwAw4I+FeMTSkedHHvioJddjFSYPwMbkrYx6dX3K/V8Er5en2odeA3vBFgps7EUs2wLJvracSAeOMzGJsmbJTZpI6Pz3itsQFY+ReSlX3AkMh1dtn1fxCbTtLEUCFOTvIGtuYCLCvYWH9axp3gDFZCUOEglDlwJftAuLyDZkgAdXzb2CCboGJ/xDALbRINphnis4S7dhOAFER7I+NiBmK7v4qDedb1qX9tmsKzUsxGsjMeQa1HOhiyIGZLEOAQLxSQTKcbbZE1XxItyytR7+icNBFX8bZ6vXy/b33h5844D2xu9IPjz/OUrvXz1Wq9ev9Hbd+/jJ0Bfv34jCHCrLUGOHQc/BzaEx8IfZMvSUkqSAPpKCSxfCzZ9FyYaGlJKLLmsUgpjZ/yMW1zenG/YgN8GzJ/AeiNuv+NGukYqSdGfvwGUZNt2rLed1x+27pC1ze5HXDTTRP008wfWp/uIDT/9DARiEFMuRZUDed938j2Qc4XdfLgEgVAvHwI22LTlEGE9Duy4b9uxAMPkbky0l0zbnh1tLH/LYeOWT6C32LvDrnFeRCNdmbb+icCMabkONTkObFnZviYX2HT2Gon10qvWteqq5/4EVzDl3nXZdVU5Z5HR2noU18ihxoedDfbc3NzK34yJT8Zt49WNvl06CPRV31g3pm+urzgk3eKDHYBnSdk2hrY5oxs6mgsN4foYyiJKM8ohiAD2YJvt8zd/jHNmTRg67DaYLozDYwmoctA6F+qpizZCD9pagg6dRaVW1lkD3xMTk3h7c6MIaDFGj9trAoO0PFcyOiu+7QN6OdhzfnbGp/cX8s8Dnzx9sv9m0MnZqU4ICp2enyC30orAjtvmkhTBmyQvVyCpcO+WnFWZzw7oIyDUacWaW6DvK8+Gqr6CWZO2oYOu0CUgq5QApjMBEmoDkpbLdwrgxcdKjEUIXuoTdPBcH7C0O2DLZhTnUtCdlfg3sV63rBWvhU+fPso/EXz54oUcDHrNc+T9u7f6+NlBINbJzbWGzaCRgDOLxe7dK8+mcpaxwcW9QCyOxmk5DFLoYAGNy2LCFtOtiADJ8tZqnbm4pHt9RE1jUp2pDZjZdma2XQGVIrXMU41yQTrBM8CnZEUHSu1CthE/zheRaJvRAqP1m5R5b2WMb0DZcyAuy4HcbWtHnht4PR2gso4Brxkgz1CNLc94MpiBuGPASnGeHRlAmSKuhnByYZ4dbDDnGKzrWJ3tW3SbH+W5QZuvUQPPnSGCPztthg2whbfTMO002YZZ3n+kXV6reXkaGjfQwcBZ2nYudY1lzkIFje6JdiNrJ4L2lBfslhM2RX3I0JJ6EkuPe4kibHL73P7tuE99v59EQOeMIPHFxRMCPs9m+Enn5094ZjxR+7nXWqvVSst82G8qWSX+GefQPU8I9JLMf4guMA0gUs7HcjAe0z/tgUdP/tOue2z46IFHD/xbPeB3UbzN/Kpywb0lMgNoTqNfnAEzYxGdiw+iuyoeFLnP/OMPyzB6br4Y8z0Oqchm0YfQQ516Ixuy93UG8+EstQFbXYYOHJKmgvjD2cMtPJCx7RvQ5M0EaE6LnXNxQXcUub2OZ1F7ZYt84GNdpg1Rsc+sNmfGC2QK3jBkaAtkdmkuxwGs9qp9r75fB6z7E7UA0Kn69Qpep7aZRBeNR2+mONzufGjlUDswyDGAyu+MpU2mc6rcJ0h0HWiftSHviyFNG8vbxorNmQ1y+wmbbSnYs2DoXFXTArRKR2CttBeHGR1f2LsU3f0C7PxiBFFGxuMyL2Bp8FuYhqTQIcZQOVAGdPi3W6mu8KcxgYfwaWzSixLjO0CSHrLZ/cLP6DUU2hYf+Amm+LAodGAyB/Yh/nev9x8+RdAnfu713//Qf//jF/nnG/6Dz29fv4vAz+XllW4Jiux2PFtYQhN+miaOi2OSgxs75trYfhhNA5PtCGCmUsb2RMkA2qdJE4HCaQKzmnNKKmFvVcoFzqQd9Rs+Dd5sORAQlPG3a7YEa7asrcHAwd1ryzZM7nfpGPs0X41PH/QT9oFRju3cNsiPFOyTfZ3bpaRcKpv5jrXdK8922afKWZJBonuNNDbsOMDssGnHmt9ho3mYxBgRR5+AlJKUMrxJ9ueA/Abf3t54fFvtGOPA/eLFkRBVXJNGDkGhD92iv2ArKWeEcgY3UK7QVV43lXnvukY7WNDVHn7PmHpVggsZHwcwloweg/t1/5vNrTb+VgxBkQhOzd+88s/j/D/hXF9+IxDUwD+f2iI/xJhxKEq8vrW/mq/2RRN3BWhhZgNGwhjIs8dibGAcLnOPFLADPR6T14t/klcZp+fI0FXkC33mGUItfgosZfi1og//5JI5byUNTOQNwS7/5M1/vHjDuAfWnZsU9HW06WqW+6z2Y9/F8+/8yUUEf3zIOz8/j28FnZ6d84n+mc7OTzkEnsp/PLpDvnRFhQAQ0yb/T4wpSxm/m1ewo5aiWqo6ngc941n1vVbrXv2q14r2q66T+b1xnem+zrwa7eqsJ+eslLLkRZQm0KS4QCSxAFn1pgxSoqS4KMf9seBgRpbIs+3NGTtz9Of1ZSg5K1PnwOm3b5f68PGD3r59o5cvXuoFwaA3L1/qzZtX8v8c9uXTJ10RRLzBxyOHa69rzSsAi7VcptEaxeyCKYhGkpMEWAZEbctDFfeI9S76Rz6MGJljg+8f1w3R90BxgRF6BpTcWaKoJrk7MVASvdqWO5DgHwMtlnq5WSsj5MIePFcBaM+5Ur3oTtAGl4/4sh7RPkFBk1OI1LLGC51L/3uMxIO0+zBQr7sXHglvHHCbrTv+WZq0rlsp6ASdwkLtL/qZOdZptufDczXE85BnIc9E0wMBdfPl9UnAJ5qFXmFTtCSzJYYdPJ6Vlg2gyrKglizToOVwIUZk3f/EmpkITO6wYeI5a/CzfOQhbkA5aWSN0HfwjNGBUTGiXLi/uR/rSt4bnToAfHpB4MfwFPxMT/ff+OEZcXKmnn1UPE887+hRySgsgDHIPCMD88aCgFrqII/rXTyCbPmj8iP5r3ng2Ov/mqbH1o8eePTAowf+Eg/wBkMPryVyNm3kLR3Tfgk37pJPvPScWuuF2/C/8qDb95TQQmoaH8pdaaDORvDytT2U5mTmTB4j2KRjDvS+V+g5hdDBB97T8s5ulQ+It4qW76vZ0AYnXqRZgcw4MpstgDl71Ap381n8LtP2AaPHzbbC6ViAquPigUaZR9Xme2GbA3BYXjiBYRkbhb7I4JgBEtv+BpqvNvIwadlYeNBAKYyfw0kctmpV5XDSOxjkbwGxiVmvz9j0cNihvCKA0XXtkFkIPCiVWT9uYhKsf4GlItsW+gknG9N/nmGRCR9FQzgeiwEyByBNu8ycBXCIyjmrBYTYPLt8BBW65kJ9kQ/6ERwq6OAQVuAX9CRkAnJWyVl5BnFlIBI8zAzyT2W23UA/mf6qfWroO1UOdxkoQIKXcpUBA+jCPTdI0XGjtdCBXcLeVFQNhfliLKEXewfWyZaAg3+W8fHjR71+9Va//Ppc//3//Uzw5x/6x8+/xM++Xr95RwDoi775Dz2zId957mLt+LiYYjo4U80b4pFgyKQIBHGzkSTPaUpKKUHmhsVlHRaYYQosJWzL2FmYA+EXutNAUMVBn9sNhwKCQFsO5RsCDQ4A+dsyAxv1XQSmuCPQQ+JsS39SPE5cDptQ5n5cZvjIILAk7FnqgkXzlLIc+OxWvcp84K7Mhdd/xk7FlSP3NA7oHzlQ7gjebLFvxzrFLPpBOVKoVEqRK/HPdtiuHYeNLUEfB1k2BFkGH1QZ0xjW05CEKnyNb+G7fnBj+LiIXLiqzXXORQX/xdquPQf0Xj5clMz6Lw1KB6bO/D5wWxuKMWX6wW906IP8rX/+cEsgCN+PjGtvEv17fA7K+Q8oO2jin09tWCMDY2/PtDBtn2Gh8r50l7D/GsdSjWJUQZTiVvBtH+MoeaZDGzS4ZGSAjGxWlQJaXdNjGgqHZeQ81hx0UclZKRFsZFF4jd3cXMvfiruJcW81Mq/RGrloR3+BKde+coBb6fR0zaf6pzrjk/7zJ+c6v+BwZyAgdHZxptMzguUnK61WncL/BIGS+08SSF4WKStwoa6Uospa67qqlaGv6rtOnTHPhx5e0ODe/K4w18wjpdk7uwAAEABJREFUc9y5bcmq6MFE9CcdX5MnkbEGNk2l+we15OXK/CKiibEL2pDEPwQzUHJSPDvpr69VfaXvWqKvHffnt2/f5J+Rvn3zRq9evtDL58/14tUrnjMv9f7dO33+/EmXBIA2BNxG1gtOlhdebhZEHjQZSTn+ibyB8wPfVOM0ys0n1AEc5kfW8sgzJLDpGQbu1T3P9Qu4ntauW+yyxoBwKNaAyZWNgUpgcKEzdIXXygmZBQp0xm+03NcflWmX7UN8m/ff9jmSFWN0uz2mDnpJeSYQoR/Lzow98l1mMMPYYLePHi1DBXvsBjiWMjQpUw8BtccdQnvc9B4aUIVe5oF1hiS81sdAhf0fwPxv/L9s8ey4YT34/tsQTPazxIH/HfPkdRjzgQnLOCFjPRgfg+sNx7w7gvcqsQgb8QNr3X2M9NcwNdgZlVhufSPjMLa+7HkCaqx939cr7tUVe6C11v6ZqH/qdUpw+NzwVOfnT3g+nOv09Jyg8BnPjTPVulbHPqmUTiWgqP3L0Y39GESmbIgCGUVy0p6AdirOAto8BPmY/UUeuO/tv0jto5pHDzx64NEDf84DfqH68OV3k19Ybm2eDzJaXlTfYUsdg3d7x+Xfp1OItDzIoyy4ZInNYmMnkAHkt6bRj8AvuEX0BzKjB2vgxbyMeS/60NP5/vCO9R/TeyVHBBvdKPGSD9GH9IfAktn7C/3bGPM9CoSO29w3VrMMYkvChuMWIeGd+lIvCZEohc1QTR7dJIrfpxjnIu1qazAc05SZn5KzSq6xaVmtevUrNjsEgdb7n4Odyp989QSE+n6l0q2UcwEyyjhcYkyMPTAZ3OOUWTfHIMq6c+1XwJFvsmJpGQXk2GR7E17d97ypruADVGSA2Lz5ANOp9kW1duqByoGqsiHrA6pqRz3QcbgqhlqUgJJzjC3nOuMwQBQAPXh51IZ95b6QYN2FifFPcO8DLLU+shI2pFzAgG0CFnv7vlMf387q5bHlXLXZbuWfcr15/4HD2Rv9/Mtzgj3P+aSeA9rbt/r46TMBnyttOPz7Hss5oZt+EvqTcRYMybZhWJwPmdQd0Y4IaHgjDZMq7a+EjkQJTB5PJdcvoOBIuWTWln1dlVIO7kBAxDY7CBSBHwIRAw++IYIhYwSIXN5F/4smcSUKyWdXYAIk23f8fMRM5BT9mBj3VFIuRT6sr7pePWvZh/2MfTlnSUBgxTq0nwwDNgzYN2LzDhsn/NL6SJLHHoi2anaNyFvO43MAyEGXHQei1m5ZGPbSKOs3TIx75JCisDUr7GGOsoFDpNd8C+40P2bmPJeKnCGz7oFaCUb0qqwP3xMhk7ELGLF5iKDUVv62zy2Hso0DQPDky+bQ9zTttCVIcvXtStfL3wEiQOe21hGOsfyfBuyQQdhs3MaYPQ5BA9REnUsQcLJKzpBtjPZJybQFSFgAjZTbCd9nQ6oqzElObpfCv8OwkcfrufC3mvx3P2Isy2CYEpJE2ZiWqviy+hnIp/3nTy50cfGUT/qf6An46VMwQaBzgkBn/knYyRq/d6xx+mauMnOmZIcC+NN6F/A3hErB4pJVgIp8x73toFDfV9Yk93bfB16BV8ylcQ/ueFb5+VWRLyWpZEacJIYL0Jdp5tBdQ+oh8N2XJbU2CR1StR2lqKtVXVe1wo7VqtOKgP8qbMAe951L+Nb3we3tTfxU8BPPmzdv3so/CfO3gl69eqm3r9/o3dv3+vTJAaGvurm5UVtrA24Y5S98eNqylmuh7H14RgZIyy0opFjH3DXM6wQMGpcAj7HrDKYN3E++pxrQynUBmMFcOxmocRcN8KkAEij/QSjIpQegyPdtRlllnnOulA86aUCiLAUmg6CwpNyIWYKCGQtQ/GGy8+6Cx9jAY6ehJ2FRFdgZfCdIUjMH223/XcMshJ7wJVrpijzmY8DvA8+6jQM/gIOBEfzheeNA7Jb31I7n6Oj3iZ3fVEUefQZ1P0swjsCCcJwwT4oyXqJAMnsGrMLGgb4a7DRQHgOwHylMJ2/J46y1U8d7oetWrP8TAjtr4Aw41/npBQEfwxM9JfBzQWD47OycwM95yNba47OsUsKgpjRyl48gSGdRSWb6GGBFKuQGUFQ7g35Mf6kHHr36l7rzUdmjBx498Fd5YOJlpWlq6iaQASQ2eoH+aJb+qOADcrTNImupvW+PxfJxYaFhklopHbXZM3V8Hb+ID3wG+13FdGfkKaVZdxKkpKSHL/NT1CYEUrQypb/48qYDlcwb6d4WB/7vJcZLinZo2kub5wIeMWowM43cV2Me5/b1Ags/h+6WmUc9u6a8h6qOjUxHIKj2bPw5BEWwYX2iNZ+AreMbQSfy3wuq/erosIkvUSX8GvaATe8B/cFyl0fgMVr+iBVkE880uQ81NlkVgfgWkDfVHFy8wa65qHI4ugsdNjZ+z+au712u8LoICplX4btNLlU10R+HocIhLgUwKPoixxabBkXZ1ALNfs/MhFsbtDpkoxU42oCjTO2YhHADik7WoHmFZsaSM/aETdhcurA3bA2/rzgkrlRrVUb3djPo8uulPrz7oJd8Kv8rAaBffn0J/VpvXvsw9kVXV7facuD3WrHugu4FUip0nbm3AAwZiXAQx5C/lbKjwcgm2uBAS/wKyzfbAuJiOOQtmTa4BC74s+t7VQ6RpdgHk6zThwEfFLbbnQYCK96c7zF97giK7NwvtkS/1jcDJmKrCABNmixjMHOuXxBs0ZxiUkpZBVscAOoIcvbYU2sn+yIry6YVJJc0YoNh4CAZ30rCdzvoHXZNTJ5tsiyajdRwCnqk4x3yG+ZlGLbaOYAUwQCMtAuQmhjBhC4fqC1jesAPI3IjfdMFUtmWyWsz56Kce+UKZOadGgE5Z+Sq/POpSn07iCDDvZBpYxkEOKCN2tmW7Sgf0vyzNM9zSlmeSinJvnRA7pZDuw9ut7cbbTm82b6RMeFxhV1t0Wu58kLscdpTx0QOWxkTeKFLcWt4jEUBJXJZBsqljEyey5a0XLZiZ0ABsuu5Z40TdEpey5O2Poj62wceE4GLjf8YNIdUD2FxM27HPyg0g7YZ3/V9R+D7tB36npxHEMh/E+j84kIXBIEuCAKdnZ1wAFxrverVdUU1vuWRZH9OOCqA+ZwioD8GP2Gjx1xLQb6or8xdV2hf1XdVK/pdcb8s0FPuuz7qOuQq7UrGCwSBUkpaLmZPLCmKk4KGcrUljCmSJjk45TLNWfNZFV2V8XZdpY8OoC+eMStsWBsYm+kVuMeWTOMd6/nm5kpfv3zWOwI+L1++IuD8q577W4bPfyXw/EL+ptCnj591+eWLNlfXseZG+1cS1jtrGD+F810HjC4HIDiGGESagYmGZ/mB9eh17Ptz5L4MTABi9D0VMMkyI3LBi7qRpgMwUtfw6D5n0NIvlslAd15PARHEwfJcw2d7nvnM4fH7KFPO5uNby1kXqhhDS3RHV7blPsBuIveIGDQ1C4YkhR7wbyW3ONQvJVtzDLOEWR53FKMQlDO3DCCzzxYeziQt4xiY5x0AjvtuE/fflsCPA+Ejz8QADCfhbZRZUUAiN4COk804huO6sJVKUpCuMw22fjo4so2+vBZc5wqwU85JnqPMPVCYt0rwZ73mnuZDlvX6nH2PA0AXOiXo85Sgz8XTZzq9eKaLs6c6O7vgGXGiFe+Tjvun8J6WihqAjo2yXTkyV8zg8kzu0aG9xcO2vZ690CPxF3ngoRn4i1Q/qnn0wF/hgUcd/7s8wMvUL6h4gx1GPsXujg3cgXWH+nHNHbEHCukB3jFrqedRycvSNQvH9B8DtwBQIbaneuDi9RxcD3uhg3GcRfvGQNtMJKWUGv27OXKWBQnIzni5ZuDHTX9ozQ+btBZL/sdn5o4kze+X9x1SR2KVIEEyf0aQDCzGBTljy7q0QCvnVhwzeky6vEBVZkOTa0+gwZuhUzY6Zzo9P4sD0ekpNLAmMNRzWKiG3LORqnjS3mw63U+sZiaVRD/TDN7futb9ijZ3oXHv5pYe2ehbD0ruVlpDxvZjQAIONdgD3xspDCSVBvNhrbLxi827ce1UM/WFTX6iHYetxJpPtBeQ0RkJOjBZ4yWoY6AYybXHYCa+of1IP0K3PEfgRP/Zhws2kRmoHbZwAOv7Tj2bUfvYvu6x0dAO+kW+NpsdAZ5rffj0WR/ff9JbPoF/x6fzHz9+0dfLb9QR/CEY0TbuiaFkpZRlnyRsMS3l9oRhIbFPjiBN+zbL1GgiKeZTLSXFlRIEaYIxwYngENhpQltKSQVfdn2v2rE26GuEP3LidqDBEMEVygOHSh/YBiZ44AA3wBt9eKbTib5loB/5gp7gO4DhOvdltteIsW0xDkDOOOPjgs87/NqvVqzrlXJtNpWcETGASPYTZsRBxoGcHQGD+OkCNo7oc5+IzSkppSSRxOW+LePD6dbfnuET753HQjuvejF+eQG7A3gxVvQ7yDKN2/nAYi0oIyVsq6yNiq0dkHNVydgKlsCqIOYSP9faRyDBshUZuCERXWHDQLBtZ3t8EKNv+7Rge05FBZwYhA9oN7e3urm+jW/ObAgCDdthtmvE8sXLGHc/5fuMQ7lVZZWwKFORY/1BgCN3NkNBqigqGEdgOHts2pKYYkmTDTIoBWTGgrEeouz/LYfQW8Z0c7NRBB65Z3Y8TxgY8qTop5pgenJg3x9+Nvhvo52enxIEOo/n3/nFuc4uCASBz5/wLDw71SkB8hX3adcXlZIDMmsuZSnlSfFHorXTxNqepkGCTl4LaRJiKmQ5Z2VwyVkO9HgeO+be4DXQ1SqD6ZKzoh/kU0roN0hJ7bJu0w23PhCjryTPdSngkuknqysloO+qDCv6WXUddKdV13OvGHdRzlbCgvK6uPz6VR+Xvwv08oV+9c/Cnr+Ivw/09s1rffjwTp8/f9Xl1SU+v+V+2uDuUb78JZTAzgywR/Qi4MQcmNmAoeKXRrsixCKgs9M4TOidAo/41joMA0LGB0CGNT8AY7Qd6ecIWCw0cb50RJ95DxDK+6BOldeFIedZxnWAeQvs65AR68CKGSZDOOqXTm0jxgRftg8rKJAj50YPAM2CG/qCejibu/2+0hV7gLCNs5EjtPXuAcI2BoRVtg6VGEGVQPh/ZB52wMBcb+Vn+47nzBDPzBGZiZZzO5q2lOEZGj90UXEHUwj9R5hGSLU2QThz/YyNYiiMw3NWa1GtnWrfsZZXWrFvWa1PdcJ9e3JyRiDnnIDOhfwH3589e6onT4BnPwU+J/Bzccr9fnKunjYO9qy6lXLtWRKVe7BKudClAT+2jnnmmIYdZTD7LPKjtNSb5baA9ZgNZADFrgyIYlCP2V/pgf98v/6Vo33U9eiBRw/853tg/zLzS7O9PG305GyGY3pmyfvJPf1PEOl+G2/2zMtpeY0piB8+NTFcy2Wh1DakkLEZQp9fbKbVarS/aOoX/b5sgnZGD0KSUkoBSuKK7AhD/iBlGuQYiGR7GpkflMYs+LinP7QAABAASURBVC2H+O0UYpEte5Qj+cY3I/YC97uLsmd1AUt6/hs211TTQolDsDuZYtIpg51bRozPKVSaiAFmDvLaX03PUmybsCjhEM9Pl3t1q14rPt1an5xywDnXmo3Q6elFBIJOOfCs2RD1/al6NkPeYGWCKuHQ6DiyUDl6UxsgNoL07IkG2f4QmDP3G4C9h9ZUhvzS4Bgzf1Rb9jtgHM0Wambaun0wblCVOehkb9q9QWTzlY3hVXDQOSu+FcT6T+KijDaIu8m8YxD2j0CTSqAF7OcmGesvVyX6S7lTTgCHrrZJ7dT3PbBSz2a178EzVHBlI5uxUUIf7vAm+/rmlkDPtb5d3+gKuPXB3ZtvojIpZSXGl1JVgna7BhwPqZ+U9jaO0P7CAtPFehk1UNhR2BFAGFlzDn6AkCcltwOz9hTQ8sksA/W5ZPUeF+NUpj/mcgcM2LabdQo5iTrRHuVeLzuwD2vGdN+0JwRIVMngzHWubH0iMOtCLNIYeVJi/KWr6ro+oPZVFf+LOVUOIY7k2i9JnrqxVgfs3EaAZuBws4O3o9uJLluPrSX6rSQliowD40bGuCXYMvgQFIGsHW2XNhP9GHaaOLS6j5BDdkd5pK19bdsy9mXszPjPQdnOtCr9kKgjl9dShu/x5eyDSVFmvGSuZlD0haN2u4mDyY7DGkA/rswpKzEvadY1YPOGAJB/vuGf+tzGN2a2tBmwH2/aNqxHKc0pkztlZwH2QRCRBf+QSUXK9GWACtpYIUNltFqyAjur5Bxy5G4eXbeec9Digeo6xGa5tCig3mMetSWIdX17I98XDgANA8EIAgGLIJqiLR0uLMpFvs/6fs3z70zn8U2gc134b4BctIDQBfj8/IRD5FonBID6VafaZZWSlUsKSDYHYBa4pwbmAMD/E+uCBSCxmgzczUFnykyJaK6Ss0op8t+uqtzzXUCVcaWPwvOrIJjpJGUJJFbgESiGFD8/o7IYSmLt5wboq6UowH3NkHNSATLyNeeo75AzxDNRXKwF/6+Dm5sbXRFo/kIA2n8P6NXLV3pOIOiX//5FP//jv/X851/18tcXevP6rT59+ISsA0IbsaBQkrEPcB8AFGXYXmPobwjPsX5pQAWDJHdyddPh1TAGGfeOKwwItRqIpihUjPh3RN+ITAB1kM7nerdymwWaVc7DOJswQ7bNR+B684zVsqYElSM92Ejj6JdO72DbZWlkjRa4V7SKpeo7bLPuMzFPx9DMsuQCbjHTFnRxBkzEaizGiMVWGFELq/kLocHA/TQQWB14Xu4INg88Owfz8HU0iGzuJ+glW3gLXvgPY/c7cs8HRoSuF5MCmx++z4lxF6Cq9p26vldH8GbNnub05IR7mn3N+blOz31vP4mAz5MnBH6e/U1Pnz7TU3/jBzg9O2/BotWZ+rpSrejJVaV0ktAfDs3QBtCcdsF3YeEbL2C+oTj7MTzW/Fs94Nn4t3bwqPzRA48eePTAH/NAe3XFW5VXGa9dyPnQsFRZ0cwyGeCyIQp/IEv3Zb5j0Ps9GZ6UOV5oEPeq7hctYQg+G4poB8M4Jwi2p7BDW8hE5gEYovBwtveB7QXYnCZ0BUAr4Lip9RnMS1IkMpsA2AZ9dy3y31X8gIGio5pmIjo4BMZOrTHCnyMbvEU02A8bMIugI6gFR4vgmDJM1gfh/ZU3QS6GQGSMc/Zw9sDNi/4ylEEceBuGEQlVmDzOtgaLLKuw2fHhs3J4rmyieg5EfX8qfzLe+9ATsFZfAQcoYpPUqdaqnNl81aKaC3QCssgCvFHOorwHPXDZKtgeoMkFw/q9dKx5ofdtYNgd7j/swNYKIxPEytjq4IBxhqdk4bR4MayV+XtlC4Gca5c6NqAuypl56M0zCJ8k0wk/FfsIXA0rVXzYG/Crv2W1jq+kn6hSrvg/swHNuaI2M1+Kw+2NA0DfruU/3nt15YPuloAFDvPySQVzGyRoGmJwYrlkIDU6uWzgkQNnZP3uWFhjBA1YE/jdBwDYtLFShI5S47Q82KhFpbwGur5TKVUpEYREwcDBd8fhYBeHYNogSBwq9NKldpYhOBT9u1/KSIVaCcXiMg8QrZzgSOghk2QZg+LK8IsPr/ZvV9VjT4UWh2cL7JztgbFyB4zjgP92+BY/EjzwN0h28OyXCIIhHza5mxlSSvTcwDIjgwl5fGg8MhaatTO/+0CBeRN+GKbW3zBsmdMdtVJGOKeCD4FclHMVmThzyEEPC1kls2xJqljNrDPLNcjwE4A4giP9CJ/ZluDSvyuTrZ5tt84dgaj4w9ybW/lbM9vNJnzh9qPHxKFuDH3u2WAthiT3KK4FQ5IoOWGbQoICmClpddAQ95JlFtYD9HG3i9gRzozJRYt5vIPHtBm08beyoIdhws8Tz0Cp5Cyc14B2bmM/uH2mrrJe1gRi45uP56c6Ay4uLnT65FQXFwSEnpzLh8j16Vrt52BVXV9UO4A1lksK9cyCJtZQA1Ydc6FYvJ6IBnnmMR3RpuSkjvYVPR0O62pVrdYLpuxnVslZ0QeNEkMBKfSiKzGQRB8JDqpEE5Z9RkdWh85awIBxAEIFqEBGmemSsyoNDSUXlZzxkjRyj47cG7cOAH37ps/+Sdi7d3r9igDQr8/1868/EwD6Wc9//UUvXvyqd2/e6vPnjwSArrRhbY2soSzJYzAwCqG6rQYmwfUGJorOEIRHPicXRkZHFWTIRWmuNkK/kQGRqHULywbgl9HrGblxAUsh3OTc8o9AWI7dDR9aoIiCdQ/Wz33TcFt7Y/R9oN01o6HFkktR+I0sL3UQ9h1GhA+N9zDLjDCaRQib5wZABsR8B8TMerWkcLvFJMaFTM6sOZ6bvh8q7/jefxeQ+8L7AH8Y1DD3ALwVAZbV6lQnfHh0Au5jz9Crr70yOjLtG+6w9xhKK4cM/FqRfwiKKmux5k5+ljdY8WxfacX70nCCDdH/WbPj9IxADwGfcwdwj+HJU537mz4GAj4XZ+cEh54Q9DnH/gutTs7Qy/sX2zugdJ1UOuy0XyouyjOAxDtud7dsruC3+W2llpeGHsyt48GKR+Zf6IFHL/+FznxU9eiBRw/8SQ/86AnkN/V00DWxWTmU/ioq/aaiu7WUjm0NGiNJP1KSkSHJewpvMjKbjICU5c0lmVz/EOi3LkxxdSBnseNNdJPM/m1AJCGZgSaILRAZ+K30G8PcNwsZMvZ6wYMMfJwd84J2x0DQCMbGk52Cy6a9BAxUwXW+gCW8UXStofFb3yhsRXLTQAYoHVIrH39KZZo9vRaIQ6bbASVXdWzGHATquzUbol49G6010PenWgIWgXvqgMomboHstoZcYuOWWQsyzAblZs5camOLAQcZGcVlnJRJHr3RPwU0sq9A6J27BXk17E0JIqnxKGBvsqEAJbU1Ta3L+CdXaA5nhTEWxp7gJTaKZQE2joVPILvVSiv7cIUf7b/1qdZsmtdBr+SNdE+wx75s/usV/kNfBbL4lw0FG4qUssR6ngBjcXH2U4BpBhljnbH5I7Kjoy7oEvQCkxRPmhHCB5QdDXfTyJpgNcL0YdrtqQ45qzBNs1aO3KWEWVm5FNXaqzD35u4IhgwssCECQGPYqJSo4sAhAOXuw32O0fckl2FLIScMhEc/5gVAw42RGO/FXLAAviq2A/93HWuTObA/S8ZvJItxHDfag/seCMrsCMj4G0D+BoltdhDE4zVYeMGmk/jHGgHFuCbst56RwMuI7yxjy+UVZ7vAI8GwgfqdgxLTNgIt/taVaGv5jI22NeeqoGWDMy2pHQGnBcsyBvyOvGwI4q62nSPz2OygZKa4IDNyJblNkg3f0ffAp/i3N1vdbq7lbwQ5MGWeYSSIMSLTAB2RUljWMnHlBtgPQXJZijGYDD4EiUpSkQeFWqMApIOfQ6kFDbD2aYwAjhvGcCLbV0KkaCkW6YRi+3jkED6y9sJ2+Vp0zph5ct1AVVNnPhZgr9fxul/J3x44OVvr4vxMp+cEhC5OdXHB4RI4A/wHok/994HiHu606jvVLsv3QNdVRSClJLWfhTEBXgvMjQCvB+MGUhL12JIN2FBKVhdQ1HFP1VpCX9OZlVn8DQS9QFKhv8LzqZSiCl7kq3Vm6mmXJPozuM9JOfqeZh58ZBDdl4Xd9tXotUsgaHu7IWB4o2/fLuPvA3368FHvCAi9IfDj/5XwzetXevf6bfyvYV8+fiIQ9E3+9tBAgHGecPr0SAVuIF8jGfNHvuczUheBqAS3dLcEzwzQQylsR+84zzkkt92IKYbW4jeah4DtaBZH8ZDNDUeUNthpiH52rQ/z557cWwA8WAcdf5TCANthj93Fi4KMWoSWojHzbk72bDKpOcqZGgN3VNifKDfIuSjzTqs8y2vlvUVAZ22Id9ep1ry/Tk9PCJyc63R9ofPTc4IqhifcI+cEUk61Wp2o493XdT1ruANWDXgedwHwAq9Yr90MPfh76Ar1IdvJbVe8S1cn6+jn9IR+Ccw+efJEhmfPnunZs5+Av+nJ3/wNnxmePNNTg4M+wJrAzwnjCV3Y2dcV90rlmdWg5E4Yg09yg9EYcp9czojMcLRam0gBHQNFUmul76Spekz/Zg/Y9//mLh7VP3rg0QOPHviDHuDFy/mIF/aRPBvDQ2k6kHvKvAXMNG38ZyF93wAW+4Pv+fG6usfG9rscHq85K6Egp6LMhjU2Ei4bUpbyAkmCd2ifDqQphkQyJW88G+F8lpuROQvs5fcbWQsZkKBbKUf3xnBa+m4Mjf1wnh5gWwHbOW/mYhahj6WiX7czuCIYEAdrKZDulUNsmjVSTfKBDhSjs0/cs8uBOfSM3twxRvMU2EoWMNe0ONzzqZWLo7PGM3X/UGwdJWcV5rFjE1cNbLz6dU8AaB1QHfjpV6p9F+W+79lE9Xzy14ELUPF5lg8eGZsyc27Q/goj5tJMB7rnD0sE38TvgOfityC8io7M2J3A2XZhn5OBIsiVCa8CObOuj6AmlVwARsUhK5eiyibVAZzsjTP+qGwoe3CPf3oOh2s2zQtEMI1PVNdA1Nc1vgLYZNeKD9l8Wk+7f4qk5sfMXCy8lLNwrpQSCVrJy0IjB7Udh48dPtgFnhSPFNaIgAk50WaSr9aGJnjFcpPGaMM6Bo/osL4ma/kGU5o00YikqENfxp6CfbWrsm3m7xw84AC+4yG36EmJPu1gVHlKiRHJ9QN92d6Rfq17VtyQlQUVBC1TA3RJMy0eFdDuuzAHHbZ0Heuwr6oZ/wkfuUPkxGgZITkFeO7b34LxN3+G7QZ7toAPb4yTfiNnzEhTEmMHKLhn0Wf4AdNs+47CjiCPxyvGouMrGtAhPU8cpHf4ZkKGplJOqj7gx9xjb65igdEau8mjFYcQYzEW3A03swSabEaeErwk9xt6PfEoJ6kZTjX2phkab9KOANB2e8uB/lZbxj/sthGcGj2OAPd6gNa3dQFzoVkp7GlQijkNnOuQ0Uh4INARMZcfQNGzM1qxlGgTBbE+9B5sAAAQAElEQVRkZul0B8cc7AbZvwNCI0DTWSYMQUckdEzACLRyZjyVtdMzF75PT89PdH52qjPAQSBjB30u/O0CDp7nYB+G1ycrrXg2dj3rjfZdV1TQYcisdy9VVr4Uc0J/xjEBjAV6AmygA0WIs2bF9GdVni0dehpUGZecVUqDjOKcNPs9BS4wasmqDv7kgg7oaJNUqKMJK2AEvDIA1qxwUJIvytgVdCNFURk6U21wncH8ifW73Wx1c31DkOdSnwn2vH/7Rm9evtHz+DtBv8o/E3v/9l37SdgVgaDNDf4e0SbFuwHbssGcTGba0BYNDEHlPQRjziw+kxbakwvhXjz/xuY1epnzkUANc8H6MB8XhF1wIGlBglAAjc0HfZ8wwqJRga6Qn7HbRJ2zYwhhZ2YaN0BVI+YcN8ScRpFKe8E0ZIw3sBl4JxhWt0DwlyypKXILwIqjjZ8faKWcs2nA76AA3vO880+A1fztnhMCLqfAev1Eawd/zi8IBF0QAGpw6p+NA+v1OfVnwIl8H30H8e6jjvdjew82Ot6H8I5x3ZeRiQ9OTgg8ndHv6dzvU/mPtj8h8OOfdT179nc9/elv+gkw9h9zfvb0mS4IDpk+u3iqs5MLrU/O2Lecqdae+wqYg0yFd7kKPlLFecZtCYx+/gI4Ev6SXL+AeYXMAHpM/1Ee8Cz9Rxn0aMyjBx498OgBsZPyO9v7MPZZOKTlEH8iHbVJf6LZkWhmSyjDD9rbRvnaExSyIcXeIrO5zDkrGSfzsjIb0AaUzbN+ZcVltEAwlqyNZcQvjTL/YNSBMv8BsE7YRpk+E/0lF8S1YMjfS8fDtOzdpnPtjFzfyJa7vIcfGfydKKOdO5lRqIAb2OvEm8so0zYwGWSrdz/4vxWs4RjMdXnGd+TME8GhYxgpz+Bqmmba1FLZMAEEe3oCFmvwGuwNWwtwrOTN3ro/ZXO1QrZTzhVAgQwow2BvuGOPPNOuCXDGGskByNJnNDOm+LvJcvm3pI4rj2hIjy/nhK1FuWTVxDiNS1ENIKBAUKFngxhl6Fo79UDtqat9G7M3rAR9+tjkroNn/xxgLf/X07Xvwb2y21b63ENlyFnCb8rGSRK8uJeylIocZE34SClTTgFTSvIzxMGHkYPZRIEUvGmizvJC3tjtAsP3Gpom7aYxDkA7JiZoeNZhfYhwN7IC6Urz5TrzQw1+K9jXMZaCr5hWDZzWBwIIOwIdYY/b5db/ZFspj/Q1YOsOPCI/YgPdUjN3RAfux+s+DJhraO5uKS2pyRfbQf8R/PE8MTeZgF0M26I2zMpmzIgZ807+tst2t5H/ALT/ns8Ou8OW6BQjaOvctkzBg7G3AA5GT7bd4zBNe0vgMVkMsw4mMN4xgLAr8uLiSamMb2qt2ges3AIR+WcGBuT2plNn+ZxZF143tJVpyxg8PgDLwoTJNgGxGFxvo5rLNMIf/JMpfwPK3+4gODUSFLJPRuwbGQtIQdMWteQteTYVWSsrCo2RQbbRPI9vkbAu08d6XI6mELlEQ2nGGUWG+JYi9U6tLXlLMcaYFsqyb4ksjuC9v1BZMhnjLkD2hIAVYP4C4oLOWTEX87289jcOztY6PTvR+nQNXuss8IlOwCfc7+vVSqtVrzUQmIBQv+o4XDKnJcf8ovaoR68ocYXRjAHMXMAImZIUbQpt6wLMdQfUXFRLUYFfGEtJWYFpFIEf6jrAdOCSlem83Tdzv+6LNasAeOAEL9kAMAYxJRPBH+qC50zwGrh+YjKH+KPb1/p2OQeA3r3X6zev4n8I898EevP6td69favPn/xNoCv57zJ5fWXU2aaKXTWXsA8rD/oz/VBnGfMRj7TQVEf5D2XYORosHHjSyPoYTRtYKEGDnQIsu8DYiBm1wr28tde+qZ8trWDqe1gk2ziWUd1TOhdxA9QiadI00CrCZ3BbdyaAcQlWjAk+smE8+LiOljneLT3rvedddSq/u9er0/iGzcma97iDOX6fEwRyYOeE8tnZuS4ungDP9ITgypNz8JO/yQGYAzSeAzIBT/6uZwE/6dmzv+3hSdDP9uWl7gn6FvoZdJP7Sc/8t3ueWPdPBH6e6sn5U53T/8XZE51h0wm2nWL3CTafOHgFVENdqeYV66wGkHHPZBXeEzLgC+ELVp0agCJlcgNon1w2mFHIFqAl7GXNZnQeA7XIIgD/QMN6TP92D9jr//ZOHjt49MCjBx498Ec84C3BsgkQmxHFDvaBlrH/iuyBysaK2tTofX6/TEXIgeP9Y/wALA/KBbN7eEBKs4o04+PXXFZiY5JS4R2bEaSOsl+KSoInLvhqkCjJFd6gACRcgaUmYiMqLsrkTRbigWTxPduCVm+G6egrCHO+gzttv6tdFN2tOLSBIt2tvVe61/VenHk3rf0477VzMQQgmgsg1KYkyktlsBs/xkoZnzfS9s9gHlWRoN16RKhhxSeigzfEMJYNbcgiU3JWqVVdV7XqevUcdHo2Vj2HozWfzDU4ZQO5Us/ByZ+s9Q5y1I45z0DThGoGQE4/Cmj8lluuwdKAEr3rD0NIYmu0n4fdGrsQta2rJUc2s/68PuPw7U/Oa2FDbOjAAIGN3sBYqjHj6wN6gjirGG/PIbDxTg5l/NKzGe0jSLYOvtvXviijK2dwzrKtHifEYhU+OpBhf2TITlQBEza3R0ZSSlmF+y2hK4syMNHcyyrwHTpRMuQZgxCyrOfchzrj0WsT2AcPEHMrzbpF5wlGou8YR1fwVVUu1jtpIPCzI6jTgkmjpiSpNRDdBTj4EIEfDuw7DNjRH4m6KW6JkCMjwZO7JHOyMuN7gA9qqapdr/Az85hzRcg/jRi5PwCWnqBgRhpZg0MEP/zNl622HGgjaDWN0Wf0TXdYFGXbbJ+4cdSRWTLs9zgYt8sj7aMrC85gz5iMOgdW0IhqZeatYmtlTZSMlMGCst3NWsThUAdPM5SS5TVryDkJRfIV+tHdhonl+HayY10JpJTkfxk8MX7/9O3WfxCasQ8b+2HHrTkGkJHujQQzctiglh+XTWeyViMVOgzaY4lCMwv2Pa1wWj0EKdPKeiCXRAPMxSEmQB5jgAWSM42eA4Q8r0hZCH5CV8E9WYIyWHtgbM2GmU/TkMk5qa+Ve7bXmnvbQSAHf05OVzJen63BqwgAxU9SzPezEHwCPvPPZMBrAkEdz4yO+fW9kQnSWHdKiTlg8ZBwMOt9p4lJniYwa0eMKxuQKzmrltIAPV1X1VVs64o6AtFdX9SDDV3t1PWVMnXIFp5nmbH4j0Mn9Mnejz6ILkY/I3ZImX5ykqJP5Ja/USSuO4Eh1tLotQQk6krKKrnIPhSaJu55/89h375e6tOnj3rz+o1exreBnuvF85d6/fIVAaH3UXd5+VVXV1e6ubmOn4htNhstgUdx5RkwyonSH0+jRSMzMQOTa9YY2Ot7wvXGgP1C5b6OcuPCdPNAkbl0B8JOMtIdfhQeboL2qI2stXP+Y3BNE95TUVR4Bt7cj9EYvJjpWcY0MvDHCAyZnZkzno25qtYe4P3E+3wFnMQ761S9A0GrM4JBFzrpjc90dvY0wAGXJQh0cfGMYNATPQU/ffpMT5/+TT/99F96RnDnCUGfAH9DJ+DvevLM8FPgZ0v9HfwTbakn2PMsZAkeuS0yT3/6e3zD56m/4UNf/laP7XDwx4GpMwJVK6BfnfAOABz4CeDdxD2Tc8VlVaV0EveU1PzSsP1i+CO8gqABNKfsZqFvZjyi/xgPxNT8x1jzaMijBx498L/MAw8/gsZJR5uB6Td98lu1v1V3rPS35FJOiCZlNoOK62Gbo4qs1WblTDsKxt4IZjaCOUspUWdd1GcluU6UXZf10IV13sFEFbQxG85GtZy9qbk/BCw51Lkj3eEc6v4I9aCRGEgSG2Bvq6xmCqNgklz+oxDiMayHbKSCjeqiK2SXQuDWq0nXHZlj1gNgqXvsB8e3jOqhSnj41PPYgQsbqo4NVceBJBc2kvByZc6NmXMJebrMQUOQGgfigeS6+7Bswm39Ag803bPutscWbGj5Yk3DlmNBUks5I+FDTE2qHJoCOFRFEIHDW8+hynRvuu9VwYY+gkAd5ZVMVwd8IthzQtnQ+D0HyIps7Xv0L1CVK5AbhCGM4u4Yw0q44Aywll3PypgnKcFJyik3kGVmIOLCraMALVeCALgH5TmhnaBDhmwEdqy5CNxwGB2nkfasM/ixxGm9pLCBQkJPLlmVsRT8lEoJ0Z3bA9aHBsVFXxL9S6F3RO+OPnYs3pGD48jh3QEJ2KEDNpIkd+aBQ2puf8DaXxk7CnZ4PXalhE0ZvzG1e5n7hA98DvrcxrdfHPwYZN7eZhokQPTrwI9NMdgc24mHNGHo5HH4bwkxZrdnhNLRk13ztBihSh5g0NiXMDBn7h9sNy5iPgEVkecAlB0Snce4ljaVFtCWFPNum2Qjo0VSSkkiictkDpxgJeyY4udSu2EHHjQyDgMEUppHQIcuzWhmmjODNWq20zSWGMEpwCz0AMpHvIWmLW1wixWa2su07scwbTwMcF9vYmRSRoJwO2PG1NpQg/rmMwi0ig5cjk7mMlL7oWX7E7/GPc/9u16faMX97eCOg0D+5s/pGUEggjyn8ROwdQSD1sicnkLDP4G/jgAQc0uwxs+Vwv2SDMm9GRgJPp+47ybWjoEFJYNFMhOWsbXkrA57fJ91tbYATwR9THfq+sozp2oFXnXuD7B8ySo5yaNGKYn+6Mf6hY/CjWkS3cj9yZf5YJdb0IiCeazzMezEq5QTa62kLH+Dx0FIy/s+2BJMvPr2TZ8+ftLbN28J/DzXr7/+qpcvftWrFy/07s0bfXz/UV8+ftHll0v5fxZrQaBbLUEg0Y/mK2yPbGY8hI7ksW6WGGM+XT6AeQAMcrqZACjakyNPbnoGGCR45HOadTd0MAuKOco5Ked8B/QXXvY/pmGzAprq1reY5SzeJ8Z+pvAAyblXBmo94FrXctnQ875yuSfws5rp2lHfnajLK+VcJaETbDpD14yuulKtJ1oBHcGWFYGiCLz05/I3hQxn/lbO78HFkwgeOYhzgGfwGliH+Qs+PT0nAAWcnMs/STsh2LMiUNXHN25PVMGreqJu1avrGpRSVfaQVXg32FceV8PiykcAGekhXqHGANqnh+T2lY/Ef4AHPEP/AWY8mvDogfseeCz/7/AAO455oH6Bm2wv81ETG7IRJvsrs49ggmaDwmZrAmKzBuc4TWYmcyxrDEQZ/KN0MOVHEuLN/+O6B2qyeMTGxifR9EBToqaVxRYTSgLD1MPXJG/iPVybeTQqmfdwm8Y9lm2c38/dx29K2eAF7gm6reEe+wfF35NMd9t9J36vfi/NqI9kj8hZ4nvOXAFiYCSIlpg/E8esH7eOGW9z7UZAyJJ5Lcvr0jtm+EsKvWRtgyzaNnA9bKM9WIdB3BeGcRykgJHiDOinu32bWFNW5HHM0PrCVsoLvXQcZQ5TGagBPZvaBn2/Ut93EdQ75wAAEABJREFUDTgANtq8Y3D9Gple1fIEQCptvLG2vpwrXVUGaYxhUQbrPngIxzyGatY9GMOnMGPQCSIppSxyCQwhtUwCm29QXClywTeklJRSUrs45rGMJh5AIzBxIDU2THHTTXPPyJNaG0V7+7CUKm+qHXjJ6PT960P4gK7RutAtrpRoTHLRaq3b0GQmjTA9NJCiQwRNm0dzEo3JpQUrLtcjqpQSduTY+Ld5qOoISCr8rQeuUSNryt/42frv3/inT7utdjyPbVczws3wD8h9mG87jSeMND16jA46ACOBrMll5JfE0sMC1iD5wms4wQEKdT6s16qML5u9WQ0XMBQy5EG3LCvHeqJNYMsn7ghqcciE7zFPiaJTSkkpNYBQVqPt34nx7nYEfxwwMVBGhZsdwPehtVsvXDxHfpQytAHUku0zA7ADGvOQLx0s+FAjBkYpq2DlQsMgTcyXsALMZExhPGzLMTZTHrcDmMN2Jwe1/I2mMWzOVAPY0tnP4TP7LtMFfOugjkLrH1amnJHzvez7f+2feRHYWa16rbpeXu+rvsrfhlzDOyHY42/+OFDUQ5vf9cgaVh1tOnU8HzoHaJjvUpJSykopYRtjYsK8libWTwAjFXSmNqUk21NLVleKPIZai2pX1XVFHbShGodMjnsh54R+SUlcOI0+IOY0yX93yFUpJegkxPeQJC2guCYpfD7d4e9lqBuHSfb9hiDQzdWVvn75ovfvP+z/SPRbgj/v370lAPRBHz9+1Gfg0+evuvx6qSv/jaCbaw2bDfM8BkS3d7J5wRgZ7tTJHrvHuVec26Ad/ZaHYn2MrO8BMG4VTZBaio1umo5pc3LMS84N18ApeGTyRQ3IswjaJ5cNe8ZvEu41gGxvY7RYdBS6M6SGRa+5Kt5tYAdtau21QH8U7FkdBX96gjmdAyjI5lwlGTKOmkHgPOumPgPW3fBKK9qfnJzo5OQMuCBYA5w0OAEf4Jz634JT6g3nWhHgOZkDPaZrXavWE2DFWIEK5Bq2FmXwApB3ygWG4VCfqf8xiFpDAS/gcoOWu3WjUP6Y/kM9kP9D7ZIeDXv0wKMH/i/3gN/avEMZJVTkfokP/p9KvOlgkzexeRKbM/Yi1Ldk2Qme6wyubzXk6QATZKS0p6L4ffaDejZ/8s7PDeJJGZlLUpBkpGDM2LZhOhsub5EEjtqWeYPgLaIxkFKS9bSmLXdbCzN0I0apPchtdXRhdrgHCUgqpiZhvZRamkD2FmhOCRy9RUbhd9NDgh7p/YbuC74ny+Bqs4zvgJkGMxfdtqr5rDltpi0SsMi54LYAXbn0EDQ/IhOVCDYGJWhy3M9BCjrUguEd0lyOOnmK2FBRcCPQQU4ciheGscG1YMtGS8qo87r2iGyGacUgp0UiMK3A3jgZWr+0Pkpj0CO+/R5284YcGVLTH0S0scbQT5ZZ0/dBD/AqPB+cGnTq+07eKPcc3HoHdhaIQNCK+j6gsom2bMjUXhV5t6u1KrsM5Ay9gDDqDoTJZOaDSEFlRgFQJAUHzBhJvl882wax/lNKUsoil+bcOCU48AWGMmsPsJT8DyKFPeLOmoEbzT6fmMAG3FPRmeYriabylbCx5KzCodNjLow7cTh13Q5D4zDLHLZnl7kz7PWha6ajT/q2LIhz5tyv62fApIOdqLIcLoFqKTPeQv+5FOVsqIJwUl7+ZctGxjpS+9kjQQ//9KRBW1+2w5ILpIWYsU0ascY+GjFsB4wETnaAy1bO0Gfp1l8UWGuB7Xt8Z5tta83LOkGWZJmsIidO8i7OkOOOciHTvitul5fRma1p6dgOgpOYsJTIk5BLlGDOfXjWbbuDJjFnR/YjpegMJ5Oi+FDWVDnPmJvpA8A2yxq5xrQh9ETmksG1BtMH8NhUrEfM31w/t8PVjHG0i8M8t0oxqqSRMe+Yzx3BvI1/0gY98p61TOizv4DSobsCYeCsPywPyX2Wqa+V5wHPhH7dyYGeNQfmblXlQE636tWtOq0I+KzXPviudcpzYr1a8YxYcXjtwQt00J067peuVpVYp0lMjZQkBhUw+t5hkMYwXCHLZLKSswp2+1llHR26aq2KcsmqQDZYDnm3yehOrNUGEkVgEtUKGsIyOXAKf6eUlFID27C0tadgmwVMwuHyeh8JIE4OgLJ+PI4kRfuJgOhu2Gpzcxvf9Pn0+Ys+fvik9+/ey8GgNwSE3r5+qXdv3sH7oE8Eg/yzsM3mpv0cjHmkA/rRfOU2SzbEMHONbEeTZaHYf2YeAdz4U1LGjd0oVhLryGOBot0AWNdI34GX8n1MK1o0VeQZn+M8km1MYAHNyJbr6HLfhiNWkOYtEAzG2zDdzcTiDmtN9FG0f374nRProWdNzMB7qrJO+26tANZv7XrW5lqd6+patTtRJXjT0b4COVcpwH34mdMwTBmyOgXkFf1XoJfbNThD9xEQDPK3gxzEOcCFTuA3MN2gh9fgQn0EjM5CbuVvGGHfaoa47xhPxzhyqdxLBmyEVgFjne1UXIXcANrzM9SxXKHyR0DVPh3amNqz/1nisd3/iAce5+p/xM2PnTx64NEDD3nAr/Q9n8LdjcXEu31i38QmhI2a5UwZey/PnlYLzNWuOoImHXk6Ys9k8N0wiMjmmnso+TFpWDYYh/rM61IL5CMZxoLxsyD8qEsSOOckGeTWSeZJSe1KsVdr9JK7ziBbG8wJeY/djIan4DujN6PfAHQtQgs+lrbtx2XoO2KuDzj0yR4w7D5gtoAu0JZhag8uG5amyYUjYDC0FHt9yZPsqrEJjYzZRURk1aMHH2DuASy9tzcERyoP4G0bDIVN+0k61NMx1S6DrAjIe2DOKJDPlSCLAiQKc6JfHyDH7cCGfQOA4++IbBQbaB/AkBmj/9kZ9BE2BSZraVa4IGTdbhxmPTN2edzSz47D+xb/7EKzx4KaWGLZP+XKhU0x1nNYykdQGZMhB66qbJYz4A10jYMe7QJ31AFLUGfBlq3e7LquUw7aenrkDRUekLFmBqxgUJTJdRg4JfMMkN/x/3/2/kU9bpxZ00Q/ACQzlZJda9//JXbP3rvnmZ7pXiWR834BgIdUpiy7XP/yX04WAnEOBIIgBcKyy7JPQHyNYRc4QbgZJ6WUYDpArq3LwLQQU24fHMysRR9+dGza6zAg4oV1XY34plJUyqBCXcZxoP4pdD5QmPkY7Ped8ORTfd0vwm4Rth0v3Mslnod1TAwX24EPaw4eR/cOoLYAlKj3wAdxAQZyyqyDQ+2zXehopgwza+zNv/Xj9csH7BtgmXVi7MQcjcW1kYtEQRYeXn+kz64ZcWY+dgPg9/nu6Z5rTSFFvbwWcx5UcpVKHWt3FWgDiFawqX7ZVABiRXzSi/xCQDQmkXNRSlmCpsOOWlPEN+dK7p73G89qPQRyAIUN/dowi/CebyO4Z5jtJ1gwj3lklcJ4ZCYV+oJC4EC7DuceeCfdyLyRUHVs+5Bj+IEjmR6bFYfc9+GVexmHeuYBTrGJUFsW9fYaoe6ZfHPDCtpjGogJP7C2p2nUeTrpcrnodDnrxEf06enMgc6kE7qJQ58TB0Sn0ylktp+modKnUZM/wHmHTLYFD+OgcSwaeH5ifO5L/KhM4pq5M8yRNeb1JTjrMl3JWUMust/IOg8oWSNQeM+VnDUEJBXbJykTO6XErTdISjTzklJKKvAZKFnVB6Y0eZKw0XolJWVAvij9TF39nL957UMv4IU1ZTuDn5FX1tX//t//S//zf/5P/Z//43/Iv/nzf/z3/67//t/+u/yPRBv+23//b/r//v/+D/2f////of/rf/7fHBj5Hf+frK+53V0PuEEmC62wyTtF9ToZOPgcZHTBQ/XodR4L410DFszLh4iv8bOn8c7KQQDUkQnhWD4MQv2zwXWCXZUbYVNHCLx1BNuYlQopXc0RIjQOnDQMg/IwgSdNHOZMHOb4H3Kezhedny7yP4Qc4H8U+XzWE/ITdk/w1f5JE4cqIzHGPJA/EIc7hWwrSIURC/lWrNkYERYK2NuNKPINsNx+e7DsaFv8XAZkRj3qFGNZNhDfYHpv53gF3R4sq3bxD+qvMTALutuavwXNN2xNY9MQVEiNNyK4R/eLVWB3y36xzB7pPCrwqMA/ugLeIEhvzNE/vNlAQLmZWtjcLRj4h7tl3jPYyjT7K9ASmxLxseGN4Ix916O8aokf0l2UOvH9uL8tO24R8hVf87GyZmrKUO1s3MCo/4RcafvMkW9MzY4NrBGFWACmK1+LO8DYAHm7rcVh/jQxbiZOvm29k37boho7Z8D3jOyvc7dN/tR4WLJRdg2haAlozRP0PKznI6DXwCJbZHd7iCSs9Vp5RWMwD0mOArzNYSFBIif3PZ3hHdNgu0LNSs6xASvZWNCO1QB72haCTf8rf1oa4MOf//zP+DX+Vx/UxKaZfDwX3H0olQOLUTogqS1kqCNPqswYbxX4U+SIx8fEbCC2MSdB2L6xcSUWuWY+XvwBlPkYGtgc14OdQUGbBzJQ+YLcMCoPBcAuT+AJ+R5bPiK3TcN5YMwMDEIB5EgbAmy6A+khoer0XWYMG7M13SA3jMr2M3pj2NqaOsEl0+CF9bFw/2duiPES/IJGrMIKQahf1u3BckdULDPc+U72OlpWbJmtwgAieEIkkiglq4xFhfoVPmZTciz8yanngilebtZ12HjHI33NEG+sk9kATWtDVp9FCR56ESva0PhcY2XGTuQ0kEfOSTn3eyQpbMBrqwKP9fo6Kw5AODCYSWRhfI9dTZMIKyVdXYtsE7b4zPj4Izg+gMnvYMxNnCNAD+KxM/k1jC5naPJFeHDFitTpUUN40hWwQirbV18bIKRCs/NxDkAidkoJs6ySsjn5munq/ZkV9uGzQC9aTBuw8WC2NZjGoEmDC7pTObgcacZ0oCoXik931af2eyfn6fFnHyw6P9aYfBNILjNvAQv3YV7euJ+vevM7o/0WUF1XEq6snZqpyK8U1ohhZDzq7/dFFrKYAHY5Kcf7YtJ0ftIZuPjD+vmFj2n/doI/oE8ax1EjdoU4ZSoap1ETBz1Twyfw6Txp4oDofJrkfxvoxIHS6TTKMHEgFO8k1m7JmXslMbSyuGKe7B+YlwzMoK78WfFXuDDi1qrggLtySQEDB6AjuUzToPPJMMa4T+Thf5/oiQOs56eTjJ/ir+1wQICs6iadONRyns53Iv+JXEdjcnW+I3jkuffzNpaswriGsRQOpAD0tjMMw4A+K0nys/Yn9+U/ORT6X4b/5//R//5f/0t//m9+bnDPFu6tJ56jo6ceOaAo5wa833PIshBWsD3xZ2DfgsdsL9vTdV2xNhi30v2ZsGxhyRmajHfFa/xMazz3AqvoHdPDOK+eU2bGzMCqll2Qaxe5BbdRwUa3l200aYbW4+S2Zodh0sngg8kOHPRMcdBz0RSyZ9baE/cb/ARw8HNCPuI3DCdSBspJKhng55rAK3jIzDyrbI5/TLrSkm07ZBX7r34Zx2dGvUEAABAASURBVA6bjVb9iN5QwHuwrPvtseV7u05bvre7Q/MYMRDNcwEd2i2fnUFXW2Ta2LCnzT/gl6vA4xb9crfkkdCjAr9DBbYf3Nts2Tzw0ezNRoA3rihnMEjsGaS4Fi1saJdllj+OFm92Q/6+Y69/FP6lN14ilqEHMX0NmERb2BQEsesym4kdGz/szTuGcYXYyLTyzEx6Rsx06bfmeRksWaI+cDTz11Drg5JmnbM3mL4JHykjuZ2Xk+ssOu4I9yT6LgUzb/re7GKItLuwYcsD3DVZRbVGEZl5rGoT8Pti1/QtBCic15LIzTZVN1N5gyM7wAazXhFWPsZiU2vfuj/qPphEq9GCjK7z9kfAmB77lYMZb44rvMl/aqr44lps1AB0sxGTdlAxJ+c0+8OcD5/Ab3/qlZgxFh8Ls208YRz5HlD2hwEwZO4FH0AZGPgwGnJhTQJD0RAwKg8DsgF+A8sG5N2mY8tznpSzfcDYVJpx8h6ETSab3jba1drAG9CuM25gJHeGHsO48mkjoRaW1iK/G+a4B4v8DNDzNKEmTkrhYaaB70WHKqom2CH2K8bvnDfivb0tNTZCWjVukRdGTikpl0HT4PoV6CyG1GJfwDj8iIu5ViBGMuCfUpKgbTJzL99weDUGaLikCsmxq61raB+tF3LiJN8H8knc30xO3BVp/RhZjY8EwVyzN96xtJqjLUgo/kYtmAQsEWkqrkTPeMLAdTDMbb5v5B/L0R9IhqUoCzBtML1EAIJk5ViXgyCwAyF1I60ahj6eTwtvABEOUj9z/u0XbhxzWSJmSkkFSFmqc+iTApPvzMQXYOa5Cogx0UlQBmjm5zm+gg1hxw2yDBFGztLZeJCsEiMTIG9zgkSw8TgFX7u5ou4XXPcIJjqPIgaceR8YO0Yiy4Q2+UYxj6XN4/XtVf/JO2nm3RZ1sR92tRGb9SKg5AziuS5gAEbiOaeDHFhChQOdSRMHNufLRf6HaF+eL3p+5iOaQ5ITch+MFA6BBtbfOE4ahxEf4DRqCpjkgx4fppxOk84cDpmewNOE3TRoHAcNjJ9zVuKdJc+HuQXmPol6m04hm+XDH5v5//BVsoQbkMTSB8BjAQ8RN8Yk17N/C4RDngv4An66+ECgH/x0uuJLHFadyJ/cyfE8TnKuhhO8cQADjgbmPjCHkXEN0zDoNE46R5zuWzSWxC1YNDOfxfsg3u9iTjX/rDJk3imjBvyHwbjCNAxNBs6WlZhvzoV4GdoIDOpt7sQeZzXbLvS7uNPOpAPeNFKjOV/kXkPIvJ7qczAzD3yR0WNH32iGgdlaiN1dASEjxjWuwezvSBWyBnIfA4Zhoh5n1lWFiYPJiUOf+leTz5o43PF9P1H/cThha3sgG1xDwxix5Lgli8q8g+wbYz3PZq0ufcgwXVv1LaXiW3GqzA63bAYU1/IRWdmB+Wsb87d8LTfg7lY3NlDI3gAo8ZbabsVxDYS6dzY3dL7jW7Kue+BfqgKPW/VL3Y5HMt+owEP9m1Rg5qe+N+DyBq/Pmf22SYuW2sVWMLqms/77IEnR6OSrY9MdkHlHaRbSyD8gjVdY36RsQ1GSflVZbmCTUAWJjUUGWiBtF1umdW9DiE3R5rY4UaQd28bw4fwXHN41xvZ8Dnk1o5A1GmT2ek8TY6LbN8/X+YvNa4fZNEaOIc8/wURzBEMwW2eRA/nexqQ21Uoxn9k6Yi8G0wFYoFuHgHWbo6IOjLLRNZ+qZeu6bndmH/4w/uwPoz9f5b++NTdeyDi6kXl7buBohi4xDTAkDXvkxAiCfANHHsgDz1QmLBHcw6gISYNww86x7N9jm144vGpQ52JbEV8auInZEAc/eeOzgl71tmnAIsWZtUoE+8prRjlkdAo42CKyPgCaNJ0WlMvM1C0IrnXECttrbPUms5erZOldSFhx8KBYCwtmFdxbVrEpVLT6/oBY7auu2tEn6yosPHdeki75mw9/IFx2ywzVCv+lQkpZ3vBnPvwKf+pffPDCPGfGWvhAr2NjDN99pT7gNu8FGd/t9TeO+CD02CAxPGVNWhhH1N92zF7Gi8gBmBN6/OV7Rg7ZOZQRc+Ljg0lr8DJUdqUI6I85zgx4BS9A1dcs3RuQeUCPAynGdCgji/GSnxfnPVM3kpYhK2FWJHVI0pLhK2TkXm8B2KogP+S8frXg43bkS87EF4Cf58HNmqm7f8Ni8YSolL3Qyrkm+T9nbCkA6XvlSc/c4AXwwd9M4QnnKcS86Nqh68zr4VWv8dt+c8Nv4DebqHbE9YBkxU2AKUAIwFuzxLBJrqhVuRIYkJXn6LkZvGiMI9M3RpzlQxGvCHnu2Aqd0Yx3r94clo67gbMsufKZ+5CxyXz0Kg8K8L3yB7d/o+J80fnyVZcvXzgE+qqnl4v8GzQjBztlLBrGrAKMHGScpkHn+KthEx/kEx/rIzBADxpPRafzINvE4VDYjRyYjMgADlMmYCDOQE6lKJZI4QBlhHd8w2kqmoARmKYc409jkXmDY08n4gFnw3nS9DTpDJxOYIPHDph0Qn9CNgUeFYdV0BOyM3DiQGGasBtHOb8TczwxduBh0DgC08gcBk3EtI9jnCzDZ8Cm8LzmLO6XuBaqLWUWqeVTHmUbH3BMw7DSwzRBGwZl5Dl3nFlqiTgE1B4QXTfUWCOFsG0cysLSZoDl4iWzwszisRyEbGGJG3gOEITuFbFpfEEwEGvzGI3ZkU3yTeRxI5+wJGvmq1z4OeaauA5nnU4T9/4ccIoDn7NOgZ90Gk4ahifsbQtQ+zyelI2pcQ4grgwM4oOR/pDA5mJ5gwzegfDZQ4E37GXfTw8e9Qos65CvdJ1HvDbLOpP1Rl4d1nyK9dGZ+GuwH+6vRXp4/40V+De7TX9jJR6hHxV4VOBfWIH+6vEPnE734eNHfGd2mE3Gnltg2JwHgvSG3ehzkDAzgNTwdRqhQoecXvzMdLNU+V6K1mK/GkbspI2ve6GZjwmb1jDMoBIWHeGGPNkiOhOfhY8cnPBn43zb7kbKd5x2lpC0sKMaWr9TQrJ1oWNHyW2vwhBU8tjPWrDrgeag+wjGNwCbmT8dD+DAZzYEP7PBxR59HcN0pXqfucEVusQ2ADvV2qtR1jvpKv3+ytvPMYhHPrM/9AJ4NsDmDYr1NZMV9gzCHpUNb1KGeA8K+YDOEPqB2cCbRokBvkQLumP0KHQEWFobOeZMmmCENxvJOd5Bdy2DZxoHE5gqcg8sCIDFCweoWPXp4wMqpSTBYUIuMxYCsGIh0cvcERDZBdQbpqwpaaa2/sZewASR/JsrDgzYJuOX+SAppSgn6ggvRhXKhRMcHygoAvTIIjNDGEKnAEW8hfGkVw5Q/sTXf7r+xrj1YEI2kbBeyIEqeBQgqV5JKcbPci5DJh+gZGvdGUwbTG8QschxaTcvEV8+pDEWccmtDW5nubwJKiX3EDTP0/AWcZgHPlno4+MyQRUlx4vfBkrSDJgnRiZPg2KNEcyt0GWANvMJoxUQtJZLM1DHhKV2y+tcD3SpoagfI4VH4OiCpSNJTwwbz32JZwrfZdHcahEYS+M4JMPGhz9zHAC9yn91zvepA6bRMjk5P+MQRFfzrH0Ioqt/7u67EOyuw5K2E2i1ivz4UuW9FZ941N1xEhbGmXllaPsuzM9+FcLaYtV6e4AGrf6F3A0Y0AaOfdrHZ55U+KAegYkDoMvlRS8vX3V5fgG+6HR+0ngaVTj8KKVo4P6UsWgETsjP56I4fDkNfKwDY9ZknQGZD4n8160u55OeOGwJuJx0gX4GzthMqw++HLhYduYAaQJOxDcEbdunQSfwyTh08NhZH4BumgZNHEKNxBqHog0yBwfo0J9OI3MbdX46AVMFZGcf7ABPHCI57yfnfTnpAjxjW3PGL2IUPTHO89OoZ/RfXk7648tFX4E/vl70x9cXfeEw7evLs768uJ5n4jzpfHli7Iueni46PZ2ZD9AxhxwT9Hk6a1rhRN6j8gDkwi0egFyB+woVvdrlvU1utJF5Y2G1QrZFQrwDnuvZNl5UaGI5mgZobeXZD6XteAMosPkrwCwzRs4DJsGseJUJOStRxMnY5WHSMJw1jueKTVOPYXjSMJ00DSfkk8IuD/KBz1hGFdO5VaEQcw+Cly8wB0EZIBHhFGD/oMMOmx0uQRecPwOjsnP4DlDEz8T/DGDW7OMXy3hNHP7tH6cYtbRdB8ft9K+AHzn87Ao87vDPrugj3qMCjwr8QAW2V5E3DhHAuwYTi7sGptmMC1jY0JptmkDdJRh3yd1tqKrai01EBXF1GSStZpb48VkpfeOylUERU+1yzCptOyG+TJwtHxfN4oiuZ2btLZnld8BDhqoRoEROsdEIecsn6J/TeUbfFenWlNYgKPlQiXjIaNRM4rsmRNHxsSjmpLhYEWFvPwsqDj+K7g82vuJMVfBCA97M8dE0+7DHmI/FV7A/6laI3wia9YbO35CObnAFMyvD9AqOyQYLxHDc30qsarV8j37Ocg+6fzkeOVOJsLGXgoc1Y4CMRoK0IN2ZZo/JZlMrVAJtKCwPKwRu0Jxo0JsBOrXhOeZvns/L+AjA7MNWbRlpZ3VPhkmbz3wnttUL74JaA1MLTrRkiE7yOjGg4tUhH0wsy4xXFdhLwVVKceFLMxk+DPQGsQA+gHHJIe1GvARAWsA4JWcNfPCW0ucllIznMQ1tLIQottaGQwBFar7VM2v6DfDBwtvrUn8jiFxoYTcLW2Dh8GQxRmoMKZFL9v3LhducRSe6uGMQ99uMyrCQIQCnFP/l6EVfQVyrQZMmZLVZs3AAw3TlesmHSFglPjYy+QqcnA33Vsbwfi6SBthMuhUgQiuuMCXYbKgFwna2CdqtWcUDSJv1yleP4Q0s6h8QSYlDqCViUypwUkppi7WoXhHM5OyOmAsACTujm31/Ar8iBzgM8oHQjAyr9w2/TZijNvSMrwDrOm86IFsSpsE6hMHMzFyWhZeO5+aDMXACG3gqqerCnPpkOrZnB2K3+FsG6GbAGaE2VVjPxfemQ+FDuvBRPU6Kj+zzRWcOgS4vL3p6ftb5+YkDiidNHI6MHK4UYDwVjRyAmB/92y8cmJzgTxy4TOOgaSzYF1n2hP7pNOmJAxXD5XySD1GeOEw5nziEsQ+HNCd8RujTlDWBzxzwnDnYsY3hBD0hm8CnOPgpMj0xrvGJHIwndAHEG4gzGHPAVAyMMyIb7cPYPuA5TaOeOIgymA9Mrv7tnidjwAc/L5ezLuT8FLb4UIcTsT3u02niAAh4PusLhz9fvzyDX/SFA6CvX8AvX+S/Wne5PDPWRU9PZ52B0/nMXDtMK32azjqdfDh00XQ6a4KfJu7PMGgAst8H3NMMKICe+5xVMSjakTeXJPvmosyKyvS5r4PAVSLoOR5SVh5x/QgcAL85QOIRpssVMrhBzoMy9TYMw0kBxvnEOh6xL0ASRsCEzPM7axzO2E4Vj08asPech2ybQZncchklv5vhZCBHtXzNZ2RjaGz1AAAQAElEQVQGrRd5rXQliup/5oIinpCZ36BUsqHKuM/uyFkHUPjb+Bpsbp8jZNg92GoDlMxDB6jawjNsuVM2uBaKsavefcZvjbASaPY07KP9e1fAt/PfewaP7B8VeFTgH1MB/yyuk1m8pa37g6CqVNC2MZi2dF4WSNubgzYKSPJ/Qd7qEkIgsanBEGbX6gBNbKOu++wrMyl+OF//IJWvGjwyNQnQrLgBS6vBDVUXkV7E6jxZI1q5SlhiqJzIq1N/Fdfca//tZNtozVyrw3EGzWpF/sCxaeCQ3rd36LDjoyziG4dw1uzTm74bJeAbtD/SLDeuf2r/qlc+4F5f/1MzENgHQrbt/vhGGvUmc6+9ZQpJ62JAPgYbbtIoO0soN7/gu26HMQmVcYg9NvOYAfMNmQw7E9W2jud5Z54Vyz8CW1/rb8livTjng3EdcRV1x45XxZ648tmrVvpjm3fh9wLTfh84Vl8iyUyDRndVSJHRgty6btE1DSOO8MY27tg0kOLZYy2krMR7JXF3MljciwWQnQMUF+5WBV27FKj31seBEzfca9Xr863RXgssC0cNCMdDlyKblIoSkEtRXXdZEAdLl20VcI4g1nf8lkgkIA5JspL61SjruhRRMmRswGoZxVTpnKtsOyfluQBZ4qMjUx/Bm1boqlzULHIVPA1jbTnPHG0owPJD7hZ0oDg0nmHs/3yLZ3qZ3+KZdE3Xe9HsPUyiK55IkwWi3oFjvkFFNxOcNwpxBUBxOPcaMAfve8VgbtgT2HMJgKXhHpw1sFtjQteysmqtycIEiWmQm4NZyvwytC06pDwzzkz1F+W82HoHxMhAAfg4pshRVy8Bw2o4m7INYNsySAZ8ZkBAAfIwxge4/2Hoy8uLnp+/6IUDjMsLB0KXCwcTk8ZxVOHwo5SkcUwyLhzcjBz++IDlNA0a+fgfsRnAE3iais7joPNpIMaoJw5snjhQuVzOHI48cWBy0R8vz3Fo8uUL+OWC/KzL80mn50lPT2P4Os7AAVQZsgKmBG5AHUJmnXMwMKbz6DlM08iByg5OE/ygCbuJuGGH/+T5GAMjMBg4RJoM0BNz8lwuzOfCIdHlcuKAaNITB0QX5mX8zCHPGd0J2fl8YhzGwv40DBrBwzhQC2jwOE7IJg0DNgOHIBz4TOAThz8jh0DDiAzdgG/OA+sgSX7GBFKuPYcgpmBq6/ecusi24KxB4RExHOcIanrb+BCIpciqzBKxVyBCbV6hqZMVK5OboYAHeT7XkLPHnLBvuTBmzpOy5+e5Mu/Bhz/wlpVyYo2NGyir4CMwQWgZeN8y+grVMqyK8KWzOYKc6UwDBXEJbe0R7VqG7iBVv853jMnNRmDivld1v4qPMd9bMypC24pa9JjGiFtzDANT1wpN90D/vArU1fDPm9djRo8KPCrwi1fg+uUT+w22C+wW6qbZAjbfsWWlo7UZmVqEij18pZf44DDdTEAJuNmsMKA0ch4G2KtmreFKDOvUQFt7J9hUip+ke54ZemcUcz3mvLdySIOYW53fXvsNOj5iUhhFzwRpwUeHsPMdh/y/uqsTjsr0VJqosw0zgUZVtOPtQFmNvEZEtPhYo+Yd/wn95598tHGgs/1bP/Ac9MwdrvyEDxZIJdzqsPT56v6+oezjiARMOwdMo72r95XgisXHMwHFyI7E5Bpt7gi2uwf2u6Xb4leq9rcsq8wb90r1ntKsGelQj/ez6T4VW7+HKv2+vubrZyTA0+TQocYIppK9TxAdIGvrdh1Xae1tXKnobRKEeDIbsUMpJSU+DHIuYqffNClw5IfXdgBRY0RI52wIS+QWAiwheQ29UWSvrde3N72xxszPy6zFBs1HfOZXUL34cBOQh0QqWRm9e/kiR6P3MMsho6omyIGUtcRv7NR5iDjaX7axUciCCQqnwAsih4qYIWlxOPSRY4UiiyRpZJj9kVeCRmisuHL0dHboALs2ZG7UiibXbeFQ5NU14xDoLf7x43YIZAPqR6W5X3IWSikFkRJY9SIccTY6KAshHEJt5VM17OiZKH2jMbrbCEKz2tOq8MY98tGLsTWCr3ilmk+X1vERMk/eTIhnJY5x/JQmcqt4Ic6CHLVbDEbH2oi4XgvAGxC8bQCWGe+6Gaq3AeIaGMF/NcYf4cDgv25zftbl8sLhz1c9cyDzzEHQ09OTTnGQMWrk0GLgi7kAI4ci5kcOTaaxaODQZ+SQZAAsM57GQdNp0Hka9RQwxWGJD0m+PD8xzoVDoOf461Nfvph/0uXlrCcOVp44/JkMHBo5xsgYI2MOPnxi/oWDqAwUZKUUFcYvHtsQv/EzamTM0f7nQVODcRp04tBnJLfBdsQdmMPoODxvA1AMWXxwL0IMlgbinsZBT6dRZw53LpdJPvB5Op10Js+RWCdiFfIbSg77TJzc7w04Zz8f3AfjAdoAPRK3jJNGH/iAh9NZE4dBJ2CCHoZJhvBX5r8EKEBxWVZ5j5epz5CLhlzHGBjH8Rxj4nCpw3m6cG+u4HzW+Xxh/LP8DzBX8PjweeKZJqbjEj+vkJAzHuN4DIPzXqGNaXmOGC0O9qU43qQynpSJqzyqlFFSbjA0bB4ymv/6YxCtsy5z3GKMqByhoEFCyEzU3EhjA2y5AYjcmoXJO2ALwx11jH1rgB+ReQqZOh3h3sgP+T+zAh+ttn/mjB+zelTgUYFfugLbprptPJeWLpimtmdX/d5A4q+LZvJZlNgKp3j7JVwqsNeBvtWst7Hxpnd2HTapqZ2d3QwWN6jzk/hOkGl/LKhORuzXm5URc+tys4DHE7kHeBigyvTuQiX5QwaCFnRKCRGgdjk34F6MZvXzEWN+JmjkFZ2tXQ/jDgnCAIpW6bzGtiPVpchzHOos+hP8Z/x1rldq/8qf1APWv1Y+6m83xwPTTGHrWwNH44soZNedVTOxLDc+wkIMLNDT26SCGWSVud/PrIMwc2ef+6abZq3DJrpLEZN2V31LYfsA53RtYMW1jC3zO9FdwXXydw2rIh4mk9drxLIPwEsm4WP8gdmqwnSlbxAOwyOmzMskpSSQUvZccHSO3EfF+wpevhoOmfkOjiRbh/mM3gc+Bh9mvHKQYfqNmNbNYKn6KC7TBiknNvlAcjLOxemEzb7bbthbiOF50TIs4y+RR3Skm9ZxUljWDoWJG7V0fiKW1fF8BeFun4hjGSSyVU5JmVw7yNfe3PwK5LrSO4J1Ob/OeuUUY+H5fuPZd+36IZAP4Ty/NSfGtHda52euw4IZc2xDNdSV6Fby28SnneudeBcw6hDdO1WsA9c61sOizE0LS7qUUthDBnY3uwvo0mus+OwMk9bVe2LGtu2jupjOKjlz3wYNHKL4g3/iwOdyuejl+Vn+v4MZLs8XPT2ddXqaNJ5GDRxOjHzAjyN+06CRA5AC78OPkrNKSRVMc3hSGkzY+uDkmfhfiPnHlxcOgF7it4CeX57jUOj55UmX5yd5vPPlpIkDluk0yjDif/KhjnnwCf4c9ImDi0kTuU8c0Jyf4A0nsKHT6CZynzgQOp0GTfj7YGcai0bnGHmL3AHKk4BShC5hWzg8Gttv/Zx0uZzkuZyJcybOQA0mjEfXkdoOzH0YpAwO4M4GzgOyBsOkDAwYDsOJOk6MNWkYzxqQj8BQ4POAtyE7oPRuvWf0hrTGtv8GZ00+iOFA6SngolPcT+Md+K+hBZyZawPnMjpPxifPbCAfEq9jmQ8gz9Mk//aS8z4x3olDphPx4nCLuYQvtiwgfImZDSP0wLxG0V0B7FXbP2GFWRf0BuXCun8PqCNsDmLrcgjcddjpiGspSLYzbNpblK33cMvmtsyxr+GWpdfOLflD9ntVwKvs95rxY7aPCjwq8OtWIHaks2Y2sXPsztl0s4ldE24b2ypdFJt49BWvVt8gUtMnZZMd1C9H7zTYepB+wtuSbxIizVo8D2D2p0PMGfF1cxqGaz350L4vHTsc4r8THLQ/xESe7gw/FMHVuO0Y0ns57+WmDThQO38QeR3NFP6VD8DZH4R8DL52CFk7BMLG98PgROos3BuId7eFx6r1WIRSxehgTIugEYn7HsbBBIUGbZPvxDulSWIZdXhn2BSsU1owHQdzryNORAbXRO4ZdrkNTYNppsi+ouhXIdyehv27G/dc8d7YD5T4xElN0HFj7yHHuadDzpunDmM7A7KUiA2klJWBUsDxgkGpxFuKKpGbzUEW1hhBfdThgcMS6+hNcxz+vOntDRqZ331Hb/KwIFBi5KScCzAA5FSyIHS8kHGr6jqYxeuX9cssGdfPjyJ78jg63RV3M3ssrGtCS2DLG1IOIeNa2CCRLcVT/MZBfBii9xeNcw6bcArq2O3ls/y80VdMverBz6t8+GN6cd0AMT/F3GJk5Rh/H5kZ0ELSh+g4hIpHppErylBUOnoRFeK7mv3t0LHpDa6kzsdFNYSRE16YybKObA9DqN3N7gyWGjpd57OqLd5F8a0IEbIMY5D44IZXyagA5AMf5tMw6nx+0vnyrJevL3r58kVfvnzVc//rYOezThyyjOOowuFPwd70AD1yiFIGr9ck8UyJKxEatLYhF00cyDw/X/SFA5/nLx4DIP4L/IVDJ8Pzy0WXLxw6YfdMLhew4Rn9E4dHF/ALPs9fv5DnF30Ff/n6h778x1f98R9/6MsfX1f66x9fOGTCjrGeYwxiO94T+OlJT8CZw5AzeY3Mo7gmTGHxAxXrTMq8Ezy/E4dHI4chthtKm6u4kpRTUebwxzAMowwlF5XsVZUxwM6NG+VlHIsQOjBHF1ZlcMZ+BBzfz9QYNR1k2joi2XQF8wYpkaftcrM1DQyTBublnEfTzGEKOGvikOY2XEI3NPuRHIaROJl45JbNQ+cdON8R3nkO9hvOCsxYAzDa3/Jc4+x9pUEuUCkVm66AeNe237ETlWqKLOZdlGFJDdr8HjI6azG4akd77BC4xjgQ4Mr4u9jb430cwj4VnMM1fOz70P4uFfAK+V3m+pjnowKPCvxKFbh++/DHMW/sYGJDE3n6AyQI1X6piH5h427wngoSCW1Tw/RmoaHzYmsjKTaVSVKK//Tuso+hKvhZXonv6tsEvTHDr85r4aPEcf15YiFw1aztItN4yPO0zBGTiYBKWRbsja7qEnuQFPPMzDvnJARCEEjtijSja4JPo084JQcjG8bXOqp5wKoGR64JA6Xob3X2SZ5MkpIZSZ5iZ5zdTAH9URiHQNwI03vAhcamTUBmMz5kDUDO0AGWG4hdsmiKi+A0cVNhgwJft5oUw6LwHQWxznGinz92tWlAs2s0jlD3xkP1He0YhXHsexRacgTrDUfp38y9H9CSDuIeO4FeYdPfhPTewu+TWzG6LHB09m1EoKTEAsw5K5eikrJSKsopYRgGYJoHAH2m2dN2ftctfOD736p6m334w32CX/iwXHq8MI5OijFTjJ1zUgKMc5ZoAbp1Ucz+XCws2JmxHN9wy/ybMnKz7+Lfwol8XQeD6hJu/Roni123NQAAEABJREFUUTuSjBp2jLIAn2rxM6Ra9nlEzTgseyOHmA/zipzIrVpKSe+vhfVEOVDUfCE+0VzdzezINflNYdPdRfedao6upynn2qEGS2mb3a0o9qqW7/t93auv+wbcHwH1Xvk9ibxkFT68C+/M0R/2fKz3Q6DL5UUvzxXi8OXpuf1myKiJQ6BxHFTwqYdB0DxDCWDpqt8gz6RDQfc0nXTxAQwHMl8DvioOfziceeFg54Ls8vKiyxPAYc8TcLGcg5on45fnyOkZm5cvL/Xw58tX1YOehv/4Q185EPr69ateoF++fGGMF/kw6eWlHvxcXp7I40lPzyf5N4amE3OaOLjJRSlzb3hO6eW5JNeIeU7nSeMJYO7DMCpz4CNhDOSclamh5YPjYD9w4GG5SrWZ/e/qaLt4I8TTxPIObE1WIWTGJSuPADEDx8824vjmr2DC5knZ+oABetAAPYyDRkPLxfkEMIcTBzInDr0MTyfqAG18gj5ZfzprAsKeeYyOQaxsnJ0XwBi50UzeiYCQW1bAwFgG+VAo/BhzwN90QZ7zqIIN5uGndxfz1QbloLccQS0BxK/WnN/3wK+W/yOfX7ECXlG/Yl6PnB4V2FfgQf9DK+AXkKFOr//0XfgoBkLobU0QW+f9rTnwzCbdpFZcuZt9Okq9GeuSFDvMpEA6XkhDEHhLNmQfd8yHJrZjgYy9OzMmdyYJ5XmaOUbiW+kgmLE8CFJkw3bG2HDQvmds8i73d4LqV5Ot9L6/J9/bfEAfR4NzTt2+3wzEXWRsNjZ0ZoB8uEGumwEFreqScsrS3o68149BCutDIP8GkH8bqN4DcYswAmUGq8DGN2+bzdw2pyqOjWFrcV/intYQfGc2TUdZ1aP2XWqXOqIlnoMBehPGHTc7s7Ztr8CzmAK6Zo/Lz2wez/EYxegT0D1suqfN/1zIvjeEvKqkoiBUBBU9daGZFvWquPfbgguKZyjwfq3EocAaoDsGrrZBtq7a1b6KvPS8/pxr4gM1s663fGfFwQOmxjBQN9o+YFNbtCwzUwVYDD4E8mHGmxdD5CxmkQBwAqSgxUUK6jk5L+WaUe0xuNFm4vo3fxZi9zeUc7hh+qHIMebImyhgcYe8SpjCTT/nlMgvt3/zxPkabho3oX0auSEOgjyGa/TKIZYPfwwzwg6bMQULpmOxcjxbIOaPEpL++9tVclcs1VDANwPjSFN/mxzt65qIQNR45t6tet98M6x1mfYUHciyvwC+J84lMB/h8SGeeV9Ch6wM8jrLuYD8LuUwZDppupx18aHLlz/0B4cpXzhUeeZg6Hx50shBQcG/8NwEcEBgnInl9StWtG/D4nkAqWQVDk/G6aTTdNbpfNETBzxPl+c4nDkT9xne8S8vFz1z+HR5edEF+eXlaxzivDx/1eXrS+heXr6Q2xc9k9/TBRm2xk8R49JiGz8HfUZ+Op+hn3WJsZ+IDc34T+cn8jlpmJh3pgbUPztn8EDeA3ObyH0CD+BcsGkwTIMKtfBff/JvOE3Mz3+dLmNroKDql58l0xXnWALmDVXGbRCxuTfZwM8x/2ZNzln+z1rbbpAgs3zIUsF0lg9e7DfgN3CPAsjnNFL74cQ8T5o42JmGs6ZpAow7PKE7cY8A5nUaJ9k/DoHKwHQAYuYMNiAr2dlloVQumR+75GCd7UbWGbT9C7Gcmw+BMj4yMF998irYGUCP9qjAb1cBnrB/hzk/cnxU4FGB36UC7NFjqgtE3cS499YvxHVzHiwdDYECqvpdb5ODMEn9xcd+TIpO7UoVv3Oq4u/tnbmBLzfNzEds0RY26KZnJ+1xgLD5VnCMaN+yktoU1K4rNqR5rUCthHtDUwb66V0bgH3wOvo6xmFiB2Y1iZyJkWKT18TUTq5jY1FD1RlvNPFolL7eA9NYzSGQwo6Y3kAegQ0pG+bY9LLh9EbU+rrJJEBrDuf72dhAjul8CcsAUAjC9/rm2Dk8ehcTgrGigRG51jGsDwE2n28M/wnjb8Q9qA/MJ2L/LJPbM/GjNftj3eD1EFiHavfHPKleHZtzVRf8jEGIggLX1n0rZ0tWHSYMU0UESykpJaAklZJVcg6+rpckHnvOfPBtTrjr3uWDl6pLIAOIZlfrDJGnBV1tbMBubebJI/PQ5ZQR57beIaNZFgRdPBHyOqvwVvN9azm/S9gCA7WIZAghD2hcwXk61uIbhChQLJ3qFyRyt8jEeRIjZ/KELjVbq3ew99qJD6RtmA8Deuyew1JvwpqtuF91iF3ednV6AK1FtbCRueFrtDPZq6o589kLr+g7rkerAkswGsTWmGIwM7Pi/CdoyIqjT0rg6meK0SqD9MdbvUd8jPujHBg4AMiAP+5zvC+HeAZsZ9k0jTqffUDyopevX/Qff/x/9PXLVz1/edH56UnT6aR4x3IAMPgjvxT5rwKVTLK5xJTInISTlAq2gwp2I34nwDFOxHl64oCGw54X4OnphQMaDnMuX3R+rmNfXl446DF80TOHPgFfvnAg9IUDnBc9+R+sxvdEHIPjnZ4uCjgZP0W+5xjrKf7a14kDrDM2Txz8PJk2+HDofNLAgUgayDcDJZN6VmFuiZol8s/ggs04nnXyb8wQ58IB1As5XV5edL58kWMOHHLlPMm1lQbVK4M6SKYQiB8XIHNA1E8qOSszfm5YxqgxPLTQhw57cCkY0cIIXjFKvnPMMsfQvk+Glki4rl3Eiq6GKqsGonpFELhDw4XGuJnUAfLI5NMBoSUgWx08v4vpz9N3OT2M/8YKPEL/XRX4a0/K35XVI+6jAo8K/AYVuPH6iZ//bCL6T2Fv2EPWyuEduYHtoL99mnSH0o4WVgdWsRN2lza7oEglpcQGQlwhAbvFYCZ2sNfvxCvZfCJvumh06D2tOXbp2JiJnQ66kGGwa0jhag/xvn0jjU1tqgHzVKKrrcWEaVQrQOd+Gt6NQExyoUG8a7Pvd0j388aYj0Hnltxx/xKgdtmST9SopMWentgYqvkE3Wz3eXgLaV3fQHY8+NCHTXlgf8iMWBaAmEWZDWgL1pETaHQpImRWJkaFIn/8DPEBgDwbElF0+3LOaNaQEDPrZKYuc2DVeWLzr2ykwbj1uay084Anic5D/o0t347twUPD8xRYPPONBnldWJKazutDKdESEgNo3/AJtmFbGEIWXVMEii6kvUvJ9zfzsVVUWAwD6yC1exo2Ld+9Z6eNDWHXOwandQ7MjPziA6DgW9uP0URGiZWWRB/rTgJFl5G7aXfV1LinrDNOgfTGO2me6yEQRd1ZHsnIg8RJqSpMQ/nwJ4B4M8qZNex7IVYSalodEYKc3EdWQedIFFkBnGg2dm7GVxC66HR4OB0e8LgxPm7OlfSgakugTH3cIKNV/UKWlXK+hAnddbfKV6Jb5E5oTX+TfJPq4TquDruYVbD2VEbiftHJNTe2MtHVpQHFuoel7eMcR0B5v4VbZg11GDRwn3LJGkcOJkbzA3po3p85Q5dBJY8Kepg0DKOG6aT618IuHLgAHLQ8AXH4cTpr5DCnjCeVcVThvZkcKzE4+bOM5CtDZ8b2AdHAuBM+/m2cC4cyFx/0xCHOs56NfQhE/JfzC+M9N3jRM4csz1/A2IQdhz5P9sX24kMYw/miiYOciYMdwxn6jKznekJ+9pgcDMVvAT1fOKx5BurB0MQBkP/a1FCKyliUyqAcUOS8h0I9mGdgDoEmxz+9KObA4c+Fwx//RtJELidqk12LPEiZKjB/+mhmg7jumiKr4JIr4Fey6WtjwmYDOuuBUhBULxSbvaXBrURwVx1ri8aDVOWmK0VEE5msjA0oeU+E7Rs0oujdQW/DFPKAI7e8ByLlkpVzwVoqBZugPups02Fv97ZnHvSjAv/YCnj1/2Mn95jYowKPCvziFXj3BuInPs1Ze9NuvBy+PvqmvGrcV0gVRW/aEMz9LtnGYJOK29AWvIdq8l7+TmLDJfYy7mbnT2B/iCx8BMU+hw6Rv7M2bwQ0+D7HyiForcsb+xnkOTod2wZO+28dtZ2Ytf8CSAy33fCNEhdzozYQx5ZT8NHHXBKbPDiaDjPB33VWvXrsjqt06/N+82jaG2sDHxM5NuhZQ8nKI5gNd85ZJWfGVrtaZO6jfJOb1MibT9sPxFuBGAMfM5bbxoFaBNiYjEXQokaBIqzXzEz8mXFm18cfeV4WAK0Z/ivQbjRyIaXIL3AbfmfRJEbbLM39HeA771tv7A/EAAYyr1gjSbcuSw2hq8ZBfqZbGLCOg6MJOxGsLlHWSQFYLylt8/eHOdbxgd5pu92DiKWkirFKgFvHWglL78Oagu1XBvs9DevGTay3d9byyixZc5Erc6TZ4gZ4VtdifBEtrNc3As7ghQCQ+yWDxa5FOtQtngAw9aOXCjYtLy+6959n4ahww9TmIMaZeb/iyNhiHvLgLdWUkqJ8IMUF0cKIexum5Gs61L3rNh13+afwDzlF5GtPShNyZgemr40peoIGxG6epyd6HQB7qyscmCq66nMUl544mcEz7zO/G8s4aOQ9l/Mo45GDoDjwGCYNQPZvrGBTclHOHH4A8VeL4iBo0nR+1pmDjhcOXp7ATxcOUDgEOZ0mjdOkMk4aOCBJpUieC7cpcM6gQYl3dQFGxj3HYcxFFw58Lk/P4K86B/Zv0TzrROwT452wOzHGxEHONJ01jQCHK5Pp6Ymc4NH7N26G00nTiGw0PmlgnIF8hmnUMA3KzKOkouR3uwF6ALsuzn2cppjHgH3BdhiLCvXyIdeJsc4c7Dxx8PTy5au+/vGHXvxbUf8B/vofenn5Q0+XZ/nfzhmHSQwmOsCt/XWvbLrQ7QG2t/2ttW12ZyV4pc0bkClznyqUUnHG7hpUsEdO35p9G2nkB2gdeyWsuQ1XJm88vbcNj9IYlTycXyF3NyZwNLrJ5ZvSLnT6nX7gRwX+qRX4+Cn4p876Ma9HBR4V+AUrwIadrKKPn8D1IwIRH01sxdnE163twvagUtZ1SJ34FsaQpgC/AVMKWtEnMVID0Geb4xiu7GNfw1zmDvExwgyZyxwfGGIueyc8YmpgNyAm30xiCKfY+NsoMZN0UDFFZAqofUTSj11O6sc89177KKYN1s/UZi2KaQvZ2TljQ7D7Dhua+G5TYHQ9FiSe9G2T6I1iHjJ7RAA8sBnPwIB+KMjAuQFG+DIifMno4ARYT0TafhTYMKXDpm+eHd8fBDFGjFMImzF265ioOSEwaJs6E2KlyPWYvX7QBB9yzO82xzXcNfg+RS8qXnV853g1d3Rb+4ljb0HvU36mrI3nJjpzd8A1NqBuCKq2cHVnqKJ9b2mAu1BA0IKkSzxdKWWVDJSiAnit1L96hYEb9n7sF+6h2Xvg51UiYopeKSXFf2BLBKYpu1NSlgD3EO9aUiKnLP67Z3Lw4S5zz2fq+gb2wU1Nl+R3dub20FWWBQ0Rc/Xa5U/1vYa9ckTM0Pduv5Scn3PNydlKWbp3FSy6Qb4y2odcaRulpJQS1kn+D5O5HYQAABAASURBVEKCt0pcYUveqhMWjxzSzzRqtpqlSvWg5kx3MB9gQRDvu0jkvXiTNF9q6xxn59vrim9MAeOspORapopFbRH/UMt4xXomhnHJo3IH3qVB+x3HYYUPQPo7L2cOSoCSi0rO8gFIweY0nTSdT7pwMHN5eeHA5jkOPPxXrUZ04zjG4clYRhWepaR26AEW88klK5ei+O0ZH9CcnuTfzjn3eC+X+KtewXPQcj5d1GGC9sHKhM/EYc/EYczkAyDoAdowkcM0TRoCThp8gMNBjg+2YkzzQDaUQSkXZQ5/cnFOEwc3o4bTpAGfEZvCfApzGcZBI/Lp6Un+jaOX5696+cqBD/D1P4z/0Jevf+iZA6Hz84vGp7PyOCnnLF/cXsWzFESRLLbOUBnMLAS5YUc7rGWb2sIxg/YawTZ4YpSSY7ycB+W4t40XGLvScHA5eqStxWCNDpSjx6Vi+moyKw5zeTcgima5oTIr5SUeIlWPRl+hGOYqlyuTlQ3blXsQjwr8lhV4PAa/5W1/TPpRgV+vArEPaBva2MDGz38o2j7bLt7LKp1ABtCdZq2hbkZMpUaaVqX1o9f165TE2ZQ73xm8MDfj2Kyj8q4maBswZENQ+7bYbC+4nWPqJivRBTtsHTnWtpP/ZPL2RI6DeP4BM5tZVPbhg3OmRnDMeeHcy0LJWa+T9kY1IQHLF6SRYfZHELBQawJYBDBZIrhnR0srij+BZmNrnNm8Bi5sHKFp2CiGQxJEIUo0BzEE877L4YULNplA8Y9mDpOmgBLjWt7t3kfYSZiDa2FwgWZ4pmaybeRrbXYeN8hUZeRTib/QM9zsewOuSTiNYCDAtMO8fsaYke7HHcOGgZeSXCBzPnUwhq9ya1otQk7XWTANwa3GGlzFRysPYbC6j8Eyk5dmSkmJ+58KFUlJWUn9qhHxoJEeYhOgfcNH3ceuwatdqWp2shSa2qtqtV48J7kzK9EFV5hi+h4H8DKe21//mpnomjcufSTI2m5MwRU3LDzTi/0B845lp73LnnaKAdSPwtk0ID4Ug6IjT3WljRHdb2Hc1Dmqk1JSBgSklJS0v5yNAVlzbUjK0VB81FbrO0YEuaO59XF7bR28a7OLMftlR8rGM/WevbDgN5MEWSH84TwXow+Bqax1t2OMy5rm3bkdEISCcJYbCu/PId51ow8tePcNQD3AGKRc+ITPMeyfxM/w1g/nJw5rLvJvwjxdnnTicGQ8neRDoDKNGsZBGSgcrijZP0UM5aIaY9Q0TZqIE78JdH6uh0HGHAhNgV90DvoSuonDngpP+J0BMIc/U8Bp4zmkmjgcco5T0w3TiZyAgdymUZmDr1wGJfKLfMaiMk7kD5yqzeDDIQ5TfAg0cmDlOcZvK718kf8h6i8vf8jw/OUPPXMo9HR+oQ5nuT45D2KivtP99VvpqEIOupHYBSULKXFj9ihXpqHVAZ7WWN/LCv7DkZyhBYBVsKIplxrnZo+BbUG4tZg3DHcJVrL2zv2GdRW1n0O2NGQPwDg0U9XGvQXG9+Bb+nt+D/mjAv+QCjwegX/IjXxM41GBf9cK+If4PvfZP/35YKh4r7mi2ya3oSvlR2yqyoZ09QkgrkPM/Vsyku3ajnG41cIWhTcszGlmTt6VxQcWvOlAmHym9XD3bdcJfWgS03GXq733aXuHb4+zt/4+Ou6pP1DCrXIKfqOjTj0J7G5V2ekfd3sY0hYflIDlwvYYTDMz15zZKnZgIx78OCiPlg/sa7MKQQ3KWZDBm4CLqB0Hs+9sD59xirjwjjsSe+DjIDbx4Nw28piuDdOV7kSkzrqZmc9s7A87sFqtut3fjyMTV/M4lHNBRTvK/8u4ukp82MDJYc3CIkPlok/uo4MIHB1MbX5EAyob/SGEGRvEffDdsCDM4i2S6FPJKsCQshLrTrnqfYji/AzVs/k2VK3o9/yedmzUKSVCAuCID9Z6MQo+tJDE0CmHfQigKr7fe70t3HHnuSxvlHNpcN/nlsY5uFQRh3qZtp3lxrF2ojMXmUp+GNb5NFk/hei2iEtzgTRVoem7uYVVRP5mDL4fSfIQIB2uaszMu7RnCp8OIyH4oDXTHLU2Y9jblz0D3QaGOrQr8bXXaht2dLSQ8a7w+pKYIRP1lJ3B4TfR9K2rBzvaZe6P13bOziaiSsiqVVYuAIcfeZjkd97IIUgcjuQB3YBZ9eF8sR1kIB98eHPmcOZZL19fdLm86Mzhz8QhyTCOHKIMKtgYchmVGMPZzdQ3M8fMwcqAfvABEAczJw5pnjgIOp190PPEYc8zcNGE7BwHQeYrTNOzpgkdPvVw5wm7EwC2DJ+QxyEQcuIPwAQEJs9hnFTHH5TJI5USeOJnyzhN5A+cRhX45J8B1Gc4TYzhOZPjyxc9X77o/OWL/NfBnsh7OJ1lm5wnajYAinr5tWvGczc2uBbGNwEHP8/iMDfs4ImEaQ7ImfsFWXGSgrfsBpB/KVklZ8wAInAL3F+BRwJirCvVyqJf6UqQBkTtGeZ2aCy+t/l90OF7fR/2jwr8kytQn7Z/8gwfc3tU4FGBf5sK1M2KDwPYIMyLPkp8Qdk/KiC/2dLOIrFxNOSU1Hca7Gt2FpVcsKsU/QJ8snnvwwz4mPBcpNiTm0MxO2l/2K+x3ge2/cxHk1uYORhERSmySvCfb1jTwj6bMIiptx8BDYX+b+hq3lvgmVp0zvd8ph4CXBqFrtbk2q/7iAqkBor5qLoZUTz7za14basqTzFzkw+AfTFYCb7dHK1qNqry1/1enxnRY5VMcDfnCe6JzjFPuL1TD4iMFkrXJmjPpxLd6iaOIW5q0k3pR0IPZ1Abe/b6xaHKIG61+wncsv6Lsi2TumIiU9V1dCM0JaCJpaPrq/tXeed2uJM2YICFddZGsyQgpaQC5FSUSq4fSr7/4mJ9hz1xcEdAg6avbU9XSfRVTNZuAUkpCUgVVK9YT9W4CtxjGLcjmfkWRIRYlTO5zm+LjD3Pxfc/4F6MbeB1KIuY6Bxf+zDEXFg/ct2Mr0KlViejTEcTFVyt/BFnpiB1M91hXQXdyIouNPaYlnkOpBLkrrPJjm0kM+GZdQ65SVaEAw2WngZxu71zvG32eemtgAv3Sdw3Y2AXjBnA0TMPCBo0/Y+0w8jcHJq2+4C2OCoYYVZh7Q8BpYA5+FDmIMOghKHpLAxU0A0clExTOxDh8GMEymnSCBj7t2kKh0FlGMOHAGD6mFch9KhhOGkcODiZThqINXGAc+IA58ThzZlDlTOHPz4EsrzjM/p6AHRRlZ8qxnfCL+zwnXxIZNsAx3/SFONMjMvY5BaHQBxGZebjOQ/MaZgGOe+RwyzjXKgM+uk06fxEjMszhz/Al69x+DM9XTQYyD/nSTkPniT3NoN9j+szamZddithG4O1hqpwb/AiCWwVEJZ0OWfG2aAU0xjIOMt8Kcxjb8f9bTfAhvdhHZCBrqxW1U5uK0OIGC/wze6W903Dg3D/ejgoHsyjAr9hBdZn7Tec+2PKv34FHhn+BhXYXkL1x3N8G9Dx7cDsvVs3QK5t4RvCsgZG6JBK1QmOlhRbzUQf+8QktjTIkg5Xsh4JQ9K3YFBbc4ZJSsa6f9UA7/V8+IgtXFfcj1LHvrm1wSmTp2PMfMRUS3M7IMVmshPeJjNiA+jb7WZC33Z7b1Gz7uECR21qdeao0eJ9KjNEFrrqU2N5glDeGAaZlbmxmUlnxG4+XPNH67YOYhRhGJCHrJIBNrmxsYVGgasjAMHDXrUWhaSuFB+xDseK86Y/ExcWrjrMXivAHDOtc7Q+tDEYnZvBQttCm/wvgf3Y5PIuhzX5lcBkT8N+V9sP+IEjZr2W8nrx81/LiZOJCu4RXLUEbwDdbXv9wrK6Ham6Y5uSUkry2vI9h9H+WsiPKCJQiG9Hs9TQzLpPeNQupaTr2OJqXs1RwkriGaFT5j99cFFKtPTcX9fUhzWRL+OjiJVq/BGkrqyJME1mi388l/F8dwMwQ9EfWva8yJPH5SCvzKz6E6Jy7/v5MMLsjFkT2zBQtM2vZttSxRqKtul/gLpa8mYNYk7fjObcDB8ZEox2sKgu9Nw3brziOVgt0krJq+HaWfeuTxtuAdabU33JCB2rjkOM3GAoHCQMk+SDEnG4ETc6r3YDuiEOVk6axklDwMhB0MDhzqgyFuVSuFfMa07c7yxPy13OyDK8Qb78V6PgY5yinA2jYgyPw4FR5kBpAIwzspwn9VyNJeePn/PNQ9NNGqYCnAL6QdEwwhuIM0yjfOAzlFHDOCiNjpMUucYaL1KucTVOUgHyIAFIwTlgZvxeR9MIVcE9MeCiVaMge2eRQX5qWBtxe6JrFiUTHcgNzEFXrWWK95iQZWAAjLMPf6AxdwuoPnf6msSq9HnwynSC6UYg4+LOIA+NRaUhfrA5gQ4/GOLh9qjAP7ACf/XJ+ptL8gj/qMCjAr9HBfgB7cZGhR2sArHNM2YPfyzBYpaODwthY1gCW25At+eTZQ1i84XA2BA7sqYDkQI9zSFA71q8MfEPRccwqyP0fmyzDVYTu0WcpgCtuiDcLbEfcnqZLlcOS1rLrSEEwsJBxbVJg6JG/ohDQYSklJJyylLSes1QUWcwO2r3K1i3MrcIQq3iTnccisgiKI9hIjfRwcwDM5g/PH0/1f7EvvrgEASYAE7d9cgm9hNB974xSm3ynlWC6RtMyM2ewSOH2dvlTfxZKvKzMXFopq7B4pkx6hxNYbH6Qa9twcqM54uXkVmgeUH9Hc1VjQq5Su8GmPfrmrRoaomutq6xy1ojreK/nYhcGKWWyr1BkXGlUO5aYt2kHX9NJvRdljoR2NEMwRw6Hq3w8vOVUlJKiTq6GuLinnY38HLIDAEW+8ZjKz+3tltc5CpYTYiuBJeih4h4e2zakNxV6KlU7nbPB2KsT1Lyoc3VsOtou6i34zTpQl41DgEt27/MWz6OZbDa4DUkV86EbYqlFXZkFez6w6PUmLouZirI+DDOJ+oKa5r0iGAGgFonCJF4wSRjy+8BMe+pfrrctbgO6nkCM3V1Ku21iVWbj33aPFzOhEbMSX/5ck23IB7b3Mz68Qt05v7JBwWBcxwkZA7fNQzKZVDJPuxIuGTMI0lldD6M8eHJNI4aTwCHJwUY4IfToHEY5edLyvXWEcG0Uo2hmFvmfgMWYafM+IyXDYyRHQMYfFAD+OBnBBf0HYSPNBB6g5xHZR8EOQYHRYNjTJN8YFUPgc6appMiV2Pryb2UQQOgVERAcgMlMUSGGABjYCZntXpQUG4rOjd0oIwOL1oBRgB5to9qTHyCANPwuG6WGnBFRZTIIeeh4az+H2oa8aNHapKxxKGVwMFijZpmDnS3MaYnA6omK1HZNU5jjdaQK2FpTM9ERHBMmONKRNBbGHXmgf/9KvDI+O+uwPHp+rtHe8R/VOBRgUcFblSALcb2w50f7DPbuxks8A3zENkmPlC6zWJrtvXgMIgusSUEEgAVotbFyy/BGED2DrT1oWi+AAAQAElEQVTbOKyqUNzpdvZ3LBDHaKp7nQSfKqnjFamv8dJmQ/7BeMLyFZYmZJUISQu+zmPTN2Gg3D4G5GC55RSaXbeOX2VXbBXuekfx/QuImJZUA/saKrf1tg2OfAJHutFpiY+ZhUPAynsZVCosd12S5x2gOxcmMRZ5ZQx99pNX041aRX+J2M3UJECT/wqM1/LseTGZmZUOOo6EIU2yTdMEb5o5GBk+nzHeu1jXvmjJwlJ5JVRi339rIPS01Tnovf9Pp53xdVBXsq6ThT9WfuPrMz7ud2YpJe66oQr9+Cy8L67thCwB1ar3qRN3sPWGndosazo3OBZ38e19N4q9l5Cyyp2gBQHmZ1kEhYV7MR9p7TxeA89JXB1Dri23G9TQKr9HzKyOyInBI14MXQdKdfDWu3IVbsbCb+FUIp5pYr27i07IcHCOJ7ZJqrLA+dkFRbPUEIy79YFihNosDVisQ7bOp0pJ2hInGIKtY810Jps2xGwTVekaMDHp/4XtMOP341JfRYbMaafdvBJSw1GP8PvaFvDKryoOZWHh5ThgmDg3mDRwcBK8sEUu13XvYHsOWYZp1DBhb1yKEocnKdknKcUhRJKMlSQg4yfi5Tic4UCjGCZly9qYhUOecQfmDZaFHYc1gfEp+BRwbjDC54jtmIWhiA8/+JCHwx4f/Ew935bzwKFVQp8NzCEzL2XyzVkirpx/hlaFKANdXa6W1buJsQIQZXwy9hk/45CjNcY17r5xiHadz+VCuZPJMQ4wOEwAYqsBRmFcCFoBUGeChIFpGBopITw257GHmI0n182sNF3c9SA5QgUXlHVHOMzF8RwHoL2b4tEzqxwFD+5Rgd+6An7OfusCPCb/qMCjAr9OBfrPc2/aFza0NJK73rCycUdBe6+7Mk0JEwObRLH5SikZKZuX6K30xt5Y8teWNxJQtCaD8n4HROuyjhEd2lI3IVmMYTCRZCbTBVh08KlMHbf5h2hPI6gGpLgA8LUAEKnNA7K1Xga7uI5MTBhJ7hg/Abp3HXSOcG14MKjKnWhHVp0r0hNqklsoRooObcd8PEbuPsxY54vebT9QsqAB97lRUXG6ymLv+pvZ7qc5ifMD/iQaXNmrHscryU225dyQZy2xoN+gZnAHWNyxYk4Q0WY+74Nwh639TL6Hz+VCdIah9xgg7SZs9hD3EBKGpla0IA/GR6bq3RuOur+H69nPUaL51fhNb28G04v8GyfyOk9ZPO6KK6lW2GvIYGHgpcrNA5jJALm249K1tsIae++BMKWkxNj+SINSv531Oez5J+IDNAgl/jM21PF6XsmiA1Q9omSq6U0ietdQk85OjGDHVbI/FV7/ruGshXXzRuJQ1QQ3GrTzqoPVXnL8qms11naFdatzSHmeZ2IHfaNbM4n1mq8sdvyOZKE3O2pLa4yi8E4ScO0NMTT5GJv3zfccnefqZ8LvkHVizG433kxdbPJpwJf2afPbhuWmeD/dbsD0mHtqTzC5C/Bc9LOueSv5LqRz2YMiA/LmsCMDow9YOIDJHJyocNiA76zdb7BA28d6H6ZM/utU46ici/KQwFlKBlBKSikpfhsoIwsbDmUysBtnGCcN5sHZ4IOcFbB1HkA2ZPiwHdR9RnwM9jUu5J4zdh4vMLbIfBCUfdDDIU/ugM0APXD4Y78yDhqZz0RM8+HTYshzkGth4PbJwLyQuc3EmlWou2Uo982+q9h3YK+sNHdBjqNiQwAfepSZoQGUiFRCz9iE8TL3Wjf2szRzwF5p3Mik9hiauAE1/g1FF+0MTHboalJaySDWoUzUNWiKbMkGyskBUGF+7Bz9KHlwjwr87hV4PBW/+wp4zP9RgV+qAvxgj905P9Zv/yT3nr1mzE6XJrlbQKsGplq0Pondouil6KHYPCo2+fr4wrS/JL1BCtqdwZ7ONcZd2IQYLJRCHV2jLU7uDCg6DWlJQJ+vYwLsZTypUPUuPlqC2cYK9m7nWhjEzJNi2kpSgOq1jlvZW32Y7HO9YZQpUN7H3dlwV7e5rMN74ylqlaVkOglGcSEK3LoYv9FHlGA7QNLCNSVCWa7ANbfQIKi49tquGCS6TbandqrqW/u9SaVjtuyZZ/359qrX1w3muK/1fsjrj5rZJ5s2sYOInl0XhDCQEN/RdvkevVB4cQU0DfHVIYgmP9BNRiI2rSryC6bpGmKERv08NDvfFi5IOsveOL3zAZDphQOGZhIrMbU+ZH5PQBgtdAvPrfG2MFF+q6VqwPKCSERPYFpDGUVKSV5vQqu4XA1G494zLMO1+48u3LCH3BpGtI3fU5trldYAlb7uuS85crCRIavfszB1WkHQcU/pxUss1q1rOb/VnOP9GsqPutSU+FDXxihIJuNDuYX5r0MyHtlUM+SVqH2TR6qmi8UmjJHiGtTWrVFDFE+f10bjahLB0C1yLl0W5ezjkycGjKAVRP3WoVXlvYe92fb2e9uYx02PJrSjobFH9CbfmwAU+1ier+/X4jm3OfSKRLiEw89oDgaQSY0GXYld74ENiIz8HGQOLnIcdEwcMPjwZBIPCBYDUKcVhDtiDrnIv/0znUclDlcSByg5FSknGSImdOZQSNjmgEGB44Bp0ojf2OjsAx/o+O0jDmHyHqzLA3HtPykHX/FgnxWsB4ptSRKfOh4y27Tf/vEh0MDYOaAocwCUx6KBMf3XwIoPf8ZRw3RCNwGelw99OrQizNkE4EMfbKCkKpsDQ2cA2n2oP+qwLc0WEgpjiFIyBA1aBsg+ju+M361eW69eW4DiEIgV55tr3vZBm3gPjt4htOsYwW1DNXaPHHbPr/S6ALFwA/xcrOLVsBPOQOpVrFKcaJU+9jmXrRRH1YN7VOAfVYH8j5rNYzKPCjwq8G9cgfYTmY3FXL8cpN0HXZ3YgowGqvy3+3svuRSutb9ls8rCxJ1BdfMUvp/oHARI3RS6khBshuiD7bjOd/Z+hgrwsUI/A8wYWZ107PFNGkIXIcS3ir59kUnKN+bQan8zwE63JnptaAVAi+Bs0FeL1X0lQhUm5GJ7u4WQLsVEElRt1SsmK77ethmj2PvVOPZr80OZPUg2D2ODYtpxzRvvgYC0Limd+AgTu6vDlbUbPPiNw5/4DRUOgObXtzgI8mY69OTiDHLk55yrNGJUMnrbBIF9xd/uIwYdjTVzw96KvRg+34y/jb43r1J7QNH2OtOEA9Ue4gfbR251UI/ges58lLzxnnh7e5P5vkAStU0pifY+mJeT4b1mJ8GAZkFFCRJwQIAGX1tSkkJQcUoJNinKSqIL+YnE/Ow6VhL/YYMTlNqVGt6jnQxHGkp6GsSu7exWKbJaqkijkatWt1cH4jnquJDsEnmLHIklMQM62n54awybFoO1LVqIQ4car3bYUu2rEdJKuHeSOTpF0pY1CKm7xhvxmBm9g/gYpO7Wg2I+ziFyYRaBY+DoJPJq1C5WYt6wjEmDcNuoyG/HWnu7pBjRFA5h1brILOhQB/XJruzsIozvGTNgHjMQWq+vFNTaYbHS10TUrAtduE5fJeehLTJ0k8DOIwh3mdnaAvD95KNalmQOTOAzWOCAqLIPQKqfZZmDk2EYNbSDFPEsi/lkJaWUlEtBBCDPxMmBiV0GjXnQwEHLwGHOyOHMOJ11Ag9xSHPWMOxhgq+QbdMhbJHjG37hA4/e/4eycWAsA/PKAAlJYs45g4qqDD6RC3Yj+ZxOJz2dz3p6uugMPXEI5PxyJlb45YhBRwz3xV0D6xoJ8u0xQNI23eEeKvOfQxVsrhouNPKUSskrZOfRTB1/pvMhUPw2IHQcBPl3ZaHjdm9d84qojb6HbKPI7Z7Ft+TbsKYMu5mT246Lg59yHdAuNx7WnN9ZXns++EcF/jEVqE/iP2Y6j4k8KvCowL9tBfih7A1H5A/NPj3I9g0SdO0+2sZWi0OfDpyu2Hd8WNuIt2OObUoSe84Qf3+XcCEQcdzXPYcn18Fq2wgLaJr377MnDSxsZvxx0muB+kYurR4N2cZwxVok9smBvfOLfCpHf+QQHNrH2pb7apS0knXC+tSFU9SbJDMRMlgpJEd312SVbLPMSnKzm7I5+CwiqV57ukpav7sXITEfxIcd4aqesSrBdySE1zCfYzJ+nV/j4Md45qDCMluFL36enaFn2eXOX54INsYh9+QcH+ityju3x54DcKjVXv+edizDew0SKzrAyjS4ImYAkcmVEZH2duS69K9hD1QjuJav1NQHPwbz/rDnyEGtVErJZFJSvbxa4jwCNmy7AD5aNzRjXX/wgrZQESvM6Gp8rVdKiVtncE3IVb7bC2sBHAO3QPjKkQKLayUUQzYzFFjtdFaiW4xR7jWw71rC2/eFpHS8Zzo8mcWe3C7XcHZscvV6Nana2QLoI0OuLVWKuVeCvokIA1MjEJ5IJB8SDFgvQd7oqor60RSJQ1Thau14Zjo2HbAKGtFQ6NYuVaqnExxMTzh4OoalP7SrNA66A/Npw4PXgdmn/na4Yz2xhbU1owEvtmAOhwhtnlS+xsLuoHccQxXG/b/xzshxD6rNzT6CR7dT97jGRMgjy3DgsGEgWubDPAd2Xz05BILweh04/MnAUPDxYY+BeiaAAErwhcOeAk6p1LhxkEJsDlwyBzXDaVIcBI3g01njyEEQ9Ih8RH8Ay6wzvKPxtQwY8JuAIeJNcgzn6znkzNgBWSREM04qngdxT09Penq+AM86Xy7tH4yeVMYBe3wVUQQDFEDcVyPiUJdgjC0Kxnrfe4S0EO86vAhFTwtxxytjQY48G1U1ZoIiNmvhlZ9h85+z/vzzVW+m/QcavHf7WjkOfeQiTO9876DLGl8q8DsWrrdNavtMbdy69ufhY75M9+eFfkR6VOAXr8D2lP3iiT7Se1TgUYF/dgX6j2JvLNh6sMVx7w2toc19RzbJDqVGd9zYG6hbdKyVwHj/VoSmIdRu/9ElIf6gS5vPBy57Va0Bk+QUaG7gb5LZOxPEOlwIaOztkZoAfdRioHS0sMxwlN7naoKb/prfZryjNnPVZPeCRifsSYRDj8xGMSX4oBVXbjeoD+eV4VjmPSNDGLrLIhZEYDrIKjCxgX3N7f+0MGTR+d9DsdZQBe49rrGlByDnPe8/NfVv/8Rf/2Kz/Br/Vg2evo+g1dbpAXb3vOU5o0Qkb3oz8zYGIa0tV3S3/5b+ruMPKpz7D7p+l1vUB4/D/Kinnw3Xe+HAdOaZ6UssYSvWkYIwcwtuPDdhv5P7AWyuoXIH0Jq0osRAMRxdSs4yhSIOc0lqIc4uqjBDn5ToazNlMNcsG2tksNRx/NsstjJ4JOMDYBzyGAQmlElRQxR9CXo96+qipHGo4HEqiBx7DLXLmQh5A9Q03bp8SyJfAtOqCTlUovbXxxJi9VfNlWEV8rOhETtq80HHQHWO7g3HEaIsmMUEuDd+l5h9D9v4G1WtKl/7Kqm9RzNljZ+NYuYuhFXT7i17lKa6h5rZ7PlS6IVnIObisDuferdqH+LmF/Ta7WSSVAAAEABJREFUHYVHbjXSWvIwoGPsTdjs1r/C1BOpONaf760PStrBh1nVG6F65Vints1D0pAHJQqZeDeqmE+gopwLt9yQwRk+q+SsrEEFEJDxXaEfDOVJ68EQBzNBWxb6gTgnDUODbDyQAz4c/PTDI+cUcX0IlQfhVCHmkaXAFpHPUDROo04cGj09PevyxOHP+Unj01nDNCl73IxPHqU+J/ULOSU2ZxRA55L7nse9gLfeP8eKCQAvYkG0Frxpj6PGgYLtcpgMmDU4foc4BOLg55VDoD/fOAzyQRA/1+L9QTKB7XQTPFBVQAWRew4rDnHrqlXt96ImKU0WyDLDQRiaH+tcxR/zfHg9KvDvVgE/Of9uOT/y/edX4DHD36UCbfPSp2vWwBeIFja0XZ46Aa7b2NrD0vZa2N4Sclpn1TZlur5Wm5XAwrQB0htPb1S8OfrGG9PqHOM0X9zfNU9wTb/a5ZTlIfa2c59/krwxy8wnpayUkujkq4fi29LsBthgtfFqXJY8jaqA6fIquNPb7o7qhvhofeTiW+udT6o55aSUoA1BZ0oCD63d5TmvcdY6YpAAbJOScHRDQLtKAQktooBpJgEazLtPmZDVbrPolEN3qDYcHLFBntkUe9McB0BsnOfYML+yrPuHqOdmz0i1u9acmYML4vsU9x2zsAZXg9X8A8LGH6j/7VR1Pq6Ja9PT9+1fWPzL8sb7grsSH8BoUdAgtpYgDV4ekH9bSx7A6abdED0Z5+rFCzZaLWxrsCBwdOaAJUx7CAQSz4jianYNhehGF3W7Ib8l8tp1Gf36mWNk0e9H39OOcGfwVbzPn3uEi8sDutFuaBDRbtjuRHcMPFrAIeWWWENWGZjkLuDHZJad/VRil4Hrti946Olo12bf5PnIto3nUHGnzKl+/9cbxfpnFqZR9aEqJldUiJtDUHQtf6hPN95rmy250Mw3ZBKoox5liOPlVXh8GZf6+N1WSkYB0CBozQs+8x7M2bZJA4coORUNrPuUi1SSDDllZdvF/cCd1iJA9VYgirJKYNn/FogDGMBjCusN8MM+a1DOg3xg5N/8GeLgBlnJqrZGGZsEiCvJROQ4jBz24DudwNARr/sZY96a8w/wIZqJJq9WtW+iA/K/FnQQwNiajKBai/tXg1pHgjQsYDJQrVaisjbHb/Zqa7T/Fhg/zOp6qlbWNuqz6Gqc7rYXFws3QaWyKrbuZ4An9TPiPGI8KvDvVYGf+xz9tLk/Aj0q8KjA71SB+iOYno0GO1nNfCAZIGoZUkXRYxb4w27vsDdEzoYx9ouQe02lU2wurGKviZkpeR8nX8etR91VOx2D9cJD7YqXa3RN0HSbbVd2XO3i42v3NZIQp5SUSiKPCilpd9U8dOUTBl0V9okMEuJEHMakiashqM82bwV74OZDEFpjPkKMf+0ajq4swC40e3NcTCclaPotIOtCwMxc27dO1fmettkJHJC0Xv6oFWtrbocz5t/8p5nA/PaqV2A2HQc1M6bcJdobPmuQTiDvZMUxAWpaOfeOX2GJWDPJHkJlBzHYeg/MGzZ7Ppm4tC2wGZTf037A5XvC/ytsowwxD3e9PqYZnYdlprDz26I3aszSsLAB6EbbLYuqfSeo4u/pe4iON9+a58J69bqNZ/Rq/W+2UD1Ax4iieWLdL1nZIbQ3Ouur2PWTyINWJbu+LcH6595zrNWqtcIQGVeR59Cov4pqZKKsBLQbOeZY+2QMbdFNuPa7MnqvdvEMNuzY9A7Sjr5Ffkt/y8d1D7ip/JxwncxKvPOL9dU/wb1WuoVr2envwPdH6kHqiulcH1pXc+XRZE3Vv9pVbbmpeeCV1sE8gNJjGhzCT3nO9IYBzJrPQ1LyQVD8HMxKOSkDqg7yxevdKM4nTMxx6AOVDcTJHfr4e1x1Ec8xr4GfRTlj74OfEWyaeFL9DaCeL0l5sFaSBFuUS5H/Ott0Gutf/RomRSz8GVVqecb84eTDH+MDVMuDCKbeidUTSRbBwR+37oE1hrWH+LDxhoh5Gddx34L/0OmgLDuuZ7ATfYr06DtDpw6skff0zuweWedxT/uQ/+sr8BjxX1UBHpV/1VCPcR4VeFTgUYH7FfB2oELdzoqtxXIwX5oEKe2gSgfuHRPq6LrKDBBvQHAXBz7yRy4MnFojPo/m9QOqJe/Jru77UZq+69jk5pKVEuANI1gpEa35hPkC3x12uJkk8V9CDtAgassVfdB/y+IwCZFei4UfrTHvUeS8ie3HNPFPqgddGboopyQIIEXN7TbzoS8Dq2GLkJTlC7vaYKqkm80QM18kM18Jb3/CmQZegZAbW44+eOwJEuMKXbDH6aJmDBpEbewm7RtM+GzjzOQMFyp3PZSxwbIKNWDmnmUKUzGTQmka9Fs2SqF6k3OdP/WNmrqu/Z75QIgPYFq12T0VXjtNWFECGUDf3+44er0SrGUItTU/oTWHTlVus+hUjV37LhMz2dmHks7jAVCb4Y66lcdOfSDXNei6MtRCXf3bVfXgqpoirsRnexLbfKBoR9d3glD3vDsO4fd2zKM+t7fH6OFIsZPvcB2/9qHckcH/Eh13jilyu+IV9T0p4fkp8/W9dWf+t8SZQwzLK9S+Pr8MWYBgLBcUmGZpgGkD70AZoJNxQMY+AQjp4+eDscEi3bq6wtiwtzF/Ddd68x63MAqYl1GJAyAfBGWObzIGCcihl3ts/P5Ww6ZzHCJh22S2wymWqXHw1K3S+x6fxm6UBb6DBtMVut6ZVEnrD2YHphnY09DYFbW7313iuarKLvr2wqtxV/vqfrvfSavXTnBNXhsEH93OEp56+z6swP2xAT+ujR7wqMBvWQGejN9y3o9JPyrwqMAvWQE2G94lsMngW44M2dnSRzPZvuxsEjJ3yZ1ia6jd1cQ7CeRNIfJ33pY1SH5NJrYMxmqXk2nkR6gn2nGzvWKbdI+Scq5QUlHJWaUYFyVwTumYsdMxaHflHR1kqnPISX/P1eKmLBpDND5D7lqfe8dVhS151Q0yc8xFOSXlDIDRssfEI9YFH9DMlSZ/FtO1ZqtKhi464QfgR9Mb3Z/A6/yqAP/1LCD+qlbIvP6AfqCA91uA2p8qk0Md4k5f9TNjmCLSHbuduBryEWACeZay/8vuEzUQF3QCfXcj2Hf7fI/D3x3/mAtVEKXhjnBP6V3nZXnjvnKXXHN/Bcd9Z43g6teFDzEqh+CntnSMBpt4KjPrVSkyrXrnFLnCkpDz4TRnd66SUAjPinX32vSmEt03q08eIrLbTdsmLNour8KZBCNPcnc5DbZgSFDtIT5sYRWO0e1sPQJsQ1Bra+ms/C3ihttqVj/oqoX7DmFghnm5Bb92yeVZuWtin1O+ZRlxr73+FbwHnllZ9VkQ98pg6U8d/Tpg3ke/VlZd9kMa5M6Y95mQW1eMg0fScJhLOuAsxRLG3qXPSTKWiQBHU7swVgfXpOzk5nOrVRPvbC3xTDaw7RZLtg2Wjp9NwZesTO4BxXQ9DBL6jDxs7BeQGAJfegXvfIIhp6O8Svd912+yvaRs4h+k9tFuhfiWHp9PmGBF2z+hsMze/QF4j3fe92OrVJPWEI2pKIaPmlf+0T8q8KjAtysQz823zR4Wjwo8KvCowN9cAX7w07TQzezSDaB1UG8G/Cnhfa72itViI1Ij77/gbNGhGsf+waLKvu/XYM4EdUNQn2sk7w/Wagxza/NTlW2LmNj8ZvaTWYU/bSwlKw8FOimnrNgISxHl+IGbkPbWaBAeXYh/EtF0uLrBZ+Z1yyb8ozuE3TO33ORMcMuZjJjXkItySkrGyKp/rijuu6NQPxZCo5quoxTETGUMYj0ZZttDzxz4zIHRgtffAPI/1By6V8zRcQhEiIh1q/PYUf1KNJOaZ8yF3DP3zbTnNHDvTCNutiDGjxjXA9UwUhjD0GBw+F2bC2BoVaBuNA7xZvkf2Pb/BcwQ95U1EocXHLas1WK5rPTfRiTVZxKsejljD+1cRT40I9UOGytBqTrSJ7jbzZprwKEap66p7KFHlcMwIzaAPmisfPEAiMeFSopUW5IRozsStJOBO29sCGHtwj26yn/cf1t7eN6kOiN62uocBYeLSczyzxRmEg3p55vrGnHdGT7v+lctr6ZJuOP4fYrx6sCYWWLjVmudTAKBo4Pp7RiqS1d8T13lDLZafoawl8G2xgXC2Khj6A9aambibmfWYcI2A8aCF3I3rZfHMGMr4z3Uwx3PYg8RI4JsPtaHPETREShjBfBuV4MMru/2fgiUsDNI3asSK4d+35q8DrhTNPlO0sn7mt2Y3fgu/jlR7oa/q3g30bDcpI06HPbMsdTDMLqaO3cCrtIQtcwmVmixOn/FdvEDPyrwu1Vge2p+t5k/5vuowKMCv14FYlfLD3pjvpbm+gmyy7NubrsgdeIutgVAs0lDJmPbGMSOqjx9GPJ6DAz/A23dZzCXha3LDDiMv0mMj7CfF4PmpNhQJrY3pgsYuvBBksAC686FN5raQ2Ca5P9EbyCS4mJ6N3ZLobrX2eWersurTe277BqvtbEiuatZZc8V8IGJ6cRcjXuert3sdQExv1sbjnMFDGQ7kOJwgHvRcfwG0MxhD4c+/TeAZvPNBgfumD2vYr5jm41RUU9VOWcNMRc+CoYcfOZQq1rU+thl9lyA+nVqieqFCS3ojoP5R3ffMTlqNr++6e3tVf43nN7mN24Z9eP++QCIZaKKF1bK/vn6jjFumKYuM2Ewz/MYJNgLICs4axrUHJxF5BTS4II6dLg6zEF2zdgAwPRas/FN2ZAir1zVDVVm18+seDdnJuoZubqQUUFL0876I9J2hqPNTBzHP0rN3cvIuh1we3ccJH48ZxDvG+tgNSd12nubv1VCbn9rfLHePYBnaYB3fS0y9OE73stMfwP2btem1nUInZkg3B0YCxrwDjTF/coAL0SWpG0NVuzBsm5f5faxW7LKSysIdPCWi2gF9nbD6LaiSb+hr+VttiAGtEdhTOcl+IB47rOlGNXWXVmO3K95W/5dUc1+qM94GUDRKt0Ddxyqu93nrO66/yWFz3f6+LUyvfdarpqwieJdDVUn+4FwZ9D9a8jms9M3yQM9KvA7VeDxBPxOd/sx10cFfuEK1J/NbAD8w5qPjoUPvHfphhFbeVrXJQgD6HYLZWJTprjMGoJp3TUvb+RCGJ1WZ33fNbMhd8qz52TiM+68lWlKKbGnzOACJMA4KyOHExp9dCWU2R1YxgCuClq3r2+l+JE+E9L7YJJ2q4BMZGpdkPvO99B/z8/YcicLzglrAmUnC7Y/4tYWNtF2IJNYI4jBijov9PCtN7WC68/WG68Qxf0whYBmSgR2A+YKtn+rNMpq85menP1REDAM8v8tpkLhQIj7lxMVUb3WwWGhaRDv2z35e8ujhEpqG+yo+/fmlrhHPvR5e3vTKwdB/redfF/bcmB6rBMahOqSWEBdENIf7tItT4SJh8sQNec+26znVPOq48fBipV7SJVpCIQpBKcAABAASURBVGajYERoxYWYFqQQJkBXVwo+KUUOrAJaiO50/shiucvgfGfevc5Rfj6p2h230HhGhm6TgthLQqAwhoy1HB3MjdwtvQer2z2DaznPvX+OzB6clGjXFke+Jl9le7pK/mX998yTKfq2iQdCYpF5vhDkmqhuahj0k9q2lGqW/n2aGnrTVP7YVy3vP4v9joyHxIyhakNkEqDJvHEHWxocJQXhvmrdyw4BoXR3BdXqKPxY5lka7DOvseGYg4p9nY1U0FlUOfTRUvS+R/UmwRIseJPQoL/cMhEMoNZ+UuAW7R06DvZOfRDsbHfkweQm06fQ8c7INXYsY8oug/mdyX3ShgYsCvBojwr8rhVoj8HvOv3HvB8VeFTgv64CVz/ZZyk2Rv74sMofH2xot/z8AcfWdrEkOhNAagDqzSK2v25dpJUJpXz5BWgwfQusq5u6vdbSPX+PJkfPg/n4+8MfIf6wkneClq9uB6ZmmRiDluAyH3E5Z9HwSFIySAIF6N7VDRL7o/SBKQPp5101WiKgqcTY4oK2yIWAixpQhzpz+tCJOWIX801BZ+gWQL6ifqyJ/ltA/uBxXb1UrJfjU/agCRuYLkh3LLAZQCSGD1S7OVj31ldAYx+jwO7ID743SzrdcSm+VzkOfqZh0jCN0GDo3P4aGJOr0zqG0/W1xifnmUnOnt+1UedXYwQRNzqYn9XSzwr0A3E8OUN1pRx8787yoc8bh3Q+BPJh0GIFNYo3RV8H1UWIG3WtaOJPI+pAW813dEow0egw2DJmTNZtPVSJ7NDeaNUNxUpAXzd0jJM+eKIPHiwDViTrDeKguGZ6tmDWmrN0vgY/Z7a2zPgepHeKOu94uKwjtFG9GStTRbf6b6XcfGxmMOuoHcwHWBAL4HoG7zMO+6su9+BX8s+yf9F9HWaL4wntgJ8xM+trNexrY52eCcNmcZfaBuFQA6uV93jw0fa0WFuGueEwoLPjFRTE3Yr3pL0s6dCj2ivMrEh0FgAJWOWI3SwyvoZNvh1RXdvoOtjBYIsQ4pZcRZ5IDu9q5b6B0U7T1z5vq/rOineUgo640RGVFuShuyk8WFwzMfxB+P0xDu4fMO/H+sD4Z6kKgTywH0rjXa2DRX233TBwuLv2D8WjAv/gCtx4HP7Bs31M7VevwCO/37AC2/YktkixX6rUcqMall1v4q/Mknk6mqkfhe3l6EAbdz+e7XZaJuZ5OOPZHx+x8UO4M1nJMEJHM2lzF8Iznb25x9d44cMsPsZsZFgDQPThO0YUrfMcpmQDHwc59/l0HJYfdh9Z5nUT9pFVD88kO3nA9k1EIppzJldxZfIFsWN2NURpwNQkZHAr3n8A7YdodEPVnH52gVcIgTYWbdQczAED2tauo2wue83+EGj97R//NlAe5Npnzy3nGrOhvX8oQsD4kVRIorNkGzVEv103c29e5/qbP3/6r4C9vsqHQP4I3i+DfWH8uFhnvJf/VdpL1TE2XG9o560jXVaqRwZognOz7kPAlraa9piB6VKiYzh6mbyOlZV4ntBmCaJ1ZiCvmpeb15ZzdX19uFbr6QyqcaroqrfecCVu7H1NMwDdjrvl6dww+45WPXwg6Lms9b6bzO0MvmPAn2RabsbZKnFDzbvQ9423ojzfo8U2rxqj8x0fresaQVaNIa5aXRxXwlssAeotuFIi30uu2L1qo23U8zUGLAJom9kVdXP4g81H3gfDYCJedMHWzu9whzHcvnX17c2Lp5ZugedumakRhKBTn8IeqsJ1Mp9y/26jnzvKsUhH7jo1z/JaZr7K3WcWbMXIfS9AW/tW5t/Sb5Ee1KMC/8QK+Nn5heb1SOVRgUcFfo8KeBN03Pv0H8exYWdTG2cdFrJ5+rgmbAg/NqjabmZsqNKbfebDSYasT17vAzr12Nyx2fOcAvgAmZnbdVCq0UQ2MBneFAjM/H3wsyxvMp4pzNI+CZ2ezxKcqr3uQhg1rZ0aGeiaDyHjBv5k5xgGm4Pf7cUs7+DQAGVhfsy3yV3BhC97OiQmpLz7qsUFeyoVjqIWS5S3drjsm90Ne9kV7c0jI2jFtjdgF0PQMVr8SW18DJNA/FUZ9J5fM4U7Nscz+BCoZKgVsAun6GA8uiEp5wryxTieUx0bAeulrhkrzAM/0rZhf8T7l/OZuT9vy2s9+OEwyPxCrVgZ0daEWWK0lW2Pzsb/LCpJua3X+GuMLW6k5EHjOXZqZEMz1Ux+CPXbmeLhT7djNHGSrb0W1S7zjdyjWGIz2S7xfNFFmgu5I9xb7mgmQ9sJVnIvblFX3d9KeB6sjz4Gs4F0NgbIT7YUtf2k8d9o5uncDI+CJr8vAsLo3hxTaL+3u7NSIsz2uzWRRcii62zHIWwdAXP8bhFEE71DTZXBNOVvpG4bqfbvYv0MQZtHoLnPuo/XMQM54UMevhczt8aeYK/JDv6DBdNo8aTNeFa7ekMR0TzaHqrOdnXGHn0PuFSTIPZd9dlLOm2NofMd35J13V/BmZne8/dc7um6PPxdaxvnIi8nkx+E7a4P/MtW4JHYv7oC8cz8qwd9jPeowKMCjwrcqoA/4rx7qRuPBRMDqLe7HyKpW7zD1hisaN9nJvWX9/a8PWueYt+xANpdzpsNH5s79+IrcI4vKMu3Ge4csOzcErQ/umbm67/a8spmsf5VF6J404i8WxunDyeTbAKA1wJk8k2AAvQ913zbmHJwkGFdcneEGyJRj0OoZpO82yeYf1PmGIS6MG/XxGB/1zXw0XDlDvFXaSM8xkZCuSZdOMc9cOdyV+7DaPhLkTMhXFTTuRCTjapFaKtN9OaQojPVRCuK8TxcrJsqdh7OJzjrgviZHfn8zHB/S6yojPyeWCiI/xHo5e2NQyDk5inQ4mchefDotLKSydbpJ18eyyDl9RnrQyxxjjKz3v1ML118F6crDR6sewuhjBQT6WbGH9y6HGss6QMT7a/Za45a9lyN93oPt+c/pEmY2WMCQV/bjn6XFNHfyarXu/4bz4DVrrnBvtuoG8VoVt0HDFKiw+KzaWFa23c7VLfonXwQYkU3wsj3MuJGh64aeo5BeWoG265Q81/Zm4Tj7eHaKKIfhFn1ONxeB8W16TXfVmLpTiuhpmmK3BxjgD4pYwM6mi1DDdExZGvNgCo1AajLIA9y87egR+242uQ1001uqoNn4luleFCb1GkzJo+WfO0zMd/B1pWe11Eq/63eEQ17u2t+r3tPh7UTAIJ+b/LDEkJ+7LvT3rRtwuKqUFzfgwri/Cdv3mUjH9SjAo8K3K/A7qm5b/TQPCrwqMCjAn9vBdhucMjhMWKDtMBff/TAI/VnlOKLysY3IDXZ/Zdbt8DQpA0NsGu75kNh4yAO3S1T59mNfFgxs/ETc5pjcl3zHq9+8RHGh+0MvPm3HADTAYtmYlVv51QhxWYzITaAdi2hSyufOahYmW8St+b3TacPDDzHmbt426SOlsn3tr5Ll06AE9ZJig81sAyKK0fvzvZ1ZHMBsDR5P7mBPTqIuzYr7hmGlN6CcI0OM1qQ1x0VDhFu4WO8xiFqKDuOIO7sZYx1NO6z1wtAFtXlN+8py1oBPwNvPCc+GJ05BPKB0PtllVb7oOhoq+xDwkvmQ4NN2WPGEtzEO2r24096i3ygwqtsp+tki2Jk6OKG8dS2tJuBl4sUyxd0o6WQ8b0U+G7nwtbvedY7Vsx9praRK1kjoUdo4gpuSzGqQwvHutI9xuG9hU20btixJ9XpMKid/Sv1yR4HWozfxjVr/hDAwx0EvyZT7qQ1836IOYFZZXesPi9ey7ESe19XsEOXz7H+bO4zG+OuucYxB7s3xd62ibZYXVBXz8oFsYuh1WNPhdVP7o7Z5sOxg3UGDwmmXWfje8MjhcHCjDwBA6xb/HAxUcHuBmFZJd/T9/tRcfXcjVUFt3sGteXe87bhR1JHuKMnfvb9Au8tPvDYmdmzRFnD3V0u7GVyyGTasXceR3IbBQ98osekY8hHe1TgN6rAY+X/Rjf7MdVHBX75CniHxNfRwo7WGyZvgNIh6WXlTFWo/arYEXvfPb0z+Q7S4zTz9uZsqAmt72CRNxzmwYfNObzVH4DnPlOL+W2p/9DtKwdBgH/jIT52HRZ/zymlpJQS3O2WqGXXJPm/zv0gPk56C3JPvlk0qibfqxC4ipq+o9QJMBXBhh46CC+N2O7Fxy1j05idlJMCS5aoXjFIuMSWmttR5WufsTZUr/C0DzDjMYcDDPTq0gjbGhpLnEbZnEPN1/lVr6+vfFiDTRNr9r1tZvb1HAwW2U2+Z7ZjvBls1jrBV/z5PrdqfOhRBw2THP3P6L430i6Jq+FdAkMX+56Y9iGQ62MchxW8OywXc/YjYVC/YFKjOxZ2W221uzaLTci625gjhTnhJRZfAnSYOtkyNecXY0WOS5D7IAkmkU8KLCjdvmxgTeDozN2EgzZyyv1/XCSvtxDtPF1Lr7GZ9el8FzAnVm47q/fksTJHbrNe6upd1YfRV7OjFI7aWdmQyQ+gWlFxT4PxzBs+cLGKYYz+reAwLTMurGtc8bu5HBbDlfbd/JugobD2EEF80O3tr83s3w4Zr1UH/m4MBzDU+dnMsPp2pqySHWG/zu7pLvsIE5hmi7x/sJtMe5lp5Dme3mwXJClw7cjdwxtCYGLGxsy94tjG+o/g2mbP34t7Fa+mi3AloP+G1sLXWtb+e0axeyn2AwqejYZqDQtaK2qTbciqe9wmf1CPCvzzK3B8Fv75833M8FGBRwV+qQq0zQnojS88b9wNfC1fZblU3ogPKKNvfpVUj9iK7bdgevfpFdGatZH5Dub34I3VvNtbmN/rTaedXivtl63BkooVF9MOLH9sVUp8uUj8qfXMnwz6NxzeOEB4e3uT+QW5qEHqtguEAaQ22/gYVb02VeKjj5H9gart2sbfZBt1nJ8/GjcdFOHWCcK6WWRcoY9+jFN1xz4s10ld6cI9Onn6m7Y69DE7tn5Pm78JYRSdKA4NOiYJxmF2cVZQ3BbErWETto29Ql7Hsabx933zIdCrD/G4p45ruHJZWc/U/tqviXfrdjX/gEihI9PAn+2qvbPYPCwzbJI9da255m17jGfJBvd0WZTvvRnmIadbeBYWDkpBYee171mnlEQTvejUr9SIhDD1Rddx071HYdDEe7qJGkoNi9hqD0Zdr/jQfAuX0CWt145cZTcIm+1BxDGvjy4/6y4CuWTsj6YZ1gCKRlHBdcnNpGp+kesrODfUHZm8A87KcEcd4oXe8UFrs2xlvk3sU79nTcioP3j2AgHfM/1Yznw83gfP+z1/u93TfZ98H2lXO54Bc4Yab7l6T1Xp7X7z2uvrSLUP+cHMTAd+cIfBsdt5VoXNK/W+vx3ivd0PST4a+F5AZ2+4p9/Lm91umMyzJgOq7PViHM8gftjN/e5Am0SNojcXo4H1XWxDaNveAlRrs35lGmGZobE71AZxnjvpv5JsGdwY0hrDlSqXKG8pJX4HCy747JpyVWODAAAQAElEQVRjWoAQBL7udvF25LXVg39U4HeoQP4dJvmY46MCjwr82hXwlicy9A9lNrRBt01PfHxUAb138IA383Chg0YS3N0u3nTftFrd5/6Z43xCOrftRdtahDw6tB1DHloM2iRLw81/5SwH6leX4ms35l8z8MeXD34M8ds/2IWaOfcUa6gEAghV5dCx6QRbBqrZJPmbUP4YrAJ935UVbtF9n2e3ziRgd0OXzY1wqiajouRs7Ep0WDx/JmieYmFaPRLzMajhDBZXbqAY07lnDblCPvxfuQZZq9arXfZfl2GT1XHN1OxMhcx//8HG4dSlM7d0Axg3wL7V5th3OZgWcZlvxdVyDY+eVoUrUdmt52MQXawZcJU7QocqqX036NhSaDuDFHlY5ioZOwbYug6wXRvkpzo7f8rwaOS1gOtszPNAa/okee2DICCT/J/iShI6mrYLmZlYSqYNFryHa82Rh3NgICXovXvEXnYV3Cuhr8yR3Gg2agCi3bCxKAYzEbC3K+2WheLQUciVn8nTMciXogblDulqYiJkJtoIK29Zg6bqw2bHsKwLmtkPo3txYjpOyATz8LgxiGVB1M65VOoT/XcZR7x76YXye7tbwfxsOg7PACd1vFeYn6ds2U+HTwa+lWfLZf05bx6mp2/2Y/DYzM330U6sS/ld251iTDre7V20x2hgHQP06Va9qvmerpJb/WoFkdXXS26mnTfrXAzQDXUrJG1qLlBw0R30IendzE+tTr/HR782WENHa1sajtK/l+uJdFxH65xvdStGVbQ+c/QTk3a63PMcDMoC/MVWx/yLQR7ujwr8G1TAj8+/QZqPFB8VeFTgn1yBOreZDaxhAS/yXq/KpfiT+tj0qckX9ru2AWxoA++vDJjwvU/v1gQmV6g+8TFi3xVsUHWmAvLC1sIyc7O7Crw5aZWOftN1ubHBavYoxDF1GzbvpveQ3tQDM3+Evf4myRuW8L0UWjw/A372iU2n+Q7I15aUUoLLcj4Q71rPd69gxD0rO2clXU/oeuOUjl5wy7ULMjcnPkNUiCll1e19w44d4IkbZB9caH0cTCO+MeKgjUWulhl8+MPs5cOfnKHywIEQhz9Bw+NVe0GJyxxo5UxfgQPvRDELDoP8m1szSVdgPr6XoXTXHCBpjWkIuzr5BWQtEDIwEsXcPX8AuaXNkyydDGAhwPCoHEfh6dmgRXajYd+lPIWQCGqARoN27Wac+aZ050XMHVezOgi+wTi+oXr6gNTLwRBl4V4nR4jOxIJ4BqgVvVawbg+OuTo1RfPxu8USY8CP0LWl1TW2egYSlMEljEjRqZkltAnGAFqbjVamEbYxVNaUoXLd3rhD1SRWgzqwvlfa98i3waDt4nMTxrWaef8Cfs+4XltxzWFDi4c0MZcGzEYBalc6cCF0iYPYd8ecV81N21Xb/vnhja/U0cnTm7eMMfFYoA9butIe+eMIV6a32A8dPlRu0e6YzfFEi/79vLpL5gdhp7eA96m9bblp5qqiaAjq+5t9DZ/1tG2bYkPM2fPest2ozwW1fYW5PyE38HvdITp50UjEdwKoD1CYOLaJzFOQTUR0TIP+RhdBu00NWmN02V/Eu/gruRJ/MfZ3ubdBvae59msqi+daAsgq7LXI1LQCKrdQRGfuL8A64F+I8XB9VODXr8DPeFp+/Vk+MvzVK/DI73erQP1Zvps1AlpskYz5+BAftyk+PjazHPwiTn8Q+uMOtGv77brpAHe28Zcb2C89A+TaiMim0r1BbC1Q8RFPH22z3+nR5E0hAiCpbS+udEKRfHaielVppeljzqrjth6pYp6eM1+Rdbb0TsEQBnR7GpY9p/t9FPiklBLjV9CVVu+ufX5O7soANW0ntE2H64SQW2ToHnyYdFJKmpOE1Q4WaIA1wNY6aDiwueXwWacbV88tNogwFdNzw/KQOfQx9IOfhqkJpqqXKezN2AdsCai1Y7Y1+6a6hbh/JH/UOIQlO9zJNZ4FBuxyBHARLeiAImoEbu2QJ2YxdHTN4CbCMOTGDfAxteYSelElE4dRLNigOm38d1OfCGATgBTXR0SsoyQppaSk6wvjWDWu3x42u4SXYZWklZJPoJP9LTNIYhhLArReVdlWTpW24fwYm5SSUkqSDKpXVVT6ug+dbQ07JYdRDpHTnblhXh+zxD2DERem9fOmriYkQgn4fvJsUdCZL655qX/dNO494ySrU1jvOguSUgIiCBXqB0NhlXRVnJAq1rHJmJgJgMToYxzwt1q5aVBj1PimDebAPCNHF3LbCzCpbMupqT1tqTH63FV9FBWJ3sl24SHEOuhB+o5pZvW+HbWhovMh87LWtdukSjSkNg/MtV4+DFyZn0FsE92oXdwYPLo7h3ibbbWqvGmWpm/mcUlZUU0+1Tsnw9H4Ooh5w9Gqc9Z0iISssADcENTHzXOp97N7NNxQ93auhspfKavwu3ovxbsOfz383dC3FIfhzDQwemdvoQFFQ1DfaM2w1rnZNlnj7iLfn7vKh+JRgX9IBbZ3y3/phB6DPyrwqMDvWwF+Ktcm/+B9v5G9V5m6WV/YEq57XEwPL7W9At395lgGW3SsuomPgJbNbQttmw1CHey8s7dgdncFtk5HWZhFd5CvVny8LPH1yEyNm9Wyfmytlk0j5frlF/wSvTvGTgBkRZWG3bW0o++Ttzz31tkGhr2w0avYOcL0mRsbxP30OvBvPjFjLTF/Pk59KIguwmyTCrZ3zp6QwW44c1+AXFTyoBHIwBAHQe3wh4RzeNHxUWS6An4C0INQ/mALf7Jz0AgEgazOV7HumSHBPbFVuuMtsw7RoVmOgBrRHxsqfxgGvBIdm6jr0WrH2aHmsn1LIusWpHyD7CLwzgDuftvFXI0s67AKbxIeJSzpYm7ghdLQpKtnwjKvoRqochhpk1nDfXn3ZNvWug6N92EI5px5hKJjx2sWyDGIeGRKbjOjza79miQm0Zpd5GxBj9CxZQbbgfd2iDx2Jh8fTgXETWPAwNjTEnmwzKDcyKevPbMrWF6ZGd95fuWZqwdAS3vmPBahqlH0iT4ppQTOSvynBp6mfF1NI1uW3Bk8EtgLEuS0/Dow2aGEQ+fuYE8XlVEPBbs1C6m973kFKaU1CcWFs++fzfYph1Xk0KUL1cED+5l7ClV5E55A4NqF2yozxztk5avN7b5+rm73zFZVFi8Js4xvFABNC3KXDHzSVk/PxKD16j5zd+qC1eIe4bnsdWXPfAftObVBjQzde0932R6j73dkL9aa2koc1EeGIAfBNX9Qrsxq1Qmwl9hqsBJZcQ+dCoRRqGyMT6Wj/0TnWnWz7tz5T+Dvcfke2xi6bGUP/vu665nFerzxG0G8je4HzqgAmv9iGAztu+eBz65xy3bcg/x7K/CI/l9VAT8z/1VjP8Z9VOBRgUcFdhXwT22DRWzx+JKgN3OEa+Fxb9tsu1HHFu9p84BFHtIA+5lWNwefdPCG713QPuhe0V/FWSnv5T9I79NjuKQk79QSOJkIENeNwW6IMNTqEkzrajEa8xEiiZvqJFLSdvGRhak3gjMfWTMfKPMOL3ylLfBCvvncoGL+iZSJL8lpsiUH08OMY1YpHP6AB/iMJUpbmorwXZZDTww0JSzo1uaBgKiZMbDq3hOZGHn7MsMgHMGt4U6DiSJgDbmb7+73NqxoUD0aA0qyy+waoZrj8AcCjZosyJud7fZgo42PbKOzXNr9klwIdqrg73dbzMjpvuENDaPg7vktfEEsfk9QLnFAsrTFtOCF2L0UREgqT+9mifEKyVR0EB1DqlkiSoAldZgmDz00LcjNICiX3CnUXFs6a6Bq4t7r2mAaK9Ux+oCqV8yxkrXvg4IzQAIzIGiqJMVaM7UD1w5ASYgcH00FynmKw596WPVG2d4QYdgPmWwTkOgNNWaSsXn/BpDaZd4k2Gk5j3dzJrZd94soeEXE3lfcFKFpNO4egSQD9c7aSm8GMzcgzrKqQk4nSHKjRbmjCyY0Vx0Khzu8zy24MpNHN5A1KDe4ttp4xzBskg+p/fjhRhcTIz/fd+a5+SdIg+LVluBqw8cEuRm9g3vymJutMfDE9rzFKx/Mh11k4M6wtwye+JaZNjTaU5/rQ6F+z2frMJ/vjo3SNkB+ZxPeaHq75rv8CjezeX7TnxxWmHVuvIowZLx1cUEjuW5zJB9eQVV9tc38IUXle1+YK9DZm9i+OWZnajWpQ6zsLaJ67TQEoEWsnfT/Ze9cFCtHcW4tnDnv/77/JPb51hJgfNt7J5VU13TZg+5CCBk74Ep6tqwc0LwB5606NKPyMJ961coio7wBYRjxZPPqlwESZ5XtcIrSa2s60209bumuwN9YgXzS/saZ33O+K3BX4A+qAD+kaU6IDa1++C8WQJ2Br62rSlWcku51aj0qM1hLY2NPU1VdxO1v04WN3Rpl5dR9K0lT9z/hvW2L4fGMol0XozbzhmqU2QGjYtEar45RSfzaNa/d+Tij+yaFqZEk9rAQeQpg+5R7clICsmuDPOswg6CD20wc2AyCT7aL7O0YDqvZCqZ6WBFpfNQMNptY9zWKdmkUgU9QTWkqP4GFjkgVfuYf6wGvgtVH42N0yzzMnqDWR1QgF9395Cdq00CWBI2XXGA3h7u0ql/o3vhDkC1BaglVPCN0R50Y5uWmegle7vApx4zsrEAz8/KZl/KYOlaJLMHCRwwrQDhYKUpH83LDd1wtFoXo4ib/JT30IQSdvmM0UASDBhdgD3tHvbhTDEeaziVdFB+gpdMCaaBo4lGp2UdIIEUFiQZ8KUlxbvCNVreJXAxefBPaAcgLRTY/CF4tMfMRKP+bYxy2eBcrIw0lameGCeJugXludJGXfcOW4FrjVEO9D5hO26TnVCmfWlPpafjBEydA3z8qVdkLvo6ZSeC0tll5VPOqbdzQgVzGiM1DFJNIhSaJMguRt2p6iajD4Oj5hWcxaLvs2zQaKt+/RegOrEK1JmnzSSmoOGPTJCcR10CaBk0nKp1ohQuxl6AP2pnj5AglawNE+0g2L7QZZ+r1kEkzSXqN1SMhvRt/3SMtM/fDgNgo7Np6Xp0hdy0wsqcpUUKgc1v7wU3+CKRKvcnNkAjjw6axNIOMqWHk3qisktOanPCUd9w/4lYf6oFAk8sXQD0FtStJzEzCc5ZqbjZGfwMm/jFGQC4yN+j+VUGYyu0IBlp88MrK+UlKn7ddzNTm/Bq/Urxd/1WzctPK3txdgX9BBe4V/S+4ifcU7gr8L1dg8xLi5zaN6WiztBK4y1a0uS0hHJsL3UZG2IyF/LQRg/bUbeOQE+AglVuRjW0j1Dmi8/kM2hpbosb+AiU+LajMpBNrBJu8Ai5siUTjR646fR2pHL/JWY1VmkhB90MgR1vI1xS01A3jrEjsBDGhoRPzkf8WsPp0veRfwzBD2ymsaglBzJHa/i4l1LTkGRTeLTvAYuk84gtNBwL97oRdHdIIkVgtL6RHjena3HpaaEhhXIOyysQ0cQAAEABJREFUjaavDLG7agDlNMLO61T0MKeWvfJ1z33PX5E1NQGLgo8rS4aqJAXhncIfSKT/LGScorXY4RijcF9UjclrBm8niJ+o1yc8rQCBb9Qro0tYOUlFPnp2rS5SdZAkU/R85DSAEpF3zSW2q0WWCnIUILKGZgMrmK8Ki2IbQpl4qCU5cAEmQzgR5rsEV7FfBLT2DS5JawouCNrAy51CtilMwLWhoFVhT7YWRdx7KBG9P9Z5LBpm66b7QgrpI1MBjYBIm4FslRMRKI0KLnXlg5l5MMnx+FKYePJfxZm10E/CWM+94rYN1T5xbCoNJmiy40oh6MrK1OQ1scpWA+QNOH5wQOl2Fs2Gjp572JV7Ey5kCRMh/fBQfcWLDrll1EHhIFtZksAmo+xllnpoVlt7WhqWt741zLyozSOI8gOWHNUTqDWDa906nXWn6NsVZrKeZnfIsa1TZkGGCVY1tBmIhFhPM9DMJAa7cUKuTbm6llVuBPccUQplIRD/KhCgudauH5VOjKf35Js+/Oi3cd/QkMcElY9q61lWf/OKNWtuYkbAyfXcznj0EE94kRN4Q/cW1/YJ+93uCvy7KnCv6n/X/bxnc1fgf6oC2xfQzMZGP8gXDnT8uNfG/MlsymhvQqOj7bM8MWjZC4aWPJgMwU/a3mkvP+w+jvbQ8YGRXTNt4+BDWrDtQqvCC2DH9jDNM2PVabOWrLCgDS5+HOGcTy/1geMko5WQntIlJ3ySstRHwHFippA+4bcJDZtLKazHLt5/A9MiMLxY2/G3CwrJb9Bjk2XU1gBsRrMm60zsZXcji0dU+/tJYO7ECQ53o597G43axm/HmzlozKoncWbBOwd7UaD1OKeZh4YZIYi39ZdVmpGKF0j/g6AUVSLq41eF0dl4OFndqIUX0Cv+zaeEzqEdYr0ov6smz8sU7W4Pc88Qo3WXkZcyK1+1RZL4qS5lyfLaw8yKC4O/XDtRCmyqvFZ/RQsmutFKEMQL1yYFxnCXVzvbOdEmTqqMuz7nFK6+LQe0jrpyB6eXFTmwsEAFV9UFIeHlODg6ALQ2H3mNqqIRlQ+gRWihAfqTyOD+RL0mfyyRUIROwf03ll0CtqGbAM9FlCGb3jRlxRJU1Y5g8bsHurOEc864MYyRfNRL9gIPKBf9TJNK/m+oRUX2oOEE1nfGUkfKSyaBlTPRumCNUNPoO4S7oKBhciJJyU2SAEU2hMUcmA60fN6sGxGO9B814UzWTzGto2LIJpjwUXM/GQQWhIgpMsJoH/nRBz5/WQeHHgIevcfqOimuoDklzR/BZPuf/K2f/0D/H/BWPwRpLvZxOPr0WsBbt0c1n83HruqjLiM46WqDKPTEvwglRdHb2El8N9zMXYF/TQXulf2vuZX3RO4K/G9VYPPy4We4NlMB0kFVNGfDZulsAy91OhgX49j9eK9KSB+rILzaSu9Fj6GjckXzvJEk88nNGvxFh3GUkW/uvWdnmiVpz6wzqd/i4tpMmpMgdJ2NJv0GdgKT32n6vWKuNJ8CTrz2vbp86cthpjspVQGKwzTlV4OoRALcIs8TbDRhJu/wggtZcaos9s2VwbRrE3ID2OdNznj5z2fynzCRapONMStBqVlIgt20o65ObfAqzrh5NhpXFzeFxm1aAA7FqlcuytpjjKDRBNV0IMp7UI5dB3WyD43p8hI+iVNTZEZEWHhDCAKKeNpYFUq9wanPlZK+NkHV3/wOoS+sM0H47uzsfEjJDB/luOvTRIZt7IaWUZKTYNTJQSDdSQ2lbuCPCxRVC4W1sUD1IWGBD3JvbkmJuQiYy37IdNhgndGteJKCfYxedrR3Q+e9mJMdzhNlFrY+RDUwj+9Dt99t5ElmSM1PcxMg1jbOSx6p3vqk7gu41iM267wrM+A6aMrCZzrpD0As+TbodvQ8YxMftEp5Q1sANelFAbECWLUMMShQpiRL+Nu/Ir0hmrLeRXHrLT+74NA1+btaqr+0fnS6TdEFUogCagKp6htKfXkZB8NZm5nICUBjPAk3QNmaBhXfqPgO8h/Cdj1MmjrTRTRqe1m6EcbhrnxHn7HvyqvnFJN+44cPPvr4Mw30Df5tSp8I0bXnyr2tbC+gK4qkDCpcdR96R4yx1KHBxukW7gr8Kyug1f6vnNg9qbsCdwW+owK/J8bsf73hh7h+djPk7I3Swg90hF2rLl3bDxjSFKHvgwyXeBN1n0Q1nqvbxht67uDeU2gcgcUN6t0I0QzdE4ZGb+FmHWhT10JNmKZhc+XYRhgu2+gw8vsOM/dMdsGQ7N6tyvKqbOiWb2Q2+sGsJiDIt4hOwVVCbNRLoyx0ngEfVjGnqcSkObOh1AcgzRk2IsRV7Hio3DaCNULuI9ObpAo1UamrxuTDs59XzEEawTb7TgXeHPRJY4xZc1IA+IP362HoOnPeGCGIOgZ9EmwwDyxx/8lG/jR/n9AicK1+Uz66jRqq0kpiXJdRL33QbumZkmfS6vBpwmi0V7pp7eqjr++ZhQe9qKWs/u9ukWMINomWs+mpS4WNc9VdEWd0YkRPC57RzdnsxLOp7N6ETutkJCstgeYj+ZNwHv+TQV5xH1KW+zju+OqRzT8uzQTPcTLz5fw8+XTa4FKlcaSq6lGbfELdzejEeK7afiw599lqW3xyhZ30/pzElPA7XXyRHFxQcLB21lI2nQ07VL0qWY3zi0tvYqQ48Z2tX+Mlpx8Fx7IeBk/nl/FufvtwG3nnu8tS7ynnt+lzkcjbXl9j09fz3JstT4wITG/xNk3x//7ff2LiQ9B/RPnw4/8zBvR4RNgT0tvUuTOGYVELs8JoCCdtH+Nt8NnbBtPN3hX4l1bgXvX/0hv7bdO6A90V+OkKtB/Y+vnNJjY3Igs7WwD5peE56Bc7Jjb7FaQhN/228Q7mje8oeDJkv+2R2tWvv4C9sUWPgj0QDA0enG0bJnXgnh3zR7xu2OVbPA5ci93orueFeueVouakezazexQf+g0TM2lfY4kTcGsxyY0ChT/acIofunj7VyjE9FbCG/1CP6DoCFpCOA5XC0Ct8A6620W8mY6UaTjb7WY19elWg+06p1htdmy8qABl/e0f1USjBJOcgp5DQo0NsqDHaXM2NWT3I4xCZQdFlSKlxNIlF6tjzBRb8UQRGJUiya3HlyBQPIH4E7DJCGOjsL+5KW2WDKNqHnz+QxAX1Brlz7byKHypa7NsnZQfkGu9mjLhKmzJA9PWsUobf4bWY56JIMhnXXCSDrC+guesILnS4FXbwb2Ge6nO8hXQndcPq7EKyJetLalGLx1fNLBQFlY7xB0WZmSmoScpKe/m+tvpCzVo85r7i2yzEjJlO53o0/qH4DbZpEpZMCY3eUELl5jKW4RuDuuaFtKCYntNW/FMct00kuDM4VrXo4shnWvPZrkYww+fUbBUm3NSxW7gCUpI0zlmDNohzrnzoFWnJsKrLpCm+Rodc53y5zE3a/LHnjfkKd6midACkUbhr9pZTme6q/63/q7AXYFegfrEdfnA3Iq7AncF7gr8jgro57j2HcEmXby3rGI8uCSBhYp2u3dtCG3Z6a37JtTzuYo3971X25Rbo9R7387UICW2L2Llv9fF+cWcaRHqEvXSWLCVwNWmUyHOGmtiRNFq2RDZNopLQfNogJPZxfPXnPNeoqdprAaIQ2v+UimAaGFzCCjX6Q2ejNgoTs4f3pMdJxxaMqBsO0sw1TQYtzGgTnCODz7YON81c3uG5cq+SojpWFD3Z5jWdYLxxywnJAkFbXBBau1c26ydOoyRo3a9pFSvKkI6N80LXkTGvZt0u6KlaoenQ8e9QoPsOr0g7qOcd8nYKvMCqz9Xkp/XvJGk8EoJX8X4t6E+iZm32eJSL+LITR9WYD+ZynX+hNzFSt/C7HmEsBUgW08rxYopIBnOgJo+ELY/AXOexwFqvxfJOvyLHT7hpgk1aN1yOjx+i6fT1F+jLflGNdjXIj3rpbQPPhfD+XOBO3Bz9BBsOi7cNvQbXcu/KjdxHcgGcQILvxW1UaG07dC88/WyAUopMQkmKPIEjWAy2WJ7HQJtzG8b6RMCY7mv0ISg8Q2fiIGrnzfoWXucucZcezXfRlfLnhs9tjFWT7LCjYYq8a89ROM40/Cz/D/wb8Dkj0D6Dz8z4KFNB00qlBmZpvBrCdYYNzmrwK37d1fg6vn6d8/6nt1dgbsC/2wFDm+e/JHOrt3/SB55qiNHbWQFsLtWkIsPOcII39pKRjvNUyblK3oG69aEnbimxBal+TMXsYKzrk3ncY2qhn5w2to7JvzalCtAazofMufsI10pxVtUR9SmVb6i1sZL17OUc9byAmjPgy7UpXmpw0Q2gJIkt8kff0qU8hZFcpSYgPjSpfhkCNGHOQOjt48/sL5PFVk8G4YIVU2gynWCynYOZI7f5O4wJSfSIDXnWP15Dgh3YleAUY3sw1DVlaBW6Db1UkDsEPCmUV512Oj+VKHVY+ZBmLlT+pMlfQDymjcaMi/wRQi6qYXkT0ALQZeBRTpp3IeNjx5DktbjqDyj5yjDSX/mFYYzG7oavBJmNcZpfLNOUaYIUooJTzgCTMDYVllLw2uXHBcSVr6Lc9nHXfs3S9Ps5dIMppIEFh6iNatHbudenoe7wdFCc7H8K+i1vHOEiXqf55b2x/isZ+o0GfUVBbKF5hdaYzK9ABlr60j3rcISA5j+ANqFXnPaGerQsk8sZP1ceKs/GyYW9yQd1a5u30722SiP8HjJnQ2YfYQFeFQCpzeWyAbSLCyopoGtmhMyOA2s09t7j3bZevrNkHRCT5PHE2hejT5xx7zxzOHQ8hbXP8J4AcJbD7UFtGvz8PePdt3Z422vuOW7AncFziqweR7PHG7dXYG7AncFfrwC+kkOzBx4tZHV4QPRR4/92OtLq4TPNKELXuQXYXt4UUyADea4oVJe+2HWnKqlOlVipbc0owLtVpyYzoR2bIzfRbKjdbExpdCvIAkgbieO+IV2d4PbfjR3fQHN453xJHI87eE4a9UINlR+GLRqTOTSwAqhiXIXUp3ibdjol9JiNBr1Qu42VIgxysR3XqD54z3m/77Hf/87G97f32MG3meo7HTnNAWe2ahDwHQXAzRupcnhS1/993+0N/UBmn4Zp2IKPRlARFJbOUlbIBwRMnrsa93U2y5BBzTkAs4uM3UMg1SCaoW9CHKW1JmOCP9oU/qCRVkIAfpoIeLJw8gUhf9FrMuhxE9e0zoQw7QcZjJa+O6TCcPBNxtun2k1/UqCQEPvXUyctOZ4kPCRAFHjfk5tVSgl6UQNM8uIDPUQ611MTRlEHtdgn2tzBGMbYr3IYRWO3N68l1uPK32zMxka8+EOqCF00+vMOsrKvd77K566Fef9TjLgZdH9uWezJ6reu/Uw3IPuL7dLiItyneTwIMaXTGcJ8mxp5ALSc1bMSGAECPgH2zgAPE2DVSIW2Eoosm3mshHSrv8CdXLG9jCyWNFFbFsPztYatW6sEcLX3V0AABAASURBVMsdZR+/H6xL2ezFXU/bd+EcTz8rP8hNtIFkwXb14Z8tE4BPpnkNima46V2BuwIPK9BeDw+dbuNdgbsCdwV+qgIzGw79+BaFpS0Ao7GZ7XtZxEPTuUJKNobReMnPYPAd2GOvavz0S1KTIfGFjY22J57XMbpMZ9qdjk08bac8ijXXraHWEaX2ypDIUpWYptMO8fjyxLrLKImfdWj0nZs1++53xbg81X/0mUhymnRELRxToeIn5cudMA2uKkfhf4hq3Yaf5AozY8wMpk3l/D7Hf+FnffDhw4/07+hE5aePj5h7T7rCe3bQsyZb1cNmHGTz3GIo0qZNZDxtNKuQ/5e7VVbfNZmqvCbdXczoNtYP/WpeOdS9XeUW3I0XnLrLTzK+V9ycRSuN98TstacHRfBNI382VDkfV1XWb9KQqtoGzns81p4Oc5qrPIvvGksgfHFz38wIIdDECVRT5aolpw/xMx92sr6yBqtWoJixXvhIOB1ehgbqJmjyAzo5YzlM/GP+kKBUA2wtW6m5zaq2khOIb4aROi+jUfuH8G9DHts5+l41K/PzGpMMLyLwYyGmz50YNKseIQV/ZP9BWw4N1kLs45RcFV7I3CvoxPteU5lsgZuA+H2XhwNpVMFXRp55h+kfDfxz5ywAZUh1ZxBHHtHtTGdDRzmW/ARdvWMe2XauvyBqlFkT5x7P9bd/ZvgP/mHG8kcEasqCJ02u2+FwkF712xpu6a7AXYEXK/DV99aL4W+3uwJ3Be4KvFIBfpq7GUX+y7Z2sgtbV9HwNi98DIloJPhY0ITvfJmViDoejNsavXNsWA77D9K3e0Ndzjk09SUtWACPAUVaW49VVcydFns3imeH7YglSinoBZDWPFATPk97CWpuItK1uki+isreGZMSSBAmSXRrO/TnRDOzItocm+duVk1NGlSBINpcvpPYf+uHH/3mzzu8wB+DsLHbrP3UAdZkRp2gPxcLIqLGuDas7E+FE+hQveTJ+LjqkKKPWrCRC8uztWjURHWxQmghjqhGTfoYayyBgiiXnbfHMHJcee08NmIK6Z/8OZaHwQgfUcjPNTJXA1TrhTWhw2/COmopJcoqDpy0gkH1Sfa8d4lSSkwATPSL/MRnfguvNt0jafZQ9oqXZQ05OivSehvEeQWGsP2kMiOkQooK4PmgFuTc863PW89awXHVt5+uQ9636hYBMw438q1/0zUa7XprzJGSaVce+rHC9cw7daMFjdzbiOL3QKJ7VZMfmJrLSo/ZrLYLbpzMqctVzNax0X3nR/Pd+z6Sr+I/6vPM9jxme4vl7CeWUgn92VeZggs0cWMgCG4Da1noTCf9r0DGrItTgqCKjsvUaGY3SEqDUFpWLuXER62GEIRRep1i7BOfTmN662ZHA/HZpOuOP1VwcHACyCt/QEcl0nwPtJ+1UP1M1XMq+EDO+608GjCk0lmngoKmuUlPviao7nZX4K7A5ypwPzufq9ftfVfgrsBPVICf9/7h3yjb9c9tXdkIsj1U+1R66nbWoeo/94JMb6ZA9i0os0BBa4pqQ981ybSN1sSmJjWPcE1QLgOrDBRZhzefexLJCyAyG+b8EIEnDeWuqbez3elPxO4mRoCPScbQpg5Nna+4PZC4cmiAWSyktq0kpcPDaARINuYU3PijNxocZ2owk8XMoXZmk/nOhx//2Zd+A0iATnr5rJtijYQG26qL4cKODQ/MYPH+J0tEeWEWEZCFiEG1t2xk1RGpL0C6aYNPJnET9yE8B/LQhy6BZeaevRKrj9aZaaq+iBXhi11/sRtTrBGou75CIGm9J7swY246OjeWGEvD7GeQup35X+mDQcaKNL7dw9nJKS+AFsO1EwfLGVsz2H/xGVztUe1FeZXIN0pLqvkOMpVk4bKyaAsFdhXJWXVt7iP9TM6FHAJIGudXaWqSokVm3JSfp8xDnRY/98yOufDljbUh7WegBKnHb7tq3qfjvZ1qY2aRtfsh/txr0DKGSzyotiwOW8VOembfuX9FJMHHoxR/mMCNlTKZj3pJV9lvJMpG47TojWqIkZd8BFaglYpiRkjC9ouMtAPIIcXnI6RfYrxpyb8lAbccYB82/3ygP+2h31eMLQfNjNcMaxcNzAzwAqoykeUAWRvZZON+vwHRwUyi1f3m7grcFXhagempx+1wV+CuwF9YgZ+e8tWrh62smjYAghe27IVUBblRN4fmm9ppOCcW2z3H2Xx0/Hich3sJFSH5FiGgUdja6qhVipyu8dE3+iVbIVWgDRER2uRBXm5t7EZPO3oTx83DibZx2cprIhP5Nwj4GC62hqtEgKwm8X2Y83ZxtVeuVHog5KZNpv4ETLR/IJGeQ6KiqQ/DQDQygE16+QvE+7/zY39Jdg3v4f3xhz6yuR822gS4iRFIoPiNlbv5HFhWQxMVqvE2jMgfvqqiOi06DM5kCfVHBweoRrl6sMZUoZJglcgislfZhpLWXEw7aoau+FnGMzLiPmg9+D3B2rgatmAQQH606cPLbhzdAo2pNAXiPw3ELAVUO65cVZwSvGih5+qF+6Ny5grmSVtmKko91YBol+M1YaSj06jf8uOS3Vq+V9JcOE1qcWwDv5Zm9qFmPKrJN4yusb+V7sfVBHnG9f5wHvAzYP4lNARUrNZHvKDJfyhds99zq/z9qdfC1CHeoJNelh4IQbQSsY9AkfSEbXyk3Cj2ghwEe/1WPk+h9tPLqLLbXqsklyadx2rWz1IGzsZz+cHPzZnlCzDgB6A//cqI6JJ5gsmOFtwDkyfet/muwF2BbQXu52Zbj1tqFbjpXYF/oALsD7wpCI4fCSQhZSfbHXxBf2inytHrqcPgjG958Jrcm5pccx4CXbCF7Uv0q3XviocMuXX7yHflylTzGN/8szxl38MatXPs3zp/znCoxKBQEOasrbMyAFRf5SeQEWh+M4ENOjkDiw6mPuiwDmheI02m3+OmjWWLrM4Aw499uljdPDY5hFZl1Y3+0uugKZN8xVuHf/cjKI05d80nGHJ8wVsz08efd/1Hrt+ptX7LyZDZKIRyEI1XMpGzIDsM+ER5OCUP7j/GasYRi+6N1wV1ov3YcA8Cl53N8qZMC3mS65fyKzF894nCWAJIjHrJj6EmVMmlrxcyufJMLarr8B7WuGURvuxdDetE7S0kqNbvIutUVm6MXadC7an/aDjwj5NTdHuIOfT9LoU/I18Ee9vpNbOmEi9oMpR7B/62pkfs24J9MdB2hrobuhmCFrDylTTtz1AGoYXeo8OtsaoPuM24qy+Y5t1oum0jpu4RXnurZ4NoP4v0jxR0zzcnzK7lfc4YiXvPnecvigzk+MrHzBoP0ypQX81hUNzsXYG7At9Ygcvn6xvHuEPdFbgrcFfgYQW0D9AB2gc6NrA0/EtwBoFGLFIIkORboKUIw6gNrM8s0o2wsS9siTikEJwGXx0VuLKvkfr6HA/AjiHENoshMjiMVJugY0LBVkfGIgRACT0FFInZ5/w1MUJZ9QCpVynCJ07kSjsxnKuUtuDcWrXVwWRF1QjRfZO+ASo3cpwECBMVEAQUMVS3thmc6U81+bbCfTMvOrsmiKqKQeFPyyODgpqq79Frwi6A9Da3JEhkBpxUO6fZ2QHTH7v8pRGk8mQc90vrBltvtFG/JmhEzYsMKMi8vMeij0ACzWEIohprlL4GJAz2l9iv9Hkp8CMnDSqoPppyZVXlhQd5YRVAAlItSYpJYrPfiohL86PKWhYbFqJfzslJkSntkGD3vGJKRizYBZDe9nI3JDPpRg9lS+0JVj3bGhYlaVoI9t45ZOK97SX5UT62EVtU4ICdsbRHtgpprt3oQneJl0fld/qqfUzIZ+OgwTaKbxJ8E4ZYb8lvhuMZRyvcvDWjua0vqPS4bBq3dCMfhLNO47tj81+nP/R+TbGZR+1yOm61XZKFzNRRcOn03PAL3cep6Bmrd+o45jiGb4Lu1uoms76DMCGU7YeLtIipFHMC1aeSE4dT1eq+csE4+fMNzmpQttMY36KkFgyhkXk0KydSg28e5apLclnpNN/4WypwB/k7KjC+x/6OGd+zvCtwV+CPqUD/ma9dkAQ2BgsQbGRbkv5TFvZNtOB829ThUxGHLtNol7waL1qilCIGgGL2ZpmTjanGgcdIwygZLgLfCDYo0sG05jemUdWMvPwBklw0F3ojGVfnDR91jNDVhmHnQ+MzyBqXcKGTWB5y5SxQhwrOX7z0ylsAb4Le9ohSChBcii0owUBq6LJNUWAmIFvmkrzxaopNR82M+zZDIbG9Ue45oAIvgLiNvBVG41ALRch1oPnYHPrFoeR2eOwoE7Jvh/gdYArN0XOR0O1rj8blJnkO/7o6k/xgruZZu5o3IvPGm9bDtJimRh4q7cw7VYidgc/GEMkYH+2txvZjzHkho/kj3t+TKl/XzA4KQgxaT0C81BVSTFxVfzhZXHKtDS3xBNaHsq5ErIBKs7KFJf0CXITo6tK4Vkclws0RAWj9DSP+LBPNozudOaBro8A+bcrEa7zf+LMuXsGsX7WlDp8Znucjm+As1lan8QvVfzi87NtuSOoJ+XSj3q1PX/tSvJavPM/gS9l8qdPZ6A90w3TTi3nyvkx+j7fOW0m+R420PwfreI2bvFDOCtc8Xs3mLMarfZ/7KbrAnp2xtEOP8p7jbcLe+8Pvel+Lq+/KyRtJ8Rq4nhHt85I8GvhnBO5JeQfwvMzzzHvVyub2gGqQB+bBRMRo43yQjHgGsgc/tkz3SH1SB+fGzzYUsHQF0xDvdlfgrsAXKvD60/uF4HeXuwJ3Be4KvFoBth+5QaDD/ue6jyScRHTY4yc/HjpSCGDdinGeXJbkOVTkeaza0Dqu4ugLjdz6RlkCDhdtfVGunFy3kjSMQNMxir0U80FXQ0tGWlvvnEximcWR81RyquCFnPURyJCTlKOh1cZCR/QXz9i2izegJ24eCKXQWNBK4I4Nm/1F91Z0TaX5CZp8Thn/1DDqCUqr+1amzCR0n1zXbWe5bTRjGOqWNnUEqnMlhJdzk9Jzi7UipYEyMW1Y3/VnVf99j/8C83/n8J9cSSc7482A7z33iBHVOcGCUcqMrpq2w86YRfeyUjnWLvQJIPtoJMbnY88Hu+ePj/+GPvy8s7OeqdU763shJy3AYzwFLkSKzZV+iTeGh4JiMWO6aThP/6H/9xn1SGiujsgSMQVJD+EOCAuK0AqD76pcudLsu27dQ/p8sXRVY2RSYbMqTRvksuQ6rqo2RBU7ablLsfqsnPSGi/Fta6gnkYzWWyi5Zj+ljEUL1tAiUEKCU9/PKjOPz/X6TJ9Z/99Ha3gvyGBJLoZltZxy5VTblC2PRpv+M/R5Xx6jDNiZFM+xnCow11mrbLxXdcLSr/3HHEZ+9YhInjO6ipfCb8D7bFZZc9Q9DM2QpZkyN5WsxEN+Y8u8wHqgBB4b2XRAD1PbGbl/Q8+VPQm7GsURx32hLgj0aR/1G4E+iB/8Q4ZHM4kBAAAQAElEQVRgJp6hxhOP+ddbDkNUfcSZQ3EFH4wXaFdoQ2UH+fAjjg9YyLSQIIqbiRHC3e4K3BX4VAU+/ar4VPTb+a7AXYG7Ai9UwD/D2QjMbPE4KbEXsKb2ZCfLxrZ/BMFH559JiI88YYjtRZfc0BcfecQX+gWAiSEWuPC2I3RJaQ3CODSivV56U9KRthDVv3nheCiQHQakMALYTZOXFJPmMsEpYYiaDmKqi1NEQSnCoTvfLCjUTwC7tmpXvabiesSXLiW27dg02qSF56lMZ3Nbz89Jk+owdJn1QaNGnbqeidK6CLOKdc61DyZarTIBaPGwEHagC/1Zln2zqv+I9Ls/+LzzweU95ncoDp4/FHc1dXwIGR6sAwTkzHlVl25uOg/FAV3jznz00ccf0QWDamU9i6TO+NA/FYomSOkxJpKb0VPXxw6vW5lOdWZcOJULUhs61sXMA7Ew16pcCfpUt7WAySxoY0O2I5SGV21r3a3g+Smsy1LAJQISkNhehWUlrSB8zbpPjEfr7x1ZBUGQUkoUe0bARruarsmdjoYxX8qhaYwqB/QtNuoh9oy6ssjVYmEFnz3Biqs6ax5jf+lHuacnRhMSMDxtdLvgC/ULrte8cext08MTyjeSamKnfaJWPkNj1JF/1q/Z6UNr0rdT5knjjhG5zQ/adaj7/MULfjIfxX8JlOHR0akZrbZTT5Q0r9fVs3FvjfnNdJf4bnTlu6pWX767rOqRs8u212je892zM3uP8G+75jvUwe2gd2x++OHnGT/b/ss/bHxISRwRO30L4q1CQM13hurmoYlAIfHpEHyR/MiVjisC+G53Be4KfL0C61vg6zHunncF7grcFfh6Bdho5GaADTs7AW0K2MOyW1FIHzn4sS9N8tJGlPDF4aJUXmGsG1ARP77ldHrhQCZ1eGeccS0PrGWhM5309Zgi0sOTwKyYzEEuIqjEAjOuC7S23qnKjaBXzg0Q06K8ib3GQ21dm8UQGxNloSqFHthtKowv6BFjvdpooqv2GTcRMQzpOVNXHca5WSiUqQeG3zflAAxm123nlvF3yiqutsI8U0lEM40yc8u6D2ZOkfKshs52ZjDMLFGBNslzfvxhs/xO8BmKkWmrn6B2uyRkmM0e61wsBoEqU9iwpxX32F4LQ86x8K+h+vjzzkcgbdrn9w90FFb3gtxw2nQbs0s+cToln/wn8Be7vT7COAD1yBMMU9P8matX+TaatNI0Kj7q85LusghsSTSKJVUNSxQE672w4iaglBKQ0DV2lWw9aesW6MP1ArPkwNHyKDiVUiIEAY28dmIqG17dmqZT5SDoCmI6Tyhpr+oH3Mzim8lVqRb1w1cxVTrPQwZ0bsU45yMnxFQlRnQrJbOwUNFU6dYzepqyC5qCUtYe10Q+7VgoXhDMxz00ATNHVKQSEogf5yjZiYiJlk4KwrYZSdoCahp9pu1vJm29nkqKcerEBGlMkeKP8ysRekT41p/dvKCSNXYnfBB67COD9Rdaj3cRgxtV07hwOFEzx7o06x3KCFqzJ97fqsqRhkkN7KOBst/q0eXOrDZu5Cq8GH/tkNw+rMIIZH17ExY0jXgBFaSweu4T+BnnjzKKJkgf4T3sI8mutSc6whoFjti8vGmzvv20J7S6jxEb32h12ZMn5r37Ld8VuCuQFbgfnazDje8K3BX4JyrARrAPq02I9rLsEaxrNMogLmz+5ARIa2Ik6XNQ4297byUF7BtpCS+Awmoj5Q0d4SS/0O3UJfsSpFrXF7bqgJJNMQUJQ6JarawZHtmqmP2FBWna4Qtx4iBzYULNrWMjl9nOygOWbxBYtu2wOWRq9mt0dB8K75jNpgMN6Q/mZtlQUkAWBjwIYmv0b6xzxyXlzqRYcbuforN/6+c9PwLB67eCpGdHSw3UgclAhiHQzwDK3rghOBzq0e0wuIBjU3j6SJc5z/HOZnrmI9AHH35mAetBuQjsZ7QotUik3JQL1EFSfTprKRsozm4GUtV0xG6hxt4qv0+aWWMegvkuCxK0RdfyKE0YqZULPcPQTKlp0kDlL+iqEhlbtEIUWxPDqiBlQjtF1AWqPDXiPk+c1AyJ6L9r3KWdpuBaAhR57T2WaEsdrwgtMGByhyfPMAG9bgiwqEITitoswy/UWXyBL44Jc9ZIS/ZSStgNYhoRQ1gktSKUIJZ8U3iMtTTl0eh2eVatiRGuJKV5wfXm8aLmJHu3JFOSnOI6kUoOLvtqb/xaSpteGw8s4w9HxE81JZ7gqEYZ4DBL13twSDc+WqGjWWzUQqJc18mf4pM+3e+tcytjf6N6P1aT7q1KJqtn5WdLknwaFf+ToAzW+G3U6Zjt6rTnCEFLbWdSXLHuu2DV/CTHvx2Envv39zkS+ADEz7UPij7e4zbflstebvpTSiBaENJjzTA5fWEBpiR0V2RBtNcXOtob0NtG6NqbuStwV+D1CuRT9rr/7XlX4K7Av7oC/8zktN3Jn//CbFE5aGwzKasosyRosKG3q3iB9N8I+YJMvA2rPNFAaDC1jYJ5kjINtjzVR6TqxG5Ahy9si+YlA3zo5MRBqjQKH/UieuUekyKzNs30pXljZZXQATzoQftYQSaX3Tw63RuFddvWVelZbdRsSSfN3foRTV3YR26Gy5TssNR7Iq8GNpxu6bVJbsAulr65jV1x9n2Ke9pizjOXZSILQUAVUzrRXElzLKyVmY8/+u2fd1EehMwv5+XfxqKDZhasJ1NQ34jXGQRU8xHBfWjriF1J/87XvFa5cRunpvwBulAD6sC8HwYvWAFWKMxZwziqd6JMUhn08Iwg4wATtlIKz5e8g0u1UI4R+ngCRhd1NeNDi36dZMjcaPaQq6B2tu6AHMIIU3nomvdb91iAuxYGMPNBjeWCorUaj0RonkLVNIeHNLMoFz6MTZOxErGfB5W59uosyYpnStQeI0mjgnml4azOJ65jniMfFFRjqYu/qYh5BGP8Gkj/j1LXXcYOGg1PvQMgvVFmjV1KYQ1GTCW4SkxaCWWKq0sW9TuzH/SbNFJI3HorWjDmW6jvJLWRmJp3slRMzNC7+3XGHQYPOvBWLIBcBGjU7GMk6fuhhW5UI7xpfEDzZMJSnQAOXaveI0Q4hu3N783SiNRDcqPiPZ66CKw4IvkLjpa9Rl4zPwYqyKxNmajhOIh6NNNqXTnbGnKBmsAtpfMHDws/thgz9TuXVArjKyLYV+ZiNLnecFfgrsCTCtzPz5MC/XXme8J3BX5zBbzPYDOgncCsDa1458AmXBtX84lm7+DRQ70vgA1OKybp8jp+5e1XWrjONMWBOh9tacltb0xbYG3c3kO2BGNNiFqYt6vGL9tqaBz8KgnKEFuHURz7lsiLAtCyI4EcIC2fw9dzWuMMY65Kc06BA0s4+eYXeaXRfPGOd2ePvPgUAKM5QGrThtLdq/x7yDaHNuZE7ptcLKhu6S+u+eIaoeSlsJ+YYO1AcdTjMYNmHdRRrQ1jFzJuaA3JFwjA/Uz5V15sKfdO18wY+sRrSPPE+n2qPg75OHetWfg84TOO1pEAtlYAbm2pS7xqQ1EMXVciFAYSgpAQeZVSEKcoEo3ERJRSQv+bOHVPU/Rb2KPrQY3AByhABDxMBDQOV3W3fsw4e1hdc27WhTUiXoBdjsoFNteUmAi9b1kCKQi/CSVIX3ujUABIazIoKdHTjJvjSgt+lKUOXzBQGEsx1Ae1GrmadISP+Aa6z43f0L0hZWPla9+l1iqokRVGxfhrSDPZ9PSAG80qaEGs0oGb9Ps2h4AHt52iDsh7YK6zy/kkDmpvGOLWHq5B40NXy2/wlfoAm04H65cUWnOHjoc86sDoc5lojgi9Y9oTd+X3MTWw3jl9BXn4t7aauYNtuOrcxD09mKeoQQbPt4FXh5l7ltTj02VwOLKDq/03Hs24KnUP2txEDYy4euw4vUR2KqdktDMgNrW6afTMSZwAh9q0DNO36iGaeTUnkQMwHYuW9obp29hzqmya5alzc7zpXYF/TQV4jLZzuaW7AncF7gr8vgroB68gtwTec3DAmDmcQhAXb2PHfJYmsLnXtj5l4QoizeeHqTcn7J4a1dCajfK3zuNLa+YCuQc2/BSLuc+izG8G6t4+XIgSETpRRVQ1feCzyZjciKWtXaLk7hlzye2Tho5fuz4fQhkNYyIefhChCzKUvpSIqcCplYjC/+LZhe8zl7SP9UtNYulPYEJ3GRtbdn6Aj9tWrxPutz7QqGPzmLQb3s3VvvXOy3dmrYgGT0rSip1Kerf7I9+ZcfxbQ6Lv2N1ftPb7w0mbS0+Tea7vALR+XlDC9jJJFEhnKMbfiUopQYvCPXsrb1He3mKCbu5hWUdUOgbyFdVzDst3LGaTTE0fKy17tgAlSiou8Gqd7CE8hbDFC5S1ZTDWxAJEzeDC/QU1eagVI/tTnsjk0cXZlVkaGx19xmPb0Zqz0DqP+kzoN6/afNJ67HXQUAbuRLgEm05j3koQoMWhulnvtzEwfrRRAy+NAHbf2riiel7rxEdvmdytM8XipJqbi5pZqVLUqkjMTmu8yb6+RzIbVqtFUPaCqW0vV/VjUueydcqxEmNpjKkRStpUQs/VJOqMI68vJZJdP4VPxhmya69xQp44olWTRdD6mYJoMn8R9kWVLFC4OdqferGUpBhAmQhYGxhnLXro4PAye57/XstYNH+JPos8uMvtiUua6UNLfsRXAaqPprnCE+fa599M7rn9XRU4fWb+rhLcs70rcFfgn67AXH8XWBt3b0A2CZXc5rEpD13QhU2KIKBS/QqsW+MhyoM3o7YJgsE7+q667Saq8eBX9TmhFNRF/UV1EJz1L7oIqoX1dY6Fk1MpwupXhF4D+gR9p5KTmpLEmEP4KsZxNFT9r5OsBzeQUOIFsSghAcpDK2gSJuYQgim4pIO4NhlP0vfARTyPqxHO7Gc6+T4GbnN3cC2q5KOYDjjcM/NVLzKzKLT2Zx/SUyN8AAcUogcDzRtYOKjot4BYunIh5qH/H6rwPMjX30m4/3MycOs9SG7xB5U+DStZNzQtI0M3/iJDzMK9enubogATD1kBpoKhhx55KcnPxInBrTQtYKtANBwOLSOCp2qCTa5EUwW6zke9DgrpWSeQxAzodYECFrw24knYq6UbYZ16IYUSMZXR/JBvQ585vZ0pL3QL6+TCdKI+yU+qsVadl+EkxKji/odg1MVnst90TOFQmJ2CmzJRbTkXUde8hNjwhb+el11dDllNdo5KUvgSPkR+HuVQs9qF1KNOpAyJrawcBO2jR/zcpWFadcYpWs879XRkbs6u7nKb3H9q0aR6CprzCGuHk7krJ8HZ2ApSO88xw5EjPydgvtCGYJe9T/Lb+a7DO+lqHfmq2hOGn9rzBd8L2rt2Zt/zlu8K/JUV0GPyV078nvRdgbsCf1YFdPDQhn1hB7DwEYQT3TFB9ichg+loropKRstjns3xxmGQvXkeje11ud1IrFIOnnLiONl0jRGTij6VlAAAEABJREFU96xxnUNznznYz8xfNVg013SqWPkJom2Fo1+pjmoIX+hKKXHYU7epRLtwbOwv0TbviyDVXImdRt6KinqKMAXYzKv6rES1b9C0zEkd1bepOh1Hbf0a7U4PGPk+MHdTHafm4PsAqmJ6VRcJkyaJPVh7U/C/Ca1Aelg3+QssRF0hdqqaJHJhGQXLCUXLt1KeMdnD6zM5nL7c9hH28pcDX3X0AHPMzEPnWT8ndWr7LqOaFVHNK1cVLxEepVO/wv0pBcx6e5umePNv/xR8p0CE0pSoCOCbRmILuhUikscBm31gTxtjHfSTxgNoLJ0047dZGW+pPsWqKfXUkljXjCub7sQlnHlY02fIfupEEuap07M+Pfe9IzH2qlNZ85Ch0U0hVVgZG2RW52mVc3Xr+g9RT0v3SeNL8M0yg2aYX0EcWpZPWAZRgRwaFV9B4Sr7OjmJ83rnJ55KSHB0O2ofLfJj/1/XPJv3kOHAbsZtIaA0TM8/lODUW/aJ+uioryD0KOPDexK8tjEJeg7lGi3yxyqyvsMk4USDExbA1pHFXQLBhqFqbmfeLSb5s871jrdzTumsw0Y3jtENa8hVdaLrxpu5K/AXVIBH8i+Y5T3FuwJ3Bf7YCvAz3gc5Uw5EwYZ29qZ93MyW6Ltx1O2gJHdOTWH3+L7r7MWo8xVZXGx15sj8yUH5a3Oh5ERRqekgOO16zyTufqCP5SPe549YPgBkbXzahyDNkWkrTLgOOlQZEEmKFv2yo5CgafFgAvrNhCCHs/k1z1+hw3TPw2wGfurtGFmzAg+80h83nB+0Nm6jD1xl0pgC8Z+A2btWdajjnMZIG7dbjsGtYbNdAGaNPzgm3Wf40MXaEtlCM67axWMrtgAJ4vWES6NxGguH/4Gm2s7KX88Yz1Btn8y8fNL/3F23J0ClTPE2TTG9AVPhvk1RpujXoiSrlE8m2PlX5SXBr9qcsVFEqTR8IXCPNdwU8NIx+CTaQZIABb7gtUmu0uw8a7YMrWjFMQseAsjDRqdmx51Gb3BNuCA180iHFEb1J/ghglkQLQMMOaXiHJdVvbJwLpvR6vBPcW1OlVYyZHM1V+YxeF2x/V105fCP6rdz63PvzA8l9+jW82FCw0P81n2YAe+HZn8UMn0UMbmfw8r8LHrVP0/yrPMD3VvaiEtL/gR7Db46/Zqqw9Tw5oXGQUY/2W64K/CXV2B8PP7yUtzTvytwV+B3VyB/xs+5ceJAN/OTXx89dDhtP685Szmt9rLyFlBof3iSzp6fQC3oocuwWcan5ZBuU6BKtmLSrlxLos6pajtRx74JxJeO8pz58GP4mPkIBEA/PhY+BmGlLnAZgrQUopQSpQBRUj9gotYjXFXiF0Ap8i2RwytK+Gp1tvCr6CyYhqogcjWEugqcvJxI13+2RvEnkqZFUeXRw8TzS5UI9Ti4epy99jI5eTcYO2X8y6+PdOH2Zgf4XOQpnuFxePGac2juOGvFaf6Sw8Z1XsX2sDozYjDaYTwCuGulQWy69rZl5DloduJg+Q3sxeDMUfP1x+C+aK7TKdUkKqjip4n6CsaOKmUpJQrMW+Fuvb2Zj3Gh6n0FtGdZuQeX8oecNHkItqaCKIBctrVicBPekEtnG3jPQCmpl/OiXx1jaBrabEQJTcf0UO/Vc+XCV/pHKAVKY53ieKyUjGU3Y09JgtS8gh3PSN45H08GHa9QKZ9CGT3q8E1XxdFjwzPMRm7Cs37N7/O0jTjHwgQNBGla2LVxU/AKvRNaPo2uTjaP4g/xpxkOY1V7Jcp5MJplOlDhdBIWoPztbW4JOgEhYPPifyUl+nS33BV18ceYcUzxrZ7iXxlUK0jwiu/qM/n5Rn4DHjXsm+jI0fqO/TZOo+Hm7wrcFXhUgfvReVSd23ZX4K7Ab6qAtlEAGydtP7QVWQcuK1u59OEoNRyoqumbicYWnIUlC1qQs6wLG0GLUMkj5Is24ySPFWcam/eP0Meed33w0Yeg+htAIV4HLeaYIakKTYcnetOIR4N50ORQ6FLYOgEluHoG8L39KKMRJzJ4OgjzU03Sz8m611TEC2QRxVHsBWi8NNVoqyLVI5ZNMOo6X/tfyhd57Lu1/ugvh+LDTDBb10n8VCI/AqFxJ2Ts8inc0bC9RIg3yGnNh6E2JzpZ1Se4FJeo0QDVH96cfc2RmbkJMV89H7I0Kn4AVcii15A4aQTiX4fe/bRLCW4HQFwY1TW4dBshEeRGM6tHOhlh8hcBFL+UErSIElxG0GxbSbqjRtqEautl60yaTzH15EWj95i+/0gicXs6GogWmVvUa80/FcjZUpQznSZPSjlISJOk5AZ8qoy4UA8dM1thfop0/SqTFB9JtrXvbg+YstpIgrbK/yCneZ0PX+fZjHZE1yeOYphSc/tdnxzaeOeU3M4NW63cAP/Yhern70/fl9P4TqCl5kSa8Bp1UKMH/uOdGfkHXb7D9CStJ+bTDNzH6NR8rsSfFtsXwNu57629K3BX4FMV8LP1qR63812BuwL/wgr8s1Pyb/6wodK/YoY36uOm9ZjbwoZ24USVVMcU+R/9tppXfNYepbJJT16V7PloHJkCIDb5hwEZ0XyN0cikA1EVdFDRfGc+/Mx87FkAfQT6YP76LaiZ+c3wmmMwXx0i3VWxYXSmUm6ia1hpMA7NGqNBOVW+UcWvqp8hfaBdWVZ9jlsnV0kwsTw8ligF3xLeC5Yo8dpFn9Fx0h0bFY/4z/ju4+z77uW9/7U8ecZgfU2YSkwAKESCa9IUBfBqLBmICiiApdkn5JRxJjpPKYbV+PzpzfkqSUq58MTpmfAzxNpdZyqHB1BW28Cuylc4dRR031EoMemBpLZUOnTVVwKP77LJVDkLtJQzQuJAUQA18fHpq2x6kMpGPhMoqdW8ckKlncmUhEPEhhbS1MjqPfJ83Ck5eU45kYhp9V7ZNnLaVn3KX8WOKiR4GqQcPXaq78rrONDXNZranDeLIFlvmGyIvpfcC/mlcsXb+Zx5rL6/navpVPLy8Ns5vdztlxw/+JntAJ9Mtuf65t7/ABoS5rvSIL2cS5/Dyz32jl+I8IUu+1Fv+a7AXYGswP04ZR1ufFfgrsA/UQFOR5vNB//0vLCp9caWTWx7QY37cX0Y8eFE+eKznlKk+AqM0cf+V/ogw4TEJFHnMXvDrRmhI5RkyLHJBZiZ70zfj4+PmD9mPo5A2VTOnOJnYnmehFrgIcRJ3DOrTOGQ1WqF07ZxIJVdHw0E/SC99ULK2DC/2JjYEGEaTn7d0hkcC/Aof/rnb6wUODkL4vnFvLdO46DNcqaT7Uov22fgGOeo2cfbeXBjpzplWGqgiop743ZOEaXK9ikhX0cwinqV0H13HZNB/g+gTvSXLv68a58Ws/Wzp0x1wDVonmJ4RsIg6wqHVa0pr+Zv4VrIUqYokQCJvMiA/PQMp3yCCVAMJUopODSADfGiccrF5hp9C/4FK/fXGPSoqY7Y23uHrF1NUdRRSgn9T/zLUPBUvwoEQDEBV+3cVlO76pR6DrJm5AzkPGBUewDO5teRkm/eI990jZ7n3Ky/Ss/zXrWznoh2k6xe0Egh2I1eU7UbJlEB7EV7bL3o9HNq0pm9KmE0ykAqK+1vht3IO/E6mXozrh2qRQtbUMVfIi8ndz3Kq2lfRaC/3khvV/aDng4H3a24K3BX4Fcr0J+sXw10978rcFfgrsCXKsAHj/DHj5mNKxsUNuswa6izt5R8xv2teaO137dxJ5t/0uzhG6+cxCsNKC08DzPd28zMJla/wTS/68+/Zn/8eacO0vmjj70KXmIISJNedoWTKEtC5id9yluc1vDZK/nC2fSsqPGDl0YWDEPMmUPiQT+w+gBQ+KIhIOkI+HjUoVZMIbZutTqVyH4NLzlddz9YWjzusxfExbLgQ6AszXsbpkT+95CYlRp1KBRngk7cWdXHNM6ukkr5ThHuM00DTfP/BCZ/59keAD6U+rmQEh0NrgDbJr1gq/1OiTFpjqgcBdxI3VKnCNLrQWCfhkhK3YruIR9JAmoocX5VvV01hhjAasmsf/NCkqHc6owlOblTPNOXL9BagpSUxHqy8IzROhGysS/QEsXjFvuy6sKipYaIb/ZosfpLSMXXVBbNSsyXojjZTVob4Wsxv7MX01S4JKrjUt8w0lZIYxVWUl+/q+K3cBfJvDC2egp0Q/1cgbxmX+j7/S7zWmeSouUQMLTkn+LXPZ+G+h9x2D895++D3WT2nXbmW/z1CtwR/s4K3I/W33nf71nfFfijKuCtkBDAvo7ccjML4yNRIkmpTxwcVBJk+Rl48ookX42rfEQlzuxQZ20PJUi5A6uZpP7sa+aQJfrOh6Cl/ykYHewEpYkVwHq+hBf7BFpG6TZx+I+iQ5ggdcYtsOnOZofvRVM8GKOl7FzauFMydPMckKoG7nlLX2HBc//QfXvF7ZnPbjivh94nJ5guiWWSlmXBGZxD3Pt7zO9QFDMge4Op1lCb5+CEOk3VIiqo4kjkK5Oo+9Av3DG1o++fxitNwTavWhsehhnQg+Hls6LubpV8DF39vUyp4VTOen90P4MxlwY86/YioYJPgVoG6dEsBa0hsCbEeJVRCO5gscIYRLOszgVrcE0SoNmmJHusXy7QGiNhWswLmA9Wyl113bozCi02ceN4MTe5CQLfwtCT3kHQTE2MR4jAHlypgaGt/Mqh3rStZZVmnmFmQNXBNCYET0LUH7yJ8UjI3OWxxpb0R4DnNWbCrJmc1KP2yK9zWbnBaxdgJw6O38E+iK71OA4hV4F1YpiseNZqvh+lk+Kn4LRaHixHpv6suzBYfUTpGNMh1KjQw3js+uuaOvh5oAut+gguzF9S6ycQ86X5PfBGEPGQfePfwwbV1klZNRicbvauwF2BT1Rg+1R9ouPtelfgrsBdgW+rgH6as3ma+8HjQWTt/QxG9fjwwP/bTHpdrseCFtapIyQF0xBpyk9bwq5Apzb7QDKzyV3Y5bx/fMTHMv7p194/x8zSKKZAcRqkvUl7OungVZWTpyBUFXvywLR3/Yw8pEC3Xb7jdIapt1T8Z0u+y5P3jAR40Mp2g92CxCsXg8tfIHdRgfhPAXFO/Lu2M6OTlBSCmzyzLt6h7/N7zFAQT8YSYlsPV4LcplqXnPSEWQBROEhvVoPUGmCEBavB0cT9yUBpeKBm6qEsmSQl02/FBU+UmqlMr8JuKb7a7eBHHjn+aJlTRdIzHx9SGO0tWyWRwPefrYMlBTdTUfqmIF6c6AjBs1ICBHBj/eDLrwKqykFm19OYRbaQqIGcPbJReKWV+OTFhEpRr0IqWrXJBxd3D/wdbTOZCJ2ha3DNyWydw2dH20X+bPdv8teErkIxO+7ZxvporrhvfC00dG5k+TaHP4DOrM6aBon1jMUgp+VRvdLjK3hcCxouY6yc1t0gpfkEH32OmpNuX1S9EvsVny8Of9lN1RTIYU+lq/BSag+cHpjqCDe5K/DXVqA9eX9tAe6J36Zm7f4AABAASURBVBW4K/AnVGCOWRs4/kUPhk3euItdDw2cSZzsaMXZutARRa4xXHt5ML3E9jfks0DsNJQ/JHSc6ptyK4ahyFwq5qlDof67Pwv95nfNn2MXZjsz7sTBqZTCwSn6pT468Caglv/4qwSoxja1tHscHcLw8IGQQWDP2yPbrofms1M9FpX04NFyHFSN7Vk4X2nlLBB/Dk5ndOlBzv1PtV/pcxroQqkkBTYnwzJg6bMO3vUxkI8/jWrR95IpMSBbaMkHFyJ43zLuXhteUSVM6EhL/uj4h2mcqZ4uHjHqxPQWJD0L+Q7oRSLvkUfct4JCAGltJ0bGbNZGD17VsI6XWVY1N1XPrGItRvgpRIPq1u5jE5Piqz4prFh9qzSwVXNOWk79Mepuc0Tng2oiOOeov/yjHNA5QUbjPRLmo17oKtdJ69L98KF1sTq2nHLQqmykG5viEWUhdHPjoczDar1rqaPTMrL2RaTEX3T9ottnpsqqH0ZhjkjCs3/eaHJaZaIYDq3NRT8DPjNqDaSBKvuT5HoY5iUjc519T59lIednPr9gZ33RCLAfhzzR7tu5du/1u+V97p8f/3wljdo2ButO6rfwj57jSM1vsMh/EJNtH/hO/NPhxncF7gq8UIHTx+uFfrfLXYG7AncFfqECww9v7aIMCrcE+7t2+vCZoaAWQELnj9xIgceDMSKd3OTXwfomlZgUID5xtTQfvilxomXUziCOPCKHEGlmUSa5zDrozzF/fHDYmg3y6rAfk/ku9M0DryYmKb0XFUiQ4gZryjZNxrbtQ1tpNFoa36gdHiDNDnMlcE/a6rgdYY5RFi/QPKJPoTN9DEeTY9fsmYfGvfOvyxfDOU/u42aSGo1nYG5rQn/+xSHn3X8WOMeMDRQG+8KKAlO9r+tw0y70grNGFdDBJ27p4OcIMHbjU6RegthFPXX+TcrMZ6EczINaJh4HL11ITrhB9GUkTXA1CvuwveS3c+I2ZoY8vy34zqWpH1DNcDXrWSilRjGt/OpSOa2Kre2tWjbE60sa1hrE7xiyVkPsbRsJtRQNEE8b9qnlSDq0U7fvU+YctEZUe9E19raOWgiX+TjnOK760w7bUdbxfoJbx1o5xpGwmR7PR72BMkXlw8+/NDmRxPR/1l52fBboE3aleenOZFm3Mz9Lu1tnLjt92vDStNu4jW5GOUbYuB3Nm96vCe2jyOi9GWU0/PM8c56Ak6frQW7u8MB+m+4K3BX4TAXuJ+oz1bp97wrcFfieCrS9CRs4B7TMxt3yon15TGzsom9a5VVAxTaYbByqaHw8WYCI2UKajrigKvRPiLnQAZX6QCZbwhv+gpzNiaVfKiKmEjE14Uj3pi4rFAd8vvjEzDxn5jdDw3NcaqB5DS1/tCZL9YKiyh4176qSOmZZillQteggg85pi8+dV3igacKPJiPkO1uf9yZozYlMrdb8m8qKTKuyO1KQG8CettGuDARbR9dzq/pGaRtdf74WWejLMdRDZUg6h/57UO/Lu+nsPwObc730CPLsQjIlScd92lncfY+97H57ZY8h60aQ4hL2YS4dv2zIERad7pmeHwOonhAT4mY5hAEpBeizoYNp2L9At7FjfNDUT3DmUniHjHoecUSCkyRYTyfydcPN7zFT3EQhT1u7O3q8QzmIKbFZefnYN8/gyjrCuLHKWGcBKNPZuYqzUajGLOaFHkH2dBchXIuHpjcNMduYgu2p/jxeA62comQe4sIzSm6Dx3w2hkFwbjiaDvrfxO6P93N/fzI/PQcstJn5LUBfQCoEZs8be6YqZXLn+Jl93+u8IFO87R1/UfZEmPUC1FCoPptt7flJcj7HHoQkNvcHudvMHBTWNvQkenPr9LP+veNauVX1gPv6OBdBHXBiZZjBqVHYu90VuCvw2ytwP4G/veT3gHcF/qQK/JO51G3Txxwf2pzotOOTsHZ2QE1t0qYWnu03WE22xVp1CW1uUyUjkRDUBNJ4/0VvmkQDNotQyToEStYLsVHHlfEL0A5biqdTmCmZ6YOPDq6zNu0L84dKl2MtOrqtozE5muUFbB6GhpTNPAZVQyCtdaqOBhV4QmIAmnzm4YPP1EadZElwycR2JsheCkA6AWxvyDTExM07Q0qnrAS41Eiz7pvECvL9D0gfTSDhg4zXAw4OsURhrkhurftiSZMsmrWl0JwcJNZrL6+WLaexGmwtSM+CbO1Kn06nTUOsBs1irpVZtVJ0vxqsEpaV5py+u1FTiUdlIIoPuHOLKCrA7KYoDawIh8jFnArz8knxH8FK2fNgiXDHF9ZEW/uI3PnitIQFFkDtGYetrbCeKvsCKfgIIG7iBRY2KLU82tZqnVJ5JbsCFtJGVuZYaai85EUN1hlZbCijN+lI9aEl7xCeYiBHr61GJU1NcouTXqhlaoUzzPiMSdsgrU1iYjF2Ll5IZVRFu1SBxitduzaFaeZk9iHCj5YuMJqDhYV0APN/MnrbJjftZL0MqofrNMj72UmmAvZu1EJDGeBY6mb/NsrPuC/E2ues+fQwuq+AddCm17+tNP7bqetllKFJkGY+aWIrXkBDpBe8R5fP1/O1zM68vp7lmHHjt9FSekvSXL5Gz1L/WqS7112Bv6oC3/H4/VUF+9dN9p7QXYHfXYF6eOOrDyPXn97SCXSC88ZW+qUfGLYvqsKGnq4LQBMxgPJQFY6AKRzOTPRY4YuDDP4+cWkoW4lrKgfxUAeE0uwGzbbNKHVb3DwazWSWmLVTBWbmuzhBJRIeufsyGC3URwfJlkZ6SpsgnLrEeaLNqHTOxlT8j/AODuoff+BPjgA5Lpj8FGCCFRVUldhYiywRJ5q48JzESVHzkmhAp2HtA68NPEEnJij1RBUm+4EwpxuMigBBi4fwCEywi+ILqSXN6fWI3eucwW8G3KnSvXzecadVX1Q1X7gaUfrJfPR7IOsKtu5txKExpzCs3kEtFDPCdYLE4NG+1chDfMbgI5OYwc/dLpF7h/NitNVN+hzN4WwQJ7DwBaS+ym+FHKGFkj01ePAcsc61Lvrk6z3vi73Kzlt8i1MpS5MWfgew/qoWYm3Sqs/eFROfhp2uxkJpCwxZK+lWyI9UW3/3EFrKJgUN2TJQhJGX/BkoUeq90/0SxPPLNR3cShDFKF66+NKWOSemZ5BEaA2O/fNujprkt/XTnU79iK9m4phCAneAoZnNdMy+jErznKhB41+nU3VttIqfJm9jD82nwaivvEzRs9UERlAmDaJfb5v3QUboxm9jzuKe6c4G1BxWfd7KcW28GmeN8Yh7/TOLxhUE76Ok13FX+8pde19ZfqXvVcx/Wr9/N3w6HxdF6/rTPe8OdwX+2gpMf+3M74nfFbgr8A9WQFssfmrT2DqRhzZzCDp8+AS05BYWFcaTNmwI7Y/LIuBQCOlnQvGOJP8CV9AIIHJqfSVWmDiQVTbJmMNmj4FAS6fEq8gYCFPd2VTCQY95fsyx1A8fAcWNvLJ/6KRklnlgo7E198SgGEqQNQg2OGymRTqBJBlW0F+5pVRwL9HDpzJlJ6csBBg0X4Gd9zrsl20dv/YaPAlYAGvSL31mRlmsFSogQfBRKP9U7gPCWnnHxzoc1BBFIuzt2iyVj82FPQfaaD8lKO0Gr3b0h6PROZMwdr2xKSbEyYtSidog9gwYW0ILQZz7yFbicKKWHZAV4laEjcRcgDo02LikUripJyU0KpqhUqcnn6dQO3SSPddapEG3PLnEOTS+av6IynOyyMZHFN//Nlkoz0cApRQRnAoPiQDWfUTpD3HTu4Cnq/P2ERKgpSuhAlIFiE1oaDJMiTBIEZ7OwiRoRM6xFnwEoWCBH22hh4eHSiWSgDEZcOsP29oUrnQTFafxRYEKDlJUIpanScS5mWmIJGfW2QLMNZmMV0Kh4uxKh50FfzSFzArjT3zQnDRX+BCgj3YNeUXQbwLi2fV26TCGY4n4sVGKgvNObbxGV69J+UgsJTOe4lPX5F7qJFDXRsVfwduFgdlwfyYgVxWyPJH5aSLOULXmg1puZGmHFAZWlgybHPjQE93ocpWn3b4PHZLch55ZxzVXUuKnxd7hZ+X2MNVRlE2yNacUjniY1+qZXOJjl1WzGxTD8z449bZ6r1w3/iyjeQO0p+O84vM0yO3wsAK38e+uwP2M/d33/579XYHfWwE2rIcBtQuRHtDho9sPu/aqEBHIsVKRBlKPoPAp7zb5dKD5YNbspW36rSjseHWwtFCRXpkCxErgNk3qBjKIFw3mx9cMYrJNXLRV1eg1O5wmjc2Q9jXSgQ8fDmPVi1xxoAWHkhCtfibIC//67t8CmiL6d6zmiw6XgNg9kTTJGbeBLOzRidEqcty7bmTZV8jx3XHIZV6nM9OZDz7zf6mRgA9m+g9lB3XAEuz4TYwU1kybB1TznRhF0G3oiUuz5stIAfxVjXjOeE/PIisX9MoHQMp5i0EtYeKwpo+Fpv/5T0xvU/znP28xTRMQXBoH8rCRHId3uch70q9uTaHwUkGxu3i9aNYbVZOXKIoZ77Fn1Pww0SZHgdk0hdgoLgRS2llqz0pWY1Os2XQN81z4WGyAX/uIY4QiagQjis73C9EN3WIGVJ8zuAiUNLMNSca9qL/WVokoBRSC6FdBllq0K4mnnNsIWsIKh6tdSimmieSVnLXYSjFnpfqpvwTxogfAQENNP00Zri4gcQ9BeeodNZPzwkA0+xMJClZgARIuwglNh0sqhBHUyL+UKQoAluEAhbUVMR30qTjXz/GW5j2Wu8B6zwhu4bYCcA9bOVpLlKNSmj4Ggh4aSGv5zOJAc5qizThSnm2JmeXoxNzqn39JK5DfnoafQnprfJ4F+YTz5fmk7rN55Q+4xtCIKAQqrS83Em9XX78FhMl87K4ZWQChqQcEz1UneYU5eHcDo2bllflVz9Fr5TPzVVaEIPdRE/ycoHIb1VeE/eeV80ylFdQRdA8au6MS9UyJrtDW4xBjNb7AKcussWr9uMPVGDPdZBPA0nT/Idm+o5gZacAaIQOLGwwX7IXXmvJFv1t9V+CuwLMKXDxdz7rd9rsCdwXuCnxHBbSR4ac5LfekMDrQ6fSx2fXVDZP0HlZGgYXc6iIWc+gK0Frt2sSRFjaRzXX/MrQM0oY5vFlvnmsEsl2FU656aE7YtU/0ZlBym0uj5MJweOXWVi4SjulnHo6crNwq7BVjb2wFaIPUHt9BZt88IrWkYbM5y2QHnCmMucmIrP4UaeYDmf5jyPP7RyzAjM4fB3GRp/pPHEDEh+659cwNfrY++TAfzu48k/CleGYuUcHSAPayyacZx6ilZhJc0gtgaW0eE4e0afpP/Mf0LaaCZZrsESJwp61NrFHWUejjD87uZoTgKkCbLOr46Gi9+2YwnJSPdfCmONPkb0AtiurF9shbtgYKJ14076Gw1oLW2ztrZeHg235bZax8sA6KgeSgUS8/avoyugRVWoCkwgmBN8aQ1OyBDigA4UqBCV3pJ09JCdg5gBVYAAAQAElEQVRcr5Rccg0qV0FVJ4uv5UYtgJD7GOGxo1/qKUCBGzhb57FRl1Syfmpv0k7VGX6TNevMY+bvrJq54Mx91TGWK5gapVDqeNKUgkQtCmtsMi2hkeKl64HnA9MxNDmq/hhyPsjwZ+0Qtpx57XVZt6adxiAWqsI1bl7QqoYbmpSCQbVhZ+qn8SrVfW4gv0VISStGwuL7If4tgnsgD4PCxNxeE6isGCgs7SOm+hlHMRL0ExuTl7YogU30TJoZLBk1MRlgFl8jiEXTmtZe4zu1j8aVppBN7C7m4PGWjb71aHRjrMKHjANIFuQgHrh6wtOCceRelZVg6InP7to+j8k/eD5aXWbztRuEnuDWRkl8g2bf0rSqooLVJn2TRr7pVrqzShSsDuEbv9fZfqxCUBubXkUKIXjVf/RzTqwhUxkIRBOXsBFSdeO7AncFDhW4n5RDSW7FXYG7Ar+7AjMbiJkNUp4+zNUUlkpXctSsNu93B1EhR9G8AxhZFNq/CMsmUFoTy/scur0z6df2KTkrxtWmHRNnV/7BfWHmCBWLi0PSBXWJhQNVCJDWmAgyQ9a2VUhSSoLVB84K8oF9rU3e4B58lYxgM4fRa45Zk90NNXEgmciBFswu7MJm+uPjI97/D/jv/8XHx3/jHVk6x4il5qBZNdBY4uOYgYLLLCoQfwYzSgHk2DL2Uf9co4ppWEEwyxgu2Zo4qRAIk2vyn5A8TW/MlbGn0RMnZulUQbl6wNRtpjYBPVZhJh7O6iof+k/mEzVLSg3LQ1DIQbQCucThIkI14xwbGHyby6AaWGKQ16CAlQ6yb6j1EWjhX/xnP0tLeFr4lQGi17uN3KxxeckjjcQ0IypA4N4UxwQXZLelDR3Bs1nwocFHv+Sx8BFCtCcqq/yjB+pxmqZgw0We2a2mIcdibaHUjQsuOQhgaZo1DkRBOGvW2cuc1s6se6A1pLoqlCCtxpqHGKuNJDXIXFLCiFhKibcyRSkIwTVVyjgT4qPWVv0zvzXGztPrJBgpKBn5qAGr/89xE/NUNpOQbsJnhnIndWwQRGAyNYbNnhW65R0td437tUSBB1zriTknv6iDdcj2wU2N7kGcyRAe4w29AOLzv6gsArkLUneOV7u4Ble+2DnHpxWejGetPSkkCshKosZXNcL5z8bBlTpZBTMaAYQ5CWt+SRtu9pQ1fIOj76ip/eqAItOsnlXPeNKtPZpe4yxYq+wP84uUQNVhRdhgyQnNZ42c+hG3O5Y69RCoIqkZcVpGzcrLJmiagR/YZm30gam5dJo16uIDhqieFnTv5SAYTffGJj80NqcNnfScbDS3cFfg312Bzz8l/+563LO7K3BX4DdWQD/evenTxg8Qv7ARdAptn4TA/jZChyjrjNDSikAIWpv3upXfEPq30F2vBBRO1EoJZoxK3YD+2otyyc0doWdykKR5Rmpje7VEGq3W7RSj74CjXrYbVcVApK4TSJJ48PgiqxwbEEIsJOfFZM2PKB00ujZboqPVB1A21frNn3c+/Pz3v+/xf8DHx3vMfAQKL4Lag5tcChMTjMVAVT1+gSjICJ8NRV8m5/0kNDgMrhGkGCX5SjeFa0KnCf8E9AU97lk5VXaOWXUQaP1Q5pnnJrSw9QXNlA6ihuzZfWRCRZQQG4qRzCcweYXgrMuVPn0Z+mJE+tEOYaWjq/pBmPsc78xXvw02UwN9kDBortRCPlugvlLItlRecgcZutAZeQq6AsYy680UubcaYqvPxBdyzQnjRFOfSsRGEC+4jrptNFzcDlopWC82gihJ6D0JGyGbCpqpiItHl2qsWqquek8RiKqumTWOV5hMGaoqPVRqOpZuYn6liCuh32gLrqnmA0tbhc51BrPbqHiLCZ1A+UYWF01rsqQ27ejFCGC/uymsYE1Dc22jZC5vSZryhLZPMJge+L4xSHrO1IBRvbYWJgtwp+hdG0FqzWcvAn1eH/OS2wxSP9EgHkA3gqGf4w08Nn3qiNkOqEUFsIeWb5aMmsa120abxoZHU9NdUK8fhi/UY3UZA4z86iGObiIvwnkc3YMeABfLLlDXVmYhw6xH+N2Mc7WspOlEq+9qrFzadG/EVeWO7O/YzjyKCiKQrlEylZikK636bpT3QFjwxehj15Efw/3sNMaRbv6uwP9kBa4enf/JydxJ3xW4K/A/VoH6Q9p7WZAOH96E+CQzzmWpW9ylK0vd3FpRjJ+i7J04akR1msVzstE+TSl5NL0diesNp5wuAUfauouWsHNmbnkYnEOHK4PmyJihCWvQXZeNSMqk4hlv9BsBJ+SZuSS3OKXsV6LwMSGYjLKbIvD8zjbXYNBsyJkFzHlTLoCTVB/qMX8s/tjzwYefd+CDDz/v73N8UD+tDeXe5hBRYrwIMYor706r+Hu4bW7hSZ6MTG40pjQlyI+aTAJ4tHQqAE0TpEZwrJg5VA+BZdnEGKj7Rh6FgScWZXWPn0OaXTCTT4ygLgYhPR3MVTMmWRrzRuZBXQxLLHqGALg6SIECtN0SSf1Rif68nYbYufqs3XQWMu+mIltyDJ7KhIZl9zcp95Ek0IiiI6DLNiqvZzHEy0zozHrSTUh5E0bqGH7dg0pnJVlFg+NWGgydZZQtTx7SlVJiEhMR+/ELo6FOQxEnD4H4I1xbjr6pmal7W/PP55B9GnZCh5yb9Yrq2eVhVsPlmPFWs0qz7pFHk04QXSLQtjElf3hQ/XgOQsBMQ6uCes/0nOEbhG6A4xNzDl8aQaAPS6E4aCVDNk2x6GWdeHXXc5hdznvwkNLs6X4tfhUGMvpUtVSVbaSNUqcQTQ7mnHWQpzoqQ/Et4+Q/gzNK5PSMpdlHkE6AHtJqmHmhQJ1NvKDFazR1zWeUpJs9rriE0T7yaU08+7PdWwobnFltVKOgm7kPupE3wtjzAf9qn+vc+LegB/FlGvs2vlHZb7grcFfgUQXup+VRdW7bXYF/bQX++YnlFoGtDj/pwd4wLmxkZzZ1aVtqklBacMhLQF0Skggj91bWDaJNdKaFr8Y0KmXyOeYqi1vBgVJ88NY8mBQUoNF3YVsHcPAO5iiY0ahh3LZMqeo2QtVdkeZbqdLW5p9DQS+Kd9ET4iHbY1C5NBisUjXRcwNt5lKHt49snnMwJpoC0MYYcp9171kL+RtAc3zoN3/e62//YFO9gnlkvxokGiWg2yAPrE1XiPyuTF/Xa0Zjbw0ineio12yGRCU2s/gKIk09e8O+8Lzozz8+YtZz4UW08Hgs5qLi0DrzkE2vKCiySYhQvOTA40iINFwdrVFULzdFE6x9xV11l+dq20h007wTmDMfBWfWysy60jtDlVXPpa4Hlom5obKnsvpcwb6v/Ead5D0oZz9eO8PCfVgOOilaRFGBdBfQzKIGoQtfq7ErIfNCCGfJySTQOhAoUa0pAXqJkKEdNYOxs4we0W4ET/6k91A8upTfYEccpGSbDkpDlximt62mSec5N2vvPDDOf+OwEQbPn2ZZ/ONvmCAG60kwc7/2M1tlzaDlLH6fpwIJgruDjVjgXWv9d2qJD0wyCzJ64nUKKcv+CrRhGi2nnRRTsDW2PlttbN5n6jXCua88dharjGzYjqW7kDbh2fdL3KrPLMBSC1pW/jMx9JIVVOARViT3PcgqXfhDkKQTsIORBsCh8nB1WOvXj2oYaKsXgtqbUIWDsepNHhrtMY2xrBmQuh/W5ZvX64SbAHJoV3qFOzjfirsCf2kFrp6Tv7Qcf9G076neFfinK8BPY5qz8EaWA4c3StojecNkU0VWrtoUsRUgInGs10ERva+6tu8J/WAmpXt3BqkFKVH0phSg1b5MZIQyCHYzSqXnyEHVc5TAhkbjo0qHim0S31NAs3eS/ZMwuTrKsEQ/hE1RL+kruyHdYdUOKjJb9Qg0F9j0rECrtzmfBct+7CXeP+b4WN7jgw8//+UD0Iflj5g58LM83DfUTwGAfQQ7DHla/u2o38AcmXuoughSkXjyNha+55uMcLNNMc5wobKKAtUaoiBaU4F20RgyEa43fGiypiqF5NEmk50Sp6abqrghONI2qmfCZ/0VbxICTAkwk5SBOWjO8/jxhzqo4oLoTzmdaamDOTTVtcHBuFXs3SRvPEreJdZjFGVcNtZdSjXFnc+2xyClX8kRBr3Y69lpaRVcCv38Gynwh6ZUq7Idzik1mtkfEmHIVWMANM1DxPqKRnnkq7kSshjGqkqTfR+5CZS/HTqytktHZmvfSngfFOh6K507MrIBD/sfezX3Ro8en9XoziT0w7nEGqaxjVZ1JeRvLql8vpbX0MuskSNfoaOHRr/ylv7YQ9pTyOmcmn6H0jMxejbazqlN0bTZGh1i2T7IZk/8rL9CQ5BDVxS0tScC79ehx2o64fDmrbw10H349wR5bO17afJgRnuTZUUQxGEkm2N8T1xHqb43uStwVyArUPH9zNRC3OSuwF2Bf6ACnDzyz3tmfsQD7CA43oYOG/tsMEVw0D2zBQed2FwlDipOG+re+i9i0ImELwkwkNI661CHKtvudZk7k7oH0ZFddqAUdNBolxyZG6J+W0MSE5GUBO604UiLnh95hfMqsV7iBavGnDuKw6Z8IGNGslzDueepto/j5AiZ84RZ22lHEmoexMhDPYwmy02a6xeyRuWqHhP3o1CDgsJhjRCGNmHnBlTNVOnvJ16vDKtZ+SZKAaSMgdQmAeyxzSGb9LiIJNBZtVr0tCiWagUEcgJu+Lh8sE2Hq6WGcIFNDLNrmxF3NkR3M0JQO/pLI5D1c6Dn6KSHJiCI95jndz4SzvHx8RELHwhnPgCF1o3pSd+qWir9EcIzdhXX4wo1uHK81Gu1Xxq7QeFTKDwBJdmKL6parUnaHW1xRAUqbXpssW2oRAW+B8hqpZQoBYhS13GJ/dXG2+slf2ntvMX62BNkG6OgeaUNfpsAg/6VMBufTaCNZS+sNWncyft032l3g9Qz78fB8VSR2c21dlAFsGdaqsGahqqliQO9tgxOsBpEADu03ruZoLTBY1xlUdfWxvx7BCXFu+eXB/OECSYq+OWABPhSnIWO/1Rj/k+H/tKknkb9Wx3ued8VUAXup0pVuOGuwF2B31sBPvzkgPWHvw53Ah3ifKAdNiS4pDTi7M35IjhnWCjgUoRh3OBpIfAmOftvt5BylB5gHLtJVcEvSMc0V7U70kwap/F2kQKGuDklxtBBnTlqqljcpDWzQQueWPBtaqTGvkjr+PYubJaBiCibHCMYCPS1lscTTVD9a4Ym6KSqMPHhprKQmpf9EJ0AAkXSx43ZlPn7KwZ6XByNbkWnEeXvSaCI7SXTqtlKq/4ZpzEFz/we2J0wpTWlSuMNV7dJuSl/UYCGtyyAO7kqmi4Kmh2gtXldZI5ET99qOpB0W9UZng8pOWIVV7u4UTnyHokRDzp12sMu5725y9d+GobRclQElXEGzawR/enXB3VYzPdgn2BU/0+4P3EtvGgKPsVrE6Y3reW8CYm74dPMPwurUwAAEABJREFUef9BW8iglxO+5dJ1cfEHIhS3ZdPYFha6+MUI03wuafMp9ihFtIQe/yLkdR/hcBpHgPgdzVM0OonWx2n5nficqBzOaDQeFKPxW/me9hA1dXoqUEow1HmJryzWrLMZEM8JOPbZq4v0eyrdBtzRaKPeCjWK3ARb40Gq3uf6Zqy0ku7bw3emm36cmcf/aJbfTgxZE9ymM94MfFrrf2/VFN9E2+CNnof9Nu1vGubb8r0D3RW4K7BW4H5+11rc3F2BuwK/tQJ1x6QDHeP6UCeePRMNjdqS2ysd9Dg19H/t51xBk0OCBB82InTOkLIIXYEGIOaV+dN6v0lLTCGYol2a4UzeC6D5CcR7Zy4jjps8yUv+lAFLNvkv+1zxk3UdSdI5lFKi2BFkpgyONdCgeZWt6ef9ATvnprwK0ob2fBgbf1roa0RSdLR99zw30pk2ucZ4wINfaNMLPj/lwqxolIcpziIeSBlpTgIWjZr1FMI+6lIVl2Sm4LM/kuFCzRBhtm2Z+x+MYPCoUFoboFGPiv6q2c+oe2ylrq6MxqrsSyT9E48dGIVG8WjUbxZQJf0WEPzC/BetJcPYr/LUpXI/T7Qe28uHNdoHrDlknhFKVTa5i+7BfhtlDYAu+yRGdCt1rGIpUipIFJMW/U/AvNiCS1pIbSpvu/1eU7yr9FGNTGkaWwCbkWuvSIlhwpfeUmY6aqZSxAmirvPSfUamp2flNsetZIffgLZ5bvP7ueFZ4efBfaOqybxQ3htpeRxEElY1MoJc4bI1vFb11NzcDvTtoHlN8blRxpiv9lxnNPb+Dn6NvM1lK52ONLr0MJ057fLPK6eLD8XfnNlYm28OfYe7K3BX4HEF/vS30OPsb+tdgbsC/9sVYANAC053asDCWYQNK00TS7JwJEFCoMFEP3x4i24Uw3VQDDZFaBD9MCbN4GQ2o5R6aInhcsaDXPCZokwRMAkF3o3INCaGRD/9KywEIeckRkBfmrigAFDmzElx4YAb6mNvdJXi8ImmZABaZOVivGo6VdWzsLyVrDoiAtDQz2S3kL4mjHjZ5JPGGe+cX8rGytMDg3SgFpB3HsBktNc5oksanvil0xP8bB5PumtuuGRtYGhKTwBLm1guAljmJzxC92Nhee6qQ1W6bt1ZeTboyrqOBrmxClbjNNVIla8BRPMsNN7mgFk7SF/ZTq5DK1p3OzBjP3kKNLjG0IcJTUh0nj9i4ZmYeT5m6AI1sPrGoKqIZTECC6+hcfWM/FXvUgp3sHA/S4TuU6yX5rH03GoilZTVrXLVsPfvMm5jp+aOWm3ayKujavtmhylC9ATmdoOJMTMe5MSrqhQaoFVFRNl3UE1woAVLmLIoi/ClmpjZINkbbAwWZDHzIjof48XOO7fPjp3dP9nrWxJeb4I4gcLqfmZOX8R1KiKCiMRrNMmCVTNyymGV583vz6z6T3Bl69s/cm7V3yTt5lWfkw9eTppXFT3WztO6FeluxKFyq/3m7grcFbgr8Psq8Ph99fvyuEe6K3BX4C+swMwmKj6EAX3sUA20q+IAIrYRfSRYumALqABqxYcvcR1K5bTnAmhVAdkJTWwUj6GNWie22nh70lYZbmJ7l9ASQMkcZx1UAWYpSdORYQPzMD9cdd7FvuCrHBYfelF8uimTiRNYUZX2CX862tBB5RAwo9oG43N2Vqfq5jCSa34iOkcrb9UzJJC/9JDa65rYT+bOSPgKZO2/0nPbJ2fYdDqwCDwvfZCxgWSrm1XMWT5osY4YUU2+LBQ/NuKlE6SruAEKPDCVgKGpqkD3TWYMg1Nt59q6QCvZ++zlGuqCaHT1aJBudYVIiSIPWuiQZyatj0CLqD4AYXfT7TKzRRfqrdMXpUJZ3VUU0Fwsd8To5CgRTuQAdDvoHik2/tRj9dUIaXUeWkN+YFL3tjpuuBbC7ym9hxQGoG38LBCKZlZo5CWru2lDLhBe5BLmm0FLZzeCk17tsZcH0yO2zSe0aHZDbPqR1kb+buGz+ffEX0+EJ6L+bHg00TjcltD7tg0zjvvZnFuMEzqG3Zi7oTMb86XwyP1qcV8G+4KhjS/aYKzjw5Bni+2zxW7+3zdZTeNh2hfGlsmF+VbfFbgr8IdX4H6G//AbdKd3V+DfXgFtQLRP14Z09kFJmmHW1iFrfyuAVStRIALIrhXbRiUfUBQHgIuAgtKBQ3Tujhdv5TSEII3CW0maFabQYX3icAMXHnZ8qzIV9dYm3WNqXHQau0S97G+EIr1ln0kq67IE51xsNJkhrzaP0Q5dOQT5VubVIPid95iplycDxUlsA8TTpvwFp8ZxFGUuwBHSLApPWVA+b3TbObUoO/W3imeTc9aHUZSN4GCw+2CBnSrEcCKeKYRdXf3kDrFGhWK4v1dqDVX50W/k9WwMcq5HKa7Gu9KrTwP5CJo80qaH0nyAZ3457lzFSnkoFp4nQYiOYTrPs4Otixvm7F5tHD4pFB7/ErXE7qspBDX0SMoDhmZb4B2+ivHnUe3HfXVfD2bOKYizyUjSi0CxqVo6kywt+YYPimYYKO+covlBpwbVXCoN7mtnK6NUtdYlPlmZchmANaH/rhw1IH30JKn1ARc8JwkIqMHHpoF3WudZJmYx7Sy/JpLirwUYejPrQWosk3TyTR4og9MGBexBge4b2yH8QfHKYNtO4x0Z+VcifYeP6i6Itoa96JSjYBhhJwarKbZPZ/zsdUjgOJxzP6ofa35P1X/PKI9nelvvCvxbK3A/X//WO3vP667AaQX+VCXbKQ5K2lCxfXWSjUqYH2ziizdV8iogAWTfdvsgiYLVjdFoqxwecZW33qteXH2NQo6j00/z4vA3s1nMIRJ7H0gfRWiAd3g/BqODbQMdcHcJtS6X1Lno8EV9SikMJ9gNGF+8yK/1dL7MrckhfrCveltGsfPKShDkOk0laMHZK86ui9BnrpExT02fVOqeCeh2GbTacXmpKY6gO9eZVZ0OwA3SJQ2JU9Nw9ixRSmmqA1UsFUT1jUlR9r72OPTT7VyVGkmwaq7vqlZ884XS1lgaf4wx8ji6qT/R4cFuwUNgLc+UfltFvcaPFZIFPG4icofqvghgv6Htq6aQpRSVNgKjqthnRyIemXyVp3nmEP2iQ+efMfjS7NWoBVAGhjk252J0tK0aiqwc+WgCR93IVrkDCNXtwSDVY0PIsRSQHmYbispj7hl6e+ZAkjS8EsO4dakzi9+nEpmefQ6oNE1nUrETU/knYD8B0Z8lTa6m1e9Qv28YPfFuyXVqfxYFZrO/CWk4gYfrjKUDemI++IdmxpRODL+kehSy5Vi/Pf7SOH9j51a/x3N/dAce97ytdwXuClxX4H6yrmvz77Tcs7or8IdU4KP/9GdDW3nOH6GPHRLLSZ7L5vCEw5kT6kOrb7p1G3zwqIorjxrAXgPfWB+oJRS2odukmB2HEOJqUoJ4fi3e3ct58YxncHInfbfDHR2aXVQpHjw0zkHJPJpOnQRNPqEOMZO1GeiJz0FVY+qAqPpBRUY3pbzK1JA6sEAyvsTVWLkaU9LASvxlUDz/R1Y08BkMI9g3XEOxg+WCVbydScXYdW5io2uPKb/prIrK5f2oAvlkT7zhV23jHtOMlbh5jtLIR96jM7dh5GbeUMJ4JUF5cDCJ2cZr1dIHUr0voq6LDcWJ1i0EcivGryD1fsWv+vCxYzr7xMFLLfOU34sx925D0skmVkTB3j2Uh1y0hlxv7rj5OL8oMS1tfDxwvq4cFVVwAdbLdxC2Y1MChUwAxi7T0cMaD4yR59/yI2Tf1aGJSYVXmJW/8wYxJ2YizdrZXDE+R49s5z0eaZnhI/O1zV/YNS9cKoGjIdA0rwRUY7Ntr6AWX05kjPVVviU1835o/Fdi/d5JrKMpZ6B98YGlDRPAk9YVI9+U1hk1zUO6jf/Q9evG3zKI0vv8QK9XSvFvuCtwV+CyAjvD/WztCnKLdwXuCvy+Cmg74P2ttoMw+SdgbFLhN1lIpU089HSzu3H+VUGDCDLOzBEmuTOcByu9SCf5cdDxecuuC7OCmRNElHtSdL1NnUsmx1YJ9I+3WZO0HPp/6oyyH6fFHOkxu9F6zme+5za0hGy/rRFZEZTZ1v/GTcrh4hWEzNWROUCrv+qhJeAQ6ELHOWLj/FLLiC+5fouTxzMKpyycxx4wk5kNDAUFu7XpqJvAyoeo9Wj02lm1lpUVKwKIy1ESo7psZ/HPdG2WQ6BhfoPWrB8XDS6wRv1hFJp+vUauIEo1QF7+SKEHxIuEPm4paJ3ILmo1a2UBkg89qaFLK03016FGYh6lVL4GVbrKShDKwUmlVF2kTRa1zSklbuEaTe3rmJxo1X/lqmJHZueiWjkPIXLaOV2Kdi1LqAQrKHGBxgZoPYCK0wUxMjaQfA5z+88Iqz/rxMujuuofFqTSx8PZhqVaRFZeGUmzgZ1SmfiVZCdL5n4UMScaQySGqU2yQGLOTNwjUB00Yz0m8mu9xXcYpyUHQTd+M7OPLVlwGKYpK63k4GbFOAErfghlzVXT8LpSUoAW3MMRdQeODnr3HbV/hualir7k9Ivz+R1j/GKK/0vd71zvCowVuB+vsRo3f1fgrsDvrQD7Jw2oTZXP9Bw/xAd0AUQjtCtnE6WGk88k4rHLEr4ah8Fyoi7VcVJbMbrtxxX0vUOLV3L/f/GmXNVw2SKyB5RGshpjIe9gF86QOSVM6Ucn80JFyGA/5tedidN56+32Eir8y/oEpDOH/sKYtJQ/gx91WiLv2+vxJt9X+ZMTvPCEKIDsmm6MYGb2ojvzRmx1FBVsjDvhfLSdU4y39GC7VGTsvJfh+uiDhhkfINQx5/Ja7Vok9dtCjpS6iVomJzwJkX6lE1RN6wFqo9FGsGaD5if2jfNRUOYNjtZBIydqM1doFqsltDSybNKwHiKh6RpNrX0SlSTCYgXiX4RTd4+VllJEW4K7oH5+d7oHosM+sNuk4QQWVuQM0IvqNgd3X231OHJZ38SuphNYXMHmvZWa9jGd6lrMPPCdgF3TUFILdqYuKjNBV5hJTcMfPER+vlg7AVjPO/eV0hfHe4D0znxgfmY6zu2oyRjOWumnOGD90kkXq5vkgUVUNSG97WUM2w4o9q05NLq3b2XNRLDVfo/0OIOLUS/UzzN6vaPuxWlumxCjx8g/z+TbPZRwxLeH/UrAn6zE21cSuvvcFfhLK7B5Xf2lNbinfVfgrsA/VgFtBwTaqHLsE8uxw5t2qZRX3Z3rAJIfU+DsIKOgOlQiDR6KEv7zkI2vrFtQTGk8NExZSj22IJy14a1JxvbIczUGGJ8D0eowsvhQ8sGZH0/l0QbBPjZ6+ow21ZGn0cghposOXrro+a0S80VodYMd26RTWA08ebTReuTXVBvX6OCr+SGeWNBetfSeuUP2UE4NND/xNiSyt5DmNdYizcYymTlBCic4Mb2m+qXOdQjqFBxKJWldbMB6TbCBvEYY9eJHm/hh9rrHUu3Bc8h10+696SOcFNIAABAASURBVCSDYN/hdfkso9d7bz1n1UIBK1iWrrvlHJoot8aL6hHr1TAjJAg/WUW4xNevXd+MvIbT8o39s9WdYGirtwTBqvkMV06d0WYSEb63ZZON77RR7K6s5KznC1bvz53DS2KxV1GVw2kw1mSmxFRic+XMGWyjrQL9QlDFRjbeG6F55FOWj1uunvB7JkdbvX4XdzKJF4f2HJrvONfhMN/UjTb3pHXOlcxzas99Zbu2yHoGnp2Q4Mzhl3Qtn0Yvgv3I2BdjPVPvUm2ibsHMOjxN9VT5bKDP2FsWL/bxe+NF39vtrsBdgf/ZCvz4q+d/tjJ34ncF7gr8vgqw280PMWyT9NsyOsmxYWoJaAO1oBOkHxpaRAmdLwyRl7c7sglSdYFXB5178qCwuhJ5FV7heJvS8CwAjUR0oFoI/j5/xKI5bg6z+PRW+1ge+TXHiNTnGOGLIUgbHxqMdSutoknrKyqw8ilyfHtVrg+esjHzYnJ4kYQVsGNTn+H0ly6J5aZsyslpj2gxXpLdS8xgsG6Qk/XnjXBYbWgFadhgpya00Uo4jyrLS0BNZgPepnN+BOz8gvwBSL9OSKkInLfXypAH60gSPeinPpKID5sczPDMYKmtVJokfcPRG2q69DjBa1Inxk+qngwmcwKYtkZ3El2klPBL6J2gmSMMDX2TRmMrRaPNp9PVeeVKffKi09hdev+kquR3lxgvcuHd5VvTgjZqt42ApsmNojpt5VQrZRkzLdJMEQMR20EfFKhz1nNcF+lB9sl8CmvQQhYle/nWVT4Xt/UMa9qQH1P7Nk2jzVPPTNOJpj6xZICJ5DMifgkem9jUHrVbTacSq47osfXov2pOp7GaP8W1+TW6dkajZSKQslF4LGC1QSlxn9jqKOsF7DuNbmkb8Wj9vXxm8VvGpG60OtTKVUUn15bu8hcyd1X+wpt+T/kPq8BvfFv+YTO/07krcFfgj6gA+/U8h4J1mPNmPZHzmzhGmGmHKGxirRPyHl2oAZt+fNqufzEvxzNom2MozR4K08a04gHa72P40OFDDF1mxp35mCXQvGadRDyGkT1AQ2Ng2nA+GmzJymyuM0HVgpEAhzWyy8pZjBZX+fnzyFT1kP00UD1ts26cRw9jjdfiDKEdZy+nX2I7GBXj15BGC89776+xMpJmKWnvcSLLTWDT7PlExVbt0D7znXkVqRHNkVSv+V0HWAFjvAM2Qu1Bt54D/EmbNWOto+YPP5tfjNVllo9BUtTbPkVKiZ0/Y8+9V+qb90rRjzmNPCa1VDmixApbOX2q6TBm04tyz3CmSRhgq8no4FwG69OqLzFl6CZWOlFAzyGEj0bCQPU1MUJHG98vVhOjFHEADZfalrC6Sjz+cHLIfFXfhXu0cD8WLGotdpOlOwfFkaV5Lh6rlAItMgygEbYrtgT/08NeV4CdKdmj8rMkInhngeyeqJgU4pl5EZVSIoBCUaaAj9eu6TW3wYtJ8RFLuTfQHFWRsdbL0OMVdlLOkzxfz13eXwfm8ZnO3T2ZNtdQ3rG/jrP31EY3wtBGzQv8EAWWNq62F/p/l4tG/q5Y53E2tbEAop17V+0ze3X7efLHJMJUeVjBve3Err+ZuwJ3BX60Aj//1vzR9O/gdwXuCvyvVuBtTJydOy30z7Uzh6XDdoX9q3R9U+/dLsq2NxdtUONirdw1SZ/EqxeBaNpHc3ZZ1butrQ70aVRmya0vVGJykJrndtiHMq8wpO8BM+bEGGsMPGaUkLUhc6ialJwBi2sBPWntwBsl8C4xlSkiAJopUm/rNLpKBykJZybpZXcddPMEnp+D26z5mKnIcTgQq1+CNdXaSPYvVbQEanKqt1LqBiwzfQbNlnWuUp2NL32FRzGqyyVhjJlJCsJ8pCRegBTU4jSDblefHKHFWeiHma7m0thwDSYiSPU6Cel0v9w/jSG+skRuXKNFqyWBMLqfkGjXyKdOIyS3x/KdTkYY/fy9wqNFxbJqVKgCQLLNoWW/eL3xrKHksfAah61N+mK+YDEDUj8IrQARpUBp0S/1Q6gEB4QCqRAFeWzpWIr0JTQHQeiiHLZ60MxW6ga2NeGKyglQ9GBs0QaxuXCiHgyZWjnBqWwC2Fp9PHTTIV5db8YgFOiVJctS7gZPy9wWFXIJQQkuI0aHNVYuEepbSoFmBomjX9Nwl7tyZEhpFJMfT4yKKJAF5/md9SzAh/cvk6Khx1wApya6AVkEG2VEVelngFjd0zZSo/HoesmpBcgcmySq8UTPofpXwiRxy5rD1KasKzuS3mdUfhPvORs9DvgrOWz6Xszx8ehft3ps/Syf67P0KNQLdXi2/h+F/wabp/MNce4QdwXuCvzvVeCVN9T/3qzujO8K3BXYVeDPE9miZ1IcOmjsYa82VdrYAjqVQHzyc8+6+eOAYbEh+TR+pLjTuqa5NdoNn2CuMtbGSgcpxfaBWzE5kEgWMFlpAHlCaOvLWJwAJS39Yc4axjxbwpzZz3Rr6BMrRtpmX7qm6LRlbh1Hk3Td1pmNlv5L3TiLCiIoi5wqjB3HuwVPm9qprHpvSa0Bflv9PyOttdEqQdL6JRVLLPgZWTyqqEUx25G62IAX/mJn6OwbztMDv3CinSsE8XpfM7Ue4olluymK9mGSGEiMP0djLT9EU+T6gMqvErGCnYhq1cx0VAoo3V4fcxySCLRg3moGRwOVOKyQYk2JzbUguY7QfcOWH04X95S5FPqrAZJXWGClFEQUvhaUss5X9ycYx+mGLvk7cwmXkNFkTs5xJAKloKPBbhrDUAriiyGFKarTNLrN7f8/izux1bMCwmvLyRJnNDtUIWIZtdFS2WjpSotAWVQLgXLwFw2UkZc59DJ7yF1GWu/pKYyjCOD/0yV1WFVoI7SWZozv/gjEbPChUZOIwv+iX86uSiVCkwhoHK9ifYngvh6tn9Hsku2TU4aCz8RirnYf+g2sTSCNOCn/B/PDbW2+P1U8iWfLBBZA1KhyJiP/CiKyNeju3aBeKfAWa24r3eWhnw+L72J16QGr/JtJZt4Gnfvz1DSfptuAa/cr/erxOvf2rGjfN9h4+15P8MrzWd5X/W79XYG7As8qcD9dzyr0b7Hf87gr8AdW4EO7dm+GtSkcN+Zrsrk1abZKK1m9Bq5E6MVWrBIGUBRthg02PEC74Oxo6H7qf6pXwoTIqcGc9jwq1S214qgHXRdtfDnQwaZJuAu2SjNAGfiVLcO8T3NeXf9hTnN/lEKf/COn1faPTlZzEbR0uKdeFJIXDqxVbjq7ZsJmde/lmgJPyRKLPvLgP0Nn2WWDxyhPNLU+0lvT0GyXWX3hRIN+iCFe1J7qJ7DQkHISVNns+e9u2FTd9mQTtg+4em36boSjz8xMZ/KnInCLV7fWeLFrYrErJ+kcSin0L+dGtJixwxjjJ4XERShBqlJkQx4/FuDjjyp6huGxbht6JrDVnUlD3zaM07Hvwh2VA9CKLKr31piLfVckl1WCQ6FIytcfwAiHNkphXlH4n6Q9lNga1EkgdYlSSkzkMEUJX5NxRauwctV0Qfi+g4VEmbFW4ERHGjq1ua5lZuH1RR6sEVna8LGrN+mlSelJkHMPiJK2joEg+2+Dngg1zEFXTfvuorkCh0VUc6WDOeY2aSIqXYYK/5BsfKW4w035UUO+I9Ah7bgMbXQRP5joMUrJ8+3ZzOx7RI8JsAZ0NgBqTW+9lRP3rEgLcI/BWQ0zP4+GdJ8ONoVrUC4dHwdrJTp0J+5BJwXhZt09qMTw6NVZRJCGHb402O9oZQCajQPSEhvEA3vsctS0Tn3MzjTLTe8K3BX4VAUunO9H66Iwt/quwF2Bn65A/vDXJkebQe3Ng3/u8yF3HBoDbdTs+NJlvdAEXSFmNQc7x9hc2j8KNspB4PCS3ROHN1SD/YSts8KS3KPwONHkt3pJQklbdQg0yQmzdsRoolMLF6ikvlAZWrwwh+zwSezYRK/0rLdMgjPbOpdWAc118ERcLQiD6SX2euAH3TVigwduJyYfuGqtvTEG0U48R5XGyrnlc7Fw1E3gdIvjjAxxk6/AglEx3iL1aF7mOUllbPzMQNXsZBTDILIAVQ+n1v+Ua6jpOLdBLXfDqNtGs3k7JA60NOyxDMDCuyL0YshyRT7b+wqUKAWI/ZWdSlM3JtVNm5T+gb2UErQoqU3c/aUt3G19lojhIlEkpQnpTd4vPbobp7Idu0eDqXks3X+sdsHhSSPNmb5+D+tO7BM+697DdgYvMqi5KNmJgpWCHRgzwtFtkhNVs8C4pJHsJT73mN6yg36jRHPQRywtbWkZHZIYpraWJCKmQh4FNvMRJ0CBPpzfFGbNx89fDHc2SJ99YxrdO5eIMoGUL7SFG2YdvmQQWHiA8KHhMMWbMag3JSHoCphJI0O3bdbHCd3ndnNkVleCT+QpEVakgjKe6SFRvCiwdUIxtofG0fEFnlg0OVYiNkF5J3eJs4/uQ0T/zuV+INppxyt9cyYojYBNMVKeAPrTRiW8elSYRFGd3iHp96//6j8GzWG4L6My+34W/3qEi1J8NpF/sf89tbsCZxWoT/aZ6dbdFbgrcFfgpyvwwZaQDR4bQm3chy3eYWCdSQRbQ/G+vGyUTYJm21i3Qo6oj04LB6CtbZCIM0gDu32Fzhyugzje1IBoEvHPcWAetNXH/aqntfuJW1kdXiSZ6eVEXoxy4ZbBI+omXl5NJf474HNTLjF5ZUzxfZfuiuBRRNmBOqz22voQpONQVa2dD4rVlB97JBNLHzr0fGi7rXXAGqMFohxeA8LMxHAfqHgDvTF5OJ7CShUaLQ0zusZIGmDIX/O0ZdRZAbLOiHuCTOv+8KQDfq0pEz2nCxNZqMUK9N8skILiO9vzeJPWvqDPkixJeBkmuEmR9J7JvErwai29S1EupY8SF5e8Aq+s/OBEToNk1iohw+JhczSb/SQlt8VKpXTV2CPoU6IUgBxKnFxKTHBiGlVKaZT5gTGIBKA1hdY0C7aKa0/fFrR9ZkOq6m670JBowUALq2BoRPippugC4lcCl20vp1YPKVyd4zAflJkzDOUXjtDc4LLVPil8AT9MyPGuPGzsaMijs6VaM4LUfnyMqumK8FHiyvTL+kxnF0bZoaoEjrYRkC8abrTVuBFW9ee48wJMU8RE/m9vQzTkQTplz6PJVT8pkgqfgW6X4Mz2sm7M90Gnw1QOigedb9Ndgb+4Avej8hff/HvqdwX+6Qpok6BN++xD7sLenZ0sB7vwESSzWzqPLVUdt+1iV3Tm2tJderjOMFLy+WI8iZGGGqIKc6Opdvps6Gai+TcUoNJl5PTZY9ytMjWq3u7Y+LEqdn8NaRo1xdc6vO7lsEbq0xkJA3hCVVYylR3IwoG+iVoTMchNv1LqQUjaqjrjSIcWgjPz79J5fKNxRLL//+y9i4KcONKtGyI9+7z/4/4zLjjfWiEJQUJmVrnKXW7DKO4XhQKRRrS7Jxc6Knf8zPOQnZjZQztjbBbW85eANWC5AAAQAElEQVSNG7NYnms/RaXLqeH0JcmCeLvmhLBoVt4CSo8mNGrlinotsZYoXQUdRlbnHaeU1CNSS8bBUorJhp6rmdrZCUedIeadQ4k2IXeKjXUrlGgnbrhoi26lBlf7UAV7Wu97ZmzzKV8MQol6qddNEF/V5ySrnakuuXdV47SKEEjw1P76AMeI1hQZT2HCq2AVQF4dWbC9X1qqPSvSVK6zyr9MVIHgo4kyNnHNMawvNU1Ru81zwANhky1ak/aE11XoaRjClz3MhXzi86+1dnGC7Rz5r/Gh0xcGnnW4Puw9fqyyva0z8jfAddsz4/qSOpP6z8BH0yiv6xIjeDxvpkgs7xUex61+v8qtc6/cUc4D61hiMzedqOAoVdVt2lR1F7k6cHXge3SgPdLfo5qriqsDVwf+ng7o5YE3hNnAJwB9BOKDh9T1TS900ONMEn7HdWfqy6D5Lbr7MSvhV8XgggUfjDUxcw12AvI9dJfVxaXfzpJK4zlm5aVUubM8a/foTsY/dTCMIIfiUxe9JU3eUgreKgZpta3cefVD4IYdawmOFC1Do2Xj/UiQZyGDaOSl5MDM/ZcCVrdd7ANQk07MragT8+erVbFgzay/+ROs0v/41bSsxgOOXeObrCwGId91GIZCvCdZm6jyF76mTAgTO910imDklNIpqIFyNKC7bV9K1VySomGIn/FzCQgzzKwgbMmjROeixTbA3thzqipXq9JKcl4xzmvGyCmNmI3fifTnN4NnpH1cud8NxbGfgZ5l0mpKkZegzlgLElnUx6r2b1rjO02vLm4Y2TaKh8JEHaondP9dDhIjnlzqvV14BhlmP44Ks0cU5mVEbsp4fNlx69Jrkrref7GZMLl34V0ryyvBU/M6KPCV+OazCd8IzeOcDmtPNvF9QFvgnu483zm9oz8S48AB1bL9OzKo/xy2LuBRwXuXg75t9nXLtY+z/kh5s+U9aOIBFEA0HocOU3b2YA36fvc40ZH1INGR26W7OnB14Ms7cD2NX97ia4KrA4cd+AuV7XWivTrU1yBOc3ohNOjgN5w+9Bq7cMgLHaCqfnOYal1s7+hNbrRg6NCUK1V+pc5DmaVqJK5y4aNMrFdbxqrpnE0VaT3B2lx792jM2U+vg+2U1YzY6kRaE9xYJeI6hvTpMygGdg34CNcSiQq2ObQSwVZ7LtXdgANrZmgrIGwH+oc5vdj7WrZJfp803ZWyV2g1DWpdEr0pzbCFWHQ1BXtx4kAqCPaA6GQa4Tf7qYT0IIvRr3XezJqGxjeqnosXMLGdZmqZMXgrm2JlhHh7wNmIklFVnawzN9W9hgwYh2CznhW9hhQCegGRZeFDkJ/b+rtAmXIE6AH4t406XSkwjClAdfJZRak+yq6qD5JtAs8AYgz5JAlSNZkkDu2GqfKV2NwQPTWrnopxzeucKydjEToGHGWtrcDHkmavPGQ/5HJU097vJVmJBK84a+JHfthfTXWXRoGCO8OnKNrt0h+NtDxz+hlM1tj3cP9kqaYG9vpjkVbh4u8Zq7836kX/w2W2nfTeMs7j9tvwvZkv/6sDVwd+Twe+y6/Q71ntt5rlKubqwN/XgfG1wfzbzDkzYZnfop0/1s4sHDMX9IAPU1j6Gy887+jreUsCujpKNbQfuVL1W6K8g2bMjdoxLQHy48GKePuZVacdlUwgAZvIIQwT4M7YeN1FcrpaI0pd5SbkTkj/cqfvimES+Qq67YyRkwB7JXD7MSSW6dSxrlr924UoLEGG6qceS0xDxw9W2H0eMwdJ7wL2Pnv5LqAqVLt8F/Z0Ve2IrHlkSwPtSKbiwiF+Kvyz3B+3+DHdQn8LCBThPVHi0ZW5TzwwMrIuMbiJzBQgGjppYkUUTrAwh3xwh6pyZFvFJ8g2CUVisxvkGVbnaqtasqGogqeUhnp8vgUtgLZDJML5947semLuTJ28rpW6Z+rqNWoLVI8kGZf8nTHVd5gYxp26KzCyH0IfAymDYUvSxFYcIFWg3+BFNQvU2wO/x6oS+l9QQylwqgOaMWuHdBtTl7iIPCrPNtBNjlugzanAHIIofiyiXVpY499FnYyUSd8V+onOXt+KnNki90jC4+U9tr6ysoOWa9oXIKuMzc1OnbDgNMkD41qzdw0pVg3CPzx2hVcxyXeq81fa9G9Zx6/04Iq9OvDRDnyPuOsp/h734ari6sBf2QG9FPlQB/K//sOBY+FlcdGLLYc82BD7a80pHAcKKQov8knD1+MXY7u8A2ktzX2m9kVrQjlDvY67hbSfX5xaoKjKIt6s+Ls4WQRaC3RLgsXG4dWmOzS+U3mXS4payLNUct34zNke2sDAwqK9figjuGsoPWw3srhBqS4b3dcJmq3B+SzySCscw3yjuWqr7hA+DNRuADQ40E5AiaIPPwX+B1BuyCX8IahMoY9Dsb/qf6Pqru0hTcFbFDIO7dkmwzP4wLMAVIWgPQ2xnDz3EAUj1mXhS47EME+G/YScpDpLrmwn6NSVmT2iDyv8ZPCELEB6aEXJfQ5+ng8PxlSEmJP7oCZQJjVRKSPgsIAl4CdfAUppIC+PDCOHIlIQdwi+syCG7Y1aGBB3L9THVFGRBIhk9Vh0C3V+lNUNLvjpQc+AiVJKTPCTaERoboEZ5Pthazo2o5rY+E7TL02qvBvM8BTEVMSmn7jfBl89pRZtMKrLgs9R5ZWM92bVJvdSqXLio3NGvBdT1BCylVbDmX71CH5SDlai2kan2ygc8Hv/A5fXVK9UrEznfp9Wiqb5o+C8J3/UMn612Cv+6sA36MDf+zv0DZp/lXB14K/vAIe92bDUwyQvehzs1Jf1VQEdRyfpxI1U/CMoUdIs0sCapWa0sOG3Qtof47VSvapqPQuvrKnNis0bnWdKs/wVTSYdwuSeKjgxkKOhtR3ppeMAJpIwxcMf/W6EYTimUQtb1LMxf54T5IywdbuT5HWnVON171lm9qJ5IDGaJLoTpfp24BpB2g9sBw32OPdVlbLnRe6BxaMkDMfkEUM3Tb3Wh56J0+0NmLiv4qdpijKVgIQuyaJnMNlQjDtqwV3B9NTIqDVz0JbAPRLJNTVdUutYJRIxrIDR0g1sU53Q9FSO7pAqMksjC6C/pkItC+APxzI1YGmMfPLFNP2ePrLtfZEfuaeteM7sLwFqFLdQNeojiijasFPUq0AFkNOhHMDeXrjn0jncSNIIqkQG0VF/xtNXnj9wLFB59Zrbb5GUA2RZ8kqura0U5mVEUzRqXZxe3uPa7KceW0PdGl15m+7XqsrST5yguj+ppZVcvV8i+9n38ktJulNW3cX6BPBkpmpjHtaV1g/i+4rvNaQ+VKJ/OjZFP/SeebYfOshY66hEGv/f1Jv5JihXnLiVlHSsOjUXPu/A7dx0Wa4OXB34QAeuX6APNO0KuTpwdeATOjDrvwU0+7C4cFhaOHQsvOSOr0ozL4E6ezTYzvrsDT6986BUDo8V27ni/upTPPip7Caqbwn1Pk7RDHJKgNyN5iyD+CFeKoNiBRa2SLUJtlqkAyUHMpe5IvzOhp3SOLCpuMfjmct8m15LEtyH3Gu4/811Zg8E953tANe0Jz24zxTrjab4cuTwO3TUzZqCFQi8pkF+VIF9HTd6sRCWo487gqDRBQjpuhs+8PkhRrMmJM6smDeZCZfqAbCOwarcM/cmuDkzmSyzrj1ViCONJL0GchfYuzOWVsTcmt8fVXjATFdrcmqFIKVz/IqPop/64cAInjPdE4UI1KP8Xav7Vz4yNCr+CdTIUNuba4li1tgoQlMXbqhplKjfh+Kla+w1EzKC1npO05eSVCfqKZofKFKpIOoKFSf5JVDA6tikx4fA9Jq08AmeEQKnWXI95o+Rax1MCpVOtKs3Qtdumec+W/+XpPUGiRMoTPfJj4OECofTtwCe2erWSTd1TcRNSQSD7tdZPQ2vZjmq6j5WJU66yWLuzf+g5rX6f1+B362e37fya6arA1cHjjvw7X42j8u8tFcHrg78GzvA2ZFl8XLif6IvyistA+UwpBAMqidsKTgIOITA3Q1nExI0K9ObdZw5UNHrZRxew6+nQ41IyKJm3spnn9jAqHySUhL0Ih0UM0I3KEiAwicweAZST2V+RJu6V8NQ5qrs3ElQt7/CPJ7h4MxxkpReuWfNrMY0/p62dtxbRs0716eljDCmeg9fS5+9FyJm7vtMI0yr7T4dK5JNsDOqpPBeLuGzLYfcCXmS4M0eeZFCjOYRZUoNCpC0SzxJF97fYgWp2WPivA6oTOKhOcfC2lgZOhhG+sySPXPKuHse0XNYfQ993MNcCjNyoF8ScPYjAj0aeG12VfqUJO/EGZW4h0oEiu5HV1ZGS1Jx9b5kIdXWyM6mPM20oQVpBOZDw2hKWA/JYkoU9of3CFSaOLnJKjNvmTgKYoSLNeNQcQILtolbNZI6FLgCAsC9UrQnQ17VdFKjrXubyrUBhM0fA5JlqcUQL13D/N2/6Ujcdb+HGZelva5ZpWu8ZINvmu6BwJpTpPjROMriBbY/Wu7NHg+R8oywd5YtdSuX8jH2Eo9Nl/YrOvDo/n/qfK/d/0+b8ret69MqvhJdHfjSDlyPxJe290p+deDqwOMO8ErLGx449K9y5CtBe5nlBVxsBxgdph4nHKzEMwbFIat594cdOw6/ju38ZP2IBh/VToUce4VxQjFzaIU7GBgPtFLJogwCxZsK6dDl9VuQ6xfDsLgnMz31HPpgXzfUHP0KQyJNxPrUBLEjSOc8YpoB38YO1JlfuPdDyKezM/taaxKd558h6pWiHFewnVgW1kSsnonR5jUZjdqBd28G2XtlkDkO30tjwpGPnXdGqjpz1Ke1iMzMO8O4XlEgfYw3aCLrdpaNuQrMwqjClkhP/qXOqb/9w1egSNi6PpSKrEIC8a/C1p875Y8bRZiPcspSWKPK1IcnCuNug+UYDy7byVLwMYAYSovmwZDTaK4yTS7AaAk/cxvNIKhi30G3Mn8TqXvwSNaFJiu8E6UKFd0//KgewSRtHF1TU6p/FoyCNlaLaqss5AZ4sA9MK3IUxofLrL4qpjT+EWUd8n3ksre5jr3ys2XWnnfrLPHR6rZ9PIv8HP06V+fENHhxkvev8cXEf6ub+j+ufS+PNvjfspeZ53MGD//nJLqyXB34KzrwZz3ff8UtuRZ5deBv6EC+2un9Q9zsA53WnccmcQ3WM4ZeagXVYtYIRaOwdYwavcfH+Ca/jNYYTjp1fv8yTnlm2rnivRt2Tp2KFegFHehKdFqr5D1g2qrohb71GAbLnd9g27I7TxafSxjq3AZ8UCIfw8Gi9eQl1joffcXt6mknOzuCamNM5AqjPaHIBqhgZYzMevdxA/NmlDZLPL+UvcFz71c8sn5h8s5v+fGH+9q3xEkSvL0+UYLwMgdd0Gv9AkQ2xyxQwtoLec54yXoO7Gl3hr6bnnvKIi9RQeM1j+ScqknURy2WhODlIzb9JL0D2mQHIcpJK1m95qQf/tuDB45f8N3XCQAAEABJREFUqmLeXX4/Y/qIIb2LDGpE4P70D1WI9oOO4z5bjL9W0S+e5cbf5yk5nyPvrRl31FgVm1Z//SHLIqDuqq2kVVlpJbhW+0o8uxCgnwXBan3EaX9GTLcHPlqC4MAl1VPobz0NrTrwbKrSmMeUxI/WMHTwcZ5fstZZ6rN1/ly1NTWqSdvNgmctYHokvEJVr4rN78O9dXAcWNUoGFRiNyqEtgbZnoL8RyfW8mo5Y9hv4Kn05VnulnCneDnVuxzfU+O7En+184v9edHtq6u98l8d+PYduJ6Vb3+LrgL/ZR24ltM7wKuIXgSBGVh4o/VByfZ8eeVVT1ogDDItOuD47T59QnIcXz6PNV9T+bU4+AVgUAm4zVGV1ggN/hKfgHIJwicjcqXwJKqZ8W9sozrtOldTPKBPSn3fD/628El3oCYwmbAzHlRzZ3LcnXZV6APGQQdWh3dyns/oHYFak+AdIUeubGm+4WhFWLmHySmxAN3mgIVsNUiB3G+4IKwZoDn0rNglRe7KHPobMQGXqtrBuhdy+RyK02h8eJiVY4fO4F95gsSh8EyuD+R6pASSn7sdFQMn8DpallXzOkduLR7Qb0WCopdYCuuua5bmt4KWxO+Lu+wfnTo7H1EWd2MJqotArpb3E9bGePBrV1NSCwOhcMgnYqwnHlz1Nvl7movFV3QPqHOwJmyMFEdML4orLWgFkD6qnEWiTbmLaD48hj0a/fkaKhzYp3OUpx6nDpSRts6k+G6se5L/qbzwNhJPEqkhkc8bi2JI/jxod6NRZR55yS8Cz+rq2SpHI3ZjQ/fu8cGa3jHP588wbqzPz36+NDX83HpvoTbGof5eeWmuDlwd+MM6cPh4/2Fr+MPKvcq9OnB1oHXgjbdajnSJORzpFUWg99mlHyD4mfLf2Cn4waNvPi1P0iVJw/U9q5KImkNyIUfKzRlz7OKZbbU+4VSQ/cUIai6xDpUsCM0c+ystq7bAFtVDT2AfDzl3j5ap0WbYODXlCVXRghOzbgGmSuBy7OXU7vHqtXL4uFyjJkA/No5Xupltl1i2CuOyR34X8VR0LIgvOHlIIwIRzPBnAmhwRNW8ZkE4MGB8sAtiQ3sKHQM12Acm+gRdgFk+qDEOowSJkUt+AJDgaYyqLfKSSpBSxVUhAvgMC61GZTM02ZRaQvvVQkPbwrZS8zmiw2SDWfGeBh2fHpiOPjCneagGpt8/6seOCXo4uQrXc6xycagEbh3SCVbNx7nWvZFqxzX5MDM1zjSw1aCeihfQ6G1IKvGWugmVoioV9EPnvSOFBPTRqHXx+KKm0SHrv6ESQO5GerDpsVQebhy7lKPpBf445wuBr7vcTZFffBLv09See1FGW4enPdZkgm3Yp0q1rEp66q28leR0r5H2BL54CSezVvV9pfea6trIP1pvK+LX6dlT+OuZW4Z/SaPaci56dSC+VwuuJ+x73Y+rmqsD//oOrC9IjRPVy6woxw1YnWsXDgsLR81lnjhsAAtgnd5sBfiqWzpc4ZFSRsla0OsvBcg0LUEkUD8CwUVe9kzWHpVVEOwMZF4zd8g/oLO8BJKmmMoUP37cgB9x+/Ejyq2gA2p+Hdx1rs8Dflhbol3J+QCmlKgpPUuAKfZGyZhYXxoQar3iRigliABRWpmgAWMa2wt1KuqkKQy46Y9o0zV3JWsgneYVvQd5dS3rW9fTtZ3Zz9INjTl12MzSvL+cqhyBJ/IegZNCAHs8lpjli8+8zPDhrdIY2Qzc71n3H98Zvnpxd3OtE3dd/xoMihA03hRbKkstYar0fURRghZFyY2FIjFUvAgKj5G34j2oBi/8ODCUOvJvAC3ugFN5D5l7Eb07INy+OLlo6diT9BrqSwUYR/B2nNRy51rCj/Cgb3N2lRh/famWSto+id01u5tSilMdFdhjlVt7jJt0EA/fA7iu09zIxY0SZvKCQkXDwp2OJ+aHcYrl1zd9JCQXa+G9wmZ5QlV0cxn5pvtkOtb8LLUegMGnPhqD5hFbovcpdL0wcXe5KQDoCviTsStqJ4Y+au11J5leUP+G+/NCFXcuuwX6kRycXuji4H2xawf+0M6tC7i4qwP/eAeup+gfvwVXAVcH/rYO6JChN6MEzrCcb9HxUsuZ10eRhcPDLPBHH334EejvxIxA3zig+A2/Ub/tK3rBmMOvhhIF5Cy8/gZUsPiDUEToS4l+DfliNAsiqEMBC1Q8it2YlIePU03tcCabplvcbrf4z39+xI//4DXdcCkAQwskbTs0hetFr6EDkqhgBuErP065CBE1AxSOHNGvJVR+oO4qmBRL6MPPFLeYyhQTc0zYNBoVH1plVXAnkOaYwALZ0qSi5L2A8NKNg9OY6uTMJnGAqfIlpl2vwteak4zsA2Yb8sqleYjXzKJNx5aJ5W2On8QstV/NJ1iBfBNaREorbvWtmle4V6Ke+WztC92mA6wj2BNwlKGatRpB2B7YYGKRHzBXWTqxBG1GoQfc8sirQLQHgn0AIDVs9hCpSmLIk74p9wSIDCLBKhcub6IYQVVWIk0C/skMOHUrFicYXBrL2sM3vylKY95Fs7PvCnnoXOpz0Jz0sU5zLMuy3p5SrY1alJeZQ9R+ptYk0WeaOjfmqMlFpin21+Z26CTeHGRQrUCfS2klo9AqXIvyAiOfKVDCFNVUIgoQgsjrvpLUGzfjQb22g5oLbB0quLIyChCTDBNrDei3o9kbvbdmnq3+vdJLOZ46DescWP8e+OFXVYeLlGED+6n28sa5ChufjVAd9mRTo4ypMDaS7gUYfF9b3Qs5P8FlKOtd2cK/o+8M+Yfcb2fzvnL/z2Iv/dWBqwPfpgPXo/xtbsVVyNWBf38HJv65n390eLvQS9Tsl1edQGaOF6lRFxadGny6kDefIfwh6IbPBBRcBPn660MJWkmFfGkJv2oVPFFhglsiinMWbMqLLrYXLqmopi6n9hyrdKwTdf/gAPPjxw8+AP0/PgT9ACZDTYlXzSrSoFY0raf19FNe+SAdjp2tlHUW+RfqmdCVUpihRIBBdUyVNjK7VU3aUP33fqzQhM1PVLINoJZvYpaCLIAgSSNuC82+hA7KmnzWoR6nxfcTZj84iDLQZqz89DdhFj7+iM58GGAoFT4nQz2lpkPrpDW8Brkm+R5melHpYtK3sV4AfVUvzKdZi7KIPteKDyNk6C4tSVWY1BorseplpHx7INiFiAIMpRbAupoxwopEvetTleU/QsshOkK6s9+Yd9a9pgcLG0EwbhVUEUZj1nNeu0jAY5JOFpK9xxhzYIIBj6O0JEWVDxbfI+RSAeLR9HUBMltfkcwNqspk9Su9n8ElvWYu1FGQIRv7fJNVhhV0n7qk3qqWNmmj3WHLyLzVrBI/N0yvKgQR01QG48puOdWXT5X1Es1s0Yl6dZqeeqy+TznVLXjqeOdwu9PE52rGm8fz4OQPbsqjrtg25nMyoVVpH6k+DOTij3qeYjLA50MN/5FR74nJtjKm+EjCD8VoFR8KVMkN3plAYe8Msft7ap02vxwO/1z0nmI+d+Yr29WBqwO1Ax/9LanhF7k6cHXg6sBHOqA3AMCHDl4J66ENjZPpfXbhJWThGBHQCH38Kdj0kzVxTOFTDx9zFjQZCpcMmpmopUI4uqAN/ANtvtxIkyBP6aNe+qhgKAuaGWhUPOJmjLrCQWeKMt3ix+0/8f/+8/8S+Bh0Ayb0MVyl88rfhWR0yLVaCPA0ihCkywajLgDLi37WsizEiqXkYDQ5KLHZO6SJjkCOS7TISS/vCAzWHB3g5FhB1kJMiVBhwTUHMnQc6CSq5+F1s15GVcsUiJrRwAnfupn7PbNRTIl70//bFrqQl6aWF2sWMZCQYXaDpGwgg2IbSH4AzW1DlavGNH0V6+Ll0EAWVsdzEFollAHLM6F1YHavUxl8KYuFtYrO6AR287rJg78HEzPM3iNZnPXedH93uk9GaQmzvZrcHcRoWaYw1OfaErl2mRoovvErPdJWHSlJwtJnerDE29sbHVscWoTNehcFBmkMsunZEJWiUfEjyGeUV75498purqwWcRaFBFJUYGtWLkkJ0eJc4gy+b+hIXkqxqiEtR2DZNuwMySK1K3zUDoPX3CbFONVnXg9n+8t3aqEg9ldTmoKoS3PIrVBxKQW2xAJdYAUBH+bRY83OZ8XG2GR3Hdh1U+bAQm7x0faFdLaDqBv8C4PfusNo5u36WpjkgZV4B9TD8H6/s/0GBXeCWRLDMFZ+5WLo4LhO3J8Mrc0uY7KuuFN+oA/3OZz+BfRKZLvbuY7E96mVqcG99b2a9oFJGR17Ni3G7gPfRronbrrvQY+q/R6V3Vcx1vode3lf8aW5OvDdOnA9Od/tjlz1XB34CzqQPzwzRwCAg+JiLl9edb4NnRwMHFT9t394U1/0EQjZemSoIgwcKma/Bi9og2sBGCICvS9Apzy54LPG4xUoYqkHGvFRL4VVNkkWnvwOT7KBfuhf//rBB6D/7/+L//znP8CP+HHjVZX8pb5Ca/YYLq0qhom9Fg5zC+sK6o56kaJye1KilFKzB1cBcpQifoqiA2GZUjl4VsUDogIAh9aOwDMi08Cx7ogSKQd3E11ITArLKMA6RoktoCCWyjyry8ChVy8GjVl0b8y2vC2xqF9kgNhUK8VqMaknSvkQt6BD4+tKrVrQ+jHRn4lw6dgJlYOMg7lnFw+jakVYT3eRbFj4CAKw9sCfzsg7vDRk++PHgJ1jzgcKXkPaBk0WbSBb4z+DPs6nfrRZVn7lmq1RrXH+ydr52JfPhlbfrOIFTQ7tyOgXG64AW2W3njIKCQUK8CqR/4OFa7iIieAZm6pWG7rdjjSe4+KYgoMguOt1HYgLIHOj4nGUU2ctb9CERCD1wDDyF2ZzeJULFr6tg7lPDB6i0Gbyt29KIEPUZUdICF2dQRj5cN0LWBzGKGVrl85A7rYtNa11mjiZO7z6VFNX5NMUocVUvtuYxDxUYebFVKC2EqUKe9JiFle1D91738vUwzPf9Yidf8gwE0MulYitkBqe6FWWCvAnuFpyNXILVsXU1mmVEEF+mKBeYY/qzA2uAezrQym79+Q708VDZrrX1hyVrBWq9MG72aP3+iDX4P+Pse0L7KaAL65V6QXM2fsE/9KocS/5/kFO/9Jl/UF34Cr1O3Xgeh6+0924ark68Nd1QK8mFXxa0hve+lIuKVuy6lIWlrVBk0WPQPElXyQJYfCCvPpZRmwU1sPnJ6H2gqlSbRHaCCh42cXXh30+At0A/atgt9t/4nb7Ebcft5h06ACivZDHek0ra25by1ayw4C0ukGsrLSCYF4g2gyNVreBbC2aUxChswJYSdZ3beLkr9Z4zQXF0cDB9mYb2iZWEBwaZwGCPoJAmveGznkHu05++vDzxseQN/aPYpWrO4iRk+gArhtZFLIdB/5bhxclrZv77LVPNAc5+j1Qjjq75hO0tbGOxjZaPQnS/cBZN4SPIO4Ha29+ODDkA3h0xEcAABAASURBVGGsnGI4zK6JsLaBrbGfTtcJeToOs68eq1m+2TdxQ9dY98KXg/zgN8eitTusGOe9z1W3jxjBPWBrraY0x9HVsuxt0uuxLQXOgAcseBgl7+5mQfS8zlfKPgADQ9qiGmN76YMP5gjixEeJehVYASIOBeJ/QxOehiBFTMSUUgth37U7LOqzaDXZOVKY2yZST8lVMJbQ/8w0BB1aWRBHQFytFjoiZbQpmlL1ND5prwIx64Lx2Pu2j1lR67dTQ3L2hExZaTMFawquAuRYuZQr7tMrgaDqT4kCGpw6PTZQN4OijfHNfghLI8jlmqOdoq22kSavlakix8iVjAQJA+kDw5BREOG9hOZsOF81ihdU8Y40m6hADusTnZx0G8gy6IG0+nDZIiWHH2W5CCygNg8dh3QC67Yp3A6pjsD+DfUETTHxvXSK/ts0/cDQssB6NFl+BY1kiPedZHjlFcA+Hi129VKYYL2Pq+19nLM4RFwDKx4hOT6yf7ltffK/fKprgqsD/+IO3P+6/IsXey3t6sA/2IFr6t6B+gZR/xzPl1sOSrzRrK+khXc7XpY4+Sy8OC3EztDokC+C0S5ck5WnOChDXDgmtlezkX9rqHmdTyh/IhPvPOcqN4qYL4bFL4g/plv80Eeg24/Qh6AfN14Ib9j0+lni4KpFVZKVIDDSGYaR/IqzNhkEq37lNJlAmqLZ49HV8q3LEgcwWtzEodKgj1pT2eTU94vw1ea08ADVxC7fqPtWi+VmkW5hdyQg6cCKrH41HwfkQmJT3FbYuFn4LMTcDO8D7jqzChdouB7Z4IItbyKGbxsQ1oNm1nrWRqJh4KC/zaOPXPPyxkc5fBlYcshf8tgEyUxCaPVhiuTAoyNiHw7q0nuZvrYeeK/pJjPqjRmQ+J1/E7WIClq/Pvz51pcIvneEr76kzli9R4RsVCXyfxslQgEwCZtonoRi2YaKSquzyisZaimrtnPSAaUIhe78HcRgw6uGlijmlL9B5B6TnucyeE6toDbd1QYyi7ddgkAK7aGaSh/QCvriWQqchn6XRQGrQAykOgjmpoBDYZNq2NiD3ZgQr17+YpXOLjHZiPrnRxOPqPyb3jUZRaid4bpKJSUiudhc9E3ydGSTocJUaSdVYXIzxnQDHo+x3mPP5x66b5pR4BwKESAUdpb1fo5Q+G6I7kD+gqp2TOXvycQWk4dgta6SuAT+SAyc7XQTnqYmSqrV6CYNk9siVNIuUwOpR9A0oyz+SCf9Ccg9YaiN+bqkRahuQM/PTfdXAawEt5q1QK1EC9v2jxy8n8VIfwyKbHDnoVDBneF2p5HCrkqGYB76bJz6ad/4Lsw8fnuvlNWWln/l02Y97EwOpXqDl0686Luhxr877gq4OnB1oP42XY34DR24prg6cHVg7IBfIfQnf4PRCK9XqOCF1f9UW++E6CQaxAvQLyg4cyAhGCd1LHIbma9JULsRrZeIyqOtA+/60lQVECnkDAthwKwjX3Ym3gkFJaYfU5Rp4uPPLW7lBi+YsJeY4tFFZoY9Wl1aYONtOEGU7eSi1aX0yYpNieLh1UL0opaOrSAkjBPrahDwMWlCDH65FY/fbgwZVktVJgEzVuMZ50akEfYshGrS5wg/NB4FvE/HXSZAGKA32SupkGOYfGCDl2I8Qh95RA9BiwX0yNhd+6I5Mk+m3vbfvvgQVjFNg1vHpohV/SLXokUFCsv1aq3hksw1oxzeBQQyWsis5x1BFBKIkBLtjAXX2NAlWfQe9n2Qx7F3QV0KiMzC8uyAgpFi0Uo3xVp/NJMNRiVKKRGM0AXVd2nFGCRLbwcEeGHBhK79jQ1TBWAP7wU8GBINk/C6CyTdgcx8BCp1X43ho++ieqVoDqICbkaWkJjyGBgYwYZVeoUdAwXKQdAcUJkddVZUVD8Cqeu3qpKrwKLWIaGWY52RC4pQfvVKuiI0gOKoPgzx2uV84bQO0G+jmfegmU7Jvy5OkmrpD7IE2RMseX0lFcKSZagxshRXJS7qVeepPlKqfNEj2Nueyc4hJ4GFFVlltOq0zCYNJVXVWreW1Zdnq2zbZPLRfvOS7XOOtG8E5x5bi2aabuDpB+mhNkMZgSbBSpCUgqZNflwrTh7VYj5RaoQThNPyFL/sqj2Q3brLuW8KbowsXYwDco920bpnqHmLNngW0+zy951tioteHfgDOvA9S3z5Z+J7ln9VdXXg6sCf3gH/jQbe+Ba9rOvNbrcgPtGgwSA7XHDIMAH5dQCTdDI7B/qzcfeD59hj78KLf+FwMEHDEHlRa/g1iJcnCmBUfRLhCWRoBwAJ6KLn6Yo4vWptPT+OVhkheGwEaz4brfOvnOeoS0gCZuj9V8R2o2L8FO1Sj/4yCcL3fV1v6tLTvDaAfVK3xbUqEcHW+LlSze9bLx6YEAzcf1jmQwluw/UjsKPA42gW6fQkLPmBiEP6zFrdjdFFbqctHxw1PXtb90shvwpK5xwwE0khYDRabBeQnwy5pkvjBqpcaQw/fl580AUpq3C49mrDbeUQPnPogwjg6VvJ5F+oTgBBYrxQgHIU9gnefSyls5Up9LcqNd8mb+qlDryi9k1HtWEH2BT1Sv1CWyvHs1Rk2+Sl11IKZBNtIHkPskmXhcB1Bv5k1FpXKzEMy1ma2YdIv8/4LsChX62r0OMJkE8ROoHpRP9YTdRt9ECWCGGIeyccLWbVtdu0zd20mup+hWoTN1zGJ1DnIfkN2DqjYDTdwFolWaBtaEVDVjZhoEzFGBTP2e7f9o5yN3gQrtsjaC6302YoWaRVLPPcponHCgEafAgKLxC5JUOe2Ft44VeAKeQjrERZc2IMeAs/AiJzHDthyyS3A/s6z974miW9ZhU+JtAPiuU5pzZfkb9GK05QdSZzOMybz4pIdu8nW9OJNpD+D4Sr5KsD37AD+tn4hmVdJV0duDrwV3TAf/rrD3dWy6E2+kkJmWHLglaAvOzsqBjVCJcDOZmHeCaX80OZwcMB+lUUFKR6SJ4kI2ooxiDklyIxs7moOPxKVOQevP0hkaCkGLwYhq+usDQirXOmrtYSrUggH9n0t6JmDmmSA7+kO9zTlz4jheycPkdUfyaSs8rQZOYlCOL4autJq3qYXOKtNXW5UnmqN0FzRP3Rz3zz2tJWgqhga/1KiS7QmAkI9hESW0EVwEEYdXJWRP1VSDI+F9I0F2iKMIctKjJ3wMt8oxY2aK1io/6QUMLZhLxm1hm6pBB9EXDPcOIrv4n0Yg4Xv3FLofnpqRE/Qno8x9ue7v0nbXiUptxnWIaLhDKYUntUgJSbWAx6kS1oLsFWK+nQXYY9tPBGsfdqJoQ+BsH7LQ3qlIt8OGF6ZcQx9vR8FButuq+jfM5z70ejShWMOu2220YR6zK0YsHWvpFc4EazFVqxbd5Gt16n0qT6Tq1HhrFeH5OPnKqu+T68SfZ9Z9nEtNzQtaHo2xgywjKawXQvS7nqGieqDiWVTwem7fwBM/O8zei1clHYYSjfrcuz/zyWV8JetmOaQq63xtuQSKro91L5gekW+beApjT1KZE3voUkU4C61vmEGshYQdHJrpzlJpru9gY6RuYX44B7tIvScjdOB+Vs7KuQXZSsGFE3Lxlw1e5rGWR5zN5b5og5G7JX28BWzUWuDlwd+IUODI/kL2S5Qq8OXB24OvCBDujPdL0IzByAxbcUU2k/TQsvKnrVa9A8RNHxEYTBJxDx6CRA2lAWvYI1uVPcxU9EigrG+SVHvlLBKgvkXUPZmESEFx2/MiHGMN9xOjulm1mjlA8Dqv3QNih1MC2D/A72bvWsiSUFN6ZmGTyYxx88PNegr54ihA+xaOoSrEd8aeDM6K41RZc70w5xXRH9rg6qz2eZl0HeifkACQbmp0dgxrY/egbUU+2VcW0kYeQK0waPw+K9BI/1fDQ7Ad2pdO7zGdY6JmWJjFFzwA+14cwYfCQJBhVNygg6oOddMJp3fP/wgr51w61D7lS8oXtYehWpQn3rMNV9roGqkyqZpuatpJpfIkch2zu4lZRUdYR2XjJipQYmugfZDFXJI6mHWr3UhKIbn2ANqbC5JH+K1YxmxLcMPWnqU9pqxmFgkR6NOfK/J8ITonXkktYA6qGMVf4A93otd8k/XeHl+UaQWhTyqyPX58ykahT2yXjVM/NHtK3Q5DBj9GQmmUe/lV85+fwa3I7C7yaQQiBnUYF4AHbKRRkjQsG1UXA4aaycpN8HPCO7yWpp1q68OIHUjYoX7GXpVni8MsUKIub9V6k1xcqlKzJZO494jasDVwd+qQM8Ub8UfwVfHbg6cHXgYx3gRX02RCz6+/rA3Z/vUrQX3EaH2boKZmlHFHi78NIf/NPCGC6lSzc5CdKYsatcapx+IAX26oylU8SSfMjy2uBmPm75P1hrGmgW4CRcBQoG85IFh8nBwWxw/VRWy20vssErrMqaWVzCT/5pO/ATqKvRi70+/hQ+cEy1f60gwho70LXfgzJZTeYFp7jB9DHlOdTX2hhUmS8xIjVMIv8A5Lx0TwyNgYtJfZmkoJtJsjKvtbFUX+WxZ6kCM2g8HcdPIZJFHwBdOrSOJRw6fFjp1bJjksI8yLQuYKxH+ygheyW+JXEEvxV+FIyaZU9rj1DrGbIrKgYaRmfgH4zywGaTHPxboxVIsDbvEXXGzOxMzkjDJ2LN1qD1uZiRNvqlypow8tKNZ7BsCfXKsAHyMazyWs2F15RBqai4FJzZ74XJJp5Dqyfj11F9Vs4CbrfV4j1Bx/VsSJsyXGfgTwe1ntreZ3jvEl/K/tIaaib73q/neV0OrEm+jmQdU/jW3pgnFTAPxoPSpv3eUs4HqTYm5RVslL8iTE+CV3vnGtPokwyfan5hzk9tz6cWfyW7OnB14Fc78MJPwK9OccVfHbg6cHXg/lWiHTzygwKHDh3sd4cJiVjae32e9WszffjQRwIzeDKUoprbq6HF/kqMj5K0ao4Ox6VG9h/HohRdkmDYa1ZZ2RcdR2LhFD/zj7lm/+Np6QUOP0VZ08LKAC2ImuHwhwG/d6x1KVKSQPw9qLqc/95mjdfDRx/oTwM1Qb1Y+qbMPqz7Dd8RkTZlxreqTKRileYrkmrrVaVKMpecUTDEzb1Hkr4bTDG5KdQlKjL2BllD6xZdoS1u1SS3ZAtkVt9R3seifO+otb037CX/uwJTMVM/Y5PCZWz6I41gcCNIyw/2ztIgFYOTWD+4YiocOlXbr5Ccp/DBg0eARCnrRqk+r9ZTSzKDD0MfSRxQ/VF9eNRclYTSTqoHmNy+KW6mcX/xQzzXZ0g/tO3nVP3tzq1EqFbQYONj5xKqocCXYhz+HiUZ+Mg4Lvu2TeU1hFrOEtRxgLF1ep+0mbe8L/bLvTdr0914PuO6nsItQcoBH1wI4NfGMLlYwSuBmkJgXzEjWLlBPOYbeSsoNjWTV7DKqf1C3KaCMtaJJAhWzR1Xoqw6+xqtuu/A1ZLe3NdPLujVvfLJ017prg5cHbiwil59AAAQAElEQVTvQH3U7w2X5urA1YGrA1/dgZm3PP23bCB+ec8jUr7Q5kEE3oeTtAQHvrEm+eiDhehqI2Z0Gt65xvevlkrpGz+Gza4owvbKBy9F+tEUhE5WQH8BRSl+Quc8XtQSip+ZYBaj0tpLULFXR03dFZ1RUBciWGz67vSDyyZ1FShv8HiRdZBRqAUzaGZd88+f8fPnW4jOrEt6Z/Tap2xzmax6H2JlOR6G5crB9CIdKw9J+Rtg9cIt0K4I75zktrWxXHpLB+lrLFD2Cm3GyRZssAxMYMagTvbZogtBx6OWd2z8Za3WkhWuqVLWUptu5KVrNek5UguluwP23MK9bxD0rLgNWmuDuygUdoJ+bCjzGNmyldzxvsey5yrhxNQ6KREFowC70fLs1IdiqXOZlEMXlO4i9cBWHNDUSncPulup1W+tOipp6dMUc9JtIb23uvDHn4iMKRF8iIpHlwoTNJ+Rb7q4dW5lRkdWwId2/x4tq8fIST1GUKDG6LLhp9h4b2zfS9DKXqvo/pn6yBq1sTVfo+Jfg9uU8wnfCBGFvDReX+VL6T7s1GtmLeaN2Obsl8puc7+/Tdv43ygd1v8b57+mujpwdeD3dOB61n9Pn69Z/t4OXCt/2AFe2jkBgvnQwuudXpQgGVIZHaB0eqpiO5pIFbJVPWyGdYyhVOHsl273f6/DuTLy8F3jRqLaLCuZIHjdQwHrw2pKKNbhdWl9JPaHrmoiJLl6UEphnXrW4ogJKKuAcMxigTrw2hfe9CVUqleftcrnxEu9O7TNfPCZ/eHnv3z8+fnzv/FzfkP+Gdw8ki10oMSkOEG8ds2s0Z6zMagz8BrqwKpb5M/6GdwqbDCrVf6Cg7VOe91eVtxnAlUx1owSBKuGBSCsOnMgBvrtaHcxtaw7mSe4cE9ic/2GVXtZ6xrgGGwS18HjALUCOgwVJkA1UXW7XVI1UJT2i54lPwtqg4AYjW2PpDmCFtDokc8z3RrrR5iJJ31KmILKiaVQfbDLOpFXdwRGATQaFX8Ia2B3FeNJDwNQFlUSPIjwFATOosTsgUJ9t9DDql59QAkVr6kFmMZR9PxZoSdxdID3V7gSKm8SKhGM0+mzOnkEPinF5jrSrQ6rVcWj1+YStDWhWkdZ2Ve5dYJXIz7Zj3U9yNitnXngPJr+4XXpz0tu+FrRO+t5p3uf56NxPcERww/VzYuZqpV9Bsuo8hFJa+Ij+3fX/bmVf/fOXvVdHfhdHbie4i/v9DXB1YGrA/sO6H115kXdVC/rOnAg7/2Cwz3Hisgzhw4cld05+jCYTgqxk+NGP97LRjHtia1XMWbO0fiDmbyPqhmAgnfB5MFO5/QgrQ+dC6t14m6NkH3F2Ia/+fQWXjVBt0apOj4hqvKJy6E5a1R1c+h++YPP/BP+f3z4eQN+wmNTtNxEPwAZyroYZ+Fz/SDmFnmv4OwhBOwDs/jUjvzmZT3NX4tzddw4DaD1S3rqhqRGDICH7rJqkiRqaGsw3W1mO9wju1q9chbdg+S+BtfKIQymAGsAbW0oh2HDRvYtrhpZBaGbT8sWerSwH8bnPl1f6csrPpntdUxOhv0bpUbL/g1bVLnFe8SC7pUf1NTJ2+2G6rANyXy3JA2rxwnagdRBkxd+qxZqdq+b4wHFu2rFCao4kGnz+Ue1CQYH2PzNnOCCXVlMO0p1F0dmNHkN9DspXqxjHjo+uQ70g07SY9jV0nNkFFMk86n4SVabjZg1e54YkbU1i6RnMD1z+AX7cW5pBS0xfN78pthRVsOwkmfddED97pBmUH8+qxoEY2bmvE3bhwnV6MFurGKP7Uyw0avxu5L9ar5rnVddVwe+cwe+d23XU/69789V3dWBf3cHeGNfDDog6VVWoCUXIV5pIQeHEXk5QjYBbhrSiRrkZGZF2x+86r3xQxichle2bRL5DDBNqrdBc114CVzC6/NKyMZo1juql1ymb662D2uz/FGk0mrspLor/5gs1J8eM/eog//2z+yPP/7XwKjbNrtqAWZOkBogSPPK7eOG49vqlEHgplrcLBQaTSm+w7DwrvtNjOsBaQjatPBqbCViQ4gWixgStQBRrUM3rvSzg6To175/1bBxQnj95tcE7yV1VSYzy4BhYWB45RInKhDfQHID6cSLKod4ATJjUSbozL3XhwqBrMvmgK5+NZC1gXSN/yA9SOG/7AIqmxqCZx+gTg1xOWOBCCBtLDACyNHYeR+5dF3e4kIlpe+V4OLug8dBE3eieiqVfnYelCOXXI6cBKnpuBTmL4hA/jTCID4bu4qquyrfHbalav9K2Ft1I/hNe02ghiO39dCMdDqoNQ0HuJfsyQ4cjlV77718H/Xc4z4m9BSgZpHgzeh1x+b+b3ya8LGpHX0ws/UPEfNNtykmNilsunYmReEP5Vbgl8FaUZbbMGtpc94as6WKnOvdGrdfZtj6fj/pcZVnVh7BL1rK2YxfNN2vpr3irw584w5cT9M3vjlXaVcH/u0d0MtRrhGOtyOwRc4PpsGLvP61BExwXVWZJLLJL+moKylUvPmx0wnHkykKkLzOcBRRdUky1+QX7KmeLqY0JVZugSXy+yOJhYdIh1u87aN1J2N8V11qn+OxC7x3Pw9oHqqfNzl/3Bnoz5+zP/7MXhOvtv4bQaKCFgxtC4GdqV7pYLejKQffjUOzb5TprPmlVp8W50+9dHvY3Ju98QvkVjZt49VfkoD6pPB8kmEso4fNAU9fk6+Y4hkpmAH5pub+s0HpBBZ2iJvOWJWEr8Lnci6hIhPSNxp0AvFw2EeIfiQRJsJESFBDYXXPg2eWbomEkXrCD0cpMIzqPZC9ci8PriM7uo386GMeY++tKpOSYiHan02DOIym3dPB5YBlptAy0yQpucRVNmkFNZoeWzz7b/Et3B9/rHZfs56F56r5Ol0T9jTd0eKl4eJK6H8BfjR7HF5T3G41CsK499ooWQP1C7OYgL33/yXNZrInmcpDe+6Ihy4745OIU/PjOnaT/IJ4WsCQM/s3Yr4C+c/PqHhw7vevZe7bS06jUKT4amhVtHlyFZZuYH5cJwAuVzKYM3LE8jqDIXB0OVGPLud8zr3a9/Jq+Rzuhfztg+27JvylJrxrpsv56sDf0oHrqfpb7vS1zqsD364DvCzowMeBF8I7O292jE2ZTeZQ4kOe6MZhJ1T/z3ov1A+k/wl2vtr1yaicl1QfN7JuDkpzBTnNaA0sbF7goKF12kcej2HGzx5eD4ih9Xte8TI2Kv4RFK0Ch0rgXhqaK2GOmfpn//d+3uD1r30tlcomHmCdNAU9hbFW8ZpIOUQNVajEqlN04OS0DmAO0abY+eqeTbpnXvNn7QZN+CrQF/aAekDr6AkyjMqcqRkWkyTyiaDT/XUIqjZUvkBL4RwdPmegmCw0r0bVE0GTRd0FMRmbnPGXINbCSusyECrHYp9O1+NojiOhGYcFfhaQb6ZXC8+H/uaPIMQr+37p0nUoUUoJUBT+B+MRL1/l1LMU2UqUSS4l2mFw1m8VoBoF8aGr3EVtNUgMOVUi1tvF5RhZFVaKHXXItBWsoa4vdJhGUrc0p4DLaLNotGpLKeE5PR/7sGATLwo7DqkfybLtfaRLmONNpQuxGHYLa0ic9jOsQgRn9l/Wk2BXtepEezSOTNLtz8sscQ2Xg1fbVLub0NQb2mpqdGP8RYGcDCdp1EJDN56PiNvEfpDqBi96Cl7gqTW8wdI8JfktOOcSFuSUN9XCulJ6HU+vu36J57MO30/6myv+zdPdr/fSXB34d3bgerT+nff1WtXVgW/egeG1gzfamUPcWcF5eHr8YutsPrTIT3CWTXrZG0gGCrAb/nEswmn0u51E+XlCGGrn/ZsDvviEGR2Dc+mCHvgJUNuiNdaPJKEg3A8HB1y5yqa+SBRvII9pQ1pG43c0q94p3yXO1L/CTxbV10b9iGRb8IFYEJ/+cCgZ9GnCF85LRjRroemr5mWiJF630cthv9VRNQJuC+ucuaHi1b+sY0YLhw84eTGHkJtu8oeLiWMGd3YKS1Gvmial3hb8UgMmoGOYLxl9YrJTEQvO9cKj6cOl7HRNVIwcRTtIsYI6p7x+FECM1bjh2voLvSq2JDab6E6R6sf4PkjfOoJZ9OEx+qVdzpPAA5y/YRhokaIFSHfDeTA2SsqND6awzkzcXVJnrDg1GtqLktxgDFXz6SqEUil6YbfKTrEipBAxSCWogliBxRHVmEKxZdQ/4f0bO/io2kEcWFkElGst9UO1L9g2TblSbB8dqilnekeGdwe8mpubZNdGLXwAfVmBp7XcumXiN4z51Vg4qZFE3g0fjXt1ovMuaw3h6lfu1ay/z++8/kc1fHVXmftjhRH4ynhev38jXkl1+Vwd+Bd34PmT8i9e/LW0qwNXB35zB4ZfHP0hnC/svA3wYYQxFFPWo0MJH0h00NMBRdSKwVtyO4iICkbzyDNbF0lt3nnNVaRTVD84oWuOsG2MeaSTrGPIrGQsrv/3KChYupkFui4jRTwGHxqr70wOeQ/tk/gQamj1GRcw8tV8QFgCWlYE4/pNJS/50UdWLZrPFzNrm23XrCgZmBmSI6Yuoxp5xO1If91P3fUqbVwULlBLZjmq39AFkFw23v+AoOKYdqYvAWRfpASoVTJmj1l2QALWyikKkEKGAbw2UB46YHhKBjNBkrJrPl9JBHLfyB+BkTLMVw1qZ9xnbxM32j2GTngfIVfqRcFr07l37DX9bSk9Hwbue08zMutyR23y2Mq+d2n5IC5xn44OMKLVpw0b77nI+dC92UUFzXnl1WZBs5xRl2mjniIqptbcRVKu+STdgzwFq6WUEqWUCIbRK0XEg+sg/k7FHvE6TOFcErT1v9MH8wym4uLLqrmbcDWt3Nbptho+n9PSPpJ1UyIC47U0cmzwWsTey9FCtTFi/RVl7zjI/BIM0hE7hf/W3fiDd+T2qs5FPXCW/QwIkwlyP+7u16nnfeyXa3bFPSntifnLq70muDpwdeDXO3A9x7/ewyvD1YGrAx/qAC8dPhBz6ICGDnb1CFz0y6R3b4FexHmZ92GPgwnHkxB//z5PHtnxlU/CtjBmrAoS+wMPVPmrNol0yamM5KJWhuQkQgLpk4qTkw6pP5e3mH++xfz2Fm/zWywcSmQj2qNFWGC6Pg8GBkvTIliPOK3JjiAOVVOFgAaxaNehsFXacXLuM1XbVk5JfjLz6k0xWk+CkqPwQqAMe3HfZupMHzjuJZjz+mxP+Wxe8pmEV3ar71Gd26T05c3kXH1VR5VgGTmPGNSVwP3C0Nr2cJqOBW1sdd3Ez9z3WbWbVj2+M3LQM9jI4s2BCAK3sUrMwYiphHsnvkQggHLIV5BS4iLih0mMwNFivgj2FTyYRmuwucaI0Bf1poGaYx4/mSE8SzwXPBP6DYALtdH3nMXqkQghgZwHwBwjOHCwP2QVeOJQShonZ5/wmkK3XPdVdVEqJYrDtB9SC/b6p3LOqSk149FaNufhazIfYgAAEABJREFUdFqz7mU1V4XKQ/RZTbLvQbFAbQdcsD1LqMYihBSPrvLIuNr2pcui8gWh/aPGS/kqPJh3XMur6b7Ozyv8pfStd43+UjKCVZEA9vnQhhQ898Tj5aybXfVZ66KA43EywYn6OMelvTpwdeDqwDfowPW79Q1uwlXCv7ID16Je6IBe8/rfHtExSYeKTVzx0cEHHB1MBh8f/kbfMXbkRx/x3VYihjf8ro7wS6V/HDlwW0C3DlUdOmsYut5qEIeQhY8/P/XxB9BHIK+R2uW7nyeiROwnwYk0oUNuOA4FXh6qGVBplo3SPst3LmgAq4xC3wC8Hiz3Y2sZJR2+g9Ps/PNniFdN23jWK4UM+OlDl/yCj0JSj6C8guhrPfgYUYJuSD+55vCVazCr9ZkZdSjq3ghT5DqmSt9PtK4dNPEwGTONdvoxDwdRxLDYGZLIH6LhntkmKUFnJbKmYFwlk0IXaVYMl3u+64t98WGzKB9BCAzprYDXoJasgTIrvytHXi8CCZR/742O0Uuwuf7VsOyV8ArBvV5rYF0IqlEeC3tN9t3tdsot2vVoa3wuDeFl4PeBE/0NHrJJC6xGukCJwtSuQiHVhL5zLzAKbLB1f1BSOroePU+DmOwxVrlY/NuqKeHfPwrPMFCKQyckM6AJiEGOzZX+G9U7Be0Nh9R1mP8oGsuhcEZm6kyKx/glp+PQA21f153t5CaNte9ibHpXea84v6fh7EcelO3f2nlljt1Cfrd4WOKohGdd4V84+Lv6Wo+ObHfO/7ji9g9W8Gd06B9s0DX11YFP6MD1nH1CE49TXNqrA1cH1g4c/NTofYhDHV8W8kBUD3VrzJbzq66QD1Ni0l6SvBsrbtJhRAyHzf3Hg55QdTLd1BT1JS9ljBqs4+f8Fv/lw8//3n7Gf//3v/jv//23/r9l4dBioZ4OKq2g50F3PxZVNqiLKjaEcYl2qS2Nf40Wv6oG19Q5C6DwbQFDZ4AGsMagGiTbxVcmv200Qa7mYaBaY6hWLVQQw7WXZZJOB2rFIPu7BlQf0SD3I6eJ+awBykdUJXDPRlZ873Wm33p2Lxh/sKBv6tlM7+yJ3hQ0s+fn2j2rjWK8G7biat3ER4agL5v7FbpqIL2onJRAAdpoUepEcb5E0edwLdQbvraZrALJPAKqw6HHRNCMmnXlx1qatlJNq75oEno2Qzv4g+rCvZ55XFlsDemrlMrQNXiMPKKGfEQ/APfZUtPwuGYthSXkLOmQ/AbfFzNqFFa45y1EfGmC6erduLQL03VG1BvtehxjpTnaC529BxwvJED74VE//kSlY0+iN+Qs+1qbPLaSNBVGgxcG0mDv5BwI1fWQlAhG+Kp1mv+DkFY47/o5tqUv5VDZrS8x2xRb6aUEp067XDvxNKwZ3uvf4t5L1ewhRr9gN+SpPluvlNH3W995LapREv7usVvX50//5RN8fslXxqsDv9SBPyP4H/zV+TMadFV5deDqwNd0YObIYeCFfeYl9ujMsb4wqYbFXvITSBOvvrhvE4XjFDvoBzbOrikKr3tTgBJC1xw+oP78GW/68GP4b/zf//4b//vfz1g4YckuzyIk8McKrWKhC1I0SJ0lpgnmSwhfKjkZY5cR9gkuxUKG4Wma7HxNOKKDAzUHlYno9c1gVOPEV/aO9EXeWVYFH3geuakSf+wQ46hcm+qx2Neckv+mFPto3820CpOIIe4xPFrY48i0Zjw7AlE8datoakPhIa2ZhlAwkBLD1EHBDN2HqoCU8GFaephHPdxni3YptvF1B2kO71FqVe3mu48YBQnEb4GQVYELY5XhKBN8POxrVO1O1iqnEsvcVehMD9+g+lcqZ74KLsiOUhPqg0G3rUqEwXpoKjpe9EsiZ0HXfozRFKUU7ksJSESUUD9DcxgQpUujBLQmpiqhQ2PSXLHyia20Eml6AgSFQnLQ9EJf5QpJ3R1uFvrN4EeMksVElFIMcLG/NvPYWIxXVD3aM96maQ7V3MRG927R92bzSJoVJi+sOJYLy1EcZmLeiBK69LuwsGdmYNGe4QexbRvZVzgpanV4F6eaHNAZSyeIFTH4uT2xx10nWA6+BDEybl9/wa7RCkgq96i9iQ9cyiLooUoo6IrnzLRJ8Nzfe/zQra3x0Pilyr4EMTemEl0J3Aujxrzg+b1dvnwd+wnU8O/dkrjKuzrwB3Rg/2T9ASVfJV4duDrwr+wAL+hn6+K9PWah7lBfeCvp6ncz9y+RnH0yy8akt1wU+sUEJr+Sw+Apy8yp4u3tLf/mz3/5+PN/fPz5v/+Lt7ef8dPrUqGCjCGMw5axkXPA5Ys9TJ1K7+qwqQDnSI35WqwyWzYapZHHqOkFsPuR6sSrjcpUlICTBlJAVvMJl1myzuTXOiTb4oPaQQI72KMal+EMQB5GNWyIvVQg9yLUuNClZKIC8RPl20mKTwTlbOmSV8sMTc3Mnd0z+zVR6t1BiX5JV9h7E/d9mugRNHwRYLqie41sxED8r1+QBzbvJyXPFDuCbe9FyuMYGK+XjziV5kQ2gmSH2BatEhiqZsiCEFPniZ5/xjy/xfxGzrcl9Huw6Deh9a7SRbvF+lRki0qmBKcWRn4ihlVrUUghAvEd7hRYpAM80VqwSohE0bdjrJfr7KLmF3TFY4bpNg6ah33vfvTJqMUNhHbn7PuokSm14hJKKc5SEGHhxSFsxqhb+bYKz8H8+Vu52jPFfsbUJn5kSw92Q2M61Z42aDcxOds5ZnrSPhjq42H4nmeFuPTYPXNUway8e8cHsmo5N+9n2MsZqRpvZsUB9NMiKCMSI0Z9lMziGS7XTLGuoe2+a9oz6gROdeghs2BjRMGQaqgOcSuheNc4ij7u8f7/OP9+muzpvf7jGhbMaPF3dCz+kd9dIIoxFvHfNU4W13vUmX/Xsq/VXB34Bh24nq5vcBOuEq4O/M0d8CuA3tZfacIiJ6NohytLOgDJ9AF4/CPo7MO79cTLcPHBVC+fAhlnDqc/f77Ff/n48z8BH3/+97//xU8+AHEKodbIS+/iBhAjzyPMQf0LH4p0qJWucOQKQH8LpnDQnziFlSCNXHHAHYnRGfg+5NmFZA5UaTjGvieDaZVXbjCvbG+m+hT0SiYpi5gOLKPzrzOvRtW5NO3rySOLfW/QyQRuk1CCsZDc2xSNohtYJJUijcCiS5Pkrk4ltO/EmyJHu0pjGt31jCSKsxXelA3MJxW2KVjPYa1zFm+H7mjpVaQ0AtIPIdIIpGI+kR2oPp1zBeGVR6/tp/6WHR+BlsN9XxOx5IVnxJJ5cTAQYYMQsgc8gwhha4xKx8lZPEE8njytaVTdmYn18QFCvOBhFjkIMsUdLqX0/KNRIepmo8EqZJ/wnoiZJIxwejZWrQDxvXfkCHJElPAlHpYRVonpoAoapFlY5nh03RWou/8gQIsVHLgoVT4PLccSs35TuQf6aKgtk/tmrTPTSE7uU/AUp2lcutGpSxqmW1Ltf22oVaocNfN8Mrjl8AyYaktSfJPg1RiIp6UXfh5TQLsOq1Zxx5GklbSzPBTPkpKuxQ1sU5n698frCkpuieaYSkQBrW0hAyN2V4vYqX9NrEkr6bk20yMwIowWFV/9UDCq0PWZK3G3fRmjAqYsrc0hVeMrbSpRQVX/GvESjZ7m8b4+8hqKOc+k37Gj4FWXe+e2Ki7u6sBf2IHhcfoLV38t+erA1YF/rgP6E1zwagW8S9m10Sbozd78gMrAf4TdxK8T+sXBthITL6Hha+Fb1MLHnv/F//733/i//wP++7/4Pz4Evf3vzTY87Jlo/7OLlRfzGViA1pJSSugD0MRhADbCiFq83qQzB7YwxPnlOl10aGbBkXObt9ukABhWNWphhyYyqx/FFEm1TszkuWO49DdwJFL/Wd2PJlJoLkXcAWjOA/UTFVGDx1ZaDegZqzxwY83mZw4tEX6RlWwm/dcUJfeQFKyJrgXtY5RYLxlXKehn7oni2Cnkm3yUKdo101tPqbmbck+rzcQoHWZV7uCU34/JoPgGygfMyFhIJyyA9aiTU762TECDdUaIsYPR7DUt9HSJhVw+zPtZiCiVxoNLO87mzkQozKIR8t4BuQDhPsfhVewAgplcN3WzJEqkYkL6JPJBfjRqHYcup+EEeY6F3tRIfHv7KKdqB+LdtsrUa6FSlhJastKEBDOR18APbNoalsEAYjS1eiKeikWAo+KaLotJHOwg3MfRDNYRc2NNE5RhFWjR7ymTLgI+BmnPqFURKgpgiE9d1GutTgpNQ7jYBCmSew0P9fSAJzmOQvr9rEkyBffc8rZmqw5Qes30MqMPurqN2heyl/FOVWLEOvZyVXcyxQ1+9Wr1oBzGzBNkSxY+WCpLAt3yKrGuxv0+Oo0FtGmpyyzFaw3mrTOKmNqCcJCxErHVQ+wnwXHGphVdlzAU0maXg/hGxQt0A0Vfhtn3p+Gne2+fdz8/9lat6Bxv/K9m3TywOF7j6sDVgbsOHDxSdz6X4urA1YGrA1/SAf3BrVOLXoeO/syWfuElsE0u2Xxl1hf3qrDxM1AhSeGYUCJ8qENkbGp08SjH4TKEAA4f0Wsv9tIPbgMrQJxLaMEC8GqUAtrCtCVKSQoT46XUc889Wh7xmln2RsX/KtRcJiDeJIv6BfWHiphiQs6X5LKZjA5t5M8UqISZmU/MexJ3/87UaGRGFcgdhiY36i3RhVzhRldt2Y8U6BAMyT2MSF7QtdF0UFRTlCh8FFR/aW6UMkWox9giSqzXcr9DNsUgaEOL+NV8MV7jjziqZbrRMlkmCUrtyVmbk0wzuY/gJ3o2e6xAIMNpQvkB0xIT64rNmpiBZ2Tmwc/D/MJHHCAeXXkf7GHWyOKvoDULPWdMmzqVGQ9qpVQEeN0NESQNQkSewt6v3M3TUgzJUamLUQqdjIfXrHsFqIuzarR3AQM5AhKlCKPWgLUIlShQvGiDwVRVuUdSmJIYj7wVL6KWb4obKSZWepuEEciwsCatR3vwzfeh+WPUuC8wtPz0yl4ap0IRQcqkL+Osxe5jHitWtDENIavHMZdxI977lSijKjejNRllFpRSYsT9cE23rpXYoCs3zD4TMqO5KLbxd3TwS5vvQrLc4+grmpDa6h5mjI9ev5L1Yey4xtO/lXdW9e3M8EBfqxERnHoORrEC+3bG0q+icfn3uXbWnbj3n/cP5RP/ffwlXx34WzvwuU/139rFa91XB64OfKADw5/UZpfgPT3zWBY7vvxJDr2jm1nfZYlDc+/ZXg4xvmsUv2IWHT455ehHUpAz87rBxDOH3LlXEvYPXSUimqT4GK8yCvCSVbWABWvxHI4lZYoSqmEiTykF/3HYa1Sc8j3SjNGpb+hlilIeOKwmmsIIfYiYKHiaIiZqnaYpCtRQpsAUr1ws/dztdLlliCnMG0+no6K4u1AyUi1GEEboGoWtQy0SWKxMJaMKXtrj4mlThBDpRRDwX8dEDzF1hXj1VjETtdkuH4G9irGRpjUD0io5xQ8AABAASURBVL6CtDHrHgNySQBrAMG+tp8mM3OMJuwNmkfLqz2Uzwcabup8Bq4BH2jL4ZwIWuePH6wSBQMNWamPVDA87zyD+QEo/BQed1hhWwuRUr4fhtYeBdOO4JYMpiVUqz5UqULKdZ3NoTRmT88M6BnpDeP5UkqMToz15o2kAqyFngz6urGo2Fbttn0bN7vYbtRtmrn4KSy0RFyJvIY61JxUDpj7PUhi96VJ1+DOpvTaLKLM7G1FaYv2tNYEH6JK0EoSP8BdzsHmtIN8xspPZdh+E5ZGVCf9BsiPJsMc+jsyLRTKsLYjrasLjdEiG7+j/A5oSsHW0jJjeQO2xp3UfHdqRK353IpDHzTl2TTd95jRPJqvWcloVvpfTO08ryD9ch35qYbQ/jMceUhXhAbIqFWRq0i8asV53Xt3Gd4DjjeqUdODatMvcXUX0VYWpUiGuBegBb3g+tRlmFW/JxKf7F+5tLTq4wp3q2tuF7068K/twLXr/7W39lrYP9SBa9oXO+A/jPmDW6+s4tu7+czJQrqeBmGjQ2Z08/uYFyN5M5g4xORr0cQUgvChzgcLNBqUD+FlrgCKMZSYkGE5q6OPCMTYXplP1SiH3uV1UNE6g/XLt+CiPKWU0P+kE/hQqUAJLwKpXvS8d2uxjd57pEa9EkSAWbwO8TEVaj+P1Nqzn94BbemZ8EVMe+49z6e89z3TOIdRRCXHrqpdlqTGRtIdQUtGnzB3XCJoGyBN80GHT8Ni5UNTUeFXABQFelzjXNvLhqHZs/aWqDac6cyeBqRPT01xB0wRgjvDgYK0qWUOZc4PQD+ZR4AGh9QlL2c4kQQmYsCvPUCoQ54z1bIe44UzPTyjOtyTZms/MDuPspPvRBwYW3XLKa2NQnkvpOqtZB/4eaVW63dIUVaJEVh4HXnvj3G0jNG3gviXs1Hr1ndc5GgZJxz1K++6VnHH3U20syO+q3D868iwxFUFYY+APzz26R4kWl2TS/wg4JnpWav4qNNSvDbXPmGLEhW0bGd0H3/mV/WHKd/8eOhTwGzuPudGg8CoCSP3dqmJK+nG38GMxZzMd1jWC3HbdOcBh/m3wU8kMjCymUeuMh7pa/83pnPf0c2rWdFo2vD88bCRJTybQWm1l0S1rxQT3lvJXfjqwNWB+w48e67uIy7Nkw5c5qsDVwcedUB/SPtf1uZPavM+ZwhVEOHApH/CD8lU1ontjIQKpdJPJkrLL2R718zsC68VvGrwlqJDrF8y8NHHjh+3W/znP/8P+E/Cj/8XBV0pJUPBXi+0DyuEyMsBdbPmUBygeEhYDl+LGoO/hadIwdMQ/TTgzmG600hB3mrQ3wIKPvbo4D6Z6jBcYpJdgGuIxnBp2Yh0M9ZzzO7+Vh/c3GpTkFIVViQa0FCPgktUALsZ6bhRHQlyE3SbBEFX7JixPpnYF61Qm4yaRg4VaAwjskEiBQNA72CGga5LrZBCWImC7xTwQACdZ86ZhqoUgWZXj2ftGRTatwn0Gjn4UBNQwsKXmQm2AezhaPZGcXIsMyqfeHLPemIsw80/MepDkACHqs/5kUnRRvanSaJzaMv7GSGvqMBKmYEyAOxmsNqN/BlCzgfWAJST28KK4ShW9SVIDt0BGIZ9jRA0xAvEvwbNe+LeO6JIU2FCo0L00IlHfD7U39m1u1cgxlqzEyi/mRVVpyJqrXxKlFIiGMHl3wfo3dje8lC5dz4Him3YVtosl/3FbXAGl1fMvoboX3P3XnwtCq9NBcifMDZL9EpqUuYabEhV/wIZ4o69M1tiebQ/sMN7ROECWUaQ/wijbeXXyJVbrZ5gEGO3Czemtsm2yu8hqRG9ksOVduvXMZpX8OoMrehGz+Pek7VnaUGmmkPQre9kSMLYBLFNGRvVKOzd49UfnTHJxV8dOOzAn6X8lSfvz1rpVe3VgasD36wD+qNYBw4o77Tgw/c8f+zYVV6Qfb4Qgo/PfAkk+US+wovBxCEg4DVcX3BxqMgDdNPoY8cUP378B/gRP/4j+H9x+wEttwjyhBIEV1sn7Dg4r0dwqCU17744MWwvQSQIHOOFnTFqznmFT+fmZrlzkUIgh0onrwUFMgMmQh+/xKSMxwRIYd/USlw5SQ1aD5tcaTu1VfGOFDQNKgsZBrNhb5UMht/KenVGR9PW6rzHwt3qXpSffLvLSiJIbWKc6DU3gAEvpYhAPDtJxHuK0KR63pZo+3ee9U/jpcMTB9xgjkZBKYCcjD5ttysvGbWvOcDNAvEdZiqUHYDT4CEgGrkmU4fa/sKAmX5g1gcubxFE65+gF92eZIn9U9gVxZYSean4WasFmJn16iNQIKV9wArpv2GDfsfKzSoYRoRjxAmCq1HYcaiUUYY/ULEfItuPPahXJFwv9eewqs3SqJVHqDvA1P1tN08OYlg+Qkc27vnoeuSS9nNL2l/H20ys45XQbdArEb/mo7I2c0rRoKWW3Pgn9LZJtjrv+r8aXuVO8p6G7ybciZswpRZY2RlLvwUd1dbLUO8Lz1ZzEhXwUH2ouNuHojTjYeCp4dB7q6SUvsyt5XOl3zLJJ5V8pbk68Ad14Hq0/qCbdZV6deDf1AG/ewhx4Jh5RdI/yZ85dCwCvR8J4DX6uq3rUmfyNauLyUiZ3PvxGGt+2h7Qh4z5I1pC//vBC/TtdovbjxLiC4efCRjcT1m1YjW6Cz6DrUteudXvGVeeOezsU2ih4KqHmwCUk6nN1SZShMK2MsXEWuUdopNkmaVJP0mG7WJRsV6+gkm98CECBUMSpI7t6ls+qNJXn+AuRDQF1AMUv/ui9r4O5kYE9zFW1PnG0LvuaGYXbB29LUG/AT4GTMT4HnjtJdyGuL+Uaf34M8eGtzs600dIhQoe+Yw2ZmXoEWdCiOZAoedeIA1iVOq2ITOkAcZc8sq9srBflv4VaLs7thG/QaIdjM1EWsdMfa6RdcJu7Clwr5KpeC9X9Y6cerEXvAXwb/WwUyJuKB4O+sdQs+lu6DdXYtYMx3gYvjMWyaBCEQxJ0eo6EKxKv8RWNKSN0PgHdGKCaReeZYMZWlNsHowS/5prWIp6LtBSd+04XO6xz17LTXgLbQ8AXpt7l00qLNjlt49vzngwLLUACy+gFrdxPZtn4/TbhJcmOlzHS5Hvd9rPNcoj//7M3yfiD9wC36d5VyV/cweuR+dvvvvX2q8O/GMdyLfJehTkjVFv6OMbycKLJCD1h2osev/9UGQocjdv/lCWCNk4ZTBivGyXWYcQgd7A5cTBfPTb8HdzOAG9iDyrcGhsB0gfIsdgXBmj5pR3bc0qQdDkQyqHhMQRWopdrTDqopkNkn2jeCywTm52+oiH004QqxaJ1o5g0ShCwEgLd6bQ+TAEfd9WsZXim14+xFJbr7YzKDXUGGiqS67ZNwcNh3+xcCGIinFn5JO2fvB541vMW+j/kcvnMCO7gbZDOZtm5KXby9J1yCKqqMIFiHUu1UIRDJ5zNoBlaADVE2eGBaO0EL/whOiZWND4I4U2Cq6/f5Rgq0VwJ4L+l1JC18zHqVCN1DpT4AIv2UQOAyhCMKjeya7RyQnT/KLdRCrYyiHcj+y79Iu6WctsDV16ySyj8/I+BKZ2C0AlSkxAUEdkk2KK3TUqRr655W1H4s8L8H0CKSs43siK/N2IaNTK96Ja933YOs9g+3X24QO1pu9tQdXu1NqbgjYQC1QA0X0QIbBX3phGsQ8s0tEgQVOzt9kwGmgGPVKObba3KtqTWFM5wjDEvQY1T3PeiU39++mDRaw1ihO0+yL+E0ttNTR6lFo2+r83Sb3Xfb38BbPevr7qa4arA/+GDnzyr8+/oSXXGq4OXB34PR3gD39G8DKycGBa9KauU4boUICOIIv0Auv7K6+l9m6bwjnWVOfWe0ubZeJVWkOg9/P80UzcoxAZMXFgMFDUZOgeZlrOw1omu4DwYq394KjecPRCW1+2g8y8QBYguCqBOxlFpce7LmqZABYUPVgyMyuPWTHAtNdNKOvg1lbuiKxdWLnmp9WKF723ymIY5nKd6gk6hs3fBr1SEMv0ZxrTWjl85eq9rwrytfsz1T13m9ipWn/BSDMQ13snuSWC6r4IlHT9AJC5FY0LEcIcoK3WfVj0qKbyDBPMCM1tuvPz+tAlFZbABDzzYPKjg3FNKhCeCnACm4fyLAT++huDropnxQ5CBSSoexLptwxPGdup9JuVoDUtKhcHVRyu7igmXrkcaNTvkcLUb1FZShN0I6QE/DfEbjAHw61WfymPSu0higgvDqK+G8QfgCb2yiJKKTEBMCG1oJUU9dJ0lV0JTlOADKt64yuzFAK7SGEm/Ded+pqp3nsD6rpF068kAa8cwiePoa4nmZ964tCXq1wIDLjEMLtR11XJzpjiWWhaO37q9tCBwpWpErF6glsIT0aqPogfLU8pN9NK8SWg1Yywn2Tdd3vLkaxMR/p36+4SSSF4kulLmnY/b/2k+6SYy3x14OrAV3XgSx71ryr2ynt14OrAH96B4T1ALwB6AZTKwMu6jhp6XZr56BHtpV0Kll1J+EQR61WkKKv8q5x/FA/yFR9KsHLAYIQPVGIiYuZAOlP/z59vYVjyb1hIH14HTgydiSAMrbitaIoyacISNR35Zg6MdONtjjfyIpBmcQVR8GXEuy4FTO+KWJ0Vl/HiIqvAnBKMx2wc1A6DMOtUCYvGOBGGZIxpm75BmI+hT125da9+IszNiCjhy6RUqViVzbRTyl+ND/Kfze5l0R/RWU1osVKoD6ZNeZaFozJ7obBp9B/ZndhD5uUuIFxkEoKPSGZm3qDBs0F7UGCHLUr3rc7SpjhrEtWASlL3CJOHWsCuJOjDrLUjhfQC8S3FJM8UcMWTuhmpGXEZhZWnV1F3SNxdLVGjdw4o7vOOmpGfKXBW/Ty7+RFo4REmNyNaDa4n+jXGszj0dk4WaR3Vs5JVL64pC7MUKbjr4w0ZeZnV0xWoMiiUkXPL4xCaudHq5BlBhdlD+7Fg0JQC6RDbsKoJpuxn0yN0O1KmzqYp1v+hrsm1Mvcf1X6otK5rQqM2bAQ0NSncVwxlb6D84kWPQSvDov6z1+AORstQ6E3k1VQpVXyorLYkmk2Q0mdhMuolQM847H1WlIyQ/d6409Q1VLIzfqmoEgVHk6icabfvj/y+XMdv0dkcZ7Wf+X8v/fS9yrmquTrwB3Xgenr+oJt1lXp14F/RAb306a1DLyWiesHTS6xeZrVADk0iUqdKGLB+ydcp3s1LKVFKsWtEo/G+651hOkznj6aOG1FfrGedV2NhPTMfft7efsabPgTx8WZhXV7iWVVKJsDOeYlVFLjwAUwHyLf5LRbyLuSxAST3iXVPeEeFjIrjS8YpTcUVVyHOrrVieRpAjBrQ7ElnjqjJybyAZm7dQk/QUjuCFoSM6XTgj03RkDoGiVRVeUfWuuSvxcoltYklvwaaRtC9JQi6YsfcTdAU7A9tluretFUM9cRp1R8pub8zfRT7EIZESq8PKGEyAAAQAElEQVSPkN4LE+tGMUELe2ICAj5icrrEZo08rQoQI/pkbrvZz+GvoYlZDbjDgoeRyWY1AtBeN496rr2YVRPyEASLQrdZNlF+ExYgJGPtg+cj+ZIEbG5FaD4wFC9o85kHab67NZJfa6E+10i9DJTDIDR0r+JuBamoASb4Mqp31DtLYB8lVEaUWgiEXRh2hO9uYpDppLh467/HiCj1IduTe1J0jcLux8ZUhRIl6ogQY4gXLwrbeVLSRmMPo406DtfZXPZJmr405pxOrf7p3OfQ8l7/oyRDjoE98gweo1WvddUA/wyslpe4GvqSr/v+mqf/DNCtmPmzcVPvUbwccTI5sr9n4sP4T1RSJGOT8F093EQ+F/ZzPY9Ij21clSpJjwtfHbg68Ld04Ct/o/6WHl7rvDqgDlzwcgfm0JlD7jrk5ceNhSMVwIFJ+oDmeSKxdUZ6s432Sh6+UmU2tpadFO+68hy1Sb6Nr7+e+f40x8zHGv3tH1G94C7Is/4mUzo4ViECCxVJ1t/gKHpTL20+esHB8Y0X5TdOaDO8D5GKsQ9+UMVKtYFDJR5VXwmK94w1auXGM4cWSQ9IOfO1wMAdnQFUhwO3Y/2hdqtUDYKmFS/QmUDfHPY33rbmfEQpn7G1WGG01T+SPJFReokVpDRg5RWoh3Mec9jqM/3KvqRtCNix3H8vUpRjPnNMlle3qbNwjC7+EjOzz5XgWX3jhCu/csqxA6cEqQEG2WmKCMAqjbVMaXlCkF8b6pI8TY26JOad0BMQB8+AYXRGNzXaM8ujG3p27+rFnUHco6GV3tt59O+V1mTGqTm44UICO5wiOu99qBldszzFiB6A1hTs162J+TWAoAbNmgBmhB7QbUBKBWJ70sYGFaHpI/dAE9ufIhF+5lHb3gTkoL6FP0tEuQnWvIzKy55f47g24XPyP1nPOt3K7dp/X8fgem8cNLm5UHDP9GyTmF8SYzTo74dC7rXSvDqpfL8AxukPi9QuxInh2Sud2YuWfzNqJfI6UmdumioekVrzkenSXR24OvDv6MD1mH/afbwSXR24OvB6B+ao74F+N09eR4/wS2FyiZ0Tdn1/FSfAYlLyWGE+fCVLkKWPIGUonGH4iZwKCQTUxruTa6XKHCiw+oMHhpm3rJ98sPk5/wxR6YnCI7JG57JYUYEC6Kdywwcejc4s/ojEB6QFYYGi7oOzVfLpnvwJLlFOLB9Ta8WCjF7UBi9RB968qfSdXiz0YhHttaPPoAEPupb0waFzCDR7trIzvYMOkKcWGiFXhjdKBozHBG4Ay5AE4e513FRS3EEmozW0Cx6GwWzi5cyzAUmdW4u0Dp1vBdKITuydqHMn1eQCeaTGGBUDZWKY4/HEfBy005KD4aqSghnyqkRsAstuzLjm7EJaGp7G4NK0Iz1U2qFZTPsDZNPHUN26yjeWpWR+KvTc6tDHftbzK/cFWVQ+ihN9FewvJHgQNNXnXcfQgJ/i4Oo9T1v2uiqp11oKZVCxpVOUPsJZWMOFuf1lxvvzNLwaivdK+NpXrLrGzwSjHduZSbkwi4xQLCQ2e4LkMc5ktzuFtYke2dLj1/HtOMWkXhuO7Yfa6VD7WDn2sz6MmSbxS8E85PxzjfWHbcypBEOqvUnmDdjXaKN+KjxNfJJhN5W3nlH13+TdOesR2dhrzBeRdaq5/wM3TSV9g/UmyJKwqzqVp/hkQ576H834wPkyXR34IzrwZxb5vmf9z1zjVfXVgasD/3gH9MqxL0K6CvpIoBck6MQBpPjYIYViRBP0Ui6QVrRBvvuW8LmuBNHyX6n8HwNBDsaLA0spJSYgAn3k5Yy8vAZHdWlUuVkzaKl70b8CxocP/a2dN95yffBDH1REwpiGfMrh7FOx3jb4kI8Oj8TpA4r/NTD4qFeRXXwRehWeO9dlbBIe6dIhj4y5fvF4atCf2bCEPmDN3M+ZtUuXca9hUr3mKK9haZPkClaPiqrfk/u5pBGMnsgMaUQE4g11jkpGFby0rgR+GEOCZMGMcEPxM+8dl4LkEdAeD3ebLDMfl9JDYeJUiegrcO+rLGvOloNb3dgtxZ1BHVt1kyZ2vPhxHvlLZ1BigYXI7wh2NqpakdYj8c+hVJc9reqHpMXIaTsrFn4rpkJtjLo0dj13k+d2/A3YxinTK7BGMVM+/WIUynxMLS4Buc3faVoe4Oy8Z6FeO6YQXkTjbdiiZXWwIcsqUUqJYES7JDf+lI4Bp05poGRG8hXfWPBU+UbTJ6uspneSlinI/jg0PRPLc+UkvQA9oDMvBA0uNUx/hFR2cwt8q7IhGTTyqQG3SNi7cRhw55WKvW+VeaaT47dEvw7IIWrIyIc4g+9csurEd8bPUjxLf1TbXYycBJ9V1At5xuncb8WkMr9diRdI/7WwzrJyXzfjXfO/bqor89WBP7AD1xPyB960q+SrA/+KDugdQC8kfOyI+nZatDCjyJdX2QS2B5dOIwl6rV/agQVLKRmYmIzYZgDOA5e7UTQLcXpplnGSLMZQ/NKfh9Up2pVlG6OilglwfdKh8pBOsqgVRtKY6ajAjZClKkrr2ywdz7Mh/zObFqEZ1hWcemKgQgbM4diYEBjpRwF+pUehjz36cBV6qdcCdI/dn3Q9xyRRjB3m4NuROSHSivwGeDQTNkYrYmCbSq3ufGhT0XQGusQw2Rat071hzaIi6NSqWXLv19EszhJDRivoWP3oo2SAcxCfSe0jtI+TrsOdkXjqkl1pRLWAlU9NYvkmJ58aZjIbN1vSnCpxava42kyEBMG6SzpqicmBq85rRryj0q3QQhtdLfdcy7z5aahuRcpSBYh+K1ylfne0gWmUWWwqaXUV10BG8aLHsLFaAPG71b0RaQxDDFoXoWrgnwxKZN9w7yhU/Vi8/+6DZLvXnmsmelNKoaao11TpSGq9VaX/plVlHxKqvbcr/TSs2U6gWjjcfcxDTa1NhLzdVfN04TczeWI/n7TXVmrfVXzsLjkJdupPE887LYv/wYAY5nu2HFx2owZ2LetgdPG3M1lPmzalxE331XSz/I0wzOySjAbld2G/a13fpT9XHVcHvqYDZz8XXzPblfXqwNWBv7wD+Yf9zV3gWFgPScGhQ3/rJyF4eeWtnQNJCHRyalS8wQk6KqUEIxKFLzIkhWGEw8ijDysWFFBw8a8gjA7skBIFZQkfRqQD5CKtq9eJKbioGbwOOfigy2z2gcpqvZgGTZG0sNpoMDOTwhrE7lLNXgh61jI3XiJwOsqxxevpppQSSzm5qnA/4v6iVMaqJ3Ce32KhL/rw5hZ0aytgExFq14zjzD4g3HILKYPryrY8zWtHZVaPFCDYmbeiZ9yq6op3yq34LMzzZu8qG0prnkwOF9K6DVo2N1y64X7i6tHiLCiRGPuKESy0sSngYRlKmiAXgZViXE4yZ3g7aVBm9RySMGtVrkRmgTUwChRIRhRZYTdJM+DH6Nmzk81YGgNNns7Bn43RKn/9whz4ynSgPlJtXC2UKAXgdyL9i2vXGnJ2MM9q1Htb0qniUYJnhKBaz8jeZS/3uJMWd/ueUdHStZLFA4iUD2Ygno6lFlIKDCMdt3cwdW2ilM7w6PXepYTvgjBFu/+7WXp9O/0oVp8nc48RH+M/dYJatDbSLu/Yz9cKVYTg2HuXfnU6Cuk6MTO/KaK6P2vYR7heQ2c+kuVRTCZOfOSndTTY27dR7MS9Q8QN1dYNxXvHUYKxJvE1p9gG7/8CV5M8J0cVPY+6PK4OXB34XR24ntHf1elrnqsDVwfWDrQXEH8sQOADQPCSrh+kwkGp2FOvS7wooreIPgySZKu0wCsA0LlD772yyFd/Q2iuMQsUzzR1J4LEEyguzEeM/8A3fBXjFS39eBHmWEM1ag3JarYG0ogXFcirQeZuGURn1iwqz6C2iFL/FwET/XJKI6sa16iVPaBE+36Q+hXPXsMqd06NUJldoXVnZVYbpdE5OOzrg072RL5pO8OK8T1iH3AioApVvlDmkLgGl0qnvp7gjlZlJ2WwltROSRqeG2O6laxi9jiF9KBQM2vqxk1ENl4u4qUTL9B8AOtVnwShZPQtDlajCANpdCtIjogAQxZaRo/f4MiHgE1jjknPk/JKvAP8rdtTKxPZZGRZM5rZoGPtxqUJa6qmWWlN4y7hx1htG64gsV5hng/9XiRZ6NwiLcDQ7wFk3QiyoUAvT7iDodxBSNJ4cNVs3aOE2BZXetf1IVR7e+HeisprDxmVeLXt5dUirlBl0qhcbK6CpJYKYB8PfXCWh2htvHsqHZBrBedAw5ADHYfbbFlcrFqLUiUAQwbVU1mJK3hjI8oBcgOejepa3WrhSGNs1/bCOoPn3zeer56uagD8vIQh0X2z5HOv3Wn6HVj1PAv+uWom5NV4wtlXaLsCbZuXyjhJ+z61ZhLcR6mye21qjiPSptZqDVX6ekKhjK+f59NmeNi9T5vlSnR14G/twPWE/a13/lr31YF/vAP1dUSHVx8o8gVPP0qF2vLfrEKnw6wBJWKeOsygyKFvJKUQJbBq8UFsqXkXz2EDCD9wG6sExwifYMzE9pp4Z6O6/tZW669Ok+ZqYbhVdSWL68naq2ozD4H843OX2dIiR/UpoiXy8tKFBBGO0dxpRdEY2QVNrvSutqrfES0zVwweY1p9O38tcFEdHBD9YePOLxewpqq16RDAIvTRS+Fr2vRf5T23t49y4xttsXdFYTjSoX42atiEn9bkfomRDKVr7JcwoMqhGEAfvmbWHCx4Zm+jUvvSZ8CksdToRqhByuMW2ribj/yaI3r22vOeUElkFcWmRI6RrISiAvEr9PBVteUcIrSHrVtrjnrVS7RLm6EgiRcsofL0MWV5g6dctlq4XLzWQQyjycvoMOjDz1RTFKQSeRXzwpaLsJAAvj+X8B4liv72TymWgvs6/3yL+e0t3kSRN3XKTcAsGTBg1mTJdnNGEg0gBpFybDDzLaz1GZ0cFKWWie5gbk0XHXycYVmdC7MUiyW0tGJeDisUPqpZPSKZo0Qht56JMthskqzJRA0bwZp3oRsT9YDke8be+D5z9zxiFN1A7TnyeZ9O2d4XYe9HYX1x9tyhsdvNNOpaHw6S7Oa0aNTyIDBS6gziyCOeDM0oSPPKxfbBT/P4zFbNdyZazaO/TCP7fLjOr12V5n1php3ja3f0pcyX09WBqwPftAPXc/5Nb8xV1tWBf28H9LYB6DRXYeKQpB+jsnnx42VVL/AmINtEW2cq7/fbEqVUPdRnNInEM8QF5+wEpBoZga+gJAKX/t6v0mJ/qUh0VA/OoRdYf/xBLIASSNaZkIThSaUfg3qBiigxzwA+qpFW9JDAb1ISL06+OAVHWhY1A3BSMAcrQg4B9qRpmpJUvJXCL6VjYXIjF8SHcrkLtCh0j8bMvDOpZufMzA23OKeqAq6se8F7IbIq96QFQLOqNaPi0119EaQkjLvIOazB5z6vWJRH8NR3rI+V0Cj1CcKCUp4sxINObbuVqQAAEABJREFUa1WA5sPXH36Wt1jgQT3PvplEZHWTApPFuTHQUY/Yxk7d8zT7nm78N8LeM+Wa0PssNSs+CNcy2TCMJbz32eumLJgOVkyKElGKUPRrwaphBaZoUBUSY6uM9Sq2WOZ5FGXqEDhnfdDbOmYe4jfB2xz6D7jPFO6PVgSqznC2EmEKFhvtQrBTiVIA1AXQKFH/VyL0YSU8Oc6tEP1wNF1RRMJBKzHU5mu36W//oKHM4GEMpSjMlQOuhFhDcCGGvvsUOVqmBtPoPm4JUgFCQhYc45V1ZayqEax2Sepo0lVfOdQMBPlA6nhjAXqugsXM1KfsApsrI7Jg07AeVIB1SCoxUbtAXOjSOkTRmzTEQhhNqnSqdCWrzy2Vo8tqTNsgy22imgCmW5oT360QtVYH2Y/SFI1R1qardJizaippvjgwgjpkaFrxd/DQOOv28IEUqkDnFCMY6xcvY/WT2SCdme+DNiWxeEYrbqr9Yms21UAHx0H7tWwrttEXZ8P9n6j2xeout6sDVwfe2YHreX5nwy73qwO7DlziezvAi4T+aRkk/CbIm7h43tmHTHr5a6L4BqkrpUQpCZOp9KW9asX7rhLBqCjalWeW/vrW1FBVC/GovH5JKzjVZGyPRPJbvFxxqWs+CkSzGhAYXW5+6BjqRNAzWIgkgaVj5PA6hz0afx7XPLR6gxQCxx/Fpc6v6tQ9uz4Y+ydy+NiXZhblwBz9AIu/naG+MRK8CCmegPzk/8BN88lcqbwFUj0HBQnOPTNX4uaV0uQzgPa5M4hh3eab4x3NyNjtbPVXHxrmn3PMM8deYA3Ne7HKcC0N7JpqnXk0R1aJ52pvMdoLGO6H1nKvPdRorhXE4TZMhZRj1IkHNI2+d/iDSjL1Q0xdc8nQhvW9Ji2Ld6TQ6FK8v+RdhHaATsEC+ZnuXQqWEv5/AIv1mtnLP+ef/htAbxSd9a52gjRQtM8osBp1jiK+waDjp67GyShDA/aBFmeQDVCS2l6kvKv64ZVgWI2UGwpVtlkzlAlcIucbeXkI5LVEIU8D2M0oBYsA7QTcj2Wn2no1KenN9WfAnGSD08tOmBnBg4EHc2ifwG0GaslUyL0TB0iA5KIkkJMRAukrbERPVA2N8AcHo0nUsbJnnNIINvamuKFl0jVnNYgAvne6eQZ8T0ZhIc5Brji8SHaov1euKVZu9ZKuwap1I/goOvM8mLcp59TujaH+1NohKLsyIrpxAiKcR7oGm6im/DSadR+l286rHk8ULSpvKhXp0Mt2GEjPJMQOjVo4QnKu+qMWx2Cvbk3zNHX13xJNsmo+lmONv7irA1cHvk8Htk/396nrD6rkKvXqwNWBj3VAr0a8Uuh9TjC8AGY+KRugEQsppUQpFXjLKqVEMEJXo+Kfwuh8xBde44Jr+JnU2xslozwYBX98GS6pf+yoh88Yr3G+Qa81VhBJi7gdSEzj65i6GO/wp0YFCLwyM8Sjpwez7hcURR/2AE3ckIl7E8R1o5mjwo90dh7Q6JP8hLUAfdD0VfYreLiE7vCYUb5HsI+Wb9e5DxtNNx1qObUpROCDqpkeYmaNWzn56iCS8JZ/w+TtDbV6oiSi4a4rqjhTWK4sJH1gGIqBtJOzaFNJPYISIquzkHWc+a8enaspqryVqjJUwsrLp344Q+mPXjyD+UFFz5XWIsBYAIaIgC2IJJv8YLVfRQTsFdvlKF46K8RYGekuXjqBeIH4BsjEl1Ki1Odd92bhnrwBP/kwJ3nmfquS0BcphxbjhtJWJQmAPATS+jMRAiN6maELxwD8kWOmdfCoCxt/suOEdDSaXlTAcnUfFQ54HuJLmaIgMMIgpPmOUuqvBRGbX+QiiAzKMD1yH3WaWjDqCNyIErRC0YTbnYvsglC/qYWt4moRM+QBnmTzPSziwgtOFHcT2Tnqta18Y+KOpFPzuaV4hHFhbC1WTHHrBUzVrlXaaNnrkyiwZo9K5FJafAxXBhkbDaYD9ijD6Ca7YNTpPkhWevEz6A1g0CFpA4rHPhBV+A4uMetvMPrfC7cSpDhBEJsU5eePsaZxmsY3ejczPb/TNQWbE3YTSjM2MvY+9WAY2L4rcN2N0Uv9qeaDOarlQa70aBkb1bemWYjup8eK9dyv0jB/V/aVdc09o5kAxmh7JfLWAuTcoOkuenXg0zrwZyfSo/Fnr+Cq/urA1YE/pgPjn+W8i/jNQK+yZvKdaLsWDjaMriuFlyoNaClT6H29RP0fuu74lCmDx8ijtmiEMI6sdNWMq8Ffv6bApDr0BgSlxKC8WK+DRY5pquOqOvBHNfuluDo/IJRgq8oxA6JE8LPBenCRL12OaUIWjIuhyLm+/MHizZjsHQQgQAZsdoOIYhOAa5aN8URg8VgUE5seFLQMzZ9FR4ii+tyhpIKDrFnUnWFVr5yddqJ1J0gHpg58WNB/X2bRf1/mbYmfnP7StvjsPdPN2b3JXm36MJQ+sEHIycxN/Y5iW8gv002FzsYKQ4vUByAYr9KGYlyR1l1BpGsHoepW0hI0ulqif7QZdHes4gQRM/fjJ/v6TX/boYLr7T9k6beMz1LPt3RuzyiqlBKlCGSVrzqycPvgnR/a2tYorvu7l7Ic6se1VJAH5yigKUopof/pbzfBBkK0qzSm0kPZyikyzkLkVSdLgYbdMbHZs5jJAs7Ro6U0CGFrBuhC/4P7oL2C5YVR8CkutYjjt84UPkedYyisaZguXU7wXLt6Yj5Vzz5cn5j7pJ2pjtz/ykWMfFfeMc7APk3Dg2rtGMNqWgcy8jWsJAJ5iwrE70F6QVvDyEsnaLXIRnwlcJ8/zpaqfXY3G38G7v21F7sfhTIsVqquJysskHWXBLWn46PyvRWjlJWINVgG+a8BaRZr6z0c8498+jzCa6bqxRTJPcrTndL1BPNHeLd4vbXaroTJWRIj1rGTd2J1+lxyZbs68Ad34HpE/uCbd5V+deBP7EB9F3HpfiUA5etcYhtAqOsrbNXrFMJbeeE1vZQSvKNHKVPAAiXGayuNltd455SrJjFN5JeTKYKBQpiXPTgpxE34C35MUwgoLCJKPLq8uor0YrXUVQdUavVhE0+6aZMTRXVYuaqw3702rff6dS7NnF6JtboIlpXiDqueibXfgOl2Cx0aJ/0HK5DlOnUk5gjWVW+tqqNVJb5Zm67KnqDyrHkVV65ZP0qVaYTDPJTFwCQsgGXM3EvIL42ZF3/BT6j+48I/F/3Nnwoc/peF+fTGDFknWoVJxa8GbuYovMKvuZr3L6dsiV6hXl8+FdotLDmj9LByz8Mgu4C9goP8JEW9JGNBZVy1T0h5Yu/mzDlzDxbNDfXfWEI9S4Zqfib3EEIlktDzVMZG8Z2RUGHV+W8HWbvw3JmJqDemkqps5FhLuVmHUjdoIVDNI7CT/rZPsTLcdvGhS4HQek9KKZQyRZniY9c+biaNALIfPAmh3s/1wCg3V0Pv9753cp+HhTBiWNQEP8Xzy/175qainvi0+tMtA/LZ3VUhk0EovRN71bULqenYa0tJUQI5mqY6JDf2I3STqydgVfrdwqg+zXxwMkXuLp2pymG5YgUqLq3CWid5HSdZTKN+y5DiS0GzCVSXJnKNRtloV9c//lAvvPwbKOYhONeBhxIcqFfVEGhfo24erKmTQpDSgLdxg4FtcmZTIsHoDX/mjknjIAK1O8hcZvktgdox30eQ3j0c/u6oK+DqwL+vA9ez8O+7p9eKrg58+w7oj3W/rNcXovwTfle2X9x5aapqvVIVXsZLKRFA4eMCBHaKwv+m+ORLyUlZSMyA0xg4sQajmKgnP3zwclKmKJKpS1EJvAFpOYJUVIyeDwRbNRIDtX3cCjipILGmLZFXoymNuNhkNKqPee7Hei/qbFPEBICJYW0pwKfGTAl8ZPsRhXXf+PjjXhTpSsTkBHZ9hNSJI/tWn3XpAJHcGsHUq/Ay91ptz9MNVXa2M0P4qBv5wWXH6lnhdBvzG58Qfr6FP/78XEIfg2Y+jCxqBvdubhuGeGfe9T1XWrB+dDjrw+Cc46HL+4112lmbUzxrbUnW1aycbXVz5LNTBfVnYO33C6j0Kbkv5JmpS/dj5n68ATMH3YX7o7+Jkh4hFkCiDtcGJdQjWTDDih3SdxctIdU7p15LWn1aqjcjSeJqXYn6WSVlpLJ1CvSSISdDEcemfTnHXqP2pL7R5ZRvi4Bq0Hs9Lwav5rzO05TPyzkN/UrD+GmDpb5rqlzScGfem6DPlpm6+C6mTSoKMDbhd6lXB93W0G+AA6TXfRVIIRmaTjC/MtYikqu5n6XEmRF+9rzvstpNhRaUTxChD5cP0zph5hn9MnrUiL8JvRPqBEOUc5/20db0xqdJjabhHN/Ptvc98thlP3LZp9nJEzflOGyXexd3iVcH/q0dOH4e/q2rvdZ1deDqwD/fAf5JYH+HE8OhKXhZOjpo2KSKeWliiDPkD1eJUuAKqgawERIir4FNxYBPbKkmL66lSBLw+pAqtPdjNZUo5RaFg/cEnaDiy31Iao7ePaou1wv2KRF3WNoE87ExxVrlswy1BN2d7spS1gw9FVkxgGPio8+PH7f48eNHTNAbUCYcS0/RmZa/K97LqBduhhmioZ4HxIhSgpnj+fWa1+M8Wo0/TWS/eCmWv4lNIIZ06WAuUdOn9BDP7IM3nh3RmY8/s/k5Fj8kS551yYAGHM/X/465nfCfQMPt4Q6H+jfzQWWmFwugkkrofwGOfi3sDfs3zbnQPD5AdyG1n5THvaACNoBqhKOa9JWcXIR51rCWltyKk2v+e1q6YuWCLvgjKPu/eAfQQEY8uVyzpmMvURLFeWSNvfp9EgXsdGMpL8w7Rr/TfQ2lz13gHszaJChgwcG9MDldhaxj2Rt5KGpg5XIPTx3uQz6qybUd9N8J96ux8hh9ec2qVHA0vSYXHNm+me5gCW2fbSptfnvKnmyqeLgTN9kQ1B8B7JOx5j9xPHK4BX9un/hv1LvgjbgRNlHHgtYzxe3YaK1eG/TxnO/nyDW/wpCo2PgMHeftwTXs2KsaL3J14K/owP6p+CsWfS3y6sDVgX+6A/yhrhd3SPByxEnjpCCOT5xIwNF9ONwEwIAUQw8unTtlnrukx6S3kIMskw9W6bM3txDFTj9KFJ/G5KWfWoH4E9D7vPuBXTwviiICFo/yE8aTEp7OQLzW1v2QxUs3FTpDAyY+BE2mhU7RA3C0i/UxmqQ73/nGaFvcGcYgO2ZXzBoVY6EpSs7oGoJrAt4/NKXgNHIwrH55LEgcm2V4XTUm/fdrqMYjwsFcf6tkBf65MW/H/vhjm3It/bDrFHXvna0+a7Dnn4FooNa/6LngN6EX7Vtv1FW4wKsnEMY2ZtVj+uVR2G9hiJwWvPhfz1ti5suK75HrbfMu8ojmDWN242LliorZiiEMaxrKW42WId32nm8l2UdY9wG7ViW2QsTLcaCNlfoR1DIeuXyKjS2x5kHQoVEP3aw1AKZ0e3UauCdFZrsPZYcAABAASURBVNcSD1Gn7Ouepyk+YHj1jrTU66JVr6BZvp7efOjnT4k+1dS5MyZ3Z+LBR4ECVJXAfc1gW20T3xWzmmUS+IG2ut4fKQXW7dFXr6DO95umqbM9JC7F6MRt7FXjGz0JOVc/miij9OdKche+OvD3dOD5k/H39OJa6dWBqwNf3QEOrZpifovQH7qLDkh6UZeyviuJ3b6zY2BIX4lYYH2ZzfOXZAGmXxx8O3AGvazqw4YFJuk/mFNE5GeGNOnUYY4ITmNTKTHpbwCZlogauK0/Ti4dEE9M71UzvycvLbAzTXFH+3tWZ1YXVmehUQkTfdH6/NFHa6Z5P+pHoICXT4ODlLG9181TlG4dBshWYbAX6pimgmGqAKEwSeLeA2taDsVPAkff7mol9XdFY2xowkCrr8yCwSJ2VS08NwDPzazG6eOPHE5B/QBqEzJPnes05rsZ9B8qnv2Ezax5Zs0LvxkCRIplfeA+sJl/uMyHRocL7TJLtQM8GF1J2pkT40yNM/dogVedrST54dL3/KIFYLRORsFGkOIcPLVR+hSegdhA1KtugCoFz4VZbQhqFE+5Iqqof2u3QvlaTY2m4Rz7d6ec208t+zp3jjILBnUuYfb+kHpmPZIWa2rBlch+X9W9Rn53sJv3zr5RyFmwUX4Lwav9hdJeD9WdaUse/sQgAaPtwFiZ9JXNXAsXBRhWj2i6cx6tn8UfzTzm3tm9/4Lf6eqDXLlDcrvT1kVVcmf+ZMWu+g9k/2iha9zKPZ7+Wa2v5nk8y2W9OvB3dOB6Xv6O+3yt8vM7cGX8YAf0cs7rEa/ncDooHfyprvf1PDgt9TACzaOJZy3GX4R2v4pjeeIFQd1aQ/ByN/M1a7ZM1ciuig8RRzUe6exf0cwanapRC+TFnhhGBzKRF6DNt1nSRjhP4nVylzTOvbCQb6KmSSxv5JMOfxJ4szdBfz8y+1aPjiFdJWLd5qAfKYDXRiAw9rImBSZqwhqUkWDhPWhTxYPAKW1yNwilKjbNG/XNnlSWtnWskcIMqPI6oGs7zOSUqi9bBtw0spISfelSIIabECeXsp2YvoW61keD/n/23oTBjtro9y7pjG3AK7sNee59lvt+/y/zAIGQPYTsJAFje3xO9/v7V0nd6j59lhnP2AZOR6VaVSqV1D2SZkx6xtpzidw5XTKQzLTkDGzl6YdLld6kq1DUV45STpaUazxHbMw8MWi+emS1pGRGKZUNj2QJTUIiG4Nul7zVRwZOixA4M1aKQSAJ2C9lRW9ByWmRK2aRPfk1BU3n+uJKZtCBr6kmzp2ep2Eum7EeXMGa0Dj0fvCKGKxH3jMPrm8nwgWzqk2nT0La+9bY0rNvLEv2l5a1iTk0sKVOxsFeR8htdOrd+1DFzwfxtoKhLCVY82aaQAe3pmKMxamaIZiVZenM6MJs6XISiTuJIJ1U5XZ1HQ4CViIKytieduJlUoHfhVXyGvFCfhZENYA9qmpyZThrTcw6bHPktFelS9GCwp7QKQOnDFwuA7PX7nJOTq1OGThl4JSBozOgH94VfGvUWc/GKDZ91QsbvkqyjfdNvESCQX6dRLLMoS42qArWeKad+2GDw1Lgzg8c1dI/rN4+4yI52J4n2kXtZk72ZGfap+suWGUPZtzwG9HsdIFt2BcLj0NjcwJhxZBN6Zijhh2mcpc1AzNSV5pgRSnMPmS1m4l5qk1EJB2dgWT7huktGKvjg1WncB0mpgvtw1JWilBgW+18qctkgLAb2J1EsxY8eeJpm5oGxERh6BKKanQN2dVENrItcnfzLdNrEzA8903SRHaMu+NAr+8ByFUaqROlUlYK2SBZCYyRJ6BRTcjt1tFqYjQwuifIVJkVZw7m61px6pvmMcqlO/HKUgpsPE6pasHEoDxQsut32KKkuMWhSnkNGwVq5rmVgOApovbky9WL1RCZB+LVop2EVVuxZMYqDryj9sC9Mv8PbmPGMjG9cJ0TfD/LAHofQYwPs4uVaVAXa3td1jFs996Qzm9V8/iTzTI7N9jycCnBGBf+KYOT4QdMKxy0h4lJs3TY/sot6si4utGlj1iB9xNE54vQBaXS2gudVA7STMYiwbFA37ijHNvA7dSdwJlXVl006gh0MyQt2kcdulc/pojjVJ8y8EPKwOm9+SHN1inWUwZ+JBno9P99wSZdG/WOQ535Bn1hcPopr72Tq0rFpj5EURepo+vZDuozyZZOsXgvA+FbEsXf85vzjvFwenKLWqklN0m260w3jqBSwj1+wRRPC+MNvxIYT8WQk7I0+kbmwUwabDF5EihjxkLD0qlW4xtHjqKUzoM0Yi4CkOxkL2mNVjLxqJtSteAwaHRBDmJMJCkoes2S2BB1nK3rmLl8Gw4b9oLPEMVBP7J0UDVYBxO1hCM1SZxUOyAxyjJcLMQl8CiB2VuiR2rKsX3udfhCyuPjVjcKua7Bnu/FhoNXz3shkH4OdY0YObNrfTQHACUD0R298z1QbA6xUi2lZPqfwkmqBmi5lh4MJkRYqBYYh/nU6NOMN0NAdWwh9mIaVB+fniI7FiVGKtvjZ7m1bGl5WQBfEMjjHAxBiQ+VdawPfZM68dCaA7TTkqbscVwTV+1/1rCxmGmukJ333fIxabs7WwpwSbboQYaCReVRwrwyX47+Vx9HtXh9jfgENZ/RcRJi3dWfdEU+RVc3KPxSdviLuVqBKNhE7TNQSKYD+asu8xHM+Sa+ParG6kSeMnDKwBEZKJ+BIyxPJqcMvOoMnPr/UWRAP8N9b872qfMNemcguO3haT/rQKWNPMeRcpxCgLlkoCsuycr5xRYfBtAxgM6D7iz+SUpvnf9TsA4csWWdCIHEVzbj0Hlcb/nEnwYvxJk2xoeL3imItsFS+1Y/p93eK9dkr/dXmVjdQgH5OBlTDVAyV1IxNuq60w1S9hqEMG1AZhyG5cGUL7eqFWOjtC6rZsQYeB5CIi6oeZ3M86vYsxkM1TUV97/texwHFMUtHPdkwrmxcvnIVkquKz3izg9Nlc9wrZ340CWQAERpbWCj0C8l6CavRfD6oWYQHYvJ3zXWk957gbHWxhHPwh8UAzEzuBqWex1LSX1kUy2vnmNiY/GLtZSSJVFgIQvODOxysC09PUIBSCVszQY3Vh809X1E5GsiUWcYFTBF1AyIlLzq3VR+O95R/YWVx02/nmNv0S+slmTJdQuVFAKPScSCjYuKrgZXsev2VMWO6M2IX98X0fpLIAReFDBDwEnUELvjlXIOJTQX+zicOlApMMEBs0upNUI1LFhoHJoUR4AGdbH4wjrq6KClQ3JcrXYVrPwrMNbocY0bK/lo2GsmleZ5F62s0hXLVusxFqG4OYTWpW0jF1xx5amiWs39Zn6KhAxtEC+11sAFdAriFd7+GYmqFkwq6bjJoPOn6pSBUwYunoFX8+5fPE5vcapOGThl4MeQAf04B1Q4zMWI9uxkW5VoHazAQmrrGN7Y8TuS8BKw/TFM7mVb7mKveh2Y2L10AgLpiMEVvr3SJitB4SdXL9AUax7SEFwl8KOxSChSYxKIr/KgD9e119ZySdbqW5phwXacsYBhbIiGUgbjsXtlGFP0q3miJj+mdkU1NLsE0cmPQ9O4+lUYgNKcOeZlTESDLlmK44L2O9lt5BqvioeWLqKDSIORUcVzWryg6udYOsHQ90BIekGozi/Y7JLmsf6M9dT5AaFjPXV8MwTj5YScM/lCM9BFicBYE1aeZcui3IlKq4KqWUoSJLwnG9abgiZOXU4FGHozK7YQNn+kSgk/yUYza54eRWUbsooqzvhwB0wTBbGMs/+/LxlfIodm+itZMQ0oXPbw6nrscMY7J1bY2VmVZvzIhibqUXoZqsaXGUOMa+ZFBhvWCLnvBKwRRkHIKBS8YNbE2R3BDX0on/TptkM1aAdJEDuchfLKa0Z25T4v51D5qLDHg0xQD++J8lpkiHeWXVM3NMgl70f4GtosEpdwoElgvVV3Ayl5FS7hSVfLxjIR1OYtXWUXxsVJQTQfKZgoC6JQLNWj8Ugt2e2WLY++2m9rR8kSVdud8I8tA6fxXH0GLvvOXn0kJ4+nDJwy8KPPANcCppMce3VQbO06HZY08oJjOxe1cfiQyrFuQ4KhLQR8HAJ9q49AJXyKejGgf4qZV2ZsVnPdaMLVwpGDWHoOqNFvV3eAfFllnhIEh4jkDaJ2clJFWx9jGa9LGF/IJsYXZEqfhGFWaNv1yAjIACYamzG6jnnpGJcDPCovYSWy+NV+jIOXkKSyJzPkRtxVQkeWyBBl6lVxEFVBNswZsqnhcdwwkOPM3Yo8NSlykVfyJSBy5VQy0jqauk7SA8Baai2SFhmCXDBkKfMxL3ewLC0uXjOk9aSLn27TW0+e9e77KzJb1y4rayOlZCkJzDEVhBfb96QLKFNKlrPyrVbjf19IufUwXJwsmQVgL9qOeLy9VwvGtcuiEisyfKsOSdTSzEABIgrUWUfiIqfqkByjQ2QCyAGLFqgH4WNga3kuNfIcbisiPuNtrro6Iv9pYlETf1Frnfg7phcMWW0POZQ0ULuIxFwlV6q3oJw9rlKj4yxfwEpj1ug0X8e5mY5jX5BT3ZRr+9qtkZWiExbIMqaYa7wgJP6BgkZWwUz7mRhInZPghlqDZwUXNIh3E245qmfsqNhPLTZbFO738/K0yuliby4c/ztAzp6qUwZOGXiBDLzWn4IXGNep6SkDpwy81hngBz2HuLpZh5xEO92ochhhj0vxQwiciRiwTigo8Yh84uZSjA4rw4fRiTEatq6DT7qM/gi+08UHuCqjRdR+OMQphS1gtdiBGQQFpXsHX65Ez6UtTKJnH4o1z5YA3Uym+QlApxLBGe4AsoG97+XBLksyujjIrcD8SiQoUrrb0UJ6OFcbpzbCUDDzQCSz63t87rX5ryOoAYZs3nGMUNJqJ3oPLIZfxrikW5JN3I9xjbFMDF4bRqmNNcgb32149TfWcbiH4zptzF/JRom711KARsrCSClZSoAlZBcvbauWlifcmlGllLgIMn88NmIkWOelF2BiQ/s+VFFXaWJMIanqil3qZl4561WZ65jH0HmNnDfUTYy3QsUZ5I5rRYIplZth9S6Q2Ecl4iiYd7O70fGW2z40atayI2ERZj25h7POfzaM8W+33yFJO+QXEU+GNWEu4iVsY1hB76zrOHcavDyFFpRiFkx6zeWv0WxYjsNLM7Ez/0kQI1I9U75C1oekCqB4nB6OxixCwlEqCZBimOWH5XQ1tFyhHXllu5+4+tytn2rCW9RTzZxLRdDatnRRXxOqadxyf7HhbjU/CU4ZOGVgmoGX91ZP+z1xpwycMvBTzEDZHHX8lA/o2aQrEa4Q4dBzDBKYNvCSsCehxOGJ/SDFMFFxXCpZTsENi0hfO93CwMqXWMidJbFFzYBK7N4snklDHTPUSYFhGMmb5NLfpEmMwuJRO1FDQ5igqwbBWBaFRa1BTXwjp+PUyhICxLvKqGVcmiMzOA9/AAAQAElEQVQMh3mCh/WivMhW2DxBCXlIILa2v5IdhmZwhYxM0LLwULbPuaJwm9egatLl0Qxjce66qpIoOh/6k2hgDverWTxs9QosuBHsONjrcK+/VImXfxaHxtqKWBBJ6183L5KnWjkhpoF540blZJInp2oVbpGLyNPM6dNVPSYaJFqnlAxk0wfZIKgtQjDlJGttxReYiIPJ6igX/RGoZ80YOfbcenL9C2w+DqrtWLYltZukvitzUTzE3CzaI3zImq+WaY047eFpDALzcbib5PW1Vqtr9O5je1H/w1odkv2iHg+0b/pZJg+0r2qf1Mr4T57G3SC/FkI5azrTPJj/MBIlGHttOTUR2NY7gVQ+bftBE8KBgG1p2KG0nQ1C89zU2sW0pxS5JOLAtC8UTC3bkqp5IUxfL9TeG59ugjwNp+qUgRfMwDW95S8Y1an5KQOnDPxIM8AOQD+/ddiAZLduvQ51HDDqgEX6IUTyIkzC7eEJIzV3Oz+syGAG7BUpg1A+BKaNWBCibPtBqS+jwDd4slBvYJd5VdpCF5WGZDUWXJhbJMt+CSQBtlYesYU0xkIxhktvRCx/oDBJ7qWaOkbnWBU5qe6T81H1yEUJdPzpCa5TbBzwJNsF6tqIAnPrqLpOf23RQa8BaWvnoquXbTpGmj32nKud8ISRAKg+fQTwKsWnq3pFJKFCgw5SefPf8Bc2UPhQL4KQveya2CnTYBWDC0W83vDqErcjL511vBxaCqxEizkX15jHtDeCKelq3gnHU9UBjhaUvUa8gFrjkbZsvDZGuKb1qVfOwd+EqZcehd57DFEwHhUAcYiQDkSJQSj6ceWkkpwhWpzw0kR3mIm1qe7Vp+IK+nDLRQt178EsaheFin9RcUjooasCSD61GdiYBP/caTCe1EOOrkavtXA1nkYvPqaRhTo8OwfzedCAbnYUjVF/2Rp4h1ErnvSVWaIIVgBUazbQ2wNGNR8z7RUAmrEgG5kroeSxQnUY4VFTqmwZ01IxAlnAdwDJYNrSg/ASxGIYxzrH7oXaXyLeo5tor3iEMUM4wupkcsrAKQNtBk7vTZuNE33KwCkD15eBsssQ8oMcR/leO3Q26rVTHYqsbta13xO4MllKyamoUGhjD0CFqKlDplrQKES2buDjH13M7UajYz6SOm/gqkbu29pEQ/Z8iPFFgfCC2PG0Uv8ApZX7kL1COuggGDcSq26TUwkRUDrAKvggjHTDbxfNR0ihGIgO251jZmkNMD/OMzrEmCKjnhRsLJQhZuAU6BIM1KESllGHrQInpt6Cpe6IQQfrjv6cRiZeYpEVaLVruNXkYlgOq0fRggt5GBt4mqIa54RhU0aPE2YUTyneFvKgsEbvWFSm4nlyMLmqMnQxd3gw/p0t555Gnpz1rHtGzZRrbQhQs+Sph1LZlNLwVkiZVLnEiQtX0X7eLPm7bhO/xEWsWp+K13jUVgDpBQuLadFoXATr0mDgikHhbdJDnnA2ebK4tjPxe2CcCfU/xrOnyZWpxjA9avxWDFkyK2ofdLwApNv/Oyw+FhjHCznc52eqi8jaaKb6w9yLtD3sfbTQrI3cAYofSvFdPmB3xeqV+yMjlEo6Xqxi9lzVkM7vqORWsEP94uIt5xGY1161XYwzUnPtq4nvUSxpcTnIttkOeqvrJTvFIKi6Q40O6aufK8dtkPud8xrzZmPjTfwth6GIrwB7KqcMnDJwuQy8ss/A5cI9tTpl4JSBH24G+HWO/1Tnp/eGH+hr/VXJxjougXSg922TV4yQg17HBt6hh28LNqjR9rFBKDr/mGlvJV42wg4wjlUljk5JxF5oLYjWho4mzB4XvvPziIwObf4M2z/8dTgHYdIzJlCpRZk3Tl7bzieZG4DMn0pUTPgkLPpwg52V2zBHncAvf4hOdLlowJPBDu3RIhrzKzON2iHTvwiC83SAoyFCilWeTp218uDOMyFnRSRU++3Ijw7WPXphmqNWI67yQDCzIotuEvfMYJmdBBUm8hTUkfXMB1HQsGfGgTIg+XQzVUPOMNsqMtgS4gsZuaCeFXrDOWUmv2aWMIf13XSFuOEgNf4KsCrbsSJRwW6tv0Zbb6zn26F5Z0mzEmjVzjlLzpeVDltFVdW9W1cO5bxIJcAubGcG8u2igTDviyq6k5yc8z3z9grQjMsqKopcR9yuNZqZHrUSDnArIgiO1pUwt5dxBdMjBqxmIHOjkn1PuFe2/1GCsZAPyKZzhJTSBdTuorYTbfJIvD4mhEnbPczcl+IdzGFYJ8yAGe8D02AXG0saPI3UIHq9CIY6BLSV+6rZNYp09OWDXfnD2lw1Tufz2aiCbAcakqiXGi7JwvrF6wXfbGeMr+8GEI4+arwVm2X/pidynnknsrVPWEXdyl+UnvYy91a1V9/vvKcr42uonvMr83pydMrATzoD9Uvwk07CafCveQZO4f3wM1B/gDMSbdD9gkGbdTbqouOUFDtZxL6l0uY9zlAhZ/dEa0Nc+IJcmLzerlobaYtdrs4kE8ztkGVgXnwYXlXNhKnCBuemp23bjtH4YFH5gQVGY4Y106kSoJhZCdxmD+KqhzTtNYVDNrMlse63ilsGumMudHBay47LOT9w69ANT1i0woi6lg6h2sh+vVnbut9YV+w72nTyV40PYqLOmc0yhpC4hpgW1I2gThiYfqjNU6S2Nj7TiEf5YSqHSUHBqN7hcctOtgtA847caNpDiyAI6v1ONH638ArzWnzwMK0r2ONKbXyc9UGrJjZm08RW2N9Wq2m0iKEgg6BmXXFZzMXPRsCLoosUfQmGPM6GMa7/WBCupqKMnbTUTkVrtE3Le/QlynzZan47XmK5jKueUkuGEIQjCOqlsq2RRFCto6/KBQ69cu3vAZlX/kGoXQpW8YSKGGFBJGXCUYIQQELNS2rE0b8kKVHrQyRIaqNKAN2GAqsikUD0EkgniI/DzAKF/9MaXo5VdoYhg91MKyfictZDUFXBpbur6ma3xZGaxlElKz7Sw5ZZbc/cmb8EMc7O6S3rCwiq49LE/Rd6pirSC6FwEfW+hm23sut554UPwWHPhzwcr29j3EVbeUMUl5Yni7OKzB/9LHCiVq2nKntBrM694xf0c9XNr2GoVx3iyd8pAz/mDPin4XUf4Cm+UwZOGfhxZKAzfoUzXBJwYdCvufvRtpXdQOxhGSiEH+rBOi2BEJatlKgGpG/YINUA2NJp4x8We+uJ2bGfSOIvTtUiE60AVKQLiDFK2vumnXjFzCA7T0AUJ5tK56vQ27SbYss5zPQoMoHoRWiUfnhlUxp4bbrcEW1+tB1bu4z4hTs2537xM1waLY9lbG2L29HkBlEbOWnCck1UrBXmtatADG1vtXXYUlcnFSMaS83eKJlSRV9Q1c1dhTrqsGlpWxxrRz47YifV0eSoOpkOwXk627QsEWXIrdJmZ6ZUM8FMfLXsYlDHdeGxET9Yeer5bmy4ZOyZe4qWCH7QU6sMVBJHRRHlcq/gKoacFhQUl4HdvzOlKr6CEyMQJ5wsJ8YpkliNeWV6+a7JkfEIA1AIqaEpEDafyiq22SPXbguh9zqlZCklM4q1Dx+FhDCDJSYqG/5vlyTYCaxIYqe4RcKHE14lagFoq4R8iBs2pWQUS8XWYyh0yFpJUczQ1GJlNhUM1hnFKp9ZXAKB4V3JNymw11SJeJKZArM9DyahHUYU7N56R3DeRhE6MVZu7tUoO5qqM1QaNG4mmkE+DCgakJeO9clsBz/UQ4Mi2WExMYse9W6WRoFCHPSF69oYTJzeHNLxpJJQMBEGM4kxRNdes62Z9FFDIxZfARnC16ZzrNeJ9fUz6n5vL0mfrL0Wo/Kgs9H0B0Lp+/EDCfUnF+ZpwNeXgR/fm3x9uTp5PmXglIFLZUC7oXGHtGHH2HVrzkmdbda9aUPKeX/i2bffXk3E24z2t7ITSFux6D2giKq6NzmxYQPknCodFoSr4RF4y7yfNmr7nWrEoaWIMm1+aVtZl12m0hhod8yHnmmxLipyMe9cHirgkOKx+YFi4+3WxKz2a80tfkSjwJI5pt4u9LEt3Jb4GNT3XFXbVzzXi9+nk34Z1JvAfNOOTTAQKj7yccFUmwFjM7GHVyE/Qg7FhdMs/glb1mPoqFFmZDrTJzASSgaaEJz7EVSM1UcBphSSwyi5W2tNlX+WaOTMlUPFPEfxDPmScUrCnnsXAB/UQ4s5gaV7rZc/4uc27tKFRZvMvK+YDlNcvb89il42PX0jxalfXGHhnQgDyZKpWHngCrWM5vqh2yXz4dBZlAqpkFtIoRK3ByslHVEsJeookgIw1F5ECpxxB04lS/Em0DaOu3b40eJWq2FAA2ESl2rbz4oeBIw1r7ACy0hD1SUx2R/TTTxJSq9EAITNshhtKlW6lx+s9pZiahHnXtMrU2ZyvPsWIaFNRmXt02t+q0AD430aYiZ3VSUsVWsuWQvSB8hR1bR0lRXsKq+KYA8qZkIBqmf2EgGKQRpIIRvGE9zV1UMHuITeAKYEOUY2K62Yr1doc6BJvSWbCXBEiSYDEWzU474qeFIwc+HyxbauiR/Rdd2H6FprhSI4spOp2WydVuV+f/u11ccJnzLwU8vA0qfip5aD03hPGThl4BozUDdpsWHSD+PONgh1QdDxG31t1LutDQg7c8l0cBLeGV8aNNrIi6GJ0G4Ym+zwLAOB+X4yq77El7KOyeNhOBr57qCqBkNvIL7SDZb4ApCwbUNvaVSzEhF6TUVxfeZQRVEW/Mwh2hUYUNhAdkBvPXPac0DvmYhNt4FHhqFstFeG3FPCdjRI9Ef0KSL286GfaIK3+UOfc1Hw+AhiWu9wMzU6wMmHoJiJ9FwVfhvtiGXLkPmWjHySWFEjRCdW8yF2VF6EunzLi/RyMVtfKYtNer9o7G0D7nk/BKa311PllTgXma+TkutQIdf6gqGEoU0eaUMgA6gW4YpSvCbjHgGDKHAQqhOYbqj1PTPFyJoEIZEzAEZxQyEzS/zP/ElmOE2WzIAECAfY8CSnkqUU4OxSpakFKBPtkN2qKFjyjqR0xBsNSoSln5RSiNt6SYZe4qTFKQK+luGbUQUVt66JhxIaEQ6qQuS1gtXHxLFLTBarrFrQWcca2Tx/bs+f80uGzdr6DeMh925d4hrnW1L0QgKRgo7Amj6kmoC6mgiMOFqhaMHM6ELsasF69DlSse6YwrBPgcyCGOwYF8VM+aOOsm+QYWGMrFLLWD4Ey9pt6X5b12ot+vcvIp74kByB2zGWwO2ohhFjdcWldlbcOqtqRZ8Uz5X4ordhUlzjUqkF+9IqfQVvRCUeNBTxAtNfVVdp3r4QIkVowxIiSmHDujAF+TDCinrKIbiy4n2XPpedSsn7HANYNpFUZsKASPcLPS3yM5WcuFMGfuoZuL63+6ee2dP4Txk4ZWB3BrSJ0ybPf7jzY9vpZrPXkLGHagW73U41qbDg8qWDKrIW6Tgw1cg8+wYaeW5td9OD2UDIlrH5aLK0MQAAEABJREFUAIifIskEqkwYkLX0ikgg2ps78YKVH5Kqj0mQVTjBshC4UIc6geckl70r0TJvuvDpmc/OobcBcxDTYcyn2J0wQMdjhbUzeHI8VOoYyPSXh35Dy4wEUevqFlzPeVWVc6UavCRr1MeTJRL8USbNxAtG4ZQb5S3VZIFctpqgw0fUyYaxpZDYBZ9oX8YwaXs5fxMX18Ewv+4WPF6kwLjQWCnA0nD0Ai3Kbe/jni/RTuu9473QJZAOgIpVHbk/Yqm8ZMdDBJJS4GhX6GbZWGSBOuYw5tjKE4ZRF5GQ1hpCxdcTn4q6EUi9BaVbk0GlZeR0QhwQEUhxOfCvzNCUACmVraTGl1UVheQdl8/r9do2QKc/1eA75HPBABN2GawxQlZkmrPKSy16J+wdmJSCpdarJaHLfAizZiPro3I7VS73SqORBNAcDqOJEUjrZqiHIleoO2xF1nEP+qsg1KkG5Dgc1kN5d1SHHlk0nNdF1RG/6R2b66+NLx27/0I78sqlVn4qBtMxUnSU4FUnVQ5KjRPeJlOPkpCrbho3pDTboAwLVqgEoJ0lnHmt96Ox07Q1bCFnsflaQ+UOwEOZ2TEqcxgM4qpK7QWRoVFZqOUYilJI3QhE7/Dhqq1Kc7IlRDA4gz6VUwZ+Ohk4rfyfzlyfRnrKwGuRAf3sd9APbzYRPRs59qS+R9fBqR7ihYfDkgx2Ro9SxtJDCs0hWTIVG56pIdpBMxCTr2MwXns1WM0IeRLMxAvsEAEEaQiLSoNJDzIdyQRxRhns0GwV79arqUoHtWHwu4PP2qyhpljWpUuGAihTf3ARB3roVGxlJ0Bk2p8bk6z5nG+7opVbeRWjEymvGriVaKdjyZNxWHnCXi2LYIIG+bzTidVu5kLNqvEc73Z/CQ3OSUvNs3KPxMQLh8PISdBL9WipKV+ysN2KZfMrkTZxFX9TxGz6twKsBTYfZppab3PFoKBt/SUlxZ+QoK53j5LvksIUDN5lJKZi0RhQRGlkjqNqjULiL4fEgiIyF5oJDVnMEwOzvXNKtH5RoleXN5JgCJ02CwWdSyt2ZqkiEopiWtLOZTI1jPMqKBseDraEZ3wQhQSTv3oY7Mg8lz7Pz9d2/vwceG5+EcSFkF9ETzJ7MPjB64SYhzZRwhzSY3IVRd2M73xkJPyWcaXgSGchkLsZcyuJ016JuyCM7fjE722rOMOgtClokE14pOIBCrNdZxz5vPhwZDVXvAp+HkfhQZQ9AdVJwoREZU0opJe2ITTFxfurVaNu6UbcksVpxyQKWtXyp4IgZQTypmCxFwNv6XMb7YIPWvXMaVE78ko2jK3SFUvceHW2rQa7rljxTWn1J/qUgZ9gBmZv208wA6chnzJwysBLzoB+CAP8UNblD8j89meIgt2d0yMWJXBxW01OKQsWXBqk1Gy02ra7DgT6KtbNmGh2Q4MH5ydOyoaiKAqqFj42mIohd5bBhkMuCcGOzfpkfIgogx30UIYAB0kQ87HvspM1sWfG6htRxi+c/RCJQvoCk/7Ryy5hkmhr5cTB7JIXzQfWjKcrucbM4hkpDBFhN9QQ+EnZLOHf8BtxQDXNZKX0hG/1FRCepAXom9pLnrV14VHVvGHLp+KhlRURcZtD4ZdMimqCygAKGlW01xgyuTEI/w8PS5tVJVUFWrqIGuTmzofdyLvwiqutURzln+HN7GKW3RtzqnnXbLdGMZpWMrVIMvCq2Igv5D6UlO89Bln66lddEqTiG75pku1p769GsSloZp0KD6YUZhGlGkuNp11/8xbEGaIuXkEYvjhD2LC7SxOoSEE1TltErpKd2Oebd90xVvoOgaIQJ6XECEUJxVjrnxSvn3dc+Gy4+Dm3Z091ASRYm/6f4zrWTHxTxzYHqTbsGljTaCGMRntdZMyV+ubc7jkRbnvLWgMOrbTSKTRZvFciXgjm/Vdnu7wr9mpjPoKRm1LVclxdkghGu1E3yq6Hiswv+9ZYBYN2GuQgHm3SIFsN1IyQD8FMLHaHWKoLACNi8ihNmzHCRrhAziI4thme6JWasvMOZnTmvYwVjV6guJ8XaH9qesrAjywD45v2IxvYaTinDJwy8PplYPgZzK6jE/hvnbc3cb1ORb1RQ7maitKOCI2zEgucGSo2WMMhCKFYkJdiPMTiwlLpEBJbZOrskItqCxF/yMJT1CFp684PH5KUjkUWGDZDjFSirmAdIBf9bbtQs8PA+A8bGfcKjJbDji51JtAcJLHAValTtrBbOU61LRZe5oMgvy6vVdWDh3RWXcG1ScpFUFGbi5au+sti9VPhQj7USA2Ek4gCLV1ERyLSgmXUmdVoAuXYMX49OWDjyQDysBZ9GLzJYbNXYsEwx341KAEvhl4n/8tAaMpoM6d8TfCVcBzKkqlgrqIu35ghj0MHepPpm/dZ9dhVYobSyA6UgqwwCIOQOUChrVlKomzvM8TTWFWZsKCq/L0jt/6dAuurW3XbWDFKWrHoGXh4Xs0Ux7BtZNh7cGD94xHFJhC7BZ35JdB6zSXQc3t2/szOz89tvXnucv0F0N61MvfnYSRzZC/3OdwnSaBcSVSTl+xKPB52svPgv9xU7/uoma+7y66z0eNFqRdJ/dh2Po6LRXF4jSwkeex81tl1x9J0V8PaGUtju0TW9hPdBZxdwHTSxYk5ZeBHmIHD35Ef4aBPQ/qBZOAU5o8vA2zoOweGBjbf3XWg2SYEtuPwNPw6Gp4WAyuVoI9Kqi3Q1jBZcnnUTo5V8VkF+hhWu5SgJKiA0bBXbjcRAz0QWPb8XrM49/Ehqljxwk5LYwvZu40TTrkt7Mi45KiKURxlJ6OsXGUzXeicMdizs5XTmUsGyQSyE2Qql3NEyuRKuoy92qScTH+dkos/48nA7tKRL2k1SOEKycwbpiposLIk+4DKNQZHkO2cFXPvr9AXRgv+5OMqfBYfpFYezTIXb1ASJ/DuPEm5DVlzsy1+zSR5iEeZ7XgB/L5YmNN8zPyB6woZDV6CYLna8vCnxsqrwPY8rle1y2nrEjs3c38wQxCtkZQjX60cqyptmH4ZFpC9ANY7UN60PoSR1TJjqziwMmy8h2Bya+Q4ILTLdelzQelhLMh3i3YHR0RGYDRtT38r+Hnp3Ex/8SPo1vAbQD9nfEzFvsmjk0U8RY1md2jTJlfE+Xj3+RoMdud/u3kznoac2r3kgU47X+aasdbR7o9yv3a5k8tJh9Au1/yFW2mkgm1H7XuyHeW2RB6WpdJcOVx5V8tZuPK4Tw5PGfiRZeC1fnN+ZLk+DeeUgVMGSgbYlrNZ702XQTrUFTGo55JHWz2BDceQumcY9q4QOmQkHYgSzdxS2CSx4XHdwG0T6kbQauTY+eTn6iyP2Xi8AkdRsxpXSOb1glaNmliHFoMpBpSQB6GzS1AhvWidFD+NptEjmBcMMra6/MlnmTuGbGd55dgveDh1UiIn2QpO6M/sLK0mtgk/KLDB0OqTKsHcG3MPkIsYehmhDmuDlYjSpiBJ3DIauR/lR3IbfBVlCId6y7VrlmzVmcANdlYxMo8Gm9ZPS6NSCWNRlwNchotsiVug7F6iJsnOHVeVNjuM92t3NDpCTPgHrFhvByxCjScmvP4FkOY85Nt1zIy+J9u6nbMbjUzL145+ijdPXmIV9qzL3r9j7s6r6iy565QqvwtPGllKNFARGFXTjIzQ3yjwMLwyq+/rTDuyTnXErEzKk7ALX6BK3jaVOCOUqF1x4arT3/9MW8kd3yazlQ3rX+Hzkutnymaz5vsiYGzDepm6OMSpCytjsIs80fAiLRZtF0a9bee/WGjXStq2aSTJY8tDyhrV9ZLe7wW68Lk8zr66rvi4Vj9GK138CHaPTWmVtmLRS3DK5VJWTrKXmYFTX9efgdN7fv05PvVwysApA20G+K0su3Pr2azrINdpgw6towekW2pfK12cTJoNLvvblKjcqmJnSlVspRIg5bxMPZZeTr2jYit+VDuV2fhnp3BCMXg75ml2VrrY4vjBUFUbOBw0JiHwelvq0Y2VWy1XHuCySnGjjrHsMNkS04AjQr30OTvjgufmyvKZ4Myx5WwObdtkiHJcBGG74lIo54QsmREHLczIdYw0agQSBTizoyIPnk8tDExgqVVEAZpPkOkoLFzsZOFLq+lOsgohjrrKIs7K7cbTVthVgWMFgexgceMtK5cqcBEC5sOAITa9A2KSV7RPwL4iu6JnTnBVmH2oabPP7IDOw8emYsgoGf8VQmJiCzlD0Vpvkr4LDqwlc5iZii3rQaiywi8G5Jgy+NAUw1N8dTMaG/IqnToH/HszNIJIwFFFTgzf5k9yKpkjs4pMj/ctQsD8Oj9Wki4DadUy02ujVCqvgTH37r2COb5oadoQHfHaoWfbhrD4XqqmLWgFGgrjogys6RKoctjWNSEyxnPEGKYOq7eC0zCt9ioezvSUWc+MiYnTGAUz5TI7GWN6gTFNHNnLe44e6csL6TI9MXWLzSbDmzCL5otCmlF2qRp556+81dobqRJUaWP+8snlHicfgmWTk/SUgVMGjsvAq/qSHxfdyeqUgVMGfnQZ0BZDwA0Q2w82IuWwzn62Gat2ST36XueRRl7IVHEajhq2bIlhAqLIa1DUEwa+lMFaJ5nCXOhDqcEJ5M/xjo6kn8BxdhFLCWzSfoEZzGjFwXDBYibCDkm9/Mm6/OEyxy+BRPNbd9c1Wce8lGyZnLkeW10YpcSFEad6ilm4LrZCJIcyzNvB4RcDb0N7rZuZiAWDopZqGPxS97KfWoXt/nrWApaCK61lgMbOq4K+TPFYlTQRLQzOysAH/khCvrZMF4VbVkcJZmOesY2LS/SpDwTD1hdBB/vAuERGTUkAZeChvcwFshO48sWrjC8fjlfFH9HRLfc/wQ+EWOxBUUPsKYNNIXi9yptXBLO2YwQJu8qBKa1pzItqgbF2ewcjTl3Iy5bwxYocQLKB2Umk0NAnJegL1xHXtNnKtr8h1YKeKKFPLhSbEjTFBZep5OQy7Qh1aHaUj8NG/mUpN0HKjsD7YM4cH1Ud7ucoN9doFOO6xg6uxHWZiMFXjTpw1INSL1jDiLzYorzQrKnzCnSlSMVCUkYKZlL0eRVMhNfI7I7kuE41ruMsT1anDJwysJSBC31XlhycZKcMnDJwysCFM8BOwzcAOsSr8dImVgaSFxCS6U5YOJ0M26yBiNZz05HHMPFZ5FBHjbFqAeTecsCG8dqOCyoNs7ruPR8cxjRYQVUsYmLlmBcq0UHtq3OckPaYjNHoIueMS4icz+ws3wBWpgshyXNuXUSbQYTyjPx52zPi0iHMijZM28ZH0pGTvtcxiNkiN1NX6If8opfXqYEkDh4JOorzVmNzLnl9XEU/OFFEpvmFNo7RE1qOJBeI/hGB53FpPIyVQiZULxlcUCY3Apr1mmPonvkXiciGV8DGh5mBiRrixcuOZZHpXCrhoRO6ZZlyeaJoAfHYmcDfBVFqZcODyUBvEZgm2qqpsDcjcVEAABAASURBVPRJ1RLw3rkuLymnMtLoAl+/CgCBEBEbwaMTNyLPt0QCxF5a2gVRKdagDtU7Al1qVkwLGt7ayluRiM8KQOB+ktcXqS7e4iLe57aKeC6b8cwNL5QKAEMJizoBFYf02PqIno91da12w3C9F6J+uRPkvV5LVQcG9veQ2d3VD6PepdqS466Rwemvrue++ZmFxn9cNcYviVTPL6mrUzenDJwysJiBi3xTFh2chKcMnDJwysCFMlA2HsZlB4XDRmx95j50EBFgwNlDG1w4obnhAp84MLl4OAQ4N6nkqoIUviVJogBhLjJ2fyDdGkOVqdWokXfp94CMAVmC3NBz4lSMvJAXRvJpngcGMw3Rjn7IwdkZ10aAsF/qZPmrDntjOnGnOYwRuIZ2JuBQhjX6KGER9LzumGWXReBOKgOC6EMilBz+w09Pi57+kUkgQCIkkPUAHtTAzYiu2Rrjz7X4dGyMoBADKs7opLaExAccREcMBhfmCJwP7uJ16as0lLdCXhOa9nfpTsYJu5SLaaOYi045JQH6CxW/AJIRKoqoASpfsR3M/2g5OJkRacaL9VZS6Bvj2HyteJwYdOqXtXq4f4xrcaeVmeGmn5mmsCkw7ydvrBk43kGJl+eVdFqktQPRuT4+IIoaHQmjtUJcauSfgiXFMTI1XgjfY6d9YNUCBKUkIwsERDFTlez4R/a0V4OFriVehIvYLjrYEmpeNC6BlBWLBio7TgFCK5E7SXX1UeH0BQuBD3/CAX2Mt9kYxyav4/jG6ILaNcZu+79vFQ2ur9a3uYbj2Kvr6+9KPP8Q5vhKBnpycsrAS8vA6a16aak+dXTKwCkDHb+J8u0GmxAKR6QO2M7LsNeDoGwbNJKq7y1xiEnury/6ig2diukZheIaSIVOkw308kdyW7otsXjm/c35sDIPvNJgN/MKZl+pYS/YbMW0JWgaMTGaDYHMOD5xfqTWXwDpn3Q5XiE7Iz95bNh3pnPjICAeacdzm7hBOyPqAAsOVGxgFBNIf5HQ0UmsGQQcrCnGhLtt78mLusoI0nVDtSsM+hgcOY3/oVEl1LhClRWsoGqnovEh5Fpox5es1KNtDQRnClG+K0Z0fFGj460vaqmwdrUZdVCUXXZzeaf59bDVCEKTDzLJ3Th57VVyhZMvr0rM0hiDLqm0JDwSr8z8TsF4RMhU2OJ7hXQcSrF32azyZrSZiUfWfY7scRQ5pSiVjkpud4XhclWChQ4ihESUaUF7AVEs/tJgVbApraUqom5j/r4p+CJK6t0DcQquKC6C0kWMr8e2GdLYAcKOLHRMWJ0CRHCjyWtPKeC9QR408Nb6a1QnXoPKI/bqEsFM1vol2i82IRgKS2XUih+5ReoIk8V2J+EpA6cM/LAycC2fnR9WCk7RnjJwysDLzkDnuxK2GhzqTVtXHTqGIEaibnCFBdJULHqEfbv1oltuOLqYUOXTKCSY6KaM1IIqHWiGZ4zTUVUehQm05kX2sKYciV6AMjo0IwUzFMUjjTDhIM8cVkGLRZaLCi5+Qu5+goy6NiFOjVWhO6Ya5lmW8EJLQFNTbI63DMKL/urDD9YYxVUPhOdF2JyKqjiY9LcVdTEa0cR8FDul1i24sFTejqrjFNoRQKeBAMEXI/hSTLhKK5bvSle8LaMTNQZRqlngLUGIhzoXA2IcZANRdAN/DLEdnVod42m0gdqKR34ryOMUtLb0qdCMaw0ITy2sHPbRUGz+1LVa8Vy/j6cNBYvRcaK3DKSMuBaGJVLxsRzMIQRYirg4qB9v5ZcaUBVDqpQu3X9WMMkW3vE2SLUKiCmQB0DJHQIOvTst5BYaU7GlckGi1l8igXaW5bB2musVcCXh2uzvJ/TOua6tFMNkEC5oLV5f2sdYwwsmvi/IPPedxT8bhvd509gE4pfB0+3Vsv4kvYoMxFy5p4Z0/pLV1M0KLy3AzorsBTNxYbvyGoVFvDdBu0FDOv8qq71rda/yVUZ96vuUgdc+A6e357Wfop9ggKch/6gysP2RYXehwsmj04kO2veyk1H78QlJxZCUaifcs88VNjb3okEibXwwgME9tWgBpAzVsIL4IhaanpxKm+1BbJu6ZFr5eQqRhqn9ubqEbYokFSQWLQw46VU5RPbT0DCJEjFGiNBKhpoJDwdF5GF8RH2krf7Ep+auelW/2lr63K7NGLgubky8EuB2nddDhY2aDPyckDntTXb4r2tmcIdsoJu2atawhcx7uiothASlxRKSWlCd+XYagcKUzLE3VHBOUPXMXwc+UGIit4xqy/pGeJ/qbGnwW62nAs/hVPTacj5uqhi3aqC+WDXqHUt2bubm1bZiF+6oDtlIL2BmVSyqcFam3pFXIU6Bmnpb0iiDxITC2xZ1CGvdOMdC0iScbIhmvqQGnrzyksYqgiazFsup9SmPe2CXadrTZlE1RIVWtACyLcQoNtDGFHh9DwK7iCFoJAoMoBgStbsopJ0ZtL2PIhfsNTpWGYM1jdVB7apM9F5YmIR6IXdlAe4NYFG5P/w6k4tNt4U+DlWCbfX1SRgF5ZD/I0wOuZjpdfEzE12AVTwCLajA0Xj4mVWFFYd6uW5T3tLL1ifpKQOnDLxGGXgtX9nXKD+nUE4ZOGXghTLALmL+lUGkzYf5plybPd+hN71UXpt4Y88L5iRHbX1SLVNtbAGK7jmMA0/vgD2XHr2ZbQG2iA0zAAY7SrDUEWZiy4/O9DS4C62kI2zLtiVh7Xtu3FGMrswYlV9oQHlRsIq4YIbrYomC2K7lSyCbwClcu2ny2lxSo8qMrdJ24KntGzOft8LjhmI4RACVfETQvWkjqQuGAOYXQacg0VYrJ5G1LkPW1Ch7t1Hdm+5/DL6xmLDJxzoRKcsT80MMXU5NGFqMcRSHjeoO/2DGB0GBprYKETANJQcNZc4PioZQxw1byKFl6dO7ch0LZ1C6YFY1/gY72sysLsIObnY1kkELi3ZNXDXRrahtgy+PmJejZx2AWm2hE7gCpBfxIioWvQPcxHvBoGJIiqvAUaQTBDcPue8JdhLjaBst2vpYXYnAkVfuZGg9ilxuNZ+FW0aKE42vVTx5oUI0lBmbBsUyIb2+q8vaZWnyy+RRp3wKRglUCRWKwuUPtd5AvQN6HWAhMdJYFHMF5kG6CSjIiWCb2ep/2+TlSeoAGaHK8I1Zfgl2xzWMW6OrsNv8GM1s6o5pcpRN5/OmSVw210+zqtFIKv2iOFbWLi+sr12qH4B8Er0YoBvWlgaAQOha4Dp9X0vAJ6evIAOnLl9eBq7yu/nyoj71dMrAKQOveQb0w15Qwmy+NJJ2bNIpHOq1wSsgGy544hzfozPrtcEFioU704VPgHazAKeN3gF7YRz0DhZ7ZVr1A2APbdilBN1AsmR+UWN6EhXgwUJ68QCdGhybZCEy2ps/tKNDjc/QZ5dru5os05/z6E2PsEA0femfOPUbBDpAgkiAaR+c0Hs7cOXN/SbqZLkPbGBbevBdxbkSwlxstbxogVSGZ+uS+UN7CiRaipmqBK/SMVfMV7ex9boDhNfWsbHsTa00ENmZt/IBKTnojXHKIrSmHi2e0qYqC4u5Nzfnk5n+uYt7hbbm8XbE6LiRF3KHuGgXEK62pMWJEBkwK2PSsLZsq0DGTosQODNU6sahVjpdCWQhc41bWDzQkHBtkYOW30XLYeiOaaH+BNGirff9ZVWxW25YlHPUGiu7AmzIsUfsFfzeMq4JUS0cbravgz06ktjF4jQ+W3QjWwGkSg0CWqQVW8f+7cNWeJBjSAnbShQuJd4u0Q0gM71FrBlCMRNt8YgXBDfWWq/06stXOCB5BEGPtkFJGtRiXWMoSkXn5NB5O7eu8b4Gtb/PyFszvi1Itoq+qm5eG9OGQl4UY1fwVjPPyhDmEOC2nUuKvnbhspdcxZiM8TQdS+isxurE0dWFxnIh46ND2G04jGu3yWunWbw1Yl58LODXIWCPZX8g+haYv4377cxfukM2l9K/QKOXvVBfINRT01MGXoMMnN6Y12ASTiGcMvCTyABfG23JjW2s9iKi9d8v6IdT/ZiF2DL1bEUEBh5htEKWDG9W9Dq0AJIB8uHg/ZZWyH33P7AJVoAgAYVLYHHGRqcDgq41DiXTICTqVSVVgHTmMcEMRdqcVQ+iQqgxjjjYmkahHZhOjhWwWmqF2M0TcSZnVAtgcEdNgedCKGFjxJu47EFoNugjVum2wS2jGuyDla1aZlVVRNy68FlzUOu6tW3APaALrdp8ekXgs0/rMn4FJX8JkfIgVEEmouUImiIOSIwsmU1OcvCys30PHVEGC6dVCQbpHiI60AiMcRvjdawx0CrGSZTuDiuZyw5952NDh91i8TZLmo7WPd1swNB1vSyYji5EJWberP4ngKw80gSZAnmNlOIkvdAZa4XgKWIFUgvcaRia0wj9MF5lVTjgQbFNyL9LK1GxC8eKHHZ8K/S96OfvB+vcLJkVSPSbUrKUkplVsOlTp6Hgnrmp4E2m1mglKMYikci9vG/bhyeZiRKWjds6Q6UxgHYVvmSuGtpUQpiOezkcLFwIt7LMdyZDHSqjDfmmVHuF1TtTfTrjVY3JGLsLwLJyWo0EzqiSRiB6BrkaNh3PTAZ20WSFWmDMdAZgh6L3oyOy6CPqQTkhag4SUo1NGNIy+TXl1w1G/8N7NIvJzSyeoKMOyYH6Aqby1OlFhNC4JmFIgHwsdTSjJGtMI3s8lY83PdZyEvvQaEqETdRTzch5aKoEo/gVUHVmXkHXO7tU7gQyEC4AijsrCKnKmnLyktUrT7/H/XpE4aGcqlMGXvMMnN6WVzJB+uhWeCUBnDo9ZeAVZCA+Nxsd5Bw4zPYAW/UIJnawnfM6NgGcRlyqvSzQs4HtMR4AgoIEpW/aIbFRXZHTVHrjQO5d2GRPMzNVAaqDt8lDuOZ7pOpkoo1W9ZjgZ3Nv0Bhl2cgC7AFTcZhd8qku0JoH6oQ1EQZtPHhCXusEbUBgtdUfEiSLJzIftNddsi2Z8ahzkLk2LAaRy1yJOkGMetl0DLznMkSXPx20Duud58G1NjSXDH1cMDBA0YM3eGjPiwYhWiAXwgJMBpa8Zo2auRSWegopWBqo22BUZ/N4QEFIVkAyQWEHJJlAguKsI1CNsdMYJBMQt8wEMjXZQLiq0IYNoqYQYOUY0xBbcaK2nVe9dbwzBq0ut/2Ek0Q7irsx8mM8w+EVWqXq9f+kkysjBTE6ooqoooaNIlunEnUFSJd7BTMvkgMTV/Bzs6bvicrHu+FikYz7X8iFNnpPjFBgBWdLJMCBDCTAjOM9l0S9g5E2FhEo/kwHWu+izwl0wb1jGWHuKCR9NXEZVQIoBUFZGYXsZewiqp4ozJIcAL1bKSG9mfrCQWLuWcomQAhudAiTJipls7QyE53BtrIevjPkllgaXEF2yQxeElkII0UWVhAU9Q3y0lkPlqTHR4CiSsiBHhrAxEvCJkElMIgxWaEsHjpkKJbAhGEO0iR6SFbVLUh2AAAQAElEQVRGXvqMhSyt2VaNA4oxxi3VEYKe6LfNGEgapdltkA2ikVbXjWlYsBaDmNaydQlDdDwMOrirrIcucNrSsEeUIdJiK15Q2F2IhXSE1a7WM3l46jxHQc8MRnZhgN6CijLaXYRSQ70/F2ijJhcwL6YRfNRF9EpQ5++cd70VTBVU7Fan6pSBUwZ+5Bm43DftR56U6xuePrCCtgfxc2j1J/qUgR9RBljq2j/rMNtDdNr8cxhy7MPsLfbj2rr3vmnpEQRgwG6856gRUEwR9wNgAK0iWYtF072Q4cK3nqZHTfxLKEIgYcYkQ8C7o0IjmZTBYZHq1FNIhleoaIsn+Bz9qp2AsfkoyAGF8yidlZy4nBZLJXxFrS5TEi0I60T07lo4RF5n57PTSm6JxmMqUpM8DGqdIIrWN80Je1oWkfrpGKwu9tZrLvSIv+vXuGEsVp5qW37zX7ejFYeVJyRId1rIiuROIJ6DvDEWojAD2+ypZjPxjFVQgiIWCSgKB8akcYkuFgNyGXpO28jUm0YiqWhEXjry5AS4h5DeoFs8yjGY5l5mAjLZkY+Oix/l2JRf+Kmxt8Z34GmtPiTptv4SSFLcOwp/ncWwejCdw1DcBM5xMZ6h1PAkcUckJrn/JZpsmiaFdKSOnHBrpzrG2zPufrPhHYGDdkVvPvvJDJwctCYEidsHB0tmDjY8NDMcySsIf0FB95UyNVFLYauPNxQjQiA6DSYxKgag+KpaLzZek0wHoJ8it5JVvcIj9JZ0WUI7oyHFUqJ20JWFeioXP34JFDJaDT2oqawCOmW+AcUo0857hxMD0IcB9NODA4iwR6V4wfViOaPP2BnYykNLuEQ/ybHpcRuIBFAYObV6xJmChGOxeRwi4//YK0NqFg1fK0B0dpnr9ecLguFiCJ1cYtGWBJMSNQWyFPrVotZ4vH/4AeNEci4EufYyjQ/Pps+eLkrlQDwZoWDrUQtLU8ANkIEpRbgHYUrZaeDDLFqF7WTTIJNpxZlSIl4zy8BSadq4kV8SFkPvRA0rFPkErRpOzio04oaUtmE9Uy1/aVohaszuQIzAmYtXs6aehot7OarFPB+zro/ycVmjpXXDbfrgTrEJBoHP1lQy6k7UKQOnDPwYMvAyv0E/hnwdNQZtqVpgp0C78WMqai/wtfaDh2NaYwyJj10Fg+GDfQy9y89JfsrAVWRAazD8aN0K6vKMDRZ6CUFh5dtRJ3s23z2b704HKAG89uaJDV9Kqs18sytr37f3/ttnsana5BQ2KVsSmMELkq3kQ2DJDMim/yXqBJfMqDN6ax98jGyGFBiWsrfyhKwwCjnIYYx98J6IQspKYmAwc1XPeUjgjMmsUBOk3gVGJMaTwKngoRt8e3tyahKKx2ZaxthHamoRXGh1GCJhiMRnvPamw3nn/+RrY50uf5i7TnNM57KXJeHRRkVB9NiBsTNsAkzKKWBCB8h0HDMn3a1LEi6BnJwzODcY2lh5vPdCB9qSbAnaGVmimy+8AhKEa2rZCyAJSBkSFV1UuSRLQPCek6qjH3x3uvhYK2fkV7zPJ7bVbAeOPqUc+x1lkgvQUQjVOu87mE79CEIhQ0DxlHlg3roJoKbIf4DerRbMl410mO0sdb0IG3MbHmSuuEyzbAl5EpWSmTCgT4U1jy4qGtakr0DYRVVzKFyhqITkvsXQPU5kCWnqPmlAxKNYJVO6hHt1Ug0lAOROYNIB8hV0jA2TUmjoA+jNVz6N4s7TOzOj4947XkGv6LLITRhjM6dAAx7p2lfFvVTWySeU+um9Fb6QWQg8f4ZpwsYBXTL9z/wbnCwexEihyUkmRrxYCDprH3ECs6hZfCphUkRmKyLJFpcv4E1GDwx6WGwGF7CuwsT7JBgKZLLADEDzB0S/wdOMwoxp/bPmNVi5WCE983Ek4jAHUxK8k554BR0YsENP/PQ7ZFV7mdt5lwgVnmiBWbJEfEkvS0pm8AGK3jxUarB0koHVUOAKvk4D7YJSyRaQX5dAO55VLl504Iajxg1ddnSlxgIaZMaVUjbHlsDGk4yhWzYe2QGygKOsQg5lTmWoOSBSKeK6tCQS4E5ohCKQuYQVi65QZRV711VZcHFTl2yRXgQdu44O+xxXbY3qcJsli2G8S8qT7JSBUwZeywyc3tsrn5b9H9LQ6gNe4UUDCI8v6uXU/pSBq8hAHBqNDXFA9alVKkBaRMGJqR+h3MGxHzc24T27XD8c+UZdQmPblyylApbMtBGnVhEn0IYwpWSJzWJKyXIBJDaCtolw6FIGozFAe90MX2lh41F8AsimpKBzo2nIUCpuxslY2t1eR9wdY0QjCpXs1CIkCMUAyOv4IRG0Q8asd9BhJahq5JalCpl7poq+IaQt8RaERBS5EYJrS7SgVqlA5OZQLNUuUQnIox/aYIvWFKdVew9LVc9043AwmhElzaNFEczMRpYDzcgUamxdBFPUxjjVzLjqp8UaQ8eokDGnw/hmLUPeW+2q4qmZfBVJpxb4Fcav3oe1LtigtXaMmdeyEi4tbHBeBHVpqi9BETvyfw6Gb5LvPD2BEajguAOkE3bQCJGhFmUGTYOt4n16ZwmdADQUKQSDYDfhjsyHFGRqbJOlVCEbVOiUPoFziTpxMZEcky5zgKu4h/D/V0EuWtRMvNSDIXLnK5a9C6h4LykQyTKxBGQjGPMnHOIKrxh6FMgwdfVYIUSPIYXs+sUemL4QhBkyvDiNtWs2dNQBvQP9WgsJjveYziQ1npjvznzeNHcC5F4kFkEcPbjThY8HTKXkZzC+Ukr0Zg6mR8a0EelBiYepIkOoddUJMwZUUGFEl2KJU6hESV9ELUGAG0knsGI74jCa1RpXR7aA0NBfgvI5hCaCjhVsDuKtjKfSYB8A2MYn0y7aEBTFxDsebbapgwYeRWtV6YonPjfG9EX0Lncj5SYgayTMlYar4fswZOh2Isxz6HaylajRia0WgUMypSXbaoRwLhv5kcLsYMlhMTRK8EUGpQE4N1srkq2kB2KtQ7gPaaApI2WTPyIjrc5jsljkpkI1iL6ywtH1o4u9X6eoiM9qjmvH4FhVUdvs8SbusVWoZ+a9FTmtqJ3YU9Fh9SdSlhX7ykOAe33fK1vN0VxvYbBDKHt6OsZmT/OT6pSBUwb2ZOD0fu1JzkVV+tHM93SrmWQB+mgLWhPxglZ2LC2vU1tJFgGh74124KmXV8Sduv1BZ0Dr6+AAWH/abIRtV/Yb2uSpZW+6JOjr7lU7WETau8tiAjCJDVai2QAQFHwm46xiqegyVCogWpBSlYCTWUpUJoA2PUHHFq/wbFpwLmYGecaLJXBQDFc0hxIN3A8O4tFofNhEQYZIalmSiBCXGu1EVJvKtlOj1m5G+0Wacur9F+Uu5EPxqrGg95gwPHQAPLUXxSyoTQrmHGJKZ1ZeI5U2PvKhRt0YOfFJEjYaVR2uGgPqUoBd2IReZ9XKO1b/mI/zpEau2V2NHWtIA3gD+RuduWhfVdJUTIrj6iNHYM66RaEwo7hEuIIC6XTps+k4+PXWOYbmMN15HsaxybM7KC6drtXgsApG7CqvjD4A75S+kNETHH0wqA6QNiBqycIG4+LSqW6IBqloAeRQloIclAMxtVJMAAu/H1cNFzzFXPIBjM8IVoRuWoTCAps9k7CKwUQGQ/FWFTuDb8eqpOAroW8DbFJ/YHnTe0dIBCOBJGDpkzDgSrAKdM+8WgUyr/9WUAK7A+kZt3pWjnsWfoevztfmyqz8M7DEcTQ7JNdk6prHlenpVAEVQ6r03otpWUHSUzJLmR4AxwkakcWTQIoPw2hIIwq0akUJdmeFxrAD9G8QuzomfBCeKXWJKhdeaADCzMb/yj8bhEKlWtYN0L7DDnP1Qg89Y+mxnUIvrUTCaDUOS4mWyZLxuA4vih0vSCg9voiad6CueXMddmjHMufDKvS0h+i4apCVOGFElKCibtus0NWisRZahoLCmo+lJ0aAuHvAPL5i4N8dY3waYeOHUdvwSC4YBBDwk34QqSAWEjSk2IMgd9rtVqwGooXnMJerr8wozOfLLGVjBMmWHlSIo4Y4ouywVRCCxoMss79jVSiu0kZMhZZhIUdhFfhCq0zB2VjGhR6R1srItZQyWaGVH6DbuBrTQVyJihubFyOLw4JIIe4qA7lUDqi387rk5CQ7ZeCUgaUMHHq9ltpcm+xlOtYP8qvrT5/o9qdE/SjPsXqUXQE2FDbAc35mY8+GX1YOmp3JrxVcWir5KGRBHZsLW4Jt09Ii0NIPndBs10O4B3xut2R4tGnbB03uinypzQ9CRvy+37oEjhws5+YHMfatILVot4QzgRI1ihKkwPexrmJzRBEvb8mSiaYWNYPEHiBZSuY21GAa930cDntJVPWWkRmgg4sulaRx4DAlXv/JDbmxxEYMhb8XCqACssVCI7c1iMGgpQfhsEwUUYe4Y2CiXQEtGeJSehe7HglhUpeigLFnsEUAUpcCNvy9YuYgEG3Vi5VPjXoQhIZWFPEgtQGpDCQ+1FDfy/V6bZ2ARdsh70p0pbVl+s3kQH/5E0AwuXiDFKUm1V5nXaJCXGLBp4ZUOOSluI+wdMmWgUuNhVCIy6Ea19C69DvwE6JYFxQqMWSF/DTRuirji0KOYCsjEvCipk5QicZHB2wcNrbm50JHfhyUJMyUhgqwZF41QEd55BCUIr+QGZgWeUFCX+P8lHHQhoKyjMgZVQLEQoCaqq1NLn/QDyUNVBCKQhDcdo3TIuxw7sCC6Xl/WyBKXmnek0Yu28Gm5CqlZCkBBoANSClZYKFkw/9StpTgkvEk6OwYwiwZTwKlwG6XnM/UCInHgN42zJfH4VgywA1UJTO1tcAGbXoYhxBSIaBnBJofMKg3aQC3B8MrU6QGO/E00XuoNcYL4chkAZBHg84OhhYZ5pJ1yDxeYtV/vF1xS5VSoodkGZ8pMULnzR8iAvfGYMFmyfQkSwkQSUQoKfKuvsBC0iWznAuBveEfiQTbUNuwPZIytkTlG23gcCSVMQyL+Dt6jwhDoZpYhaSppCX+Zw7mDwrNgScUGltT3oBO/wQTLF5rzM3VoWyCoa7BQnrpsBA4E9XcBOnMAkmUjvEF1dY9PgWSFWfMm+ZM0BF/L1WJK0Gn5DXjBJMvpV5gSKz0Ebxqcmrtoz4EZQJa1ZG0Wgt2m6vf5OquxOPMpAq9LFvxnG91JGrCHsOo/xqr3zu2jaqiyOaZIrWmhT3ENBBDAw8p3PQIu7gH2TlmTLxECyePqBRH23VLj823fQ52AzFaXwelOOd+R5mCEMhi9oZUMaqGPJhFzE/lNc3AKayXn4H23Xn5vb+CHvWDW6CuhQ+B7I4GfU/ZqMcXHobNwgbQhsHBFfIWOu1WNsgc+O2usGTjJY5sgdjxhAvYsHFiqDq/+Kks/vHrdiInumrjP6f0s2oUHEHp4yw4wnRiojRMBM54cE6pWraR5jWG6RCuNFDl48WAH5rEN/VxrOz4ocQ71Nof7QD9JQAAEABJREFU81khsJ412DZzGiEbWB0qEnxig5ocG9QUdGZIKRnF9CRVNE9sfHXJk4UB+Sr/7WFzG9kBkunVmkTLAdZ5OU3Z7aO26eYiywEwKxJ7o0FOQNBRQ3hh7IrLQYK+vq0w0Iy/RzdtIw7QxU/CjCIb0LQogKI3fGjs6q3TgUZ87cmFaipCWFBp1ohYbEWtuzUXEACXP+s1lxGO11wGbfgm1TaJ/LAdPst2dray7HBmOUNrooyHuDrFQBMKAjPOLZLQk7NOBzXWjNriNs92600PHQhdEnLTjpEUrpUW0Q5UxyS13jnhgOIjCwuMXKVQtTVrryZCvjpPTm/Cmr8Op8L6DX8P7bYydB8L/lx+XKV5CVfU+KaUhvCedeEKReUBbNOyqtIXweFHs9+Rg8568tETWC/s7wjeC43SetZ4j96Iq0dvitsxdrzPKSVLCWA9giQ0ODOYlKAAGDNLZkBqZimlkBlyB/iUkAFJ8wo209wKjHjNCAfM/DEEhQEyYbVPZpZSCjBwAdnY1iMpQNGQQp0cuYiKYqQCWcITMRATBb4UksnbaqQmoIixNKWsp7H+O1NdjxUCzEtX+EvZEpBrvEmN1aMxnsBQJjEmlhKUQGYFcGl0UTghbIQGwE82z+AgcqIjZID9UWEdxdjGBu6fqqOTDrwBb0i2aEjiVITelCoZQZqZsJkpViDjNDFOh9XKUkqWMzZZ/WRoc1AlW+NBSp2AptB/w22TuLNmpMr11Cgk23WxUnvFVVjNHdkLjjEHsVCrHeKCoCiFCUQdBYWKIgAoTILFNlIMOuyoZ6XoilScoLCLKPSLzib2qeQryRRIjD9blcYsZDNbhUMoKy0gGxmcD0WiXSCb/aCe5L/iqbVLqSgoqIkVoinquWE9opbfRc/bFTu68MEKSzTHkgFas5Ep8x7DW1k5tQ12UbYEIX7ReiUH1XfgqE0KH4YIxSo8QARb1uAg3U3ond2tPWlOGThlgAy07x7sj73Ur8jx4/QNBD/QHQ+fTfkJcLmT+u2IoOPnpEDfKlcUHho/5hD9s9WCQM7mhi0ODdQO3vtBRUvVwYa89hecPuTyQr8uoKr+K47GuMGGOgp2gzwkF6+JmD4insO0It2G2muN57Cf2l9t+UPGGvWriX+p57ks5uL4+NS+hR0tuSD1OVzLf2/jgZaNiDavoMTGLiVqIDsYkt561lvPbr4XHmxpAK0LHwPHX/mYie7gheHGIpk4mgkFJDYeAVaeBPaPY4aCoCBZKFWBGU5s6zeGTZOOI5VAXTMMOPO3UFlTW5lKx2BFBshvCyEdarLiftROYGpMzoTMH6TqDKuOE6n6In1onAJPSx2OR0a7Ya649OmYu3Pwev3c/CIIR/Ki2JMasunKXPgkYMUF0AqcsivMwG5Ld8oBE8/YiQ0eQvUijG1QJzi5YyxwFyp1XvCwt53cC8JopII/XE/8T5gUjXGZx8lZHHptpuyQYtMcyLBj7fbMidPhbaj1F1+yHwRLRG6EWtewVZSJKcObUTNX1M6Jz+gCZ1DGAnCyYoklUJMevfAcZtHFwHyZaTwBHbyAtiCYIhbTex461nDvgD/ygSUFmtpL8pqqkbFevA3YBEM7zCjJx5fM/L1Jpv/BmEGNYDypAEilT1gkKAHjh5NrDU3dTACrgReNbQIMqNjqM4Te8/mCkdOqEybO5POXxAVg5oSHkSzx7pmJcSmVcghaLJ3nVhcmujjx7qjcZTJLQNaaAFKCsXh6t5EVUMQpJVNoYrMIqw82noDKC8tKWDphgJApEBRtWRyInUKQCCGKgYZYyJCzWtYkX2PYaE+16U2vyxBn6YZpw772LRyQUjKNM3H54//xamFbWTbk1ObjYc2bHnDOEGoLagoREok5jGLZiltRVRqyltqo8o41+OoHA5oqvuzxGLFWnQaGXvlNNAQoZozHeKTt0enbIcxsT2LL2DBMMwiKY9EStxGIPwyKY7fVVKveBLKfwtRuqks1uGQ8uXLQFNytQLXABrnPYVjsrgcnu00WNW070b5eFi13CJeCXpLZNAetN/Xbap0fDcJb1KP0ZVBNIG1eXOyVr+8aSUQYdZWd8CkDpwy8WAbiTXsxHz+Q1hf5eOjH3gJwAOpmwK2NbTbPga4A6WDzUX80w5Wi/kfQtU3YlB/H3XN+KK9xhx+ojUGzmTH6Q4iPWTySO6CSHW2gKPRR/6yh4kEnH5gMBdtBNwiPINTuCLNrNNGh6NVDncGKNZeVrni37PrSo/kRqAfhFiQTHCc7JsfydhyUXLBeO3bmnbDeFWjPFgeKxEZVvvRhWrGBzWy6kyXjJOTQ06b3NsSPveTehl1uXAJJDshJ8TUscdkjl7384xXPCUCoQl/qL0uSsyS+dUqixOp9Eu3QV+/O1R6dUeX2IgDRoElxp6OE8E2H+FECpXayGwCCnCi8ATCrdErJKGaJAozB96TAezCDEsRMSCZK0QtQux7MnPj86MKHb5Mufc7Pn3Pxw3dqzdeLefDTFaYKU7u1RP4Sectn2XRQMXgztBTMvLS9iB6hm+RTxp23V7SKU1jS3nSAC4n4APHyFVypS7+DXHyFYvLCSP52OKn9VhOyQjbSlnW1C0XV04pB+RywbjvmQ2tftgKTrs5VNNxf4240iD6y51e0QNrGyEmvpGA+QbAUYxDBUEdxqZPZSYJTgBNwdal8BIUWEi8QLSi0EOuMwlITw9yTi55c6L2XpamPBNUCbBStKdrIBnBK7aFDb7wqCnhsnJBIav4iGU8K0KKzoHtw7zwqaBvA/JmEl/AvX8JuR8R9QLXri1yNU6X7sKFmqDF2qRJzpncrpWwJMEs2fZJl2dCn7ATGI7wCr7KZIIOzKmRj6YxmhU103VtH8v0CxS/dyGdPYMrfBNME84RPED4yfWRwsowwAbnEZNlMIAQ1loFCsxqYhugaegfpJlTEWi0UbdDJTIMTWNA9tPQD9Ik3Ch36RMw0MMVqmZiwFeM5g8+WzByMJwNRSFcQpSYaqKrXwCotMTS+oKLAGhGI6cov//jSwoYXCIt4oGQrgJS2AiwlmaVQ6o8KzR+NUvs/WSJAXShzn1Gh2C5hp1qwrb86CUGxTo71h/WRpli2eT6y1dwMLyVXA5qYaHZHgVubug1q1FwrtbOzuUJzKSjROOlVEQjN20gm2CWX7uKgb8zFW51anDJwysCLZuBq3+QXjeba2s8/bPs60g/J0Ou3SBPgh3P8QJaeH9EcRDcbLmqQ6yMmqD/A/ec3+uA7/wVLpUdMXxsA4w4fVrHaAepLF0GB6c9tNJZ9oNgEslnC6k9yosAkNiwQg+/Q7a5lu1v709K0uah0xcpEpStelvkmgTfxKjCzqk5eYyAXFNMmnUOEUKcDhU5D4H4SebKUgCrD3oA4AErYW90vJrG0NwE2Qg4up5o6NvMGVORddEpJCEgmpxILbHiqgw5J528LxIBFe98i9G/L6FxWHU7UUq2kqiB+3JxXKTjhBTDawRkBFUBIGXmLp8rEqQ18Zixi/Z9NwdeLJfVp5FlxGZGL7+CNWN2+yMwxVnwc1vrnX1wCnXPps16f+wXQGr7j8hmLaEZ/OujlVba8Wpn3n8AZtQC0WBTA0HdrQdA+0FGmHIrzJiIEMhOuAD/RV7nj3RpXX7iqA6NTqzTjb/xUaRUpghaqvGKtlXAln0iVVz4Knk9YgxYSxNrJzJRmSxKBeqwgvvgRWUHqSgvDD26hJRpB0cK5XGODwJjaw4QkJDiKCzC9eIk+drWTVuvMvxNRYarVUIAhUkzLhXQJOe1r3/R0rLAegOa7IAqkzwiCWhLtBIVPBSMNSoIUbbzb4M31I+2xMjEK08qTsEnJayTJFIj6h3F6wFw+mCcxuSgqouX95DX0vnFjes8Sic95ZSknS0nJT26u0MyCztgYeuNxGmySGfYUE3aZKoGiFzZLycwEChaof3XVEXjPitOFkAcPL0xm3DylZIk+E/5TSpZX2RJ9ZmTZshkgLBCNIEoEjrZKM/sl7Feh9hrW6NtprxRvhwSsBCGDolbBmD5TSpYSkOHTNvSW9Dk0/eWTxrbBT0++NX+93EjPfHZDZPhwOpkjt5HMCSrReieFYb0UmvnyNmIVj8D1VC4DN0WiYbzEpZEOfGNnPj/aIfZGuECysR/zp3MbI1cCZpAxxndfGRMvPAeaEoSmwEOFZlIQHlPk6xi7xkb+BY3IAyb2VlTpwVSEwAddtVePvQvc5h39VD0mkX8nSoWSYp7HIpoj6eeyV8W/nFh2rJEd4leVi1O/pwz8mDPwct71V5rBpS+KLkF2Afa6fAGWwl65EBvHVJD8fIYoxRmE/PTqoLvnz617/syeA88GeGLrZ4JzO18/5VAlOAcLnoEF/LYd+/XzNe3PAeE1fjqHuJhamy6gJrQh49CmzcymYmLRj/4RpmPvdJhz0Bgi9tF2zqORSKZcWNlR4MY/0krJELTDEy84RtbavCg97/NF/V1Ve6231tcYZ+ILlH3nWtaVDhVA5xs/NrU060UjgywFeTJLZZOfUzKKCSM1f5LBO2Upg5Nh45UIM0uWEmACDKDNAU0y88Y5maEy9U/IHRtn0Z3eJ73b/s6IAzg1YIKGaCEoOKE4QbxoRGoYHf6wwlVQkneu7zmQYItRX2wqxhhn1MmRV1hihWyoJZFKWNDSYy8dsa+Bju+D9+s09j4+JMIuW1sHvfbLn7WtGe+GC2sdlhDLuYM2tplcZZIlMLArBmyMLiSqFYmwQHRn5iNwOkkKeN4bDEmE1OHLbeE4n5mpTbUXbWEDolRLyUQjUsE+Ax6isGQXhhitfIi6tJuh33J49MASw5LHhBZMfiG81FEEll5jc9VCFW07BelaeMezqhXLsaCatHSVub1X7lmUoKp349ZZSy+3OOhTwwcolhI1xQStO94n4/3sAfOV1qMFKBAhckINBYaLwKLURC6MR016tAZUbHp6KkDvi6DnBYE1zCzxAcrMaQKMGFOSb6BiKw8N+tqRi2TjhBmkDU8P2wfHmNTXkEns1JeUNXcd77J487ewWgoLplIcm8ISmA9cNnyFPK7SJ86CUg3QpwEUc6zGrNfk40YKbciysMHb9FEPLqkBi4Gm2OTSwQWyFlj8cTQkBcZrtTR1kVTRX6ZfI46UkpnJAQBv6DsHmjIEpWjDnG2g9dOq40Kug7bhoV0GaKN3ffAlkdvo3XXCKz6Tnm1nqGSmdgEIvEgqIrDca+6EiQpFx/aK77E8EaCokNfAJGFufJ6KTK4STZsiqw6b+t3u5A/oGGCHX/nU/8OgY29Hv+jFe8pcpgrnFFGuC+L4Wm6Ptz7CcgjmCNvLmagHQdt65DUgwXY2wkZ1mQxfc8bqsXikCupK6ojiKlxd1tNlBkRflDbqGduqpvTRhtNmJ+6UgVMGxgxc5q0dW7+WlL4MLcyD1I/3mUyXPUBcpPAzd6ZeYvUDXp999SS9fvwLRHNqojwvwMGJ35if67fn53A8NxYAABAASURBVE/sWYVnj+0J8IyLoGdPnthz4QpcCj0D1ufnfhl0vtaF0AhdV+nn6AHx+mcaAi6c1oBfPG2es0kSrLko6hqY8xqFAFt8dANsGMM2RIZqHtWuBc/ArJLtq4BZGIvs8XFpYyZYdHNpIduxsgnTenoxuHQQBxoqRwdMDqq1RsJIFKMOxusYtbFJFdsLaz+rQ4cAobOSF9C2Spv7nJOlzLYarN1VSmYOFo/TRWYFZ4iUCgPOAmSOKx3NhzripWauOjbOvbBi41Kk65WfnneFkVG8EZizWWyjoSmcQbFBIto344wFNy7v8el+kfWA6A7cqw9hQLzBRy68l6gQSCcfspdv9xFar8X36psOO8XM5c+a79L4/+qly56OMeBssBMfcj4khhJfih5E+syUd8GZKNiEAjMGrhjWXBz13h9ibyZ9BewQG3k3fzK1dMhBbo7E0HeAlad3GgNKiBLRGtkJTvX4lzTmOslG6EayUhJVqLIFPDdh2bkVGTASACQzCQEd5FyGhdqBokyYEKnuqrEYINqTE/e1wm02Y21aTuZg8Mb4HCWoKIN72olWLoRD68bmTQsZ8u16bFOpimV7oPEBtTyY/jml7PaBGy5VvSXESseAnTBzGbSw+arozVgFWvsOrE29I65CE5gGVsGgRNv0kRuH0IkMA/HZ3bDUeT15Z/ge1GyllJg7AasEOqVsqfmfQQcYPkavhm0FJy2ZHo2BTty255vRQxnjM8dmTLvJNNZPj0aRdFzeru057/uG935DoF3RGDjA/MnUKSXTMrPhUVwBPf0IDFz/yiryKSmg7xMgfU+uO9kpBJrXb1qn/qUj/qELBS2GACiiHJxeQQpA5gIRM1iU69uQFAHAHDGuHrCEMYnKKeEkoKP/HrAK6Ho66wTcMnfGQ9XRTmDIDXrAA50wxP8KkA2cgeXHSaqgpcch/LRIxs8T1KI65sfzRc70u7aQqUWPBoy8I489IxRYE7/5GKx5eqtzJr/mHkSFV1GSiTOeGFLnwxS9PQXVEuNJIfgJP2V2tZpajdw++/09jT6ulxojbONp6aH/mXBsOVhcnNjjZNbd4HuXPNbqYHaA2O3lQEPeiEMWrMQ6rooPNzlZnDJwysAFMnD5N/gCnbw8031firjIUCxx0bO2588DnrExeuYXNOemS5dzLmkWgYuaJwWePn1sT58+sXP48yfQ4KfgxxUef29PHj+2x4+/dXgCfvLke+y/s6fgp+dP7VzwtGDRwJpLn/NnXPAAz54/84uh58/O7Zng+TkxBx3/HOOcCyABhzTGEIe5c85pyDpgkD1HJsDONwwdvGj987WAyEnXXBKJXsNvg5naKNcCZbQFyY6BsU1mFWqDcfWwYfNyCPiRd2T/ph0YkDMbNHDlrwJ3fijfMC8vBlcRy7YPzdWLjFntyTMbzm5Yf7EGe1Qdm1cDRG84GGgtdsIuk7TXXhZIZipZVU+TnrOQoLNOhw4AjlaohhqJTAfeiAJZ4Y2ng9aKhTRI80MzXcQuhcauMNoFqPY2dSw00rhk1mM1+JLAIWGhVgE9G3aJGSLW0UJt1JP7xVp0QM8Yo50I6dVW9qKFsfAW4oMWJasAcQ6ssZ51uybu9bo3xew0h0LRAoSU+m1gzrHtir4nv7D01XlqMvNQgRfNZdEj8fLt6TGWz45RKk4aVjUSJXhgg+A9NE2wgMOL4d+GR/ZuUCTwsimcI0SOS0feZwhmtTQFiJFo0YsfEdRQ2l7DFlUV5szQEwC2EcyfakQr3HsumPvOARk2iKkpg2nCiwYCZvzZ/ykdNHiVV1Z5CBNk5cr0ZHIqHBB+czCz2nVehcJJKgo+6myxPlCHjFghOuVKgJUK6qGgHuiDhIfl1Q7ToiuIBYmdeuiZ2Y7XQBjgBaJ23tAEGBnpLSWA9loiqWAQcvToqq3NHtlLlFSZaqAXA3a+oWUs54NcOjwTaq/YvJ2hTZZSEmH+OJ0s/ucSqgTUErSbYWUiqsoxjnkXjUnowf7tq3LLllg3IJeo0l93aO4Eet873mflVHydTpIoU1NfKSWQwHjoy3ML6bjywsgSQBHHsraeSvE4xp40KMoAjLxPx8wcnXfY03yrZElUARkQ2wIpNv/roEHHu+d0tsT/jDHIvjd9ewVGNNksAZ6flRnvk/MJGXaWsANQWEAibisgOiFX4V3zoNSuQrJcZRL5BEC4jL5MfmgHjtIVv+IYDabUVptJqhYVZC0IeUjloEdAJkVCJTOK+fggwAnQN8M0LgG80VeOyoSMx30TgGO8OYbHFG0purQt5EtFxPFS+9vqTFmosKWcCTyzQ17VamAGy2JTeH7KFgq0MNbwgW5fUbsK++wG3ehVzSSuWPR1gvfs1e5e+DTsVl6JZnUlXk5OThn4IWfgwGv4coZ2Nb3s/3zFB6XzC42ODdCaA8p6/YwLmSf2jMubJ4+fcFHz2L7loubxt9/at4J//cv+BfzjH9/YP/7xd/vb34C//NX+8pc/A+A//dn+9Nc/2x///LX98euv7A9ffWVf/f639vvf/trht7/9Dfh39vXXf7A///mP9te//s2++eaf9vjbf3M59B39fs/FzlN78izg2RMwl0O6KHJ4+j2XTE+Bx/b0/LGdc+FUL56eKOYJPLYnXD5N5cieAe5XvvEhPwM8wXcF+tClluuecDm1A9ZPiPkZILwDykXV8y285gKrApdZm3PmAzzYVd1xWPP4YtCxD74cxBZMa+4qYc2rMIer9H/IF91Pyj77ieEio71vQGfCsdkk31wgdn4Z0Xv+e1oH9KYDTc+pQb+l7jnchBwDNq8pJfaxyeQHy9im8mLLl0CXR374UDtAZ4vw0dso77yPjj5G6DkcdKb2gj4aMsXqnb69jLnovc8u+qclrqjNerVzW/NLJMU5QJELuSf5oFXvgD24A9QjoUOZ+xPf1QNrUmujX0mBwhsYDqW8mbdVH86hk75+6Dv1S+47/wY+N+HO/x/Z1vjtAtQYb0Kde4MpRfOYEt7KQSLE8BBuTzI68rAB1gDd0QdKivTmCYHxkrw2ExaYTdQw/tt2+vNLOdQy7aM7ccU+Oe05aHUuvUgVEdYWciUQP9VIElD1RqwqNuSlasDemOgcR7uYJdGJDGMjksEpvyZWAJEQ5NXKMofVDO18ypbpJ2PvzSwHcj4xhyl4F4sWIQjxUu2habKK0klVriD2IhdykYgCMtMkT+R0lxvwEHWARFaagcQsAapZ0ZrqtZ60vhx663hRemhjxD00LwytIlaNms+F5VWypFwBSXSCV54SpmRetQnzjqEKVrrCiJS5g6pBLk22lJL5vDBHEDY8xKOYFGMAb5LLyBIxJ/qkaWmfjPCclsxwTTF/ECQpAeGU0FAUM+40cjz1pr5i5Pj3hqqSaQ5spfViZpkCUDsjnUDyvnjqiK1CD93jHWPzbqmSJVNxMD30Su4Uj6BHXXUZImXDfZJhAOayC6apsRs4p9txDBonQqNa4CKqSpNnxazkIO3BFEZHr/Qtq564DOgq9Oige4dsPUnp88o6xtt3it0DMj0do1E7w9Yx82IOsgFoa5b9bsrK0yGWrLCOOuoNFb/u4UreABgToJiVKtVFgaDyGqlAwx2bJEiA2I0YzScgWSbGEQiIgtDiCY+d+udl7gAT7RAWL7WOcKJLp1UJQrS71qB2a69Ko0gqLPnslHfWwJjfasW8VHKGPfee726mmbOHxniovSmyuVP4w+0wunQ5FPXE8UIoW+0RrGoj6Eqe8A8vA6eIX10GfiSvzvjF0M+uzg84/GhtsP6qQKAfbjrwrNfPucQ4t2fnT7kEeWyPn3zrlz+6+PnXt99x8fNv++ZfwDf/sH/+8x9cAAF/+xuXQH/j8ucvwJ8C/gT+45/sj3/8mgug3/uFz29//Rv7LZdADlwIfcXF0J+w+8c//mr//vc39t1339n3339Pv/RN/+dPwRXOJS/QXgZBPwae7IDHfsnzvT3h0qiFp/BxafQt/ekyqIVvy6VRkfllkeiZ3C+WJH/MpZUw/czjqJdY4GfV/vyJPQHOB3jMxVILT7jYeoKsQqurdNU9sTWXTy34P5+r/2zuUvgxa6DCE+iLQG0nfJF2u2znfp4Rj2CX/S75OZdsx8AauzmUdlzMPReUv5B7PsebtV/cbbCZguQjqF3HRYO/cxVz+WO8pP7Gsild3VjZmeDmDbtx64adgfONM2SCG3YD/sbNm3ZTgN75GzfsTAeupA9nHFFUV6jSyusyQgeBjpOAoGej1bNrFt0Jw2/QCTo/ZPZI5KWADq6FNOmh1W6kO2NISGPb7IRX+rwSZAJyxmeiN1c4Vg5wZ4pDAkIw9d/DdEBgWYkyJLRNPVVTcB1a6Xv66DkMSh92ai1Oe1L5lP+Oy++Ob+OaOVmvN/Qp6MABhhdvUxprFM5rHL59pFMJGVO7yVUO1GQD0Q1AHBSN05JyIO/Zx4J4wO7ffePY/bK9S/SjwF2JXKzz5BFa7aXSoVP9GrqKrT40q+Qcu+0evexlI1DU4mtqohk1sWaHZIEzoxBt8SgPNPJ8gNfie+U51KoZCihq1FjBquDeeEfMIIRZ85mDqQl0xKRf18k2ghzbkgtzMHOEC6vPYCuhYPBSLIoBHJGWoY8yxKUftAq4cMVQ6i1QLxeFcDL20ZG3vgFzWusdUAzihX1VGcPuHTLrKOVkAch5h5LVB5uWR5FolVALQGapUKBk/E88QLHMHCR857SyLIFl8zhJl+a8Z+H35Kh3TJy85NSmJ6VkOSdbgRM4g839mz9JNVVKyVIqkJOkPsqOcbpfH3ePXACiyCxnM8UnjKgU1idywoQXASI+auuIsYPu+L4L9x4rA0GZMHVIZhQz9d2ACz2PvaWEhQJQAxNNn8gksirDgykwCWXiPBX9mI8O2rGuPEQDq6qJmPiEEXOHFYBIMRO+Rf57fkb1Jtl605vgOUrhjXjGKqxvlcvEywfdeIxJgdAhMXaMoSNhAgPLpFMFBJbtDGgn202xx7QU2YnMtnLSqzowxhJkV6jwL/sFUO4EKZkBshWYnl6VIBVPYB8T/dEmEx+UGZhKhoB6lQeAXFEju85yFT1oFILrjLP4vlQ3eWsFhLcEEoCOKOpangIf0aA1UaOWn9BXMQcThweYGkzFVuzbOFq6qCtaVeKETxk4ZeBFMzB/C1/U30tuz4eCH1T6Cff8+XM/MOuvYPQXO7pw+f3vf2e/5jLml7/80r788gv74osv7Oc//7l9+vNP7eeffmaff/aZfQZ8Agh/9tkn8J8g/3QE7L/4+ee0A76gzec/t198/kXAL35hv/wl8Ktf2m8cfm2/8Yuf33IR9Bv7vS5/iOHPX//R/vbXv9g3f/+7/fuf/+Ly5zGXMU+4+Hhqa/3Ts+6cjcra1uA1hzOXSa5/DgY+F0CvdVkE9n865vRT96ELJMmeSscFzNMC5+AnXAw9e/a96a+MnjkPvXV5g0w2yJ8Bccn0HZdDyLlkRWdKAAAQAElEQVSQelLgHBwXSt9yccMY/K+FykXNUzCgv1QKYHxcBOmfx+m/dfSECxrBM/AA6J/p0gnZlg5Z2D1mXgM0tyM8Jb5t0BgvB9/TT4Wn0EtAPpQngee12tR2u3C1m+Piz3M+Hws6lxesPieAveazwDhmXdABw6XbE9bIEjBf7fy1NPOovzY7b2Utjf6p/hqNPp4C5wPMfHJhN59X/4+a85U4O1vZrTfesDt37tj9+w/swTvv2DvvvWfvvP++vf/BB/bBBx/aBw8/tA8fPrKHHz2yDwWPHtn7H35g777/rt1/8MDbvvHWG3br1k1b3eDC6Cwg43tVIOhsSYfnVbYMiE7a+EJbwYlNscBWybIgsTlDZiCz7MV4uhBAsVFHTO20TEz25kJkyUw+Erz6QJcBcx5dljxZTgHqNyVoyR0nS8SXZQ+kDE8TS4wBOldIRjcowDiDMTPRiUo27qPQ8MbTCfhudhx6Oi6BOtEc5oaxoHe6vfgqXbhvaKIwULXUJ9jpXr4c4vBFF4PODUoMTnsVXhSTuXNibbHYoY0OMWauloymwznHxkd/IeT+aCss8PE0kYRsbLOfKtYFhS0ZoH9qs0w9A/MgS68kwXM8YPOHNIHlJIGbQj8UBIkcZ0vue0U3ASmDUzZTHyDZdtDurzOe7LMJYUZbKkhyB+1quIohKThBF7awKj73vaERdzwoiC7MhQLiYBl0yQkmVboL80ORgpaT/nqzsQ0/Gzeb4HsuPTpdUDiWrPO/4Ouw3XCBsXagDVi8wC828CObnnUv6MCdZAKn5Yt2+On03/IRMKbOeXSF74XpvwMYSilajRplz0oL3BNfz2z02HXVj7C333CHhU+spe+xVXZ66QtI1tNWHaREXQGfVkA9VRqLsfjkecXUao2ichYashaPgPH1xCToiKMXEJepby52WF42gOnRWKeg0ExBQqSULPGO5pTKGlLHlTaeVMDQJ+hpiTFVmbgWqrziDZFqFBZY7xlxawwbLnt0ybNh3VRY42qDzVrg+t7W2GPCcBNZJZ5EvDnhD1rvBlGaY/WBrsvowJJXKPrsGB0lIqwEmGJuL40zIhxYdTjnwou5lwBKaBmILfzgo/ZHrjUjDI8x4ArC117rARtvJ4wPWjvbmoiOvjt///Ak0TXBklsCpxzq12Nfan6lsqVeCI73heRQyFEki16RU09aTBiUB0p4WDI6xlFtXXHjZxX0lheZCkLt9ZaNS6+gwnEJY4ezNpCWnprjZipouf0dtJYn+pSBn3wG9r5Lr2929HHgwwui8IOYDQA/1fXf43n8+Fv75pu/29dcuvzhd7+z3/zml/YLLmp+8Qtd/nzqFz+fffapffLpp/a/n35in3wi2af2KRdCn0J/Bnzy6f/CfxL6YvfZJ/9rn2HzCW0//fknXAh9ap9zOST4xS8+ty+5ZPr1r7kI+s1v7He/FfzO/sDlz1df/cHiAuiv/pdE+guj77//zs6ffs/lz3PTb+P5KcKWIEYiWtBpMypg0ysb8WvxBeKiaI0PAFnw5xz24Wkj/tyxZIJyWdReHDn9PW1G3fDfJqo6Lh10kSTQJZLALxu4nIh/svbUL5eeYCfQBZLkzwovmS6UQl4uM7hIGi6VyMP508jHU+SH4BybgG+JW/AYPEL8tdNjLtguCFxwPOUiQ7B08TFcanH5cS6QPXi7vyf03YD7HOOrvkd/upzZ1le7c9o7cOFyPgHa0P8Qi+IB3FZtuFyLi7fHzE8LT+CX4dlw6faEC7DHgPAIT9ALwg49fcRfe43+QlfauD7Wh8ufPPFDnP4DsPlGtltv3rK37t6xu2/f5wLobdMF0LtcAr3//nv2vl/+POTiB3j00D7i8kcXQroceg+be7S5zeXRrTfftLNbt+zs7IatuABacfFzBqxWZ5YdryyvztCtLME7rLIZdD7L2AA5myHT5ZAgic6Js4x0yXg5+RRiI0IIbmeRnraWIMAZMCClZLZaWcrZcl6F77RChh3y7HQyky08RtgmUyyrVbZVXhVAlrMlIK9WlldnQHZwWcrokmX0q4ycca6wE+QEj3/LNn3gKS6jiYUeW4js9kFbzpb4nwz5+vKZovbDSuCOQ5R0An3NjPaWEmwGhAWQJiyZAB6/pn4kdp0IDliuThxmgBBh3B4LJHQRNsix1wEoJNM64pGMWIVmMOpnisouGtChFyojR3lFijItBCBkqpUiNfcLAHLktBQat7DbqU0FhDICmfIiSPhnLo25zOIFyEz5Em3jE02rL+FRZ9gPeqmyKtvzyFogk4rntHhgUItoAd2kVN1EuMVopjxnJHDDgUsH+I4LHcl0uHdA55gLi44LDLeTLT8TN91zW2Mv3MF3yDvHa5Nd5/yGdbyxTWnb9WvroEcdUagN/nvse+9vY4E1Dq04AXY+Ao7cXCwY82y+KqnVll1Kj1/1G5dRG+u4dNrQn/x6n9h1wKbaqV/6wwOe1Ucyf50smYrpmU8fKreXucKTTQMyX6lyGTHTx5o+OqCnX6InajXehtB16Dty1AMdw8SujpW+E2sxs6ZSUicIvJ+KxUBLJxvAjPdc4gE6MiUGTEyKqyPvpn8kRb46Yeb1OdAB6w1z/HyNOgZ7xjddv1i4fectfkFw1+7du2/3+QXDXfAd4Pbde3bn9h17U/DWbX4GvWW33niTXyK8aTf5hcSNW2+Y4ObNW7a6AaxuWM4rB/NYk4IzBOAcoHEILJnkHXZ+JxAhmS6WRAYwXjWj5VLxdijUBrRV5ENCx8lM33RLK4jMvCRUyVhCRuo8j12fnO7RCGo7MwUBEHcWvcJgKLIi03LiXqSQTPjlwt5eCV/RFCTyesGD8Wqxn5i7Bf3OADUji652C+ULYNqGKdwyXgiB16Yxw0HD2TDHE+HVM0txLfQymokSVKNZ3DO2Wp3wKQOnDByXgR/YK6SPgTYGfLLYFGz44f/s2TN78vip/evbf9lf/v53++qrr+13v/u9/epLLn6+/NJ+8fkv7IsvPrfPPw/4+ef6K57P7efwX3z+hX3B5c3nX4Cx+ZKLoi+4KPrFF7SB/uWXv/DLoy/BX/5S/n5h+muiX0H/6le/sl/pwufXv7LflkufP9DvH//wB/sjl09f//lrv4T6y5//ZH/5G5c/3/zD/vWvf9p33/3bnnAQfnr+zP+D09rEGJswRsSPYY2PzQwf5Nj4sBlF1wm4zNFF0PDXQch0IeSwPreQrwuufMVP6espFyXfFxBdYC1c5YGf+uWP5MBTYLh0GfWyeYpccO6XOK3uey5BRpD+KTaydeDy6ClwDjwR1Msi0QdA/wxO4O3c9jvyKSiXSy47gq59Vuzt5Oc7m/pvfaFv7Svt+CkXKwLsnf+eCxQAv7r8GuNFX2Qud1u12wXYu80yfoZOfgLkY7QL2RjDIX4SI3M74duYoV0nmwKaY4HPL7IR66Lq21gPyNfduX+Zbt684ZvwB2+/bW+/+469/8H79t6HH9gHjz60Dz76yB5+9KE9/PihPfrokX30s0fQH9lHH3/k/IcPH1pcBtGGy6B3af/2u2/bg7cf+F8G3b1/n0ule3b3PnDvnt25f9fu3L1jt7kwErx15zb0bfq/bW+89Za9cfst6LdMl0m33nyDw8Atu3Hzpp3dWLGfPwMSYAFWcBZOZjoc6FAO2CpbFs9BPQNJ9OrMVunMsi6nsDmDT9BnN85M//xNf7kknLkQc1rtgLA/o93K8mplaZVN/hJ0zhmZeDAHnrQCI19lyZIFjww/q4zMxwHOKzP4zBja4nw5uKG2rP9JCFDE0S6BbXz0qXKu54DBRpbDAlTQLk9eq8K1WQpP1npB1OnQZHpgRMvOocokF52GA45h15m+mECSHCYBbaGZbFqR6JBFLV7AL/OFdgC2lFGJYx9Dg0laBmSTiU20QHxHXojS8yJaIF46B7UTuM/QqLsKboMu/CUoDXRl5nOZ+EmRTU+177AQHxA6IybzPpItPsWsoMFk9DnGFUppoMrYXFtoaQQE5uIRI5WNg9oGLOtlW/SOYlSJAPMq24p1fePGDbt1E+Dy9w3g1hs37datgJu3bpi+LwMMtjewEdy0N2QD3AJk777kD6jtbtDuxs0zE74pXIF390w079UZoHj8ncsES4oV54r3ckWc0qv9Dd558SuPP1teJdOUZNZvyoWmfYbPmi9Wu/Hgjtos5xSQaCvaeBJAgTVvYuPDLimYTO4yJJCzKmgVSK1F/bOoTnspLn8675PcC+uvfoSx7blR6Lnk6R3LqkcDSKb5hMPMCN0yVc7JfHzQlvMwxWZ0Cp8NvXTC2fxRr4Oh+5RY0s46bkMckG8KaC/0nJ8lG/Y+G/ZCWKkrOyPPb3KJc/vOXb7//GJBP1/016XvvGvvAG+//Y7dQ3b33gN+Btyz21wEvVHhTX4eFLgJvsUl0NmNm5ZXNwhdgSaCEi7AWExQxjXQWKl49KoYWFwOVClY7XCzghyK21pzVsegKNVe89Xxi04K3xNer165xUa+Epg4OnIq6MGbPnyJV5s1PFNmHVj56orvig0/8lLEhjsnZevES66GuOiXkKmjjDGOVGiuv2b5eSdtbMwEspBEDXt0uUCL2XBn7NE97jT0ULzaaTIsij0Wy6qIVuu41R/qrbU90acMnDJwtRmIt/JqfV6DN30mBNX1xjZsCtbna9Nf/PztH3+zr7/6yn7zm1/bl19+bj//+Wf2yWef2CefAJ9+Yp9+8qnpn3t9oUseLoV+xeXQb7i88f9Gz29/a/qnYl/94fdcHv3BvvrjV/YVFzh+ifP11/ZnXeD8+c/2l7/+2f7GRc7f//5X+zsXTforo39+843985//tG+//Xf8s65nT+z5+hm/gVlbpwsb/faRDUrHRZX+myqb51zIbAAuWNbPuQDCVn+p0/mPfMZHiRF2+lk8Af9hzGzxMzrkbCrixz+2NEKFyZTWDybfNPBTSz/ERyA+K6DN0wwI3jrJdtqcox9hzUbMgbGud8JTLqemcK7LJ4H+6Ro50T9jOxbiAuqpjfh76AuALqQmgC8uu546fG/foxPo4irwd3GJgVwyv+CotOOZHpnaCdwefgnr0kSwpJNMOgcuT84XwONAHnlg/PTj9mC1n4LGGDaD3Nsim2MueUbf23qPBZvzJ0/tnEuoJxWQ6XKovWwSL71kWu9awzc5sN27e8fefu8de/eDD+y9hx/aw0cPueh5ZI8+fmgffvSxffTxx/boZ8DHPwvaefT/8bF9/DNk//dn9vH/+Q/7CP7RRx/Zw58BHz9yH/L16KOH5hdKH37of1H0Hvi9D7k04qLpXS6cdOkkeO+D90x/efTu++/bO++/55dIb927bbfefNNu3rppurTJaWU5ZdMhKuUzO9PhjoPBzRs37MbNmw46MNzA/saNNzho3rJb/EZZPm5xyfQWv22+zQXUW3fu2B0OJ7fv3rU7/Db6LhdUd/nN9N2C7z94297hgPLeu+/Ze8T4ATEL3Z3UfgAAEABJREFUPuTS60NyJKzLL8neZxzvEbPsFP87XIbpr6Pepa34d999397m8HMP32/dvu1jWRE3g2Afl4Hy4QAZh7hO3wkB3xZ9K0CusWIa7aKZFJjyHTDArRHJMJnsMpOc6SvnM/gVopVjUx6Rp9WZpXxmK/BqdcNW5HHFYWt148xWZ/DAGbIz8TdvmA5iZyXPN5DfxPbmjRsmOHP9DT+or+Q70RcHIAIqscWHVfHWMSniChhhKg4kAzdkXGILhIfCFJTB2fQ/hgajMTNQpNMy5JXTl3qR+34wSXgAaN9BmR5upDhrewCylcgYj9af+0+Z3GWjV0NMxKJt9iSTLnuVrX22x4Ke+ao2rveqSsA6NQrRG2hPUUMfJZYt9uEgE27llZa8hVHunXGpcLbKdvPshr1x66a9xUXtW1zc3rn7Fu/RHbt7947d450SdrgXsrvC96Hv3bV7wP379+zBg4C3wW+/fY/37T7vyX0uCB6AH8AD7wS8/Y7k6N9GBzxA/jbwzjtv2ztcOt/H51t8J24R062bN1mDZ/bGm7e4XHiLfu7be3zfPvjwPb5tH9ojLrcdHn5gD3l3PwQePnwfWoBM8kdgt3uIvYDvGe/+B/pGvveu6bL8wYMHdvfBfdNY7kPf58L7noBYbvOeK5az1Ypc9/ziZ21Pn5ybvtP62aZ/Lv6En7Winz3j5/EzLuRZZDdurOytt94kj/fsHb4Z7737Lt9EwTv2ri7YGfvbAsYt/A70O+RGuXgA/fbb9+1Bieke37W33uRCne+f3tUV72nOKwtIlnlHRZ8RY3J5tmya+45XsbM1+6bn2kewX3pGfM/ZIzyDdxmxn8M7aN+A/BysSyBc2E2+BbdZF2+Tj3cZw3vk7cMPH9r7wHvvf+A/a95+j+8i30rl8t6Dd+weObx3l5zyHb5z97759xkft954y/TXQGdnN4j9hlEFeLSKWVGfIQZshfSMELLb6F2ON0HjEnTs8iTBZChhiwMk0Phg0mQMPxa14o6O3Jitmav4nlSzZJaArN1g4isuyOaXPUTUdfC9wIw7PlvzHuvbAjKjM/lWt4atIgAhdwr8KotHth3ADvG24TVKFAPnD1ZrzaD/lde0RxlJUrHoCq3sOnK97HNZWmMS7lUdBYd9HeXmEkavrudLBHtqcsrAa52BH8Tb1PG9bGGjjy+CZ1yifPvtt/YPLoC++loXQL+xzz//wn7+2Wdc+nD588n/+j/l+pRLoM+4FPr851/EX/T88kvTX/D8+lf6b/b8xn73u99xCfR7+4P+eoeLpD9yCfT1H/9oX//pa/uTQJdAf/lLXAD97W/093fgH6YLoH/98xv7ThdAjx/bsydP2HCd22a94QfC2jZsZDZcBG3Wz23z/Lk910UQm5rnxP2cjcsaecflSadfzzAe/UDWhLRQV0+VVX4bk6TBCBoDZ6ko/nM9cAcN+G8Gl7HlNfsBgB9viulioHZT6HZeJNUfoVN7w/5FwS+wdIl1AHTZFaCN8DZofow5ChvixN9uum0/2u6O5ZxN3TmbssDqaw5r+nZgHenyZDfggzXVAeud8NTWbJ4nwIZ6fQnQpvucfs7xt3RpFxdST/1SzvW6WOOSSeNjAdoZh6U37tz2zfc7HKTe0WZdlxls0t/jYKSLG11w1EuPD7nM+dAviD7icugRl0Qf2UdcAn38H2DgERdFH338yB5+JPiQw9Mj+/CR4CH4Qw4AH4A/ML884dD1AfCegEuWd7n0eU+XQO9z4AHuvf2AA9xdDnJv2A0OFDqsZDbYmUOoDuFnZ8kSh4KzmysOHDft5o1bdvNWwBv89vnmLWTgN269aboAepPD0JtcAL2hiyAugG4Ddzls6KB0h8uZezq4cmC5xwHuvg5VHLjeIQ5d7ujg9wEHQ8ccYj7w/zbSw/hvJEG/R/w65LwLfh94t+aQPH6gyy74tzng3OG33IrlbHXGeYPDCx+DbMmMyeC+obzpvKl8hzrWWscJId5OTFQybcC1hmxKhs6WUiq+V6ZDU8CZ05l8ZQ57LlvdRHbTbpKzNzlkKTdvvvGmeZ48V9Bv3bY3kHnO3rpjd3SQJ2d37j+w+1yS3asgHngAfx98l8Pnm+RZB8+cE+NiFIxl53vDLxGWdee8K4I1eM0rH3jZVjpyx3e8U/4c+GrqM1zB9CSyTQYzuSIXykeGFpjz6B1Ln82KLiNLOjSTw7PVDTu7eWZnqzNbcTl2dkYuhW8IC6S7aSsO12onH9Y8CkcsWeHboxiREK8YKKkcglbdRw5VY1fH5/bwFcc3Dq/Iqs0Uk0O+nYftRh90SSyKwWyVsp0xzpu8W1oXt++8ZXfu3ra7vDv37nH5w7tzzwHa5dLdQS/+brn8ucPauQvcswe6sBDwbojWpYaD8w/MafS64Hi7XHpI9k6RPdB7ynfiPpdIt4nlFhfaN2+d2Y1bN7j8vWl3uEDQpci7ugDiEkIXPx/x/dKltC6nHz760B7yXo8XQR/Af2iPuOyR3ccfP7KPudSW/SO+Y3rv9T3Q5cwD1voDvhdv33/bdNHxgJjvwwt0+XHrjVuWz1g/zMX5+XN7xi8DnvD99Yv4ckEvun6jybjdunnL7t25zeXP2/YhF82K8dHDR6a+H8J/wDf5IZfRj4CHxCP5I4/vkX3EN1f8Q75P7zNWXR7pUugu37m3eBdvsTZXrF+H1Q3W5g0uyoCzG6zjlZ3llRnzq/US8T7l0up7frnHL2KefGffPxb9HTxA/I+/Bbfw+Ds75z3O2ezmzTfsPnP0ITH+7D/+j/3nf/63/ff/+x/7H8H/9//AwP/AA//13/9j//Xf/23//V//Y//3v/7T/s9//qf9h/9C4Wfk4GN79/0P8fWO3eab8gaXY/ItOCNXZzeJHXxTWOO4edPy2VkAb7mVR3+5tOb2puPbsGY+noOf833VX15txAMad8CGJc9suCzeTcjiCZQZIL71Xp/R5039ooHv5e3bd+32W3ft7p17XOLdszfevM0l6W1TnLpUT6szM6BLCSf6JuIbit0ftWSgoaiPgeHSaqSjVcu/BrTCFbzEUJih6E2fpo2x1w+WyXNCYicOVuS+NW7pg22PN1hhetEUXdSeLi5WZmPVOhfsc6KYNJZ9NifdKQOnDByfAb1Tx1u/cku+tvxI0ib8CZct//rmGy5tfucXPvqPOn/BJc8vv/zSvuISR3+l8+9//ct0QfTk++/tyfdP7OnTJ2yGAH7zdf7sGZuGZ/b8/FnB5/bcL2eEnwfNb5aeC1z+DJngfLA/p+0zQFiXOoprw+WP/6k0X7NewK9bdGGly6Bus7HeL30YBzr90DcOJ+YXHj3Z1VcR0KxwQcPPetPPfIH+uykYjMVtYB2XNrDbP6SlawEjtfGfVsj3Yi4xPLYXxTv6kW8OBZyurANfJUROD8fdEcPlQVuBXcCB56DvaBtztitHVX7dY6nxRkxjXeUtlha+zlkZ566cT/Or8cQazBxS8s2yaWbzbAItdgEmWvy6nLDMRgmZ26/O7KYOWbffsNscWO48uGf37nMQevdB/DWRfksu+OBd0+HrXfA7779j7wL/P3vnwRi5rattiKMZ97W9Jb3n3u///6d70jb9ZLNrjzXU97wAKWmK25Yk515P+BIgCIJgESVhxpvHBFWeKNCjQAl4Cs6RnfNt8BkBqDMCL2e87J0QlDk4OrA5L1ItLyx64E70L38SvqSmNb20zNs5z9Vzm/MSMG8XNuMlQJjzYuDgG/B9gkD7PKQf8lB+zLfzx8cn/qB+xMP6EQGN00dndnx2ao/45vkR9JSXu3N8eYIvzwjevMcLlaCXsvd5YRTew28FhZ598MyeEQRS4GeK9xijXtie0Va/QNCvAxR02uMltcVXH4PG0ZqGZH4c6BzgLNKZlPkeWZSLUqvg9a6jNilFG6hXWuMkismaZmazpDWdWUpzS8yRMEszm4n3urm18z3bY24UlNL8HDA3BwR9KvYI/lT+8PjYDpk3veCfst6nj89ML+160RP0snl2fm6nzN/x8bHtHxyYgnJmfCuuMfHC1XEud5y9wpKX4g6ILpEJnetwtjvtCOQD8bxYRl0pE/TsHJ0tVV946WT6cAxne9as+vzIF2sSZAaSaT9VUCBNZLwspzRDBsQLqbUZdLZg7832TPO3WOzbfE/zKDrFwtq9PddPKXl/uuoy62qaD4dOnYx/BfhsYFx35KWcywusj40xaqy752DpwbKor/Mlui3PzN1t6Px8yayi2d7ewrSPn3JtKzjy+eef25dffG5fffUF+JKXeF7kv4Z+DdXL/n99ZV/Df43s6/+SXHpfofelfUmbL76kveMz++IL4VP7/IsJPv/UPqP82aef2CcEmD/55CP7+BMCIh70+MAU9PiIoLSutfOzUzs+PrADgh2HB/t2fHJk55xHuj4/JOijtp9+hp3PPrbPCDB8Bv1U+PRj+wT5p27/Y/uUsgPZZ59+6sEIp/AfffyR+a//COw+Jaj0+Pzczs7P7PzxmXkw6uxR7P+TY+Zqn2twxtpyIrM/L3hG0bOP8FLPQTwPXRAU0q+BtI7aIprfk9MTe4xtBXw+JIDy0ccf+DjFf0hgSmfP+wSuPgIKTGn8H3/8oeuIVzsPOus8JSB1/OjYFNhdsHY6Rx2cAW3FnHMAPrGv2aVsv55rasmXBpf2Jz7++fIFNPASvuIFvP6U/sXLf5t4yTUOXWj7nNlnZ+f2oc/7x/YlgZ2vvvpv++rr/yIQ9P/sy6//H7zwX/YFMseXX9kXBIo+/+JL+/Szz+3jjz4jGPeh6deU5+ePCT6f2v7+kS0WB7ZoufYWC/h9ELSl3HL+t9y/UmqNCxdXdPZwjXHh5SvugHwB2Dk6vvDh2mL/6zrRNdBxBnVcYwoQdQSIdA0GaI+lVdwE4RKmW0v0tdD5SPD8+PiRnTw6t9PzJ/bo8WM7F6V8SGD04ODYdI7OF5wFs7m3taR90TDXxT+s5pVmX30FNZGkjMq1tEu2pnDnAjNwrS5Tdm3dtRVvz7Vru9AM1Uqe4CsLrR5X2iNTKuVCJPGL0pl/biZ3hel4/zpvo+cb+/tL1vpGDx4qH2bgf8UM/GdcSgROzGFOussrgjkX9ttvv9i//ud/TP9ws/7sS/8gswJA+nMw/TrnBd8SveIbo0uCPQru6P9A1GHHH2gJzPQ8EAsGtcascTTGe44lsoBFuTGvN/1tPLza+U1a9hzc0riJK/jj9nrdBCo41Cj31NvwyfShAnUifmfo4Sjz4O1Fp7IrGVUhhFF5ihCZ18M7pd7pZnkqV91fgdrnX0eZNUY/yXPmoYcyc5or1jVuLMXcbvp/e1DGCI78M7E5llreHFOVT+mGDi9qdw7iaZYV3DQuopTMH5r14AxMASFgnEqZ6y9DjYJT8dS1BDBaHvIVNDjhZeeUIMr5k1O+uX5sZ4+f2BkvMPpTqMe8KJ6B4J8SHHpqj58F9E3606fP7InAC9UTXljOeUZyC8MAABAASURBVHg+PTu3E3B0cmKyv+Cb67SYcZ0m3GicptSaXlhaHqiFxXxuLXqiIxa2kIyX8D2Bl8I9gkB6IFeg4+jkxE6E0xM7Ith0QgDr5PSRPXp0Zuf0r2/5z/3PuJ74n4GFr0/x94kjyuKfEgAC+P+MoI9+/fOMgNBTB8EhvrV//OSZnfIydnR0aIcEXBaaP+Y6Can1MZmGp8z4EBxgiWAiUeU60m+lr5e1Vi8TM2uhLXZayQj2iLaSMTdzYT63uWNh7XyPOdmzueaDwNiewJwcHhzxrfUR32Af8wI94ohAztHRsTngjz1AdmaPTh/bKXN0xovO+blefM7tnJe0un7HfFt/pG/rCXYl9ovGwlU/XPt6ydL1H7Rj2wY6D2ysCGBcAVGwBINc/KROL20OyQXquA70Ahe2e7rmmiEZc5vY7wrG6BdkqZlZ4mYTVLzQWJpBeUFzPeZVc55Saw7NMXObwJw1nC8WttgTmNe9fdsHUd5HDqiXrs0a8w9+cOzhk5fIuNf4WuMnNHMPRMXrnaKseXJ0mflbgY65WTJnV9Ay5joH3NtiDlV35TqZusCK8jpCVzauh9+nsWvJTC/2pyfHvt8/+uhD+/zzz8AX9oVe8IGCOgoGff3VlzaAwI+CP18TDPpv8F/AA0Jff2FfF3xVKUEhtf/q689N+OLrz+yrr+DBlwSIPicYJHz62Uf2iQI1BIQ+JVDz/gfv25Nn5/bo0YmdHB8SqDx0/hlnzycEUT4huPPlV5/al19+ZrIrm18SePqK4NXX2P4aKpl4yb+kf/FfKXCFT19++aV9AdV4P/34Yw+2vP8+fWJfQeJzzrzH50/iGjjn+uA8URCqnbescSagcsUXVktw4c9MF0vo8pUHWfTFlYKg2m/7nA+ntH/GGfmx/GZ8n3zyCQGqj328CmKp/BmyTz/7zD5j7J8RzPrkk0/tE2SfQD8mSPUxATL9uukpZ9IjrsXD4yM7YG/ucz0uhMXcdAYt2J+CzouZ9jr7XnvNA7MX+MiXdS8v/rQLAlZOKV84/rSlKEGt5cUl4xK055bsz8y1krC/Z8fHJ3Z2dh73A87GpwqGMzad/fpl6ZNnH9gzzn7hiah+vSQKdI7q/H109tjtHCr4w3nV4rOj3bcI+FS64J7QBhKbVRuW2VeQQGMawHXkgR4PBF1Zt8qA6wKaV51VSK5fDgl+QWLLZthN9AHado8xHtg+AZ6jo1PTmXjGuXh+9tQ8EMT95Jjz8vDwxPYIEs3n+zb8EqhpsaYgEER+6mIXK34NEtKnyD8YUw+n/Nt3mTNwzajKmjxBFSqLbqNqqKZXNkClae1Q8faZGSY1QVMgujlJ+WaN1669j+n76L62Qw8NH2bg/94M/MdcWrqZcqvkPTzbFd9qvfrzTwJAv9nz73+IP98iEPTtt9/aj8+fu/wl3yDp1zn61mXFzXW16nhA6KwnWNNzw1WgRjACM8OyN2Y8l4OmQGV4zVIDb2YQ0PO4DHo84gE1bvDYhh9t6nAvoI+eOqNVoB76UNn2uzy8U7WpvG4qI29ev14OjZIPD+3SDJk48896u5D/75Xx/RaPM4yPOWHhmQH4zfmrdbfQVOs32/9tZYbzxmnHfLzz8chp9QvVvnewUtDYrdm/Ha0v0KIdPmWum9LKWFR/yG8XrbX7c1soGKQXDF5g9G+CHB4d2fHJkR1SPuaFsdLj02N7xMvR2RkPzALBgzMB/vjsxAYQbNg/PnC7LS8rCnp4n2SJKz+lxvTrn5YX8paXcWEhPcHLe9YuAnrBWfDisC/o1wHH+HV8bIePjvlW+RE4s0dn4PTU9OsG4RSfznnxePJYAZ+n9owg1bP3CObwAvOsQL9iegr/9Ol7/i118O/b02fPCBi9x0vyM9pBqX/y5AkvBae8mB7bPnPVtq0l931mLQGSJKTEgtSUfcbJQkBdSugy7uTtWsafaAvFVosspTlldHz8kqtcsWcL5JoLzeeCuVkQiFLAYn/v0A5Yr6OjE+iJHfHSVnEAf3BybMIRLzOnmqNHZ3bOS9352RPztePF9+xU/BPTS/AZ83ZCYO2AOZ7P9/BzZqahsXky17Cgs0DU4S9kZc+Vb+Q76JL7yyY6ZKrbhF6g9dLaKVgkeNBjZdLzPti7po/m0ffPzPdvSm2hqdBSbig36IAWpILKtzP0mE/N5azds/li4Yhfnu07P18sbLaYm/6NFaypd19O96fMA0RT4YhK7ggEgszhTTwLPfYETEcwLFMv2jHOjrmKXzB0ZbydqSx0Coa9IWQn0698mhNIPCIgqD99esoL/UcffUAw5AP72OmH9pH/EuUj+4jg0CcEIRwliPEp5Y8/+dj0axX9yejHClSgr/InhYqf4lPX+cjbfISO/6P0H7xnH370vn3o9ANT8Oe9959yDZ/a0cmhHR0f2oH+/R/4x08e23sfvWcfffKhfUzA6HMFrAicfE4wSQGlL776zAZ88QX856ZA0FfOf2FfEdT64quvkH9pX33xlX366Wdu54MPPrD3CAApwOLBbfo5Oz+zs8fndg5OTk9s7+DAWvaIFlB7U4GeC4IlEUB5ZS8VQFGQxff00hJ785A2Z1xbzzhDPtCc+nxpzj6l308cn34q+hm+fAI+Qwb/ufhP4VX3iX304Uf2HgHoxzp3uGaPjo/w59DmXI9aw/mc/eqY24w1laydzblOuQ+w1rruLgjuuK8e/HlJ4Aq8fIHfUPlNEEtjWnYK/lyw94QV9w59MWEERxa2r/P28NiOjx/ZI6A/tT1+dGaPHOe+Zo8Y7wC+SBB/LNmjc87mUz8zFwRQdIYvFvvM6aKgtdQugGiLLBDXNLJZ0tTrgrIVYxLqn3ytuGZWnDsqZ66hK/EbyJS172lqApNjybAr0K980S+SfGwEe548fs8ev/cBZz9z/77wob337EMCk+/bkyfv2Rn3EgWJjk/O2J9HrMU+az432c3YXGE9AwQlyX+hFCHuB+co7FtOdzPavJVe18d0N5PyT5hoq1jAq8SkYpv1edsW/4MlrzNH9xzOO+riHZm95+Ae1P+ZM/Dg1a4Z+I+5ZmaD95lvfTpTgOfPP/70P/F68eIPu7y8sBXBHanNuAG3rW7KM9ND8CwlS03i8Vu1Qs/NuYDgTASBKFPVCGQRCDJzamaIbO1Du14gsBPfVMZDct+XO4Me/KmX7V6BIuS5UNlJZLhllVIsSe3li6hEUypekHwTU3nlRSs29f+3lzWHPfP75jCt5Rvjbc53xth/KnDdk9bHePeM68aDPTwcL3koDix5sF8V8ILpL5OhGw/HE35jbTIvqTE7yumMiyxxsaW2saRzgRfkdsH5sJhbEuWhOqXWLPESQqBDrQTjU6lhQ/U7gd7u5I1owvmDXaMPBZQUQEoEThQ8GbBYWMtLmwO/WoFy4uVIL0g6x0TH8twWe0L8+mOfFzh9U+3Bpv0DXoAq9myhoIvsCdiUDynJp5nJF0H+JPdxVvxVfUt9a0lBIs2bgzayUfz3+XT5Av+Fubnv6gssgAJi4cMCXwoUFHMc4uuhHfLCtk/Qbv+AMjh0HNnhwZEdEyQ6PDqxYwJBJ6eP7IQXy1NefIKe2um5cG6nyE8IAB3SVsEu+Wac3HUNRR08lWfQaZ9wfncENrpKxSuQs7wyvTw7kC0LXBfe5dLxPcv+hHb+Qh287Gfss8HN2DyJnIklaV5nUKGBToGMeU3A1yRRTuhP5j9p7ucz015Y8ALd8mItLPb2bArVJ9aFDsx2zQGOcQWt5TZ8el48Ba5P5omccufofJwxxk7zAHKBlzWPAjIv76BV/zZa22d80Jws9hd2dHJoZ2endk6A4ckTgh7nj+0xQZDH52d29viRPX58ChUooyfdM8kI8p5SPn10bCeOI6hwCJ2i1BNEPDk+9P6O2JfHRwe8PO/bHj7sEXgWDg4XlOe28PVIxnJxDSRr543N92fs3b0B+wcL26ed43APfoLDOWWh6ox1h+geHu5zfQiHtn94YHus9RwstP6cD6LC3oI9QLnlOmbbsF6ssM5NzlTf38O6aP3Y38h11uqamLHn9rGnQNAJgVcHwSQFlE65pk7rdXd+wnUWOKf+lGtO15/+vSPxj3QtIjs6Oma+8HeOTzoD2rn52caebIH2ZtCZJZ3LiV3GOnf4pGtLAR4FgpYl2BP8Jc9+gc6vtSX3hyvTtdkxTt9P7OjUJuZon/734xeEjEf+aExHp8es6bGdnDxynJ6e2Sk4EU6CP2UvHVN/SLt9xrE42Ld2vnCkQtt5SzmQxKfCzxgI17vxYThlDbQOmQBVILuvHV9kck1xPWVHJngaUHDoSkEgEAEG2WzZX8LCFgSj9glMHR6fEMhi//MlwXtP3rf39Cum9wn8OP3AnvAFwGPqzh4/s0cn53Z8fMr+ObGWALwRWMYgXmLbf2ILi98ZiFuDNggCfQkLeYNUDLFGMlJL4u+G3tWm7QZ+YFyFjHGRm8YDS/KSlwv3OkRnUbZVGcHUQrKUxl5i7VUvn1lXERWFLV8lfD14j56p/cCocCukLZ+FUG4gxblxAMheJ8mO8Dptp23kJeVC4DgoPF/LptVrFbXwQB9m4GEGtmbgP+i64TBRAvr3di5evrQ/XrwwBX/07/xcvLogANRZwxmmA23OA828bW02S46GhyKqmICemEx2GEEZK0Ga8pddJp27wHjp7DkkM+11U/BfFhHgMdmkTvV0Bkd/yrmTSy/kuhsIptuT1AAD89tKpaqvfKWoearlKfUKMskgbku0Qvb+Dqj/zX7fVLbZXmVh2o/KbxFvfKVMfXuX/Fsc8zs2ldmj2q0d15Ee4Je8LC55GF7yAq4XkyUP+cvMi4peXICuH+mqXUe54wW749rq3I6kI3SdZerHZ9vGEg/piXNBUJAiLXio58VE5cRLAwo2fHAsY9uwPchgtA2SxX/j1YuUjrKDFt4W5SGhz8Oh+kjqv/Tb0ncg/BCvF6MkP9MMd4REN8IM2iBrzDjLEvUKErSccW21s+Ala8GLiEA/LUhe11pCT2gZZ1D0kLXAy/Qp3iHb3nZGu5m18CPogzZtK58XtnD7kgnSFZ3AfaLsdM8UDGpbqKB5mGAhm5NyO+EX8EKrl1zQYm8hql81iXpZ/cgv6OCXxrlgHKIt8ycqHVH8TXPTPCbjv2Tlk33VM/tyCt7mSNRJXjQrCb2y9tp3DsoosB2wJ+NTUEGftgbJBPSSAM9a2+SulOCTzRhHcrTotWvrMxvWK6mtw/wjP5y5NguNyKUU51T2sfSMXeDlh2svaw70Ivsa6GhzLbj+uwr6EK++NM49gh56kVeg4RnBnycFCj6cn5/Z+TlBQAUgwPn5I8qSPbJTgheBYzshAHAKTni5Pzk5sqDICSydTKBAk9cR/Dk6imDC4cGeB3T2ofv4IiwImrSLxJwHUjL41hRMOSDoU7FHG8fenODE3A4OoC6DumwP+aJgbnOXqU5ygO58T/V7XENz+hBm7N13Rmy1AAAQAElEQVQm9oH2wGwG35i2FLuUPdcTdNB6ZdaOU5L51FxmztmsNWSeM9Auld8NNmacD7NZa3PQggVo561pnAvRUpZM9SNm1jIXC9Ci17YzM/ZewnAy/Wfl00AbJEGtfGLPaX/hK54rl1+qzn4Oay9KKzNGc3iWpIEmY+tAJmjigPeyU9UbcwHtAGYQMyeSZeQjND88qhWjGEfXONfpEa8o47n4LcxqXWkK8aaFQkhIlIQoYTMDfCJHTA4PI/8GP2qfzOUsJZvNFpbafVssDu1w/9gOCewcPjolwHNujx4Jj6GP7cx/+fOE/U+ZQKl+AXV0+MgUPNIZnNKCYVS/NykOKpWxi333YOCTTqpHExFsD+6asBDJ1lsgXBfcr6RIGAsUK7fdVHuIVaSC8SgBL3OOOlWN8zBD4sungb8f46Px7H7tWHxvkFIywQvK3F8jzKXC3cGUFOVioJQGgo+zofDAPMzAwwz83TPAJfl3u3D3/md4y1nFtz6dXVxc2KtXr2x5eeWBn9zr0Gn8IFMQKJ4ZJjeLgR0Yi08t9zxa9+b/xg+NGwdFqO36EPhBm3hPtp7AT0//jqpPvYmH6oaQ+87//EwPXoauTDIcEZD9Fm9++6foVOPpVQDiIYNc/C5M9Wq9bAhRVp9/LXof23qfbyrbbK+yUG9pMVbP1zsOhU2ZK96QSf+G6n9Wldb6TaDRbLa/j2xTV2Vh3WZGJPhDOvvaKU8QGT4wXg2oRtI6CCpVir6KguwNqLYKNR64VBebUY0TZwWtgsVKQyH6pAllvPAGLi4ZyjqAIG7HpSpEOy8qC5E48054EbLUws5AoS1UGOSqk0+VJm+baBtQXZHReeJFLdG+befmv2JatKaXrpZyYEFZsuindd3KJ69T+5TQEahf4ynXNq0CM2vluUVfM+jcFguVN6H+96jfs0U7UvGLxYI2C2sXe4FSr/ICmaPKKkVe6yt1PfpW/4LkrcaP/db9nVlSmZfRdqDyGXiQa059CzS3jZklUNaSTaDld8Ab8HMcyuZwvc3MdTnzRTfrtsu7HvjVv1C1xVdUWfiXuVuNqLJtGq1kI7jb8nybwruul6sVPtFch1Dl4+h2OKE2zL1qxpkto1FdgYjsJJibwPbhWmVHoJQcWKYNuSdEpR4dl6ivgPpXfcs1KqRCxVdsyxqulYoEL7RQsAA41Po+nhH0mdF3MjJSAg0QDVDBEPGFvRp7VkGgni0s2kFzCXr0UMnQNaMvWqqPxcxasABB51yvM4fKgx/UL6Tv42upFxa0nVvCX7wxY5/6ZZUoCV6wnZ/wtXf/cL2sOr6p4C3KPSRZGS8UexSpzbTrGI8gPlDuK+a/qsHOFVGVNVzlsU716s6taRWZRueDwq4lVPFRInkgVF50B9SgiisvCuga/+kHXka9jG5WAEaAr4Eos5YgEEgLS4sIBC0Wh+Z/rgbdJyi0T6Dn8PDE/5TNg0Kn53b66IkdnZwRfDxG94D1Zp1Sq0nEeowXpqQEBSQY0sDAv2HSGGWi0oF/wz6G5jNZLOMK9m3kg/kbjGkPayFFsz9zaJDat9NGkk3L4nfJpj1ST5LmLrhmzZxK64YGqgbJny+GBtp6SLl2yCPJhhClaa5WyWYu2tTYLHOZut52tqU5UVEPk6KzE/0J61UP2cMMPMzAvWZg1xV2LwN/jfL6lZ65O17o78QvL+yqWxIAop4zlrPMmqZxlzJBmdxzkCkAA4yHQ1S8ThqCeYbIqWpH9K6vnPqt1JemPTVASX0ItFNfVJCoUBl/86oz+dTrmzdg/o8D43fK5WwcKQ1Lkqwf+MJAaFeO6ljAsUylFYOVuEhZ6Ir73w2N815AOd0Epotq5jP/wxFLH76+Lt8zxs2295Ft6vbMngApKUO5Mi3rumAfOy0PS5nrRfWoTFLDA39j+mhsA60FCQaodZbVsC+7iEhoRG7UapAqjehHfeolpwFc7aRSSeWLIH4DgxqMNpWfFPCiKuuQUucVqhIwk13m3tEvAlLIpABonwS9XBHASLx8JV6+knhgPMynNOoxaVhIEGRw5vbFV7hwyNRWoAEp2qkcaJEJyL1P8SNafBIS1KFf1oiXT6JTUJdACxJ+Jx/HzAZaZPVFM+Rz6gMhn1vrQZ0pnRWZbEne8rKMj+o74XcqvMqgpdyyHgmavL6xZOaARGL/GMhAVAuj3RWVYx77pR8EUR6K1zB66drq8VpdeXY3u1MTsj8tX8/f3/b1tt56zTD/zLHOjSlYlJy5v7psRRAgkLnP5nxluRvRuWxlLqdNl5fwQgct6Dr/kqmjPjtoP7Rbobca+uhczo7wvqHypaLIaEDqJmCmva7KaOd2sK3zz+skm9arLKDjc1FsqC/KWW2YdDQ8J1MNBD3yaQqJckE1zCkEExw+WIBxewONPrP3o3NyAvylKWlsR8duB2EkdVMgEsLdedTjD89Fg4a2sJej1rzP4OmV7sgHX+VbZwry6F8EIN5jgmuvDN0dkHwDQ98D405QCpr9lAge4XZSh/i01qFrqcIZd0Sl7EpFhl3JVFJzp8qQ6/pfeTBI/XKWzRY2n4O9fdvbOwTQg0MP8BwcHRPseWQnx4/tkf8q6NwenZ3BP7L9wyNbEDhK7QKrLdZT/NpDHQ9QH1Og9hpJFu7bLNooF25uHRrkpKnmbKM8rXtb/LSLaX8+hVwrXPCsMSWS91ka9My6l++RZXS1T4Ji1stknmaee1b6cH7IJBQGQTBqxn2PGzspgRB77ptPvXlpbYeGZNOHqbTyoqMNlV5j6N6sOsBlWtmQP+QPM/AwA689AztOhde29Zc11M/C9X/1uiIIJD5zWPX03jQ6xBo4s55gjMv9IKaWsiqiFq4y0EYPFFCkNPT8xixUe/N2autHkg46ZEM/8F7XW8/D3YoHSf2ZWCYwZZSz/PJeop0fjDzk6DyufFCzlHogmqEZhoZaOfQNqM0IdEr1nQaD7kO66wxo0u+q+6C3awb0EGO6XrhmRTO0ypyyvdXOiU93Y34dSFjh8lKA194PHW9FRU8PAe+Dkmx7rWeoIFMuSOSQLw6kw/UJH8ZhmgKIJ5XFyAkohJwEQzJOCFNbOQg4nShSAc+FbPGhjI76V5nu5bIjrmSkRT9BkwdHGosgCy8BKicsC60oMuy5fckAnZLoh6QqhyESU+vFI1NKyK4H9j1gskmj7wiqtNYSYElpXccoO6gzIamelxCn4guo8/EVGjaTBZVt2tQ6vcSsodoIf3wca/aRG5CszFdLEEi2XdeDUdiQ/SS9xsbPlB+lwWlyp/UNO0zlitC6Plf7WiteqGXfDtijjE+xtuILIMaYdsMrva322E0YNYP7Z+Q9bgiQIaksSMCIdNGACNZwpcMb99so1yDKJlVQg9cJrvPs9+Mob/MK/my2nZazB4O8Ha/RTq+117MOAn2hawM6BlLgflM/2NB41J9ktGVsmS+PkPJ+qbFrHqBYiF3izI6s6qhq5GVHEivPKpn5MCA6joUe3S/5UUFL+SIwqrCoHLmXK+0p2YDoa0dOUxIVkcOUNCn7JRHljL/hX7bsvml+Ki8KvNdiBhItYYZrRfxu3KQ71k3byjlhKruJlxVBOpvtVL4NdU5DLzMmQWeArLIszAt1M84wzseFfhlE4EfBn/39I9tfHFiLnAwH0FtFEIgrgl1JmTSjZobdeuRQ3Ehpo3zfojy9b5tN/WZT8A7KGqdgzMa6+TpHQw0TnwGTT9IelH4dZ6PCm8FtY0ImBdhIsy3f1qpDKTYNfAIzWiRogpqDAmlop81A+Y2TOnljI4PrYWlwMooP+cMMPMzA/WfgLV2a9+/4Pi30DU6FDldBgZ9VtyK40psp6AJ6HgoohWn9EqgJ1t/DKHsRGmXqXABVoiHJLfSyJUTJczpBSxo6eUQpkqbmqk5DC6pKwqs+m/6BagWB9Df3Kz3c8XCSoaaHLXirB7t4R2m+xlfZdVS+1brRxypZpxp8hWoqX+mmTOUH2ORG+c+ZDV3Gwj/Ho5s8qVtd17Fpfw/bljGQNMX+0AkjumZL9UUgVihF3otrqaFlwMysSsVnrk3vnz7Vv6Pzgjzxy1B65oeEbX3GtmMVrSmoF0BAxggoJKcKJPB4BZ80EGjsH/RoIV5tBfFFZJn2DMaLTmmbkCXaKzCiB3f9CsZ/GZPoA0iPnjCD7QS8daGFuGiSRb8TgUlRVu4A+khrCD8SvlyPDbtD++22hh1BtoxgjJBa2sPXORAVtoJN0kl8s53Qh1Y/fY68TBCp1smmZG1TAkwJtQZAjek00QZuTJqlsVS4QShdocgHsks2VBZGRoRSpG9bQ5WLSm+E1rJCtUIti6p8d6jFFLta3nZ/2dXmvrJJH+NQxynhWt62OPV7ykuzlqvdWlbdBN5XZg9Q7zx111LplXrIdUnN9WWNn3dx0qCKfXLzcfTO5Y26TF1A1ZnziTZKOoi8joKqvJ0zZLIlwKpjviTSNmLLT+aOuqGNbIygFyojN3SCUw7o18/MGoRSfZVhQnU4qWYAH5ChAu8mC02o4FgeITU01hK1cpt1GMXeBIPqJ7DCVg/km/hMQE68oO6mlqvFak/lyouqPCJ775IHZEmIUs2rfi3fhY5W1DpaiBNiiUIm/4MbWxgBGsmkC5iQ7EDmNDF+c4T/rc3mnHeLffM/DdOfh+0f2kJYEEj3MWKH5mG48Cp7nRjJks2SqMpvAdMB7TS3W6Gf6Ka1e3Sa1LxtVr4I2FU3M9bI54KCKIQNyGKx51CJfRm8+fM9wiEla5LaN4PkNqb0fJvadv1dGuK/7o+x1CnItqUbJd4NZ8CNSneuZHJu0lVQyju02K436T7UPczAwwzcOAO3XG03tv0LK3XFB3SsZn3j0/XWrVamYEoN2EQgKNzS8droBtFE2fOGghKUZBWGzOsV9OEOU+2Juk0etHpgDmmi1PTeTDYkERCJBLzQw/fcAzJmeDghitX3mTKnGMGreqMwDk+keqwRS5uaNObK30Zv0tUANzG1p7ppWfymTOX/SDCYt+E3Zoaky2YXpLApv042lYufQjam5Zv4++jeZOcvqvNtSuZ73tjv2vm6TswfPhJXlR5D9FDCswlCSgnfKmBN12EtoxS6EkgdSnI1MlqTI/e8ZvSp/gdwjToP1VWIe6HZQKZQfYEe7ByT+jRjDPRIQMGKX4bM4E2UWnNgFhrdJBUcUXbWszquRFsFOoS2nZmQEg/1wIMi2E/ABG9JVni3qWwDKqJlDNfJhCnlKWkoCJCdSXU3QJ05NNabEF5ItXazzvPiWCpCPrE1YUMlBKE3SpxTlbFOjpZpg/e5nFnMseZ2Zh5Y8gCR6htvqsxtkpHK9CWJQaWwO9NoY2f1NULe6wxXgezHHNS+K5023SWb1r89Xtftu8Qtnvp0XNf/ZlvNStVVncqigvh1yLRqbkPoqS2aKtwAVaG1kdS2ovoXZU4pdMVDyk4TF1dJcMpDT5wgG6JluwR7bb7lUxGE4zdjZAAAEABJREFUzcjVH8cjRLYLOPs4vJHJvynUVdER+zooPmCcQcjA1H7hFdQqc1KfozoC+R2OehleVG+JdRTlnyuRwQnUWcVEXNjSGz1VnU1aFN+ArFtcL8UEbMtWHAhC1KtznQsCL8b6NQ+PmDweU0Hb1PqfiunPvhb7+ybaKvjTEgCiTjYy9upYaTQmmo+Fv4aTH9FT5foobuZ/gW/Vg7Fr3QtmmjK/b1Q5080eYcfquoDzdr4Xq8a7p95n6abyQZUDUqmGrE+el0rmBI3d14sq7olpv1N+MLNT6LWDL156yB5m4GEG3uYM/GdcXzofBI28UvEFvQI3vBRmUSBxQ9Y0jaWmsaaZwBqLBLXJZxKwmUixOi2Jj5tRbS0qmGv2mO5R6rmdmsPlBH38F0B9xzMTgaC8sq4P6sEsv1GoXabtFBSHpPpakE7lRTfLklU0lZlQLXtFFdey6E0y1UlHEF+hslDLoioL4itUFmq50jeRVRvvkmoehZv6uM8Yprrip1Af0/JNvHSnkI//YGgochdK8oeo5L9uSYUXbbh2vBZqxvNUAcEXPWBpuwtUSQviqfJYmNiykUcrcYVCSDLAq4HbE6VMomJnUhWXafGjqjQWDtJjChgP1EkBmwEKMLQ0SOgWRKOQkVPhQwxxtdPg96xAspkp8KOgREUEf7Cdklk0hpK8DC3JfYefUooxlnUmSlJ0TlmjrED8LpRq96H6UqnqGsZ3E8KVPGk/5Q25ytWt7GvYYFiAeKr9VepCM/bWVD/Vtol6kJirlFprCfQEZtaydjHHc+d9nk3KtFHKJXMavksiFRbM2euzhqp1ZHwKhK3gNV9RpoGnTC6Yd0ThIcUMsDSaEpbSp180cz/ehJRdlUw6N0H2prhOd6oj+7eBrm9QidUdFWo5aOYqUn8REOQsHBUL18fWUCcC0kLUjFKkKovSrjz6ixp4kvl8Gh6oIKiW/pCbn6HypyL05G9AuiNq61GyyUkD2+6oeOqdh24k2ffe8MGfpRT44cu1Tl8ScmArCMTjFn6XhrNC70Wu6fxeNt5cWTMhTC0p8KBAkCB5pQydYlL8y6k2xmyWLM3ifpES1MZxBUc92mtps8O1yndfuEv34fu782WXD7Myd4k5HXr2SWdHqgG8E3ae9iBkUNNaRKEJ8jZz+rWKYld7JHwpgkqSxSi4R4qjWGoqJyoU8ZRcI56q7OLly/pc7NK6QTaj7r59a/A0e0j/F2fgYcw3zcB9L6WbbL3zOp1rVm9peJ70VEavPQ8hCgLpoM0EW3h0sIa61CRLTWPSa1JjPGc74IKKqTA+la8UkWF7HS70DNOYbCyoROpZVIBvzEhYwEP9+gd4IIivZnJ3ZRna+cOKgkEd5zZtdDrqwBJMHzGCUdMDyQTJKlSukA2hlqeUSTMBWW2qp0nHXWW032r7prLS3n2DHyg+DXyV75LVundF1WeFVlRQWXSK+8g2dVUWNu1dJ9uU13aSb6LOy1R+V5naSFd0irvKpm3Eq12Aq5PVLTnXp67TEY1xCVv9ZK4iXQFCLleBfwlcFQoNy4ZdM3/ExW6LoQSVba8oun6ekLk99rTTUjclqKjbqQi+sbCF/ynBK9Azs7adWWoVUKAMTYmyI9FGCJLV2IvKwsaoq/aLwY5stgQoUkJ3CtmoWJPTh588DUwF7DQx3mnxzXj8cj92WYlvpbdq1H/FxNcML1ih4rONn4x8LIlr2A0ao/gpJAM5ZCKCSuFtg8fUU9C8psR6Af1bQBH8mZXgj+RlfQxl34eT7eBGfTW9VhphjzZ2309DAwHiaeS9G5fVzHui8LqUpv/nErPohwZ0beyvO4fTdmsGbyxMW1W+NlB5Fy9Z3VGh06ydj8Pms9s+/YbC5lxQjg5GvUl5ZNHjypPSwImRoMiddcfiesnwg4oqZaxg6/iiPnOtST+7veCqpSn15z4O6exBoJX5r4C6jucpQe0w5m+eUKUZnToozEbkCY+0JHQL99cQ9XczYh6nOuHZEPyhqFELxpw7mODE+TZLyTwI5OMvNmY0ANymYEjoqA1PpRQ0+7KUbcUcI/jbk7ze7cT1Nbv1b5Zq1FVjyieLfnyaqgJ71HVKFqSPbYpOr73M/gyB1yJ9m2m6wSd2r1szHwIZgyDXckcjFSpCsp6rbl0Ss4GdDfF6UUMWkBYCV9MOo6VqW7dU3JU86D3MwMMMXDsD11951zb5OyvqccARrBc6Ii+Nu6Pj1aznsBMkaprGGulwV0sNPC8ODRUN1CjDemo8J/NfAEHXUm9D/Zo8CjLTNDs0Jr9Cck0Ofg9QEZzK+r+B8XCy4mupzr+l4jZLORMIyl7uaaJxVlD0pLIY1YtuQnLBuBUF1jUmS+2mVL4vZHGzzXWyqVz8FLIxLYtHJr/WsEuG7prONWXE6wlbfquqtNbWsuimbLM81dmx7jt3y3V6m3KVhdqnqMqC+AqVK6psSuVjgQf24If5El9BG5fXsugOmc8ZcqfoDPSuss02VizoGgaUIkADnxpeupMj8UCRqFNr0wdfubxjY8MHU20FlVqFt5UNxwyb5UXebWJVNrguRXhT4JqJa6e2N/ScdwVxvdQCFENML9g3kPBdgR+h1ZmT5pZKMCjx4O2gXdil/ymfZEf+AQWNvN3M2kJl05GoFwxq2KCdqV9gvvcas4Haxkd1MWvh+7QaWyaMMs31dRi17srJ9gTal95fyIZ+rjUn3yvGMWgcQjQb66M8yaUkIBKpoIgXaifOWEatwwQl6JZ8PfGVZD6/5k7o1QjOU7V5HXWl18qarVbX9XE/eQTmhjY+tq2uikBahf3HE/maWcttsNjuvYZ6X3jDd5iFP8qtuklv7EVySaJGnAS1BA+rYwDuDklzE2qx+sH7Zq5spditrFPK3o8ywYVqKZsFW8E1GhW9kUgGSKNsF1ds8uJsa5joVhtTfzhM9BzV+fOVrlCALFqpgRClmE3NREBldg2V0qmg+FcmdbvRX52JDTH3LCuo/lNeycAIteV7R2/q/MA5YzYTDf1ZSv7v/MwQVdSwwjCF1L1Zkhf3sXA3fY1gl9U3lql7AUOFmC7Q+OXPpFevZK+hF4nnBRhJPDBZVurtzSPGSd5t+VLcu0C2laRUF3JSKe8FiZIPSnmVSPp6uHmMcoZ9erPS63VcXJ+9XuuHVg8z8H9uBsol8w8ft7wEiRuUcccSEd/ApNmMhz2gQEyTGEhTH9FNzw2ZgyYTkMkKvjhW1kN7Knu0RV1RBcpNBUzTKENAgiPfkUoFXbgZzE6UGnxpooxCjy89L50r/fnXamWr7so6gj/xsNLxcqnD0W8ZtIEnIQye3IYTXs5uwhXWMjVfE6gwvHypcF9ofjfbXCebysVPIRvTsvi7yqT7OpD9KaqNm2RVR7Tqif+rsKvPXbKpP6V+WPwdda5S5V4o2Q6Z7GjPOEVtoOgO/FR+DY/YLPFfY1ZeqHUNB1oP0OjXF4m6CKCgS2Aj6RoXaE+P5DTnOhAvuMD9UEaJayyuGXgSVsgjhT566GSuwwyVboYXxaxfYqGnNuJkQbSx5P6IzuCRJ2GG74LGIDkgcNB6HYEap8n8Ay+KByIBbBqz4qBe49U8CEnBHgWERKmjUyuWXN04XeyOH/WZJ/r5ju12qWnaRvng0Si6iZt0LFaIwcjOTbjeqGzchKFlVRoEwfjUMrOsJlNMznxr/rWGLeujNUmi6ESLkmNPp7XvmyK6jqB6XdUd5M0ddF5HRfN913YawX8C7jqe2/XexWhv73VbI1Ypcit7sJa2taeS3nR0q4nGMtbo2YGSAjYy5JCGgLwmySu/SVUnbMrvUvZ2yoTNBvKhQnWVh0o94btT1Y3QdZg5mES7LvtzVe6yH+vSorXIPxsalzysVPwEGsMUkypnsxYazmlSUIhCkSkItGJ+dFYRGzOTQNUC/c2Szj0YkjcRVZ1DvTrzTrO1Lu/a02s1uqvxid5tU+B+aA51hUK51zKlPpVuhfaafn/AgHfZW8x2m9wt3exW97dNmUaxLbtNclN/07opP7Hpc7i752taTBo/sA8z8DAD952Bcsndt9lfp391+co7m5ELcajiNkziobxpGh7aZ6Y/92qSWdM0Vj89QZdMREY3vp7TVyD6Q+qNbB21kehoglJj+s/IAxafST8hwBwMlodc/ngzJPIj409H8Cl3K+6/K+u4E3erK1M5wwc46vRCShvT3VoU3/1J5g5UD0GjrhoXYLaaK5J/JNnl5l1lGpB0RdfHysaw14FbKlltX4p/CdnV5y7ZhjP1qd/HPK2rbUWrXHzFLpnqJBedYpdsWr/Bu0/RJuFX4sJIHsytQRIFUECbLAF/+S400Sy5vq3/j3SQxzqXVdf1IZkj00vjXPKcTGqAxKVFjn7mZWG8XtQGvZLULimjrIekQPFXgRn/hY78RSYeZfmdCCAYqPqWMALoUZYA3ZNnxgSJRD2WUG2NiJJpDhJ9KBAhO2Zey3DjwR7XMdJ72+x5Ig9kdAOoII16mJq2BLViShsKAmRHkonNPqIs/0asNVUjBCLSNfwckML3oTzU0cCT6sWIVvsxPklHNLACpCT1Z4M92vteDBuh0gTxnHlGJdRh8Evzv4moN4h0vGFk6qyCWmlUbI3Z66PZTbnM2XSv2Fv8ML47uvEWO30XpjRLFdX+DbSq7qTsjbJH6tq9XbrLL/bRLvG1i9Pv1J4KNTTj+YdDA3GULAqRu8gz6km7XCiyQlBSGtto+7iL6wpSij6cU9aQAZ7ZbG0v72ho9UM/OugqsMjK0F0P0KFzXZcqwJqonn8yeusUXaWhKzEVqrgOVec2el17yTPZTaB6LVXdNeHOQtXcpKGMzzNAIeo1K1p9UYEKJVRmmrhEASQmEkKhJrVmateFtfL+NMzd2k5qwvWKcqgAn6/Xe9MaeSFgpxC4nSm80f0jYNrnxbes6xBoK+++ctXa3tFHjgeUr3dS+oXgNQvtaV3lLZUy12X9sdIuk7iwId72dkPhLRS3e30LRh9MPMzAf8QM/PN3vzycQmcCh+qMF6zZjBdGMNOvgIQmWdM0ZiTj0yvYwonbK7jSr3T8EvfR8dvDV6A4JBrSvsFAg6wCdpIkpSgz6BkQK1j5EOeBk94UiNSr/EFB/wczBX7iT8Hil0B6Gc3U64XUqQ5Mh9pq4JVWXuURO6VrwjQq/wO5qauVr1TuTnmVhams8kE11gppvg5qe9HaXo+gepAKVKn6rHhXMtnd7EOyAV459XWo+VuZ0aORqw5JogcPp1zXybimubbbNCMOIj5oPJiiiSLJdn2qXBTNdRVdV7qWFFwlAKvrK7DicuPRRHOneofpkbi0x5L7JapAT8KvWQFlfE34mpwSvBE16QLRAoMK3o3p0ygL1Jci+jGQZMOBDS8HDWXl+AuRLR8WfE2SVf7+tKH7CoPfRPEDn6ix9Y9mfV0SJclBeaHOBi8UItYRyjvyqqiq8dpTKXyo9VOq2mTmhkO+NS9F4L008jcAABAASURBVMQztalgnLRNjDPQMBfIWKdEUFIyBeYE8dRI217vI//u2rJhdzYo3xc0uS5p7Fob0et0/vHyTec3y/cZwGQ93sTMjV1O+mDnmKM2aGC0oyA1Sb2CHRBXQVRKjIibUQ9CJmY8IVSijqqQqUyBZxHlGqLkASQyKMBK01nPXECW17xFsFWWbB0aE5I1O5IJyCcW5I8kDs7qjJ8BvJkedtgimZo69QYlUzt0/XyXCF7EwTXtdMjUWqgC8RVVdhuV/m0619VrxMJmvWRTbNZfU57hy4xpEaoKIrGZjSKL4tdQ6iWLOZNWADOaYlWZTE9UXfZuMvV9N8t/jT+bvuzqFRnJdI9gj6WCoSV7kESxB6zE3YeI/usldeF/+eXZug25amS8NnFvY7+oQFmc8U5jb/XDeIu9kUOwwy+k20kD2ZY+SB5m4GEG3nAG/JJ/Qxvvtrk/nCbTL1YFnQU6XNt5a/O9uYnqH+2c6cF8lqyZNdY0jRlJR60R+NEva3pOX93cem6CPQEYnitsgNUPLVTnRQw43c56GUfcAyXRHmPyTb/yUbnSsb4h+IRNKjMPKLx1WlaAquNIFAhSdVmBoCtb+p+GXVq3jHLXwXdL67oLICpcoLdcQ+c6qhO60HWb5ddGGZmDPpmHyA0uoHvAGuQ88HHdk6L+xklLv+ZPws+CQU4v1T/YIXnbofQ2GDrGjPoy75xCSSErhUJ2yUrVQHbp3CSb1k35weCGX6P87+di9jb94GIoooTv0knlwUkv2goCJf0Kpm2s1fXNw1XMvTRpyDXNjoApqbaFSuLQRHG9ZXSzX2fseudX/ss7Ew9E/UKgUVhPPBhVzCy1M3wAiTOnXcCLFqSqB6U9DZW7Oe/eSyVLoo0yh+pd0Utj5nIvSrfCBWtDLpKbiYwJrtW4e7hs8QnbiTNtlEXNep6G4shV0bak1ni3nlXJLqr216Hqq77yt9HdunJDGFqrAEiDaGAwodV0MDHDvlSwz/ciNRM525emNCL/5yWt8W1e/VN9v83v6+tZnmGvD3xVXxuuChWhoFJw980117uRuMbMYXxSAWRIaheFnXsyqibHBWdZkYmojSSiKgs695zyfBJUtYKOkXL+quggq2fhpBdTW/25WJGhJVNAXAXFtcT1MS1ruNPyDXxY7EtvVbH4OpVWm6Ig2plrVF7nuviwgpKYQsSOkFAYJffj3qStesLLOveiEq2Beh/ZmnB3Ydjs+ESSklqL7ga1RU+zx52R5+0cP9ao8tnulrul2NtdMZFOdCbsRGFkb6sfNd8+p7nU4a55EOghyIyzJQGzNEs2c3niiyHAM4s/L9DWn2GG5xbj04BkVEH/gsRe8unzLPpLTvBB4yq8E7Kog3mHaTyT7tvJZBD3bfqg/zADDzOwNQN/xfW+1embChKn52Ixt/mcF7FFazMO3NlsZmnGoUbwh2qL5ywehxRkIQjUA4PveRnU84xNP+XZQkezYAoCSdZTWgONXG6uYtT10ZH1pUpHlAJMKiMiYcN1RM1v4ZzJPJf0/gKaFfjBN72cdh2BmknwZ0ngZ7m8tOVSgZ5LAjpXIOgYJKKMTgdC94qgkLBEd+ltO9p3HhyiPf1lBYWcytsCf8DD3WlK+AvIkRa9GMFGmeJGukn7urq1ftyf6zQ7VAs2/GHF8cTbUaPSCBpt1VXZqHUTR3NPsu8MfQSd5mPtKJVMGCXBvalM7QW35mvl3D8yG90bPHY/BzkXLslasvrrijbNLKXWZclfvLmOkhnJ29YF4MpHFrlqh3oUdL0Z170ePHLXleuOdSYYmrnmrONaHK7gMIsLYY+Ht0Qh/MGPGgji3PHgFL6JJqj6DcSuCkvTvKEgQGoqUyEiP4VaZX5u2PjBl7GgFmNpm9tRjyjmRT4A7DE05pfWUQGzK21XjpKR29WS6VcaMOjgiwsHwV0Y9SXcRfd6nd1dMx9rTaIfrX1gZi33mcDc2oUgWQH7tGUypWvRdM1aLdS+RavsrvR12oy2m5GdcHK1wm5yfNLm72E1+usQHjH97GXOABhSCG/KXUmjnyo1FALJr7/g7c687fykNalsms+25GmwPVVKpaAxi61U/BQhn+bT2ut4Tr/rqtbk2c/FqUg9VUzlU776Llmj7J4Yn56iofoTty2f9iRekKbgvGcqbQC5rAobNX9vUX45smWegQLcT1wG5dCkhlz8Njad1/iENfkMYzMk2CePQA83HtlV8Mfvk0MPaKBObr5hnanZluVa8WZ0w+zmqlfjfvnWwlujdbCT4Y4iP1/U1dh3qZQAJEHPCKm1BPXy9sTJREFpX0rvhmhlr7Nc+oeQQgmGFPwN+V101DyWk5x3DpUd7DenOzI0d0glumuP0n3Awww8zMBtM/AfcEXpOBDGoSwWrR0eHtrB4YHt7+3ZnLKCPz0PK5kgz4rDpc8rleLRiqBQk5IFzJrGhs/Abt1ltgS0GbSdl0bEihr6EhCbqPSCSod3Tw8Y4Zr1K7yE8XYMK6sSfxUIyrycdgoALRXAuTQFdRwEgjpkwW/WqRxQ26UCPQr4KCAkW2AJOuRLINrpxdexMu+33OzjNoFTXtZYprweNqQxhXSEdT1JBiS4G0FbPYg46APqDz34ED3hI48owZecOcvMeCAPmuKwQJk+Pcf2hKq+QnrCZlmy2yH7/yzESMmnc/0WXazzJLrTbO13Z2UV4l9lWb9gJZsipMr94YnrtuXlOrW8cCfgL+Fz84crHrBaweUzc15lkNRGRkD26wvPeQDpQGbvEwVi7+vqRIE9V/+sQsNAMqRkSFLA/UitJXxIoinkZtDSoo4kiqPcCLYYRVJUqVA4tfFtWsprfJWJuqIY9eieRWGSj/YnQljJhaltL1P3ztLE39fv4y5eai4A65GEnZ3JmXWwIwZN1Rhnt/EZesSWlsltKvjIvprusVZ7UoEg7QfB1xg/vBGGbknR5y1Kb7W6uYO1YfR30P2rVO42U1zmXNNa1cDuc7z6XMYp4tDcCNR7uVDI20jbI2i4FCumPajzaRneByYKdiU1qdhVX2TbPqiinIGwMgHZkTSfEu+2sC69xoqUKmRqJ6SwWbFbdk0vm40po6nreAalZLo2QQa8zSOpcti/LWmMgPvQ+p6tDlHHbvHS4O5E5hXKtE6Sj1Ykdaid5sELY6YWXDT+hLXivqh7pcoO7zPsqYVMaNocErw1jH28NZM3Grp7fxrzFG5WAmfWs5mKzHGaQvcNLzdst8b+1s902HUMovLP730USHfz8c6K6+bKWRZ//TU6hAvovaZNWj6khxlYn4GH0l1m4B9/xemIqPABcVLM9xa2TwDo6ODQFvv7NudBXIeu8VKZ/QVvZasVgQNFWThzEw/mqUk2S8lcD5k1vR95bpNMIprLxAT9hEejr6CBqgRnG1OVYTFoNDM+ckHIBC1WBR1BoMxBmA0DDK4X71gR9AEK2BDE8V/0EPzxXwAtL8zLBHYiEHRJmcBPKUfdkvaXRa66K7ugPuoknwJ7nbC0Tv11zFf9ZRA3/myd50bu//IuDyeJ8QyASciirlYwGJfVMvReKZdni55WFbCeahlK367oVGUBJS+LZrzGF3L3/61RbL81W+/SP/kJhvkw9v2Ice7Q8XQHXyYqmt1xXjGgfiCeBn7SYJgzaUjOeol1uTNDxhUKrxxD5XpVwCVevPULnBoEWpj/KocX7xYknQFQ52twRgNVd1xb8X+GwfOOnU05cy3qIRcJ/Ukp5oeCWokMwBPmrzEyEr7hVwt0lkAGvbBSi2oVs1QNukQNhKI2tNH/3QaZ60B9avBRfgoGb5wXqvd+0UmcNzxfuvnkZVzcQV0HheiWucdWAm5TFLuyPZQlWwNeMmc2QRZPX+aOOrPtR+kTMtSF5iTH9NRu2HMhSpXCliRbhb2G0AYl0jX162K0JwLmhtJUxmrjOzmTp/3WJvZdW8F+1F5TYIh6XxfuNWwSrOABicbw16foqypu0mk7fLjN2FT9jXj58UYG/t7GMam+M8VOEY5Nx9cgEiB3Smq7iTs1XPNnrYCDupwgGIoTCcaTZIIXvFFwYy5fakm8MJa1a6LUlN1DvZLvV+PD2FWGmyZE06Lzox9evEOG7V1a1xjaErsTnoWVCZt1ZtEg1zmBdyV0GBqXoBjzMcN5VZQKu0akcResNdooVAdGcVjM+LCN9XNubLPObdosZRkeFIuszsNGnWrHs5pGPjmi1QPNIGADklOhXM9+ghEYQoTt+gWJStEyuHea91gXIOupWS++05ImtKJ2pHLlJxTxLKXhPWO8HzS+H6OcrEnmH1Sdvo2smLzBlNZV1doRogG1E6JEXqoLQfCWEgZJb2jsHhbesKeH5g8z8H9hBtau/X/ygKujom27Z4f7h7ZHAGh/fw+6Z3rxM16IdL/Qn2BlAkHWZyRmqWmsSQUNtJGm8em9niL8XZO0Gz1+rDWQpR7bPdLoteG9pkEPEAHKvFApAJQJ/vTwKlPJrTX7/TRLR0Gr1ZUHZJYEZZbdkmDOBUGdV+ASOcGaaSBIwSGBII9+IXS1vDIHsivaXyFXeQn1QBBy8UtRh/qS3Yuw7d8AceNn7tw/OehgUEqJrAJ2TIxhLMBl0wNDwOAnoL1ufJsYA0m9RR02CCYpyLQObMkGM7dun3b4mgoMmndA8l3YpTuVMShSBjX1MNeBqnulntG8HsaxqMOMHflYwEMdm9CEDF+BAOWiwxxTuDVpDbRGoolehga0ZzmGNQ65bAcXfY28dGtpNx3bpmI1HpxaU5BH13lLsEcBIf8VUJojn3kwqNWvfhyNxSaK3n1WfPwKcvLdk+9v9ZPpQRR1d0blHg4ZCaYkeQKSgB8mzGibqBcm/SBZS1EdItoHQ+5yMhIlbOFD4VUW3AX8rutXpz1xajkSbVCEkEs7oPWRbBPG9RCy0DM3CF/6ULnukSk1ziujbZ6ADs3ULhj8x47bc8F6Fp26s5oCYVSo7QrFZu2bDlArcrhImb7c1IRKR7WVig+d4NblIdvMdf1NZQ0FIGdBSqw5aBVknNBEWXXm+w4dY4/4+tAc3hziXweTiSvNJSnsTqLeK7b77r2NbFS44H9jpiV3MGbtX8f6jsqsU2bsA5gU/dtxQ5m69YTCuqCUdMVt2l4vF8VBOO1DvNfDkAqbN66mqIncVchGfxJjSUWi9R/XvjHj2YctDKVGSujVpKJgnlXpSDfF0T9zyllgIMqj/sg1I7uL22i4Xpy0lQNyXnRqxxvID4ScGeQkF0IbHw6jNWds/VO11qVvUtq2GO5uy2svUV9LU7rZ5ray2q7raOdIIoxntPQEl4oBEx6HSMiUKqd6QbIpqN8lnqq8MX9DB3Q/Nb9R9Kq3k93FcvWzUvVMO/asnlu0AUUbrkHVBKjftTGj8vVzmb2x9dRHFPGR/C9N4UHkd+2YJ7a7qj7oPczAwwzcYwZuPTLuYeudqMpBQQep6cACegjf21sQBNrzPwU7PDyyPQIzvzs9AAAQAElEQVRB83nr0Xc5knngI6ZiPBfRtLGGA7hpoI2ZQe0dfNRfoOfRiA4SIOkxRUEpBX5W/cp/nbRCUTdqKebI/IFPR2MmcKXgVUWWLu3yquN+joa/wPaFV+uAHsgEjT27Tkanw4zAyy9BoU6/8lkqkETwh8CQB5kkJyAUvyyijsBTzktvm/3hykfALSsojDkY25gyInwbR1GqQoYn1MC7PSglc0hN5R5GEC9Q3JlUBzS3jilPA5dBh0S99xO0+rFJw5fQ2cVnrdEUtZ+dlHHoFx3XodiRzcDg7L2Z6rEVmzKQGa/WTdTgt+BrIM2CnWNQXbUuurnkyAj+SGvLvuwN/UoDXS+LDztSqQhp5NIMe1E2rnchlZfu5MEfBX30S6CF6SxokXkwqLyM64HLZDwy9rFsxfXi8xKdSOhQF0XVy5GhtDFPCSXZTpwlsKg1YD15t6osOlGuOqwINsOH4I1zynztig7tZN+BKPqj5yQYlhtNh8MmH/VT4Tax62dAtyK4K1xZXnbwS4LJSwLLO3BxgTzQEWiuWMILtdz5+XGJrStH9vNjZd4f50teQ4e8Isas8ZvvB+Z4MoYtdq1aBQEtDRSynkqdC8UH4tXchTdkXK+lVq0KW0jDXGvuQQsU6GlnyID2na+L5InFCV0q4Slb/Uz5Krs7XW9NX2oqR1ljK5COwAahbxQo4Nq0iPA+CQNrrdXvLtzN5ra1wc2NXtbld7OOls8H9E5JyndS3Kmk1uxkdvCY71ScCKMNgjoRsNM01BdhqGXmJlDEEGnG1UPBkzScsQYSSJVnE2jVDEuJ2qBV0rgkMtVKHghZzVVXefXdMPZAlcqrwQ/OMLozhyuofSD0ZANQ4Dg0AYMIpOMNyBpvLsmIxqYfmtNmKjHa4H8yLkFRgITCutJbLbkXaxbl75ZjaxrXFDQRMlfpoObCoXQ3Rm2qF9qn01ZRFxLVqQzkOGDLMGWau9BQTq0vkfi3B1mdWpuUJ+xUY+CbwuFv4d4BmTox5aMr3cd8qVbZSI5SE4Q85hKGlLguEv6SKL3NNHNjYVe54KJ7ZttjvKeBm9U1WWjcr5eqXSkGSA9BISbhIT3MwBvOwOueFG/Y7X2ay0VAUiu9EM3nc1sQ8Nk/3PcA0NHRoe3v7/vLYMMhK73MS1UvhmCP/vwr8UCU4Bs9ENhdPrrDCLt0JQfYwyw9mRGjgfZOMw/lCviYKs24cfamIM6KA3DFnWL4EzDOtEytkrRG0MgTClRm2jnoISsQVANElA3giWsbulbrnDIDOKa+jYBQj52+08tYvLh1enEjCNSBpWPJC+Clv9R1BIE615V+h335Yj57iT4TYzToFHlSFp+tvhRyXNO/fMjQzEupQ3yB4ZuP8RYqPQ0ThyqBlW8CbEkJKkCGpHIgMY67QSMOzcHMmzNyAiuFwNWkMbwuqg3WfGsdeuZqKpfu2E+itsLgB8jBmyAz6OcBEhS7aqdi9WWt7BXr2VBfxCrztKTrfUTr13hqFfgB/u+vzC2ltmDGcjVGASONmWzAZXzwvTX4mZ1zPXRIrirqY2dvhz4l9iMmSAl1oYFXKtoMlyQBQEay1KBrJmp+BjSmT5gq66A+il/TPe3NURZt3U5jCRstEPW5QGIgGR869zgc9qxCo9Ov+RSo8ev4ogR9Lmx5cRl/Fnrxyi6El3/aRcHLl8hevqT80l5CX1IO/El5Axdju4sL2ly88HbBqyxcRB/0o351xuis6Th3/Bzg2meGYxD4zJA0LJ87lh6ewUnuQK0miZ0XI3gBU/CaZEiROPF5cu66rKFCgJAycw0ZUhbnGTpbxiTQvgjIefcdG0jU8q0gepEpHCEZe0elXRh1p7V9nd6p0Pmqfxt15a0sRqk96KB+lx3EkbYqtwToVZm5z778GfEUFIckeS2IzxSupaqg3pOuRdsy71U7MrUUosUOhTuI1N7BEP3XRqI3rOUdTLpK9pnC2JT6RlyX1ZKxP42PVi9Q5hpZJEnFNcoK1LqwhfhYvM8iKHbNZei7D7UupGNpyqHrRdHSd26YaiCbzlOnSXPbjSXJbP2DBrW0p19yLkfl5rJ1TUpyfmv1y72hypOUKmgzpF0y9SMF1YneDPl6o8aamYn2mnzDwrROZ6GPQ36xQzSWwcyoKJFmabY1S8n/71bRQwoyNqNcZHCRVK4Iye58amTK79ZmE1xT0SBXf6KFhbz9FD5GjnXmlQSjlHnKxUMEembQM76kSIIwp2L0DmLO429j7EtJhcGqCvcG1kqbmVO2PcbFjjUqvR28ma+v78NGv/7c8PrWHlo+zMDDDMQMvItTIiy/rVweghmHpyCz/hLES5+CPsfHj+zx43N7dHLiwaDFfM9mszgMpVvRwwSUU/DUeP5a2dA0GAVZMi9gq9XKf+GjcvSk+qY84vXWE5DpOcD6FbXoc9/gFs1Dh844YXCmFJwoA64MdWtQBXmKfoOVBpMqJmUOdJDrZpTRzR48Cv9Wqytb8SJ2xUvi0oM/VxH8WV75y2LnQZrOcu1TtNhCiPXRtuwPkF6B2mb/t4RkZwqNF3RAL6roZ6g5JMM2su1+ai+jjtRwpiTaVR8LTeybCoMPFPUp0aQV6CYqSL1S8aYHUeMjPcjbSDI1onp6f7rli4xuCOvsmO+fSeUO3UntNWzP8mxCAb+QGXvb+yGIYUKx4j6waNobHbRjzZ1qLxR0UMmkE7CymqI4S4p1hNECQWTebcOIQgzz3s55ZTuxEfqiMSk0ZQBOPqhn0cy4op49SN00hRtaO0mjZMx1rlBbGsssBKXIYXw4tYUNDDWuojnV3AKuWQVQOq7T5UVcs7p+Ow/0LOPa1TXtv+a5JOCjoA4gCHMhGXQJLggELQnwXCB7+fLCXv5JwOaVgO6rCpUJBiF/+ecL15HeSwWHXiAfAkfoYSeCP7R1+6IEiSq/fMX5Aoqffr376sShFcuYGXrAvI7xkzQdG6uE1CcGqiReEG9mzHflKk3Iwo5PNf2MtOqYX9+N6SNrFXIlqy6rpkLWgpfvhePBXu3LHhhVovqd5Jqv0fC0yyTHx6oNrmEOAqaxbcF2fDS2KarKtNcquwPVfAq3qMZsqo+AykmBgApGYluoRhuYCthxsZgd3TWRbSS55KC72oUoEQc0VQMhxXUdO3WUUnGv1Nua6/doO/QpBtRzJWMw+zgZQLE3cg2SBg0Do9TKR5IKaRQxRFIIrST3PgovqWTme8j4hK7WiUJUObMrayZCtautgjf14ZPfoldk08AP42YhqXNNz+L5EDuoOz8T4ypVNRZtLFFZDVWKiGbkXNNuVp6ASb0qJ4jrTfUT4S1s6aJo1VKliKs50QrENybplbG5Jc+iRfgYfJkEClVBtMDnnCpGrNG71GXiqly0osprWa1GfuxrypV6b+pOI+BeV3yXZi48j6/GEW5elGqP6lpyI2uSt1NQZ9Gt29NF5gz3YpzhUZ7K0HExspV0EIlQGWLy5kYXaYDO7ekmIzOaC5Dr0lo308LWhBYLUx2JNsuS3YJpkyl/S7Od1XyXvFP+IHyYgYcZuPcM3HSa3NvYu2gw4wYkjLYTkmT+K6DFvp2ePLInj5/ZyaMzAkBHpn8TqG1bHkUaYKabRk+m443YC1zILGrtdT+y3jSNGXC7nPYrgiZd19kVL2nijRc+45OssRl6BvUXSBqI6kbR0yZ3eEj7zM3Dhk8KDkIKfi0fpQMnd4qObvQBY752w/yuyomMn3ohy/IlEwDCf71gduXPwvSCuax/BlJe4DpodnTEbTpTuePF0yly/WlZRxuXFfkSGrjgZbBiCb/kxbWzJXOndhmqeXT4n63IvrD0vlQ/QAGEqT7BgyyU+czMqWBQQ+YQX+ZpIEyDiyd0mFcpSR67x01t6t67LJvvAGs+DwU5L5QOBznlyosKiG5PvQ9XE5GZ0wD7gLUQ73IZ2bCXNX9Fv3NdtcksiSjri2wM/GBFuvQ08VxWAYZJ010tHdSx1VtQ1LaSrohRqDZjCW5DoGLm2sATk1/yWXsyc510XLNW6uSK3rcSGQlDSrSmPhdnRHWNyZbgbbgyWxqkljNNQTIgOUO2TNuO63BJcFYBlxcv/rR///t3++WXX+2nn36y58+f2/MffxjxA/wPP9rzn8CPP9qPPz63H354bj+Cn3/8yYTff//V/iCQ8yfBnlcEdV5dvrRXBHsu4S8J4NyMpV1yPTsuX9nV1aVdXl7YK3CJjVev/rSXUPmqgNIFQSUFly48AHRpFwSc9O+QaUyahwBzpKka4KP3krgKF5BtaiN692noNPa8lnN3p1rDqGFJY2tS1Bggf0mqfVW6u9OGXSeYf6S7Ca/gXmVbsI1Ps1G+T5H5whP1fX2rsbZylapN5UWniLpqP6jRlw0LI220RCooms4nBwXJIVtJcsErGs9vzaQ/xTUNhq2mevTl7gBkiDQKOKXad5WKSl6ojBVozwo6V4xzJSi6EroOGXycjvBU2aBEQSJh0jvSSYo+I5+I3QZlbwstSXrraLAsWImxrdcitfHTOOsBQOeU8XSH/+LGluhp8iQU3AdlAF3uOpIaHUORka+nkMleyFUWoonkgYyJQOht5Hph3cSGiuyMovWSyz3w4hzZtF78JlBRclc9U2kDyJmDacsZo0iuRU61s8hMfQvibRZi5wt7LcFOrStsjt/KFOnQCWV41+nha+rr7rG4JCflqlKp2lbXquwtUrwLazAk/GL3rOBIUVFz5MgycwtnJkq51q7T3RW+ZTWeifJYHLlanYc1qZLYnyolX6ftNqpbh3vr48JpUk+1/BNglRiLyGhtUqcKx1jrxa2MetKW2AVRofELLirZjHHEWBDMAKkQuEkqLulyYzCTigf2YQYeZmDXDKRdwn+UTL/mcYRXfuHjtV629Augk9NTAkBP7Rx6fHxCAOjA5vq3GQi4NHqAbWin84ygSw9MQPQ2UtM09NBwf+LmxAG54usAvSBeXV2Zfgnk/dFR06DX4DS8SZuHML9JrGiHP/7rHNr2yHXTkKbD24iz4QhUaRMyK5np1GsMnzgJSeafTNkCqhPQa4DrEwTq+w52RdcrAjkduAIKykB5Ae0m0Atpt5S8QnqXBHAo88KqutBB5uVLAjyBTTvS05+GSC6+4yUx2l/RJqByd4Ht0ucSWqGXyY6g0gbCd4JCeQKtS8ca+bwrQOR13PjEV3mhVa9TXQGTwxxlh9tAdyoTL7noFLtkXu/zb9sfutiq2iVTyx1yiVS1G6plzJDMPnSw5zLoClymOsqSr6HIO8aemRfRGhTx+dWcEsTJqmcQkMEN2UW0FkhRmwj6ac8JmbWD0lB1su+2KDvFAK4Xm7HjVaCaGi1N9qkN3T54FKJNvN4YV1IGolR5u0qlN4XkgtvzoA++EdyUb9nHyXUjBUeytQcXN+QZfkBdX/6J9waun9rGWgV+aDyMyOeevgh+6rpQEEUBoN9+/7f9+uuv9jMBoB9/em7PnxP0+R48tAdx/AAAEABJREFU/xH+RwJDP9hPBH5+Igj0k2QeIKLuZ+p+/dl+/Y0A0B9/2PBrnlcXdkHwxwM3Ct4Q2LkYcGniXw7lV16+uLy0JUGfCwJGjpev7KX+BIyAz6uXCihd2CU2X9EugkuU0VfAaMm1uuT67Xwuy1ywAkn/VhZTwhQwJ8MsIFHSOgaMeTH2YEB116HZUbFLtkNtS9RPJMFrvxl+jxUJv1USlf8VkgmsucgbAzsk8zmoxtRX8F6FcyQzMlJUeK7xN77z3VkmW/fQyvsvRpAZGozC7vNRv9P2sjFiw1Io45+ntVnc0CxFje8Nwbh8rIzNjbq5xtmaZfagu4ZAPOTm5DZQmVC9J2+idonmmLwNe1p9wnubWktZbUQkEnWQMQyqpqsz3MV9HjO1WvNhHBgQDxkn2wW9iyJzQbBDjowURqe6UsAR+rEJQtKoEqhkXksh+nVmmklnAh+Yyg1KAs3oX2MJHxD7r36ibpgBdGztWkCvJDcJL6sQks4bJ24SzgYnRyUXD1l1wGmVqtMpqvwaOkO+CUQ3pdEdcYK0RYVNXuUJXEX+FRll3fnqfBTpOkFnEHhTCUYknyiVpQV1HfEVyCp7C/WX83EFrtUeuoDJwxpT2Ggx7Xndzw3FG4tTK+uKvvTqVqh+O7+uN5ZUybVNwyx9qNcNXajedDwDXVtRlo7WyOmQiQlobDIhhET5DEMkTJAkKJj5iqkwS8qVCeIroqx2As5gyFMouDDYibQI1ipdFtbEjpxKuxE6dWqko7EL4keUfqQOSFHlzGoMfaFG0mybxxhdSxJnHrKHGXiYgWtmwC+la+r+kWLdQBLHW+K02Nvbs0ePju3x08f2+PETOzs7s5MTBYH2Lc1aawgcNU2ypmkGwJhZY/6B6AjehNV6u9tHgZ7My4mCPt1Vx7fjvLzpJcf/HCzbipOOOI8p+ES8xTJZtMmWqcsEfzLtKXCI9WA8vJJcYKwi6xh1MExVz6yIZDLzETSwDNEMi+tARFJdw81VMHyySSAoK3hTUV7c/OWtBoP8RXjJC7sCPVB0PBCjXw2pHS96enmNNhHMifIlwR3aYGcoE+CRXkVH24oqq7Sr/UCXjqsIPk3adEsFspATkOiAghUBrUvHNNd5Fw+mOr4e2QMVufA0INU2TCpyBKRRJl0EpA0Zc6+6NTD3YWJd13WkL6DgZVGVBfFTSCYgo+NdS0xP62K8VwvUx763Ai3YY6aYA3ICF10F8yQ+T8uS+V5AV7zaAjqgb/pgf2VAp6SMmLl1vZUtdY2UdVuyZkvtG2RBiz3pCuqToJOCevJBwBo+ktOfry/X0DBnDJREf3KjoW/oJOmlqxazXzlcaX6dQUtFtJf9nn7kz4r9LizZcyp38Ys09Y9/6js67LHQm84onVX6lU+bWlu0LcEeJN5Fpm3GzsouCHy+fPmnvXjxh/3737/ZL7/8bD89/8meE8D54Ycf7AcFen78Lujz76HPzYM/+hWQAj2qdzy3H3/80X4mCPQjQaBffvwJW7/Y7wSN/vj9d3v54iXBmQu7vFxyRi1txdxfMd+rVUfAGnB2rVQW8hXn1opjoQ+UNdT4MrOpMyywssw5162urBP1NewYF2XsdNiJ/bLCzormzBnzFbuSadqRfBl2yF2UPSfTHEPeOGkxgDqt8P1wnWH1K2zXq7mkWLvRgnTuDgbMfGXH2Cr6aOgnTnErH7SZY61QEQyEfYc2m3KQVEZtxDsNwxZ6Q4Fq8bFq0hvRUCdEHYWNpHab2FApxdFm2NosS+2+Mg25tlF7izujrX3WFbzzzFnCNnd+TXdS2ByV/xMr2JrSifo6S0AjVeCT9o4gJb2wB1U+AbarQ7XvSe3ISm8TY22YKONL6Onf8xOsyHzcrr97n5v8nUBl41N2WPkVDwJsk1+bNF4Hi6TxGDSUmyC0Z9sHr5yyDToSAMlAtI9a2aRmklDwkugmvCIa+sCn9dRRJFGja0pA9hckzWV0o5EJKokK4tchqcZdqRY5yvJeuqJAEyowIiX1M1O1QPXM5zeRJxOf4GJyEhoCZJCJfz3Q1Q0Ny77TftR95wbNv76KPcD8rYDmeLN/iQOhl/E/S7CmqNHHGMXtsrOm7vNdJTNKMwoCpCYMkWppjSZUk0vISc4q8wZkxb+sDQEqDb+ol+49UJ97Yt9MGk77LuLSNSVVCrCexn4lFXRPmjmDQqWw1yaZEDYVkI39blY+lP+zZ+DB+/vMwF0uo/vYe4e6szG4Sy9yfLFYmP4NoKdPn9n5k8d2enpmxyePbG//wGacFLOUODOSNY3QWGMGyElWP+KnQKNW3UgJKpl0aavgTs+Jslplu+IlSL8A0p+BKRi0opyRG0ok67mpCVkUgWimbYCbArwexPwQpmh8kkDGcCyRwXITQMhhjUEboQbXI9Gfg5sSjTDQu52wF7zJpvugl7WVdf5Cp5e5S17qLgneKJizhIq/RKYyVIEfD+oskUU584JZ22fsZF4IK7o1XvavLPOin5cdfS63QbCno24pmwL2OlEgWYVkCix16OvfSOncp8t1f3nhls5SOgMu8BtcVCwpB6qebHb4eC/g85Y+fcpWps7HjM03pRHE6SyXQETsJ+2ijnWGsqbkrC65+DUw57TrJsgKtrjOWCfbrkPdOCbWjgBmVyAd79t7JSuJXvGN3PtYsb7YZQ0V7FEgSLTTWg7BJOmsIkikNvQp2zFO2ckEZUSxo3rvP2Qd15b7IP99xMWJyW43+AxEo7YJkkSFKNJD9MN+7fC3c//k2xXj6QAa9ANDGnkKbiCCP8kDP+I5kbxX1ft4lhd28fKVvfj3C/vtt98J3vzsAZ7vf/jOvvnuW/vm23/Zv/71jf3rm2/s22+/tW+/+86++15BoB9dz//ky4NAP3rw50f/ddAv9vNPP9tPP/9svxH8+fe//yC49CeBH/Y2gRrNje36MOwsuQ4EvGzSzGbtzPTntnvzhe0TcN8/OIAKe9DAArmwv4cOZ/JiMTf/R/r395yqbo+6vQVl1S1aawmG6SwzS/TYAE4e5lG+QSj3juCNc6+ioUVjprPX3vSjvosNDVzw4sCY+X5w4VqWfY/JR4lDn9VXgR3HWJy7a6b212GXjQahAOF+YHUYxYQTsjp3Niig70kN0g4/JRNcaa0Z5lzfs1qo1NUb8g1o7hxU7Ui1eaU7VN5YJNs3GtlUULkg+32S1qXsY6e4M0lnV4Xku7BLd01WGmkRK9Yc0N7rfWVjNaNx5SsN6XV52FivlUySSo0+Gq6/KZDRgW+9gYoxKsCQMtwmEDEOtMUUSGe9aeL6TuwdwcQb9SnhC8w1KRW5KKpFF9t8a5jpU9WURDAmIk3RAjUqbNULGnmpMm41lX0rdN36aFLeBTRuIdzeJRtbwWFQOnCenEfmBc8oMCfOeuYazimLkvIpZqoCkkE8iRe88BoZfmy2UkTSZaoTvKDb5XCojtKo+0vyMky/FMubSPVjlhLXh7yYKKk4RVVGNmGHMSG+PaXZuAF2aqt/YbMSGWldWryAkJhfch8c1K8V6HSPbLUPa9eIo9JzNJifcFyCVOZKPH2IXIN6zfqF7DauUZyIs3zX+1aV0X20r4JNerMPm9oP5YcZ+N80A7o8/mPGM6ueymsOhPl8z46OjuzRo0emX/+899579uTJE3t0eur/HtCcFw69ZOhRhtiHP86Jd4aHCtuFxu7wKUoKAvWNVduZAzS+DV/5C66+XVcQqCMIJCgYtOLpQQGh3Ot0zdbTptfLBGW1dx6ZIdu8OyQ8EyCknnNNo8nwG1B7pNM0tgupykKUao49H0yme7DqLOvlmpfG7urKlleXBEUuTQGRrgQxFEgZeH85XjJ2ggK8zHf+wgwvSvtOdgoydAB9KAAy6KvtckVfEwwv4Pghe66D7Q269EDU0vSnZfLN6cWrKBP40a8tLhQUgo+6y7FO8imqDrIOLOnL2zhPuw0qncC2Xx1tN+H+YSPaLBnvm+CCdREYO0GF5QCVsau1KWvWiQdLyqFHPXw3BfWh15nWRlDQZ6Daxw4CMASwvI59l9m32SntnLKPtL7Oh4xNxdaWnH3nW5dM9bp5e/sVKtIV0GPtM3110C5fsb+6EZJ7G/SKDazJkoMenE5l4iU3rv88AJech3JhZIMCT26Xsih9dYzHIX8Ye6acFaCCx3GfL1GHGyBzg2ToeiCTQKP+71svXrywf//+b/+Vzm8K2vykQM4P8Qsf/frnh+f2o37dg/wn6n/+9Rf75bdf/U/Bfvsd+tsv9usvP9vPP/8EfrZfCfoIv/zyi/1C8Oe333+zf//xh716+dIuLpa24izqmbPMWPBqR+IM4GRp/OUrWTub2WIxB3s2J6DjgZy9fdsrmCuw49i3OYGgir35vASO0KXd/mLP9vdlZ0HwZ246l9s2QW3y6ZmyCs33pMrZcu7Cs0R4CXPnVFtMaW3MutRdUuZlqpV8Lqpu0CQFZ9l3tPX5lBl4PKfGC9A3Tzstqf/BCRWin03dMhyvVF2U4cRUIjpqOFczqnxEm+VNedTLj4qQRN5gYxtRN821vjvA/NsA9GsXohSrL/pVX4WpTqB+TLJNqTQY3jURiRdgPanptOxCZaUtAxqXWTLVvS5Ke+9TNih735w15g8ruiZ7H5KqQxbckNN42A6D0LwNVfek0Ze382yXHa5drI75qBPdZyelufM1k8x8AkMS5ZGvZdEA+cbgkND72OdYFhe21Ie80BUqSaVqKL8lEx9WvLTGqr3gNnhc49i08u4/8b60e00i21tNNYRdcMVa4QUylSFK5ZoWWzGME4/9PnXFPfUq86UG1F+U8UDtaABHrjSxGRPEuJkAVf3lwKvi3126HnWmYxil9+ZkRtho6HsJ11y8yz/JuH5FXMczNQC6nKdl55VRJ/Ja2OGk20FO0saOS8gLXjNkdEtih/QAKQVSMC6JUt0KVOxOO0yvK852mCi21xXH0izqExLFvyBjknAs3cAVxUJC8e/az9H7Q/4wA/+EGVi7JP4JDt3mwwyFGceIoG/U9UJydHRo5+fn9t57zxzij09ObI8Xj4ZTIxPUqOjhh/MXW6+dZMRtiTEe0xpMNVDzlxi9rOoF24MNl5d8+37JC/rSLhUI4EVx1XHYcoMwbGT9+RV3Cr1E6EWyRy7eoIZcSFiPFAficC67Dj44zZbQl66+x3V4WW12w3UwHG3MgvbQHinAP/NRwUPd156HB15ks2OFe1HmzdcqsnSAaWzC6DB28zoIfpmDOaG/7MAuslzBi6uCaxUKqAnZA0nRv/vD3HYKEOnlXHO9iRogItixHIIvVwRfAkv0A1qvgP4NoirrqL8OoXPFOkc72b8eS/oEvJQvBXy5XvcS3d2INvQ5/Bnd5Ub/jMvnY6T6tY187ZiLyqssfpg7zd8meALukGWnXQnCsGaUM/tPdQqMGE/JmX2X2R9sCPYHj0vwIZO+pGyBzcS2kA4NSNJbsZ1ibTutq2yIrmVW1xQAABAASURBVI2n84dZ9dt5v2pHf+w3zJHXThoYAcLLZK7BHorGbt+GV0QWT07BMy5jrFnzgC9ZY4dX//I9Swbkb2aPdYLW1/+dnJf2799+t98IzugfZf7hu+f27b++se++/Rf4xr7//lt7/uNzU/DmD4I2FwSJVuz7NJvZPgGX4+MjOz87t6dPn9j5k3M71S8eD4/NA90KRuNh5lrzIDM0+wO+2axJNmtb/1VkA9+kmdl0TLSL1FiyxprUWDtrbUGAfW//wA4ODh3H0MPDI4LrBxNQ3heKDP1DsA8O9/dN/yj/PsGfxf7CWlGCSQr86BdARm9Gf3bLJ1xtdmqlndKpUBrCVHYLL/WKQbUx90NyY/9mMnaXdpqxJ0Qd2hvIVSu4mhhBbePNnpJqKijeKekMpm/Z8bmbNtJJHuXsPqAXxYk3IcBdl6n3kJBTcPmUbvShejTXEurYkkPCpKpMVtRP5Gus1nSKtcpS2LC7uV82q0urbaJ+tqXeXE663YYRC8ZH+oIhWwcDjsllnp1HW0m2XhvuA1Yq5V7rtjXpBTprzPsclLjf4xudksJPGFLwmFPyMpmWZBOqD8jmDnjfOlO19yrUYqqr8ojaxyjBR/eb9lDfn6Kcmxl0QFTjU50xdtz15qJuj5LzhUJ2JTry5OMPBfkZXM1lp/JBt3Ukl1TgtqKiw8szZ1keXXO7MXqh3nYjT7wMi7flyVtUa7drTzRwPBP4yazncK9iBEr+KoxcfG0xG3qqkrdFceRWU6POyO1qlBAmm5G/qxQ9TK3jke6rEPMJy5Pt4cKJcuOzaFufTT0p7JJJfh22PbtOc5Dv6MLXvowj9HYoRcWb5bhL8ssiXTMrYwc7fPDGo8b9uTc2cP8uH1o8zMA/fAb+s64KXoR4izE/8WdmiZeaBS8VR0dHdnb22N577wN7//0P/N8DevTolJePAx7aZ0Y8wZF56OiBF97CwvTYECCkBnBLQKA+9OufJS9/+vc2LkoA6FL/9gayK14Qe17sMjddQQ91sLw3ryzzQknmhvRCYTwMheHxUFSQx4ZDG7k3hrouDkzr1FhVogVa9Ip47kXB/8GgKTU/pge90tZqH3VSCdD4fA5l+oev7fR4ZGv+ZOzSz5qsGo+6aFv5Td318jBH9LnuB7c2vQQPIJAgnpt3zDH17IXsiHn3h1B/GKWPDmheQS6Bh8y6dfplDGvoL/Z3oh3BG+Btp3QMyHQKaNwQWOqoW16Dzn8pVWwNQSQCQuir3WBbfbgP6KqOsmyGDsElysFTD+9j1rinoP0oZ+aZOyI0bFfxzJfW1OcLHkoFiXkfbKy87PuBtrv2huqyt1U72VWbnnZQ1kYvCx3XyABkGaisdg78cBOibK36q4CgDVL1QgU7UbscbwfZyGsXopegJKmK9XqMxzysYm39T/nCP/ni8DnuTEEgBen0Z176N3heENj5XQGg5z/ZD99/Z99/QwDoX9/Zt998a99/+4PpH2/+lfoX//7DXl1c2mrVEZCZcZbt2fGjYzs7P7Onz57aYwLep2endkRQaG+xQKfBWRL7ewUy6NnvPkocn81aa9uZQ7++0ZBU55ezM43nHJgR/GnnBNAXpsDT4eGhHR4fEPSBij/cx5+AgjyHlA+P96P+WDriqT88QG8vwDm9wE8FfnRuuw8puhzzRt3b3T8ycBs2rPkCbsskNp+M3nwzbKgYdSy7sRGpYV8aa4sgc050otrj7EPtP+lk9rcoDUx7x1ENb7qMxbukzGGtPRwGaeF2lHkvCEoKURQKnymtQ2PYBEprSS0mAmxJMsWk1ln9Y9DykSkpwy+NqJ22u57XqUAbnzBRGrJ/fWOUojEPVj6yM6oW4RZptiSDAAMyu45mMHltvI711RgNKgx6dp/P2Guix8TEhUR7sKwNnWRggu+fzjtIlAUvbGZhxDDp0+YUnYmYUiTJht2DTe9nk7LXpRN+0K6M2UQpqm5YNQyS6JIRwWjpjGvH1fA/zs3OOr64cVzxhQUQn5HV+4naJLXDhtFuN3r68WFOaA6BOvS2FGcqQCmHPyqjJ7saq4riBYm9PMlK+/rcGTUYC2ZnLjO3IRpu2Nkohs56Xu2GVCVx67SaCZqZ7yVfDAkX3LOWjqz7ucYMeBrCSNiYqZGAZJpiqkJnKn83/O398D1F6bo6u0lL9dsgE3emc8XUhfVJfWzG6ktUK9ftOOZQJWFbR9LbMW035Xe3rNt3s9Zd5jlhU75evt3+uv52KSxEzlXoaRaTxPmUQG3jHpXCBu8TJ1lFUXsgDzPwMAOvPQPptVv+rQ1nk94TB0iyY1489M24AkAffviRffzxJ/bkyTM70S+B9vZsxguQnzz+8KhHi4bHC2FiSizPXiTqbILQ25J70IFGjVkDlDVN6Oph6erqym+6Cvw4+Eb/gmDQBS92lwQPrq70ILQy6WYepnTG6Rv8zItETyH7r4Q48FRnfJANNxyKSv7gKQY1Gyr7crwaNG8h9DKtgO5KcJPBWvDUub2gacKXR1MkUWdw61g3mMIgfvQOo1xl0jRvH1zkOchmLrGDzOciaIbfDc1tRc88c+smeMBbtfk897zEAXNgS3PhoA2Brfpro0o7gnYjCJTwwDqWVzxk7ULRYy90rwOCMd0W6Ic94sGQWufBH/pS4AFef1YWAR4e9jxo1fHQp3qoyg7Kaq8gkqij4xlcuIKuAsxZZg8yaSxVH/A1ZM44QUhcg/B1vbQe1Ge100MmvmpPZ3gao4WNsubeFsnuJJvsNuyZQBtKsOSUs1Bk3r6Und+VhblwAd7bq80aH7alhHjNCqqUJQUkuqbMWDRO5l1/HvhS/7v23/5tv/z6i/3040/2XH/C9d339uP3z+2Hb7+zH7/7zn744Xv76fn39rP+weaffjb979lfvPjD9H/dWrHHkjXWzud2sL/nf+J68ujYFOxR8OfJs8eca0/s/PFjZGecb8ceYJmlmTVJ7vTEQXFOZxPF1MxsRqB8zvk3A2k2s5QSNQ2oKfjE1dnQd0ozmylYNJtjW9iz/cWBLfSLnsW+LcD+/sLLLnP5IboEfbyu8gvaSX9hbSu0FsGfmZme3kFK1YdKG/yjGrnqBMMn2/qgsCm7rcwLNpbRoq3zsEwVieXuYzkRGXvXiTJUxzJ7A61x33CdeOAH6md1579Gy7pW0DOHjAjei5i3A/crTA2WB1ljBh9zBxNqJWcMbGQS11ERDYQ6eNkTYIe0Wa4VVS4quHxgvOSzsCGKiq1801cUBtG2hW0J+iWt13GNDnZCQUWHshBt5arahJQ2ZSoPcjrWPfk2aFISmdoKar++X3wJ41pQJUokLSugE9pK7G2GxUReeacEi9ifWuhMWavrFF4yDneIdFbQG1DPb51z2MsDsIjM2O/Zr5mMb/jtjgZvyFU0+Stdv6/q3nJV/hF60Uv4y7h2qLfqnw+wD5vwsjMg0w8ytyvb9BO8C4csrgF01dAtDVXeqs5H7RKzIR/VguPICka5GxNzT6hdxbRpkYlMxVNejrlnW8IQ8Ghj5WVe+yqEyjPTmbn3d3axfAkuHEvd/7WOtNEcaO5kQi28m9IfrceiV76tzDvAWKWw16TQ6Ifam6ZpUHrbTO00nIk5KXx0tVbQdIb41rwavlXxFoWN/ndpT7uSujY9epnrd8eAqHnLiYtRLiRdhzAUd3Yg16JiFxc1D/nDDDzMwJvPAJfhmxv5Oy0kTpE2zXlROrHHj5/a++9/aB999DEBoI/t6dOnBIZObG/vgBeQlteIxozc1j5F1kMFr4dfo9MGqlN5vCEZuk3TWNMAM1OeOVyXvPBe8mJ4ebk0BX30jb5+CXDx6pX/33iuLpamINBq1ftLW+YgpplBeDbL1usG7S8WHIQ8PGWvEJ/9p99+aJvpOC0Pin60ehlxqYBsrXJP9QR66NIPWenDQC4wdyb6y4XXt44OOo8HDeqxdlsKF9Atdkbb+MG4RlvoYDvuoMGrzsFTtVM6k70RmTELjHWrrspUL3soKNGngQS8O89Uvxsxfh6RmBvNkdoGprL78XWeb6IdAYFtXBFs2gQP8ASkVhNk+AgerSwobQjy6B/k1q99FJBZUfY20Mx+dT3/d3awp/3nYE6g0zUZeSZTC+FEej2caGeasxibeEE2qWcPqInWkoVDf32NXK71wIyI+sowsodRilRgI+PTVIbUbe3KUMcCTamU3jpkXXU9OvhXdCBjUgNqlRylRuOQDx0P1MuLV/bnny/s999+tV+e/+jBnm/+9Y1986//sX+Bb775xr79hgDQN997YEh/BvYbui9fvDQFB42TQ7+SOTw+skenJ3Z+fmaPnz6xZ+DJs2f2VHgK5Vx7TADo7PSUc+/I9g/2/XxTsMf00Z7mLJo1CfnMFgST5ntzm0NnaWaJutTY8PGhqZTIgM7UpAAQgaOUWvOy5FRrlgTNZ12LaJ8NFXTN4VlCQvJmmjQpOnpMBNxOKEzyBn4KiiTpToHojgknasBnrQVyypGb+0+xJPzTSyVzqd2hNXb4L37Yy36tdLy0rgrEoyl9nHTdYonBDtydGTk1gbuvcjHg0whPj+uOozNOuwooQWJwaKuhxoVYMhXXoZIqw2v1K4SEXLYgNrHhxZKp9SZKlZOhToxLlMmoAC8CvE8oEtJEWTKQuVaouDHlWou+++t0fbqkUudL1VOoTqiyNR4hyY0lfEmqvAdG/fBSZ55kA3CKpCWKS2lie9DRNTVg/d6TOcMz96rAlenMzzyLdJzzgUtb6gsJ3SNEy69wdA4t4Ss6eMfqkjNKbS5ot3S4XG2xqXtH9LXiWJAv9frRnutclled34dW6F/hy3L5yvyLiivs8aXFFV+QXUGXV+pDfV1Sf2VLviwTOmj4fsU1B7Az9ln6YMwM1vsThWHmNMeZeRRYMk3gMG9Rh5eDnnld5KqloiQ11EqNdaoPSH4bxnZ4gU3Zgyg565lKI9y4sioSDwjc6JEtQLn4PAaB1IPk9ImuAj4X3J+EJXOsecycYTFubIcq5goje5V1XgUB3TdOd7DjKp7d3NuOKbu5wVuqLa6tNDfAi54x34UOPW2W/aoeat8ys9HZdfOzJR92wlv2J8ypO8Fm5BxsCWiHRq3y6jeUJMkDHmbgYQbe7QxwNb7bDt7Uug6Kim1bxX0Ok729BS9DJwSBzkz/FpB+AfTBBx/Av8eL1GM7Oj6x+WLP0qzl3JlhqgGReogAuSVttxna8VLVNM3wKJgJ6qz45kwPVFc87FxeXvm/A/SKh5xXry5MVEGhKx6gMnrcQ8x/lVJfIAjKZII/PS+5xkONeOPFwuqDNw00emHn/YQK0lAVfE9Z0DCzuT3s5w0YZSGrX8H71EgnwE9zuWEzF4ifosrpC3+V1LPBxO0m5HpsMuwl7IWfUxsbPAost+0AMvojSCT724ieJU/0jxl8LrLUw9yMhI76RJEUfsvWu0b4mvH1duAY+88GyLfEnIquozdzeW+NfvHEfAQEAnKFAAAQAElEQVTtTetgvs9YIdbepOeUMfu+gKKfAEbW/FLZkGfWMvZOxzYCtF8vSybwouB7H+o6BGDUVn06kGPP/Sk+yb6Ad3SHv9SLFyRfBypKclnUUfpQP1ugNbryH7Ourb4RUaQHGFLIJcGnzJx0PEhfcE1H8Oc3U2Dn+ffP7fvvvrfvCQB9969v7ftvvwPf2g/fE/x5/oP9/NNPpv9D14vf/yA4/MpW2Jg1yfYWCzshAHR68ohz69zOnzzxINDTx0/s2bOnBIGe2NP3niA/t7Pzc/+zsP39PfM/rZo1ZsybfvwjrsGe/i2feTv3INCs/vrHN7KuANRrUgNrWM9kKUGbFipeCN7Kh2EzLZoPwDxQKDXm7cd8EDsT2uQYyA6jqdZQcBXPEq7pzJedgPS8ameG+k55tKV2XLRtPaolTIxZtAL38E39hr+dr/OSF1ghXj47XkC19pm1y+zj7Hs49MOOOhaidH2u8d+MxLqO7bFJGstwZRxwJSEglcJAkmRAFMJ6DbPkfCiOxqvOpBIV+QqRT67qmQSasKA78tBiP2Fsc31dXZ05E1nsEc1nmM2T69XUt6vJ6nUw7c6yjijT3rxd9V8yQeXrQH1Jcm9Ew/WhuWtMn0EO43N7F0pD1JgN+U+hpJAZcjP9O4dtgheoh5CPvsa+4Jz0DasztYJXU7488C8BFOQp8LIHdcoe9qDKJefPlf8K56qDR7YSCGpfOa7siqBBxQpeUJ2uAdnM6qvsf5/wmHl8ZWzMe+47D9qsdM1gO4JHS1teXhDkubAlQZ9OgSDK6kf9d/SzdF8vrcP/JZCOeCETUPK+sR3XnuZB41/hgih9Fz80b4KVMo7BsrcIjmSgwIlTr1CmtqKoBRnzMDSWfaUmxRvZaDxY982yqwEapOhdTMWmruRVli3NCk83mT2RdW4x3wr8vHjxh718+crvN8sl8865xUTRABvoq6ngw6HslFpPKjvzD8zcN8/egXPrdpmpWBLvyUuTsoRF5vtM5Vuwbv4W5aiuPURpml9fM9Wa8lwB7unQEkYy1/HN4NwbZuMgZymZzn5y014Vz+k22GfLDvwmw/GyKXooP8zAwwy8wQyMV+YbGPmrmsZhsbu3lOa2t9cSBDo2/fLn448/tk8++cw+/fRz+9T/HOwpQaAjdPYJQmvYDYaAfvUjULo5oXuTAm9dPOcMj5c9uj0lyThTradev/ZR0OfVq1f2p+D/Z55Lu+LhqUOxvItzT+55cQbIM1jp5YKbdQcVMidhRj/uPNnv0xpR4igXpWuqaC8dhx6IBD0UdeYPbdjKfEvo9rCdwWoNK38ozNLjoS0XdOhkHioc4lVf/Mmc3gKd44JGDfEkH1WusPILph5VyaQkKiBj3uxeUPsR3GMmcxLymJvs8pCUfJiwUr6WyDfaE2BSk7eBsauwbazfm2AY48RHt6c9UOdTPN1VXfnQeL9wbEDJzXX0MI0ia71uQ7KA69JMKeYDuf69CNpk7Q32V9beEO9YmfZc1p7x/dRRFq6gV3Qj6E8SJBOVPfzge0mT/+5XbwZN2DX2m8Gb6qaoMlGh1sHX/dnT9jpIJ7su/mpu0NUYtXm0t5wny/iwvLy0V3/+ab//9rv99Pwne07Q57tv/mXffvM//idfz0uw5/dff7U//yDYwzV/RRvNwYyAy2Le2j7B68ODAzs6PLDjoyM7PjyCP7J9ZPt7e/7LnXYxt/jzqdZSaq1tZx7U2ZvvQRe2WLScazMzbBKHtiYl15mh187Rn89pR33TmIZkfDS7EBJnhaaVMa8Ya8f6dLxsLXlxEC74pv6CwLXw0umlv0Rc6AXN//HxJWcKa8Yad6w9hxc2h26cH7KxU0Qq8Lgp4muEyJN2k+FvgNx5r5pm3i4EarGOZF5GxylquyhimXeyntGQicI7hlPHtuIlFjBO/brT50lzxT7omLfc0Ubjp904eibWx3YTXe/5+pJs1Fr1BYa+MnPEmFl33SchMX7U4zqVLgWS5gEy6MMMc1DrRv+lWaq9si+FkBtjC8uRhxSe+bCKEL5mTn/0oX5GA9gfxj1Kt7mp3gbPmtkAVpk1zTtxZZk11rWuMyH86MvcNoUyJczN+pwjs9uBypAwgT2NNyMrwEfvF2o6B6GZPebgDO1A5kukbnVJEOXKutUSujQFWJZct0uu0e7ikgDOxQRL51dcy1cEAq64zjsCL0sCMJ0HYi69fVeDLy5bIgssVSYwpADNCvtXoCNw1OGHPyfo3NecOa7w6Yo5vLJ+8BUZ7VecMT1BnEq9P/mCH0v6ll/VvqjgfUlHwIaPX3axpWCQykKmLrsf3EcU4PH9Ml2PMr8uFx91TPzkcgi5ZI5YIGdZqKAjU8oiVXEXndaLF7huIaGtnIIn9S+oAPVbYbbEeKQV13WpExmAbhlXRrdjLi647/z5xwt79eqFXV68sqXWTPPDNcqWoiVtZBRumsY+kO6oR/p/ItWhV3q3QXNf9XWwkkerje8aQvhGubwSto2ElP0126hjuTn1imMUiofiNjTfTlGOcEA60TUDM0tkO627Z1GjPR/cQ/4wAzfMwEPV68zAdVfg69j629roHImH3rnt7x/ZkydP7aOPPvHgz+eff2Eff/qpPUV2dHRse3xbrl8B9bwoWZ/wuQFKojdBOlNUXSO4Y8a7k4npeVgl1qPcZQr89FTq1z01APSS4M9Lbsgv/nzJi5QetjrLuhEXPfGd37iz+T/ye7WyFYGgHmR/SO2NBiTo1CXndYSPyDwsdm57xUPYyjq1546/4qFpDUs9lBXwINfxENaho28E9dAlhP6Sh8fOVthZ1Qc8px3+cFpjOxcgcD/93oJLmm130bNetwGH60kJP2lAbQ6oXKH6nUCV2bZNJM1NIA110i22qy3Zr/y1lIfIWncn/Y0+atsNmigHjHno3xjDHLCPDNsOgjo8ecMyBvaCKUDjyGbUjf1n+kfm7aQrXuvZm7GeRlvtS3MeueaUfvQndIKpLCCr65/ZF9pDmX0UMuwiy/7guWLZrwq0dyqw7X3Qr7/wyI+Mb92AGINkBXVNRAWNoVLxAmWuJqNDhh02NZ5d6NFdgQ5kjUft2TrD/i1Mx8vLJS8iL8uffT3/4QfTr36++/Zb+/Zf3xAA+tZ+QvbrTz8RIPrNA0CvuO4VAFoxDw0227a1/cWeHRHsOSH4c3R8YMfHR3Z4dGAKCu0RHFpQ3yqQw1dmqU28oCRr2zlBH0D9fAElEDSbJZ1qps8sJdfRn321c4JD/uufhjk0//gjVs90eElZbzqjOuZ+yfV/yUvjJS+FL/D3xYs/7cWLF+ClvYS+fPlnfJNcvk1WYGiJ/pK56HjZ6NgrgjF/PnUx3epkwLoIbyTQ/kEjq503pDBJDAn/Gb/npULtbkJRux+RQeYGP+QL3jEU9isBHj8/WTvf24wzO9BHlxYb3TDBG5K7F7HpcyAarZIT2ZyA/Slx1Em3AH/cd9YzS0fw+VVbYw+pVUBnQHDsAfRcX7rYGMcku7QLRXKVBbHYFCt9B7JpUh1l+SjA7k7eFuVK8YESs+ArMKHyapSpNMVYE1zUsX5YcF5GxasfaGaOTL+45f7aEUjo2P+iGT4jy6qTriNc1zh8P8I4RQzLzow5qjziG5Pr4Y+oMV7DHzXQmuhc1Qj8vKNv+TkA3zr98kWU87XT/Zvr74oX+5WCOh7c4V7NNXxFwGYpwC+FyosKktG2o90SuuTe77hc2rJAdR11FUsCNB16He11za9U50GgS+t8/qAEpcRn5F6vf/NQ5wP+9videYbQeEx7jmtqxbW0Qt7JrnzBtvxVWVQ+ib/yMV7aCir+ir5Fl5SXBNeXHuC4sA4bXXdhmT4ztn0efX6z73+OUkszs5Zzk+PV0py1S0Cr6FQ8urEgyv8CsBnUSyFi9esk3Qrr3jB8thkKUPk/hXQSvns7xqpxa300N/rVuZ/TWh/mO3Oexf7CFg28mWcUaqJMqqW/hoY70deE70OyM//LfXQv7tZrnlzX3uwvy7b9k0RTmtkb4QYlkoqZMyZk7zDXZtW+9U2auP7kUfR3c//FyVBdz2ViXRKl6+RR+5A/zMD/+Rn4j7tE/NzwZZsZ7zRwySF5ItMLz/7+gZ2cHNt77z2xTz/+1L4kCPTlV1/Z11/9l/8q6L1n79vp6ant7e9bQxvTaxN3l57IDcSPa/NPY9ZMYPGRnrmWtENW8yrpjXb9qIVp7uPZFAS65KFKfwb24s8/7eLVpS15MFrpQZMDmCZ6HrLMQ1G36q2jYUbe8ZAqrHgY1YNSpt44tZ1STwNSdpCR4HWTp10WBSv4FQ9dKx7AMuiQZV5iO/rWA2+nBwPB6wgG6UEM3zrX6axTWQ9oAnqyscJGD2Q70y7TR9bDFj5leBvmSSPrLQ3l6YyVFw/qvA1tGQAKeYRkjNcGGLaEDK1QOeB6adLe2/XYq5jUyfa1WGGKNppvAR/tnQDX3jDFlVDGpbkv8Dllja2CPWVAaxGIOdM3U26D4eqFSGuQp2vJOmdsOnytCeioXgEl0U2w17JAG6OtiWodfK7rvIpWqOPCu02NJcreJ+1FZUc0cIWb6BT7IVuFjH5ygdpYXT9RYbKOPm7mXzTE2PS2CNGVXV1/epD2gM/vv9svP/9sP/1I0Of59/bD9z/Yj8+f288//Vj+tOt3k97lqwu74qWk4+Wk0zWjNWDuZ3TU8taxWMxNv/I5IACkoM/R/pE5T3lvb2H7BH+k0y5aAjo8MOm8Sua85AsCQfP5wuZty3k4s6ZprMHlWUrozEBr8Q9Az2zWJPMPJHHVGOXUIGk8g2H+8U3X8hJfLwjqyP9XBKr/FPj2+M9XL038K6igf89MeheMT3Oz1Iuo1lzQ/Gm9saxEtyIjWF5USpnzinJcW2aSC6USotaAJNcRvOMkZ+RToMOZjv2d2WcdYwueOr1EaV8yTrUIp5hH30RRunsuCxXTVlWWGfrIM0soIWN/2tBfb0Y588aYFWjFVz+X6/WKn5pCQz9xPibK4tXGGGO8JOu6Vj+6BrDnOkbf4kUzPF2T1L7ao3inJP0R6qdCzXuyilE+1a99VpmcYbub4LzGNoGPD6vmc6Kz4co65iPueUvua5fm+5Y9vCKYsCJgIHoF3xG86JB3fu+7NLXJmlPmNs6UmKOsOd+BNPFDvKGzBXTCFuNlP+GQuX/4qLVznntuBh1BFafUddU/+evAP/wcgzNLxiVcmutS5+MgsNKtljyLLG2FbAUvqmcT0ZXbom6gHXoCsom+bHTodASD1OfK/Vnass6ZnwW0EZXvkkN7nid0nsaYNX8rUzmXa2uFzSv1A+TvEn+X4j1QdUFQCrjswrqBqh/6JuizlJ4HgS4Z/xVzuWTpO7ZGLtAeDrTsC+2bQDIPCrGxkgssPpSDYX2CmeS7ZJPq12EHkzCrakC+w88ASS7tBEKpCGx3Y2JJK1uxX64uX7Hmmo8r67WHdV37NY/BkmgOR7/kNJaGIYBWJQAAEABJREFUw4tvnFW7NxuqWv2Nag21ifWEmNlfkzM7dV/ARp8wkkVhyOsYBsHNgxnU3oRZn43ZYGp0D18HKQxOklhf7mMUr08b7a5XvLYmsVKyIsyScovzekcL+bRDXEQ31xalB/IwAw8zcIcZiCvxDor/HJWpyzNeegwk3OOIgbS8CO3tHRAAOvFfAn3yycf2+ZcEf77+L/t///3f9vnnn9sHH35gj88e8w37IS9LNOobPYKZns2cwZrxUtQ0DWQdqnKUA11kCq9rzEhm5A0QFXo6yNxw9aClANCff74w/RpI37Z3/isfLHG+9YKNH4pGMx5kVjzQrKzjJXLFy0jX9cg5vLHb8RLS+QMU9dAVN3i/6Tt/5Q8AHS91mYcvtR9Au4xOh43sKA9jktcy9a4DVR8Djx9hp7OOB4wV9SseYDN+dfAZpzv8cMhfL+OvdOC93uUd47iyjA2h4wGwg3fwoN2BLCBT3xnfDIgGsIk9jPDM4rPF7cYCLK/uN1tgofVAfh2M+kDYM26TdwcvUApg3IjXsbvdJuGXsNM35kTzM50r8cac1zZMj6WmDzDmBMyRIexHAgLGXAuZdpn1ZLHN4K3IjX0yRdbaC8OaaX2Zk+qPnkx9kyMjoGkVmi+3S9/YzmDsY5RJvg72Du0yMEfshzxpjwSfs/X4AIO72HMf2CcM03zMYgIZvQj0ZmbYTGXtY/0q5t+//0Hw5yf74Ycf7H/+9a198z/f2PfffWs//vC9/frrL/bijz/sUkEfzRXz13Apa55nZDPOlMRm1L/Nszef24H/X7P27YBg9P7BvgUObE7wZ7HYs8X+3CL4M7f4EzDOOdlLUDDjjWVBIGm+FwGgRETH7XMOLhYLU0B8Pm9N52IiWNSgOxMWc5s79myPfuZ7c2vnC9DyYDYzw9cO35dccwruOAgIKdiz5IVYL8zCJS99erFQICj+POyVXby88F82LqnLzIHmLmZRjgcwTz90I0adgeQ89UOiFcs0FCuzS1br7kN32dnhg/n+RhmKR+wHcuc5f7VvqHId8Y77OFF1ZaTyU7otT3gwQrpVh73LvmW3klZcCoBrcMU1IWS/HqSbmW21A/5LScm4RnVdMi6NZV23R79HOdYrpigjyy6js0L7QjcIDUjo0x7fx9pon3zO1BbIf5DxWfvG4BOIPqo+djCo/eIYDPb0AUodBWryCNlhDjqCEFn3LvZ2R3Bi5bjg5ZgAgoIZCiBw/S7hr9jDVwQuVqCTPjQTMMmyQTnXc455ZsJxkzMN301nGdAYpnC56gtinFcMk7WSPezIP92rO/qXD0u+MFoqsHFxwf0fH+Gv8GvFdSh65XpLgiEAeeaacxvuJ+vKWN1fbK9Azxz0+G1QIUOz1l4o62+V+tooCrE5j73JhubRUfpc4csKH9wv+Ul5iR8dssyzh/pWn25fe6Gsla/jEJBkydQvfo36V3yBdkVT5gk72cfUWSf+6spkX3N1pbUj+HNR6HL5irpLQLCI54qseWddWCg6GceEG2wXlRHLL98rKgPxEoNEnXRh2YSek6FDPqbN8lhTucGGC6r+lMJr2ulPKqN+xk9JzGYSDkAfnpM7Kr0d5xTU9wPPfpcE0a7YY75uGpPPhbm9wZZaYyfmRwUB2yKvjTdp39/Sa3NL/Vus9nkxmzFjSUjwQD0UInbAzaNuBr2/ilnzEedW7A0lR2S4Mplv33+IrkuzWrFmuQpvpEkXPHNYlbQdK79pzXcx/tb6B/r/2XsTxsZ15Gy3AFKULMt299lmy2SSSfLl3v//k+6XOWuf04sXiSLB+7wFgqJkubvPNjOZsZsvq1AoFAoriZLsfu6B5x74ZXrgdK39MlZ/ZSvaO4RcjXahyqoqkowcKqLVHIaa5sK/5fP557+xf/n97+3f/vVP9uf//E/79z/92f74h3+13/zmt/byJUGg9aU1y8ZiVVuQ0cDGLChwA2vv+ZltlVnrRD/IhkPZwd95+j7xotmZgj537+5s+7DlpW7vssQLj2+E2uyAzqdK53exgZedBDrreHnrODQPPMBzmUSAZwA9wBYP+c6/udNbx4O/4yXJXwj1kqayI9JIFTzyFypsJg59B/T4nI7Bi1dX4OX3+NP5i5l8Uj098oG2iPZQ95GgkOpzHpnkytfLSI9fPWV6/D6gpS1CBy3o80sguh0vssnbT0dhz3hhpBd4jPUAGXf1uiP4/fiWp4vZKXWtUl7UBdzEnwEvreZ1jXn4khiwBPVxok3dEXr6Cx/dfz1hx3JzGx/J62U01417XkZ2mZX0T6LOnhfeQZSDQj+D8gQGzRJ9SFTE5pDdjI7u4UCjiejo0aOO6aBAWvXKxhFoE+03+sGYUw7GRzRiRzCVk0yuO08Z1x0oRh1efm/yU+jor455khx7Y2KPeZ2pDQl9h7cdv0jbBGxrIake6ldb1T5VXaj4wE3IvpHQpXJA60iHC63Z129+sG++/da++epL+/J//se+/JIAEMEf/WHnN69f28P9PZ9StzQ3+eqXTeIy8MEqGP3KwWIM0KwulnbB/rMmAHSxWtpq1dj0zR8P/jTWELjxAI72J5+vuplF0rGqrAILdERDCBaQVwR5FgrwEPypqoUpr0avjgSDSNcEnxoCPtr7HIulB4sq8kIVfWQGxlTB6h0H0IcZlN5zmGh1uOOgvN227Gdb0zeC7tnP7nUAI1jUMud8zLBj/hNt+oePcYLRFikE3QBzmHu+EoQ9iDFIgMEm/ctdvnzdXKlT9blgvEUofokIpHRlNtEepUAWwJy7ZPNDeKqcUUeuJ1chO3NdpZUPVT8z55Ovlb31/Y7nSstSyRgUtPB8rS/WtXhfT6R93XSU2bNsALZ8PaGT+zzXEbWGqJ6hw6/RNxzzbxOJKu8MEI36pYzsSTroZh7k0fhiP48zcq+7p3og/0gXn9KYxlmWa1nvZZ50lFH7hJKHDZXnWaj+6QnkeKAC2ilAwVzuxBOoUOCl67bWFZ653gHpq1zHnuqgPzvgwRXsdvS7bLuPZ/0bfZAfI+R/Ul9TPrH/yV5HQKqjbgVQ8/+MtTXtPfv91nqwZy120Lz+tqOfrXX46OWhPeM64Gc/obdePhWM9Sf1uWPsJ+3tDuYTY0FH0r/iyXc54+K7A2lsDED+l3rlc0fwxX3BD7XDefrJ63d92UvjfEjsV5oTI3wOKS8xL4SB7Vqg7/B9oI9VZ0/7eqVBD+91jPXtqH+vX099YB++vyMYDWUvSvRZQsfobwft03wWeKDkdpY8UcaEFw73QzoCCa6Zf/iLgEu+CrB+iZ/DhVObqSwL1PfOSVdMoeILRlmlerOsGuutaEMlkVSwRS+R8kSmyGB8f13wTKj4wCDwDPL1y43L/NfJpARYQTQ5MdIZPv7I/y6vsQ9+Xd/Ul6pIGGtSh3tSt2iVxOpIJcUzJuZrhN6k/2XBxS4zz83pn3j/UcWKU1Aun4Cz8niIP3jINRP/eiz9FEGpoDp1aMyITrmrc2e+cXzynOfbcw8898DP7wFW2M838te3ILejaR8Rcv2VVVXMYFMRX9dLW15c2NXNjX3xxRf2pz/9G0Gg/7D/+u//Y//9//6/9h8EhP7t3/7NfvPb3xEsemHL1YXVHKRCiL5Vs3db6ocRbJUcaAcCJLm+p+6BjODlBzhBiUMx8hDqYLXlRU4BIH0LaMune3te/BJ15P0OOzyoTcBOuSjKho1PBFT0Cb3+gLQ+1el4werGwIwHc2SHBrg9aDel1Q6AQQV65JuDtGw7cGA8J48vX8NIDSqggE2Vd4jHn+Tf7BksDZ11vDx1etnzF7T88tnP+ASfyHcd6br/e8qdgBfYBDqBlz/xPXQYyydsZHSWeGnzltFWvKRFybsvwqkbJyg9AywXbaJnOYnAl2uUSe6igfsM/uk56ULpSNUvP3r8G/Cz5+X0CMgkT/ht8leUctlfbD3JU7UubwzMEZWflGUcss29DdSb1Gc62PDSO70g0899S1+Rl9Ax1U+5SBvnMPXhhPyyX3TzJOBwpUnCnMty1c/Yyx6vj5NOsYtudlm+mkXaWdKFGn4YfWL0kQ5VeU7z6S0HWR14Ege1jL1pjtFIum3uGzz1ZDltZB4a9ZvXhX9QVh+dB48bkbxAKnCroNECfgWrQmULgiVVMDQGDtE7e3f3zr777pV9/c3X9uVfvrK//OUv9vXX39irV9/Zmx/emH5NqmX9UoUt2ENWBHSapjFhQRAmYjPIPntLFSvzYMxC+UsCPkIDXbEHrQgCLa0h+NOoPLYiL+1WfvA7qZ/GdITWdUWdQm1VXcPX1iyXdrG88G85Xqwv7OJiDVa2ush16BtHS/bGJTqiF8pfr20N5PtyubLFYun2LAZTPUa9qlvoWOs9c7xnHu2ZU34YJeizJ/ijw2rLIazl0NWSn/9gMuOh8vSo+U/gfgpE9JHupo4EFFG1WcSd5mPBV9mUgjlzSfOM+Eg06ozkKMsTMbfbG++3Ueok5+FNTj11f9L4UwVG+Wk5pdNYp1QGbhmRfsqdNOANfaNxYUw65mPHGBzAukGe1xhrRWuVNZ5Ycwl+YC0n9oSBtBGMkEx2k9Yzlm1EdErd2vfoFqUh7lvEFwHncpoMLuf9NiWkMbhIdRTbhj+GL4YPeo71+DuBvazXBxrMqU5Q+0RnSARxktLKI4jiesg6L7uzPbIedILvK6116iN/BrWm/aX3upmv1O3PMQLpnWyM+nt9s4XndSu0Dzb9zRnNefbalkCD6hPaPfkzSCZIx6EyAjaLHbePjR6fvX5vc4ef+wy1jw94ksZL4yRKn6Wx74ayaJRmPOwMNEYFOV/jkZGHSGMj2DhGOc987BMEiKeOgbrpOEvQ5P2Ir/RDJ5DWeAz0qXQczCfVbfgVRrOBSGzhR9FIqEd2qcfn5NhWtyM5Y5RAL1DfHqh/t/p1J8Znu1Xw555+E7b42AKeXfoWkHzyNpD2PhNl3CXHbyMviYeKHx2aiPrJ5fg+CSdd/D4I6cPkcP1JPup43fAjjdiYw9VnwZ9qqo8yylQ5yrhtF+nGPjCTRx5yNe/HtSjPkwrE3ABZAJSR/ogEFXqo20Xjr3nhzXurjUwWrjMuVWdkP1fk3jB+ZpFOi7GCj5mvooTnK8jFaEdipg+TDiUm/ldjPlgJzvEIKPWTcj9L+tenuf/oyCer+mATniz5nPHcA8898DE98L98jcn9vJHEsjFrcx6hg9cFB56rqxv74re/sT/+8Y/27//+7/bf//3/2H//1397AOhPHgD6rV1f39iKQ48HgHQI0X7NS8fAgTJjsKFEcQJdC7hguGB4rlIKhuTpJVOCSSNEG7Db7Xs+mdrxqfnWHu63dn+/s52/1LEVc2ljDGqT0UbKmCogLRsU5yXGrONFX2gp17Y96T2AoqCHdxK1cV/HJpe/JvA0Mocd+6uUo1TJUzbMga1yeXtkEAHVuF2vjxeGTsEghIlwfTehM3+Z5cWq0JaXtk7gJUvtOP3YWygAABAASURBVABdtY0XPM+XDi9+uRztUx4vwX0Bej0Hlx650BFA6Eh3yDuV4yVZ305KBAQ61a/6ZkjwCb8n5NbQsnKptUJJQ+kj7hodEZAoBahzAAl0+NNh+9AGjY/Q+6exPTrSS+gkXkgp7TaM+wHmdUQOWw4GjhmETP7MMZbGptdPOxP9luiHRD856BdPD3sb8C2h6xPJKbYYMxsRj3zQQBfw1jDp92iRZo2obwUmtxn9nV/QZZN8twlFm0z3Xd2nOkRNcnQibVO5JN/kMweznoNcz2HNwSGsd+wtebs6S7TJ62NsTXDf8Msp9eNblH1GiC7kbhbUFK/LTEuAd2GLzPOIM3kfiVYTSInI1J4OX+7fvTN9w+err7+yr776i3/z52v4V98SAHrzhjXMAYODmvGjsstlY/4NGwI4VbWwGNinWMOyWVXRFKhpCNwsyV82S1vqV8EWBGgIuqxINwJ5shWjHMMw7Ug+T2k3vCRGXgjYqzJqbDbNwpYEgFZr7BH80R+TvrwkAERwR4Ee/U9ja9Kbzdoc602myC6vNnZ1ubHLi41dkF4rMESQaLFo6JOF6b+l9nrpv8SYdSAxXj3QPG/pg5Yx2xEM8gA3n8S3jKNkLQfpROAo0QajvOxE/OcSO0HZBVmPcZS+6mJcNW9Vp68v1cv4FN7zXEeDnEHvmerIiM5PlXk/yr4k6HOJm0BhLssIlIVzQ8bCzHxknsC5jooL5H78NRZWX7gRpZ3BBG22EQmq9nmAtMx/bzvzAZqADr86DDtPf2tMChJrZQCykUE5pdknBqD8lFrrsNODQXsIfWk+GPQR9WfXBvdOfNS44KZ5PybndFOelEQd3LgkGoG9qQzlsG3UldgLZUsfLAzwSePLfOqYQ52o1j+BkZ55Jp9F1d5TDASLewI2veu27LctQQDQba1F1ilQwL7SoSf09NVAn/a0W30n2pMekKuOjmdsp3IK1ChgQ4Bmt7u3vQIN8Ap67skTOmg7gTpVz4gWqjzp7NGZIFsEimSnxV4nPfkoyEfa2zEeXd/RTR1j1IO9Jfon0W8mEFgZ1I8+JupfpiiDcdzvWYZ4ujyfG5ePzZThjOwcELAdJC/KBCM8jVw+JPwo6OGHET6HfLxtrIMxlx0vB89l8Nn+YHMqtTiWPfAqkIylJxEYMqgv98mecW4ZH8abPWhLYNoDbNCO8XOon0e+pf+FLen2YWtbxkYBvo7x17eGEuNvzEfjOZ19GeunVrrAJDuG2pkmubn/ucyBP+hghkv5EL9GvkKH4I+L/DbKZc/XZWLUkfGelRyd6cNFIeFvkg7lAuO14NmwaGr28WjaazLI1IWJ7JfunpDUcZxy0c+6jS69x8ZpjcPTurTr6cxfJ0dVVlF9yNiQiJVZFaP36VQjTeCakj5cU0qFDP0wSX4NBpdGs9Q3cpkkuQOLh1xjohDkv/xVaiyWDx7Rb6ySIj+iKHHRT7of5TwnnnvguQd+gR74B1tZx82J7MyCAkFNc8En4Jf28uVL07eB/vDHfzH9cej/+s//Y3/+859Nfxvo97/7g3362Wf+94OWfIJf8cA0XkVs/OH8BqdNO2OY5Sk2NJCrq1DxGdIXFyyEIMY6AhN7XmgfOCj5H1W9v7fdbm898sSLkPmmGIwCZhbYnNU20i436zjYdjzw3Q7BpJ5yfT9YjyN66OshK+jFK2FP+zxZJtjRj2w+haKougFPlDDWb/wMeIUbvDHAiaHhiRfQRMWdH/R6qifPZaJ6aS3orOPltSBxEOl5eet5aekL5QVcL3OuQ37mO0scVjram7HHjoA919lbj13ZSNjpsJfcDvnIJXP4axM+0Td2FjRwkosX1ItAb3wk6RHuupA5yT3t9lUvgZakl3b5Qd0d1NPIO+WTlp9CIl/laBx9lujZ0SbcrMtVywRpFJj06GfDZ/W/bCWlqcMUkNHAe5oSjE+SjDzp5Tr59FM2Zjh+oU24cYAVPdnCjmwIyQ9QjJG3b49aT3vGdMnz8dgjJ0/tFrDReT5y6AB69DpewDv4TpRDUUKWSCt/oA5T2RGq3xhXKsVXm6AOU1skp1KSiRVlYLASFDL6Jgk+r3R42Jn+Ttc7Aj+vv39N8Od7++7bb8F39sOr7+01QZ+7W/16wZaDJT7TDyEEq+vaFs3CGgI4opE9pIrMFJ1UBtUZqDdYRFd7U6hIxxFEoqQfsSE7QqSsYPwkoDZQlQipxMuRWaypd7Ew7XMLyjbLhelXyfRtnsuLC1OwZ00gx7G+tBWBoTWBodWKPNLi16KbK9s4XRMQurQ1gaELAujaC9WeqqqoL1AvvTngAms+OTqGgXXHPrRnjHY6RAH9d8Pi9e3GLQf4lv2u0/h5AzAzXRG7cUodM2o164Ey3C2JYkPrR7YOaMnDD/ISe49pLNF1W5jmMmoBLploTnEvurDHFyUjJR3m5ZBAQwZjB0NGMGNkbfxxP32NSFDKZyrJKcgx2dFYU1XOpumlzWqv5n3X7a0jGJA8KNDC78CWw+6Ww+6D9fR/x+G1o78T++RAfxSovAN5p2CGggvQ3stgx+neEmstscaSKLoJHiE+4RD7S25/wl1Bbg/wAxMiodPBJzCMUP4JGBtTfzt6yvUkqVd1gR6/evzv3B+tL6G1Vu3airbWwSvt2JI/gw7ukqu8aIutFv2O9njf0SdJz4pxDxzYewz4XihZge3xS/51NkiffaZjP1e/dup/+A5fW/npgaXWOoIKe/p032+tJ6/3NGMzUqUll06HzIM9rBXZEDrKeLCJfshze2+JehN7nVP4HsjnYyR8TPT/x10BNQeDGQTmbmAuO8SX/DmVeYE5EByGpvGDkLF0f9g/B9CDRBsc9CfesRoGnxNGWQpxpREDVIBw4Y5Na4BS5lD+HCiOVyz28EHPNfnhz1nGfPtwy3vVvbXbez5wu7OuvbeOIKLmT4HmhoM51G7v0EUP/Va62NC88f7nfYsJQa2Jdsh3saJzIPNrLst8pB2nyG3L+cc8Rjzwozwb68u8+0Bbpd8zB9XWROA2aX6DA+1QbTHUWc2zZcEzouF5VLOPK+39TK4oBO90V12Z+p1MLmf/urfhUF06sO/lqvfm/rxM74SY56UmZyVzCMUzOkrNkV3mrr1unnHCY+FE8tOT1Pa4cKmg0EdKpZ8LfWzil5a4K95/o+U5L5H6VPB+dW1Jn/HcA8898Av3wD/g6jrXpMqqKvIQrHMQ6Oal/e6L39of//Qn+z//57/Af/sfiFYg6Pe//z1Bok85AG04yC0thGghVhZ4aDrlJclCsPKjbVNna8G4cYmQjQ6XGTe/goUQTD/SSTzAO14odrvW7u/u7fbdnR84d3zSpF/r8n2aukWTClARF8XLq5f5aw/nLx7yiYe3NMk21RHFIDOHF8+FXS724xFzPZRUXSpnJvsF5vmqSB7oeSd/neemdhbkcxlBFxzqMTY4BvorAVWAdS43ONIBXTRswHDvL+mJF7jeOviOF2GnvGzqxbxzuic/Y8+Bs+dlf49e79hbz4u87JR0Ir8TeMHuQHIk+lSHElFA447ujB0Kk/TAD7AC2rz0dvIRJNWteqEug+qlTbzXR1o+DdLFdlIHqO+owbtalO7xoQ0wgstQElUZ+icR/Bjw3wM+2DKQ6GMjz8ijE9HWgUagFvJdZ6TiDVuZMgAyT3WPLslnZRK8g3aobOY7U7szxI/Av+Sgf9FP9EvigJkYg0S6h/YcHPwgpEOWH4haSxx6O152O/ISNFHG0B+oe4Af3I58lnODdxvvvE41U9WlogVqU+E9nqd+wm6PrT1B2Yfbe3v39g3Bnlf2zTff2jfffmNfQ78n+PPu3VvbcVjo0A1UGbW38HK9XDa21K9tgcWitop9I45rno7nGhgCCuBMYl73Xl83fmLbQvcmm4k+SIxDkpOOSDsEM/O0WcT5yK2mjqZa2HLREPRZmn61a71c23q1hl/aUgGc5dIDUs2qgS7YBxvzvwVEsEg2joCsrskniLUCjf4uEUGk5Wijop01ASe1K4aIX3IICu/zU0mQaG3H+LSswZ3/naAdBzDgh/GWwzzzgbHzdqqtgGJc6h/IdEXnaKpT3WRb8zTPI9nJ6Pzw07E3tICAJvbNUXpSNI0+i5e1czjkqV71j8VglhNQysgtQMsRwyCarqktWaJimXt8zyXLPYwKOZ00T7DV0YY07m1aBz3t7OnHnoNsT/BB2EM70HJgbQlAaP30mkdaL6wN9UNivnXMWen3TncmvsOO9Lt+Z52vub15Gp0BJALWWqcRPyLj6sBFLnMemcYj4q9gSgNfV5IRZZW8QPlR+eT5GNK2hG+JunrQyR/a0tGO0hZ9M6bnWbknaNIpYAL1XzOEn9KSUSaXa0353g7JKCs+0XdJfUKdxj40jH3j+6P2yDlYo9pLk2S0XboD1H1W32Kro3zuM+ac9x1UcvzXWGhMOqUFZEq3BIvki0Nl1HanKqu5vKc7mb+qlz4y7d8+JX1GMEeUEGBnl2ZPoF8zNV+OT/H26GdAMgdJv1TPCZT0vJk+Y+wiVQiTx9eYHwXJebLGa4ACb1t+HmleCIk2GPNePEpc6HEvNmEtMPkCjKCGkrRDBYl9NpnG2ftev6anb/gQ1NmCdnvL/vNg3fYhU/Innn1d49ZKxhorc9HnDUEWPl3CLToA/6KAr9mv5NUfeKWPQUE8pixljnnELit0rlNkokLJ66zXvGEOG+iYj4L8zG1uTTSxB6svtYdpP19UlS14MNbsZ5LJ4tyXfvRD/Snk/J9xf8qImvGTzIYzpZ6q5IzqTxKN9p3o5ru+qf+ck2hml2lBigZywXzwqj6o8fEKp1UW147qcCXWB2bFOieG9Dj84syOCmXRT7tjnOtQVoaLZwepc6NYRHDZ8+25B5574FfpgX/QNXbcrPwCXlnFQUmfaF9f3fg3ff7whz/af/z5P+0///O/HP/xH3+2PxAA+vTzT+2KT8NXHH5iFX2jr2LkpSOYBWD8jMTfEQfSXOL1vjaBV4IQgvk/pwZvZigOvPj0PJx3vMC+u721t/d3pr8FtNOBl8CQHiLUiDLq3HU+NezhDClkbKgJGx2KHRQy7d1yh+zsBolErYlSBa44JcjQVdKiSgsp2lxXWedg2KeaXJ+ZU91wyw4YaDZQPkbcXzKdIstXMEw5UDlUTeOTw6yn74SBPup5GVcfKsDT0ZcdL0GtKC/3LYG0lhf9lsBBS5+2HCwcHEh1KBU6ZHvKONrOeud72yPvsTOh7ckrGOAHDpg9L1gjRj+kn3gZSx78GUzjM9BAuLFTknmadnfIO/xTUEN+dtTXjfXLTo9Nle9cnqivM+lOID/nyYc9PvU2UD7RdpVz0GdjxeadqUFhoDyP8tLN9XR2sNXhdw8SgFK/XiKT9AWlRfFfMpXzfOSdDkPQRP8l+qHDnw7+CPT/sfxQx0B/yCe3pzpkS+3hRbcDbhebSXn0sVPsuz66OqBJhuOWG6xZRIN38UtNAAAQAElEQVS9H+DxueTpRR0lktSPbfm4x7eWQ8HDw4Pd3b6zN6/f2Pfff2/fEvz5luDPd998Yz+Qvn13a7uHrfV7Di4YqaqKl+qa4MrSGgIkQg2t6sqMdZ+C8YMfjDteMAfMBtrVM4f1Vf09c3SnOaoDIjY7/EwgjxlFdbEUTetf/Iiol/g6Wt1UtlzWYGkrAj4X65UJa/+Vr5Xpmz4r/5tCC9O3igR9yyjGmu3kAMkzGtoiqCw22Qcbyi+ahTX1wqqqply0aME8CBSiuW+QGLmRGmhrTxtbDt9bAmq73YM90Lfi87eBthy+Op93CV16hFJPXbIpKF89aHQN81N35oLG7giMY9KBm7nSMQ8TOkkUfVlQ6QMdrFg+yDI3NoV8tTXL8v24RJbpzhiLvAdJ4/ooP7kkaX2Sn/A7MZ99nTA3erDnMJrBwQ6+1VwR6F/1cefBj9YSuom9bKDNTDLs4hN7pvOyzZior5LK0k8d5RN7ZfJ11Nkw0sRaTqzHjmBMcr09Y7XnrFnQ57Xjfo68+li+q27BCGJQJ4p0OW084gdskY8/PjbU24OEX2pDp2AUYzjgWy8/tEYFT7esvYyBddOj11MuY2+Zki+58umTngBLLx4bA35msH597kF9bojSXxoHh9JAe42ggAz9MsxBHQNwH6CdQJ921CW0Pi5b0zOow4e2347BtR3PmTb7Splcfm89QYbi26A+VJ+5bz47GE9dcx8zH9xf5Qn09ViGjkfwnvRkH7XpmutPQmdUm9v0ci6abqFw+XdsS8rYJiz/JFjBoBnGDzMB77GssRBI5dZmWbabLBdKTkw/WoZA+WyzrFMztkTlgAErvQ2Md8d47An8bB/ubXt/a1vet5yO3/bRnp8DPg9WaMca65j7HfPKeQKrPjeZOwmb3gcf6GNcMwFnnIrXc+cRiJRqr8lyaY9g6jEhTFCdifmTmFd6ZxRafBI8qAXftff4v7WW/Tb7vCPd8u6AIcZLe3PkeRFjZZEKuaBjXSOpRuokmlWRG6CIt8HlP+aWivLEFMEJZawlOVEbpco5AJdyImSiu8v8ptQvhrk7xTrdYd4ZCJwnESsSU62HUpnL9ykbZq5N8pe5VA3g+rA9KRVM2md7e8r9pZmofjtj9KhvjhJSfiSQ8BnPPfDcAz+hB/6BV5OadkDeqHMP9XpwI9Cn9KvLS3vx4oX97g9/sH/9tz/Zv/35P+w//v3P9sd//ZN98Zvf2IuXL219eWGVDnO5+HgPFrARQQjBZf6ezWuHXj20lWapsgoXyI0gWEI58bLT7joP/Ny9u7Pbu3u7e/dg24ed9bwY89i2YaANOkH6m03AWLAQKgsEs6qqscWi8YPfcrmyBZ/SL0Sbxupmgc+16RP7qoKv4KUPKspkLNyO29KBFb0AVTpD9dToZFRuo7YqVrw4HGCkQ4VuGH0LlVmIJwhmVmDjj9Ji0TXgSd2CxQAVbP6qlSzxIiN0vBx3/WAZvelbU0LPy9meF34HB6E9L3AK6PgBm8NDK/Ai1XGoaNFzwHuaA4iCRB2HGtE5OvIkF03U3aMzR87r8KfnhWtwPxV3SEwEB6PuY65xZ/71o409waWOQ5OCQPJNfqiOrtiXnqC0aEGXLNe/d9pho2POqF8SukmVUydVcelJP3akZOQlnErqS8r0jr3lekVpR2kv9am9blN2SXfQjI52Ft29+9HTl7KnwEbPWPRuu7cjyhj0BDoyKOc62MG21+V0sNIG9x5fWQzmPisfHxLlvM3U2VGXfBwkd2DP27C3jgNsEiRXu6E9af2K0sPdrb1589peE9j57tvvTIGer7/8yr788kv78n++tK//8rXL3r5+69/Q65gzA2MYmfMVc75mvTRgwZpaQD2work/zvUAX7Nupm/SEExZLBur6trUPs3Nez51vr29s7fv3tqbd2/818tuOaTof9Nqmb8dY8sgMoC6okWWipnfuEerImuyWtqyWdpqtbKLiwsoYC9YLZbWNAtTYCfG2iKFD8CezDgCiYwYA3qVqS113XjQp6mxQ/vqpraavTC6TjSDmoggxsYfBk1jqTmqtdhu97Yl2L3zbwPtOZgwLhx8kw5UDpVjsUCibM0h2QQy4E3zQWPpZWdjjU31V8cYd/RbElwH2yozdWTC20GWHKrTmUc36uOiQ9AXc6IwE9Hko8ycFbOr1K25e6RwmsCAdBLt0nzumWt75mnLYbTdtebwgAKHOg6CraD5AfagJ92zt/Wsh8R6MNaJgAfUlPCjN+8P8n2fQVd91LFOpD8gT6ypQd/4of+ybme98ulHL4NPru8yxtDL7Cw53VtSoAQbPq6ygQ/JofqF3nK6M9dVHrY0T2TX66CuBAa3k3+NND8F9EQE9A+FEY22VOcR6Ej2OO0Xpv3O9ZEx9nlM6A6YAPE/PgzP4Ooyn85kPKaDSY0i5y8yeaqTl0Zobo3w+rOv7rd8whc7woB9geJHl2xkAW5ZoGymBn+A/ZyfRGHmpxWQ/LjLCx5Upz5ANHdyloTlKuVG6k1MtCxj8kP+jH0kcxT0NtNRYp1QpZamp/W6ID31kfet5hbBuj3rQt8G2/Ehm34l7H4WBGrZe1uCQy3BaaFjrR3Q8uzY8Vzcsl9lmthfjP2ERUH96T2QS7l9Zf25TxKPbcrpZPl/8kLXG5MmmyXfKX2hNdFRv5D9xi/3fTt+m2lnLcGflmBQ68Eg+bzDXdYQdVZVMH1jtGaz82cANbk7ulF3PElXYzoq/+eC5slE4kMP0WOMmXPhGZGPrTvDbZgrw5/RR/oLXdl4vmeTkVGrvH8i95iFH7pjQDNcarAijIqTj7tNhQpzWgz5R7qSS6IvDyBppHmu5VzFuzOHQmbef/9ItcmIfBWOBFPimXnugeceOO6BXzx1tPx+cet/VwbZqHnwGRt3ditysFn6Yenly0/td7/7rf3pT/9u+l/B/v0//tP+9U9/HANAL/g0fW1BZYPxkqLSPH0CCdgQgoUQxAEuDof5xRMeeTD+QQ06AOPHVdgs9aLf8kJ9f78l+EMASIdADn5bvZRwQE4EOHjuW1LdpqGKFkJlsV5wqGtMf7R6dXFJgOoKiG5sdbF2ecOBVPmNDoEO5GOe5Bk6JGY0S6gOjqIFSl+ssk2VFWRrdWHLI6CzxL5D/DEayjTkLaHCAvvLKY0tD1wtbdGsHFXTmLDg8KlA1WKBnPYsqsYDXjV8Rm31YgYO2tGxsKoCsbLAQTuIAovBhGgVoxBHQDQWIkMwf1fn8JCpTemOF5eOwUggH5o6Aj0jCMZ44IWBJVuP0nGeYDQAv8QUIBhG22j3FOq7gQ/6EjYH66i/4/DTcQjqZJuDVMfLbCc6wr/p5Pm9uS4HPuUn7Kg8Js1BVWaHV1Cq4xpMwQcdxFSmoKdOB3PPKek01ld0RFWu5M9pYi4rvyt+cbBTwOQslOfA/7EO9x2nk/qRPsBJI0lHMUC0Q33vh0b5pf7gRVz+ORRIQ66+6LHrQNZzgO55ae6po6eMDPbep3vToUCB17c/vPFf9Xr13bf29Vdf21cEf/7yf//i9KuvvrJvv/6WINEbArMP1hG8GpgceoGumFs1a1FzcbFY5LlZ5hnjG0KwEKJJp9HcZz1p3TTMd5VFxVr62v/WEOv+zZu39gO+vP7hNfW9s3v2gy0v9B396W238sPc5TLGVX7UBGSaprYlgaU161J/9PmCdbtcr6xpFtTPfI/RuLKB3J2Z/8Bd9iOfGuc6FrmN2FR7K+r1fAvnrVBPoq8S/d5zQO8JyCqo2jM+ef4y9gwwF+VRdjuyVYBYl9oK5L/qq73fa9oTABnGj4yAjnFO2O8Y806f4IsnOJLTe+tIyx8bV6iX9hs2zlxeJ/3sWSSi++ipfJPbQk7lO3o4xjozkJhyHUjU3R8h4S8XeejBdMxn+d+ylnv8bJm7LfNNz4iO9kjmQKZ1NxB0GaQLErzanWi/0d+j0ewPY2BqL2OgtnfMpwKVk42BMspTWVHJeq0n/OgIFPUcjAX5kdczh0tf71D87ATpgkQ7FEjqvL4OVwQFbnrnvQ5sJ9WJLwM+J/nPWpBfvepTmjzXQU9lKGwZ2ZapXQJ73sQr7ZAOA0O/Uoh+GBhFrbjECGZYTIbQEdAI0UwosjmVPMSB/Ceg/j0Cthn9XPc5Hjvoy6Zhd16X+FyfmXgHbL5CJo/uT8kfKf4swVQLfSVDInq6iCptzH3pnMLznrgFlLkYF3PYEz/SOWQNsAWwp5fmAP1rAvOnY/10BE97vVvp18F27OXaF5jXWjd5fmEPXStzBj5pLjOnO4IqmuM5uLK1TmUJaHcEl4TEmkzwGcz3iW8ty0S38IL4gs56yuoDk+RlKMt61nMm102adeD+qw3UW3xo2wdr8T/TLTx+ac9z2Z69psXPvSXKqx+0dzI8DJGeBYwYl7qtiqTFFIxyJXOOBAWSHuBddUjOOM35WRI2TcqP88hmtWS51MQlH7uco/scyleb5rJfn0++FL1P1B1U6ISbZJXnInzf5Y5z82twTXYqp0/d0tgzFMlT0xWVcma85XQkJUD8ylJnuZHDNXdT+bJPpl9KG/UZ6yfzniKvpGAfXe/Lk7IqFc2YtDXQWXR0n/JnUqboLPU+lroqMG/kXF2GPLsapUqM7N89eXbwuQd+2R745579tD6yIVxwMLu6urJPP/3Ufvvb39kf//gv9i+//xfnP//8C7u6uuYg1fiDUy8rgx5MjEMI0UIIDpJ+5S3dWQsi5IscECgdtMU69OtHOuTd3T3Yu3d39u7tLcGgLYfTlgc4W7PvhrIEQmUxEvCoGmsWS9MB72K9tsvLjV0IBIMuCNIsCa4sOAgKS4Iqy9XKdTNdw2csKLtcwX8QlJcN4YkyC/IOWNsCmxljWfnBIbgBCj6JZqgtK29PTaCnJrjTOF1avVgibxw5b4WssQU6QlU3dh61RQ6Jjqg+W9Bvgng2/jEQZHOqb1mpr4GeS3pZ6WAyeAjqgUhAriM4MUFpARnZJt3E6Cp2ofFOsq9gU4hmc9iYNuwyYRJpqjWqs4Fbz4FGtnSA6jgotaDjcNTOIHlGspYXVdfHia5Uju1zV6knoctlCf2ONijdcRBzyN7I76kzf7Oqtx4/PI3M9Uad5AGVRPsHkx2aYLLr9nHC6zylw9h27zsSXNKn+9DURR+xgnQ3+keSjCyRTS0g9XdGsoTfQu6X3joOkXM+4a++cbP1X/G6s7dv3tir77+zr7/+GnxjCv6I17eA9G0g/b2ft6/fmL6NozIdL+qDnAzBKuaVAhENwcpm0ficrOuFVYuFxVhbVVVWwy9XS4Kza9tcX9vNixvolV1uNtaw5wTmaE/7W17q9e2/N6z9twSBPAD09o29e/fObvWptT6d5iU+CXQuLaXzdHkvWAzR6qrGh6UtL5aW/w7QylYEmupmYTHWIJpZ5B9EF0W5xI1gAEZOciEnKaPy+Fo3jTVgQXC1Jh2ryoLPcWOkArxohvEjUCp1lgAAEABJREFUP30e0Gc+X5g/HUG5EtDQnNXccT30P3jFaFHBqDhSeO3fapn8TeobDmwdn/p3OrQJ9K2CTp0ORhygEvmCes9BYS6qxiZ38x6SZA5Jx3zVLT2vEAuqM09ESR2lpIt9bQz+9532BEwKeg55ifmYVB50zF31kdbanmDKFrTMN/E9tKfvkoNxQt/QN/rVK/SKMnd6j9Id8wf0B4IybDLmwJ5kuQwN4nK+UD4CTpSRnx3+av7vCUjuOQzv6Ven29Yyv3Pau7zlMLrj8Ak41Pp473fWgo4+8DTt60DPnNY6VR1JbWI/MvlMvYbfpS/n1JhtNv9R5jz9Xp7+O2wyaI5pBWFI6QrcToHo5BqwMpaFswlF7VzeXFb0zFvzwfqO2niqrbT99X6OfCnVpsPK0RpBB2JzHBQoQ/6jNOKPu/IE1T2Du4J5XhjeKTefR+wurPnB52/Le9XW9uyne4In3f6BZbSzxBw0zT39yiJzzsdyLCt50j4CWuZ968GVB2v9GzZb5rjQWqe/68T+0s2QnFe+cD/qwm/hBWyoXItd0Vx2i210sCd5Wyg6nsbv/C2fnbUKZtGW1n3aYV9o8WVvCX+1nyTantQWb9c4RvQ9l3c/vcSlPpMEVlIlxZ5CKsKp/CPSpyZ792dW8FRhymL8Jl5McWBQ4oAilmTOK/1LQH0481FVxIq7JvipfekJp/IxnbPwPzOjdE7I4JpLnGc/zrTcpVSADHe456uIRbNkdkex+K12KQe90tOw4+gcOKnYKM388T2bkf6xfEpR5cR7O96je1DU2zMpFS4geebS0/n9GiokDdFnPPfAcw+oB/7pVoS/SLP35IeiuiCjjgs/3LzkoPbbL35rv/vD7+xf/uUPpj8K/cknL+2CT9SrqrYQonFm80KB964QgnF52kImfp/xAxmCQR0UCHrQktbG2fWJh/7e7u/u7TUHzjdv39pbgkH39w/+q02GblUtbangCQfHCw6QFwSs1pdXtiE4tbmGboRrW4vSBv2do2t0NjccOkFOw1+NuLyx68srk07BBv2neOU5KCMqPdEJkk+4tM1lwRX8FYfgDbgmWHXtwapL8i/Rv7jM6QvSGRv6WrhED6yvbLkWBRuw3thqxPoCmwS8VudAEGw1YWU52ARdrCwHk5YcmjNitbQDFvALuhwaa4sOlkmskAUzjdkpfD4ZP+iRZzoUox9HGPQI0gHJpA8GHq0ChwjOi5x/kvUcDvcEgkSFPWlRQfyeg7TyxUvWE8QZODxxUR57eGPUcR7mP4lDVkZvmoMHKD0DAZ92RMeh8YCBcoBDZT6cJks44KAGze33wxuNZvHXWW7Be8b8JUW8+p1+ylIzb9esDGboOkusIx0wO17oWw6Xot34ItzRf60On7vW7gmqvH7z2r775pV99eW39v/937/Y//zfr+C/sm+//sZeffedvf7hBw/AlMCPbBs/AZ8qxrMiALJYNB6cbJaNLZqFSVYvaqubha1Yp1eszRcvP7HPvvjcfvs77Sn/Yr/53e9If2EvXr60S+b1omnMmC89vutF/u7hnnpv7Q37gP7+kHx59e33+Pqt/z2i16/f2u3bdzkodb81BY/Vro4DjnqkDtEUhHJfCEh5oCZGy/9oAJwuo87o/RgQFsgCSV3MDRGL3ClfE2yp68pq2aR9TpHLLlWa66GqS8MhSyqqtFFPBCZ91Rsr9KP5jxPdBJeMt8Hy3GFxjRJpOLBz+DWGMRPlxCHOQV8kH/e95fHPB6Msa7HbObLP2X58z8ut/M4Iuch4V0kHNy7Tj/wztdVBL9CPPf60rFeN72Fe9tYz5of115HuOcTtQWt7Aid7AiaiuQ09Pheob6iRNiM0nX1V7zmYflCVnoMNZmAtOMbyLkdnXh7PuRCW9a61Q3CnxS/9Kpp+nW/LWipp0c7TO+t2u+w/+nsOpx1Boha+oEO2J91jU+s1sV476tEeIr8S+17xqQzL5BsMw89whBFMJTuHyCgJhzzU/MrzU/cTKAjkQI16MHAoLLk2GTA46Bv6b8DBA8xzhl/kLlv4US6qK+zfjJY+mTkgt4SZ6Kezxf57qI89A3OsonEGZEaHWUAhOI/c+GFvGAgMJwIiHXO4Y231zLvEWkjD3gy5sVa1DwjGGJoOqshVJvl+wtxm7nrgRXRE58GZlnW7Zb9pMbV1SJ5x73mtB28eeNfbgUw7ZB1Bnqy3Rd66jRbbnYLWMypZS10dgaN2FvhpCcq6rvu49/Kdt21viXZ7O+gCusPnM11jziMz5q8uZ8/eTkeX0lxzVZYB9cwlT/MJZS5XKJZFhYMfnnLXXLHcTuot4l+TPl3lSc5J8tineSZt07ZzrOApco6oJ37UbV4Pz4qpbLEswVxHacCApNL5UiXtAyqe7JIl9mkU5ac0ztQ7U/X5KBWZEWZ5JvmYrkZ6nuTcfC8as8KIlCog+Xw998A/dQ9oLfzTdID2tXljldYDSTJ9W+RieeGf0v/mN78h8PMH+8Mf/gX6e3vx4qUtyVssah6cgQBQ3sFDCBZCoHiAQixwywgzHiFXAFzoB+1oIaLBqwameg4COw6s+hbADxzw3ry5tbdv7zio7niR1hdEo8XFwprVyoMjawIfm83GNptr2xDs2WxuCPwIV8igkjle2PW1UPSgKiOM+RvyDyDf5deUE/8C+5TfQAvGfNV7jZ0JyK+B5I+A3iSDz3rYRP/6+oY6BOrBF0+/uKH+lwCq4NUN/JWg9Au7uXlhV1eAvCvybgrQuQFXAjLlXbnODfrCS1P6hiDYVSnvPHnSc56DuSh+6QAvXKJ7iaxgQ/BsQ/BqAoGzjYBsTd4ldALyy8tru7zczHBNcOvKLtcbuyhYXdpyKaxtQeDKQbCqOkL+xtOihhI40K/JOZQmGFFVyKGxWlgNRB0ENyOH7gM0jzMs1mbkWYzQjMT8zMjvYHoe57VCmsRjnnnsZQ75+aUBe8gxbHNgImezApKQAmkBtUk/kADyy2Xw6BpIxs8g21C/lKe6B+t5ie85TAr6tlIH37G+RPccOPW/d93e3tnr71/bd98RAPrqK4I/f7Ev/yJ8ZV9/9Y199+0rz797e2vb+x0v73sbsOH/4xfrV/1YVbU1BEOWy6Utm6XV8DX7Q611umxsyVpdX2/sk08+sc8+/4IA0B/sD3/4g/3mN7/1ANANc3x9eenlQoj4nWzHoVh/gPrN7VsPAL36/pW9+vY7/PzWvv/ue/vh1Wt7R+DqLX7p18OE7e7BevaO/KJvFj1IU1ndLLBdmXyNMRrMCHVY0M0kY2eBJ5+79yvU6EPxgpJCjLXVdU2bK1BbVVUWqYt4jj360QQZhfp2kurX/rqgjGzk/4Z4gb0FNmrcwIuZoaT63YY8SJYmXi4H9IOZUYY7RHeALnpJwUgOPZ3Tzjod+nQwgnZQHeQc6GI4l2P2wYwXdkZuTmJJxMJBpeoYyBU0h8PIDxzEEkEdfKDeljHa7fbs5zs/5Cmtbybt+z06vfUcRHVo6zhwar4mAjUY4pI9yN/oGuibgfHoQdJa2tMewfm9dawpra2OIFdHW/QtoZbDZ0d7PY98rTuhhxfEuy790qnd2EqM2QAS9bCSj1pLTx+ljxPqnzmOc22aIOEoY+CAn+EDSJ4oxC+NpTPjbUzjSOYSU2dQzzg1+eyQjZ+DsTonuSbdianjrf1N4K58xC23mn6hV/I9j2KWZ/5gho70cfkQLSW01jNY/JaLBjPtGSMi1KH/obCu2Fsq0/5Uxcoq0o5YWcRkgbEHaN6Zj516Gm+5UEFvZEgk16NVmqsKyAAPwGzvrQVbgjitB2QeSM/Q3uW054uX/i0yIfP6A85bPpDYbu8I5h/QepAHnYlurSP4k8Y1k9gnEuvF8M17t1D636aZojZk5Ce00S4aJB2JR6o3TBOvrEdQbz0S/gSBV3i+3Huyzhc4lf5sA6cG359+1CWPBFP505zHnj6WlFGSkXO5RX6cV2oq9Fgrj7Fkc+s5Pb8zy30myLZDNykUKv4EJavQk2yv0L2Kfs/ZOHSqf8id52jd5yJ+Pyh5crpJLlS6IYWoJISEuzDOfSUr3Z7x3AP/9D1Q1sc/dkewn+gh3nOI03NSyA0mIzPT8y9ykFtygNsQYPn880/t97/9rf2WgNAXfIp/Q+BhtbrgHSR32zAMBINkQy8PwUIQMBgA10hm3CiBhBAssCEGizyug3X9YDog3N3dm/+vYHzK/wb4t4DazsyCVfi2Wl+Yg4DBar2xprmwBp/klzDx68usJ33pCus1sktbk3ceV+TNkXVXG6jg5Wb5G/g51le2mWEN70Bns7kmOHVFoEq4cX4zBq5ENx5gukb+whRU2hAcKoGpa/KuSV9fkwckv34h/mUOEhGsuRYI1F0L4ie8JMD0wq5dH1rKQ1VmM+nhE7y+TSX5NfVtrl6YcH11bdcEgDYEd4QrBXWQXV5e2+XlBlzZxWXG5eWlpy9JT5C+616jJ2ygWf+CMRTW3reX9D/jNo3nirEFjdAw1tDliAW0gOBkM5fD101j+gO+QiQwERUYegQO4QSK6qqxWBBqiw4ekgHYiAjlJZtMexrSmSPYQVfyckCGx26yyMsGa4l1gKKZy7KO8szzSateeJv0KBeMsuQZcN58HWGEK7C2KhAIrJjtOZDe3+3s7Zt39urV9wRUvrdvCP58B//mzVu7u7uzhwcdzPemA2lin9DaxiC2BmowgM0QrIqRfq2tIdBTERCpCGoEP2DULte30a6YRy8/+9Q+++xz++w3X9hnX3xhn372id0QDHr56UuCzMzDl9CXL+Cv/VfClox5XS94nx8IEOztfvwm0Os3b+yH16/t1Q8EgH54Zd8TFNIfrJbszds3dqdfE0N3t2sJLuz55LnHBnsSFz1rpz+I1ZN05Zg7EnNp1pZO5vI90noKWKS9GRVtrRBF45aVTu46U5GJNKASrAoVZRYOBS2bWvOTPovMt4gdyz/JOz15G7RnC8ZIe+6oFtHnMgyPXg9kD2jNy3XWEZBIoPNDE2ObWhOfODzRUZTRvgr5wDVWS10RoBwDt3wl/PX+0m2Eni+C5pDmU9v2jI3Gp2WPF/aeVhCoI1DSsr9Lz8FzoOdgl3i2yEauRfUWrtQtr0aoMz6E7Dl9lHtzdDUb9Tu25jZcH1kS0MaZfsQAHTgMDwxyBr1AwKrvBtZbMg8UEdRR/7cKFqn/vZ29z+2Osg7X6X2sZQez7snxLZKPD0WIK48a4TLmAP6cz6O869B3TjHmlBuXB1icpjKaKGCPe74ol5nDfTYHSlc5PWj8TK7UCcX9I9slLVpqEV/wHhnWLKD3YUT0otm5OeHOkPeTKWbx0S1wm6oosoky78nkGgsEcgB9L1neB7KOVVD24hgqiyE4angPNkOzDB3tZVZ+GPRxwiRRJZkBJTdTzQMBDZ4jLUF6BXu2BHy2Cv4ApVuCPP5tTNECdFoPAt0x7+8J/AhbKCCY0/qvcN0T+BsrTfoAABAASURBVHk4D9nZ7iibkb/l07Ie9I0lnaC1f3XGCnFXI75nJJepj/Jq9+zxNqilgPbQXt9fed4dr72IrgAp10myiP8+aHYu3/8WHtGRVNsDXTkl7nHvZ+lPuc+tGuP78TaOSz4u5/ncpjkAzwR5rPghCeW4PqTl+XM9li4yjZ6kwvl+kwaKfulZxIPG+fmtGhNz3VH0TJ574LkHTnrgn2Kd8Kgz3jXZVdiifZdjk9E1IvcJCZ6YNQeSmk/0dXj/5JPP7He/+739hiDQbzjIveTQtiagEtHjHYMHMZb10smDV+mAoRD8Lm4EZLoOeQEbbkeUFxRM+EFVLxH6w7Q6+H3/+g3BIA6nfOLUcTDQtzqa1cpKoEcHRh3w80tabYbv+YDWwJ6CwxYHzNoPcad570+rjo+Cgg4j4kiPyy1NfTtH0yysob/nslpBLQ96rMgDtLlp1tacYoVstbGmKSCNzgpZQYPOSsEvgSDLanWVgywTf2UrAlWCB6vgRVfra1tvNugK8ARqNgSx1hvSCmiVfJddE/iSXEB3lK1HuqHsmjJC5g/6GwJFa4JGF9CLy41/w6vQ5cWlXehbQRdrW15sbLmEFriMNO1bjvC/ubRe24Jggr5BVCsQtGwIVqxGLKFLqxcjqhV8k1FD6wXzZgkWeS7F2kxz00GgxSreC34qcnmLPKIj245D/Nxe1smvr5IHM+o047WWcgMv78cgmzzlO7CZ0LGxjGhifeqbQPovyN8QLHn1/Q8EgF75t3xevfrB3rx+a7cEXR/0Mq7Dqr8MD6b1KOtOSQYSEds6YCw4aCxYRzpcBPyq6B+tu3pR25qxfPnyhX32+ef2+W9/Y1/87rcEfz6zFwR+rl9c2/XNC7t+eWM37CX6NbCXn3xqNx6cvLLVxYVV2BjYo3TQuCMw9e7trf9a6GuCVfrGkv4+0bfffG2vvv3Gvn+Vf1XtliDR3e2tqY07Dhb+DQsOKx1tV/sT9jJoBFcC+YqZcD/ISNBO3QuUJ81o/KOPI/NC+2QQX5QmKm0lMtUeVxFkbJoF63Rpi+XSVs0SfsFe0FhdVxZjsMg/m/3EmBMqb0d5HGAUIPE2dezBwICCOj5YqpcBcx5dZmzy/L3p0/NUvgkkSpkkuA57OTTXenyXxewDXuIYd5I46HwYlaGIxoST3OeJDwlykMODHgQ/eh5G+qaMU40Tsg6amHsKrHg5t2AWqMPoHzgzUwVCgAeSC4xXeA+MPC+ab/b4B5tccxumMg7zXkllLsl3+A6kaRwGxkFI9HFvPe3paU9P4KuHV1s7lVMwzmln3T7rDdjoQWI8zcfM+MEZ7jbzNxGIkoqDPI3JAdR9JNM+UmDZ/6P8U5nKZ6CGF7IMJzcKxr6YuYR7wcz7H92SL/YnQRWVggGmANaUF8e5EBEcEHx+HNJm8ZFeGGVBuqw3ixVqGRH+PChF26Y8ysX3QOv4g1hUVjtqyx9KQKsD6kVNPnvCYoZqxiNvRtQLPdMaa/R8E3xPKekVz0qhgS5dZ8WzcMU7SSPUjVXs4dXsm7F1xLcYLdLGevp1V2SeXlh+b4pWx2jGZfxozib2j04BTpD8V7Za6/S+Jnh650HnjsBR6hS82bFGkI35rdOtl2mlXyA5QVMFfSRPbr9nnSn400E1RwUcYcbyhBQDRpl+L5SZL1cFMg6XLyLWKtTbgN7RipgKFCbyRK0O5X9FDpey9YnJyXJX9xfefM0dfLS/+c/Y9/SnOOHDLhX/P6T5WO+x5EM2fkz+x3n/YywyaZlmed6dL/f+Fv0KHp1341n63AP/JD3w/hX3D9YJhw2EZvvFbWzjlIeoqiIH8cZubm7sEz651yf5n3/+hb3k0LbmgK2XgRACJQd/udcnvSEE40L21BXMuIyfEAKsEC2EaMZTTUcWvRTrmwi3HPx+IPjzGry7vbPtw9YGHog1Ly4rDvuNAiQERWqCJDp4xlhjAixAVdtCgF8sGnMskcFXM7ic9BGN6IPqKVB/9ZFYoOfAx0W9MiFCa0djx3RljctXluWiF8gurKatDoIaNS95QgM9B+VJt6GMgzIrBX5A01xakTWkXb6+NNH1PH0k41CutEP8lSk4tPbgj/ibMa28A591lJ9xCC5Rn4JBwmZD2WsPMm0IFGXc2Ob6xq6vX0AJFECvPTjw0q4lf/ESedFBj3LXVy8sg7R/S+nKNlfX4MouSc9xQVqYyy6vXmY97F9i65Kyl+gdcE3+ta317acNdR/hyjabjEObL21Nf51C/fx+XPhYrJjfK8ajYewa/2bThYkuCRwsSQv6X+QWjPGCuVXzQu9YNLzUM//jwgIv99x4LTbLwZ+dvSPI8/0Pb+zV99/bDz+8ttdv3prW1gOfsO4V+NE3GAiyDuNGECywUs3v4gJcZJ3W2K4V/KG+WNUWAzlFvljaJeN649/0+Yy941MPBL0grXFdb+gboD67pp9vGM9PPv3EbggIbW6u7YLg8oIgnPHTckCWb7d3t/YOX+XzD/rW0jevTEGgV9++su/1a2G05d27t6Zfa9ve3/s3TDodvv3AkA8Kesn3ly9eTDE9XRGObeVEinB+eX9odzKL6gPudQzsN9Eibedmpz9p7MQYg1XA+6tZHII/q6U1GjsOV5G+jDHKuB1+vFLqyBLPRoW3R3zNL5CJg1cicNDRALUvMdpp0Cfi+DoefqRvyG1A5no6QKlP9tOvhiX6ihNZrsjvXpFR0THIkx9mFX5F00Ew+00/0C8WjR9uXDB0d25D5rnjgtuEJdMGBVAIjigIpG/MJOZeT3u81JBtyn6k/0QtVhaBkYYxh0WsZQwx2lNAGb0KMoI2WIHbRE56kL3RjokXSn5krosPC6quHKY0iIxj5iPFsOU+ipKmbwalZcthjEjAV1yiLiPfqNvEY8tGRNax2nsM1T1HZTlfvs1R5KKSi1IOPyvmWwXN867kKT/DLFpwH6Ip2JsRLFbBDB8DbQmxslwvOi6rvIzkgpH/fkS3ZZQ9IJhhuyCQd0DAfjAjP4wo/JzOeekpfYzKInYj/hUYfIHL2N9ihd6E3PYYkM0wfbsGvbqiHz+AmvcR3wfo/5r+r9nnzqKprT5BCfo0i4XVy8YW7L1C5fyS9NKW4gny6JmwZG9peD/SB2Ur6AXPEsmWyl9KHzv10tyPWNN8gF/R/aqsrslvGmuaxSPUTU0+8H60w4/vL3lvSdqbFOxhb0la08D094QciW0gUY69Cj0jOK39J5kCO3u2Bu1RAF2VNZWVbekJ8IaF6DCLrKaINRiuBCSTfQkPkI5AMRfKCyrDFLpcRa7SUqjckrioG3qZ+F36znzM7UcpZ4M/osjoXS73q9x/ag3zRsz5X8XJn2z0rGdPNvnJjJ9Q/6FmPveYlf8l65iZfWafe+C5Bx71wD/NaqtoOs9si9wcPOCcki4PPT9IsC/17EiRl9IFLxqXF2sCQdf+P4QpAHR5ubElLxE1LwwDB4vEizzEQqAC85sYx+B3bhILsAM6Aux05azAo9zAYPrjmrcEgd7oj0G/fWdv3t3aHUEg/W0FPf9xkbJ56BLtOJZFXh1AEsxoSgYlekcpZ/ndAqG/Y4iSn23DPHmp/Meixgq66mNQRXrVUVsVhWak4muL9HdciArkkV5UjU3gU7/FiAidUK8sgtrRwFNGL4ToFP0lL3/L8u2ZOWV8l+ACNM3ammZjzSpjBS24vLy2AzbwV7a+AuM3htabGV9kTnXoV96llUDQigCJ8ypDQGUNNkdQAOiaYA90Q4CH4Mzm+qVtNqBQ6V/n/A2BoA16a7Bx2U0uq19jQ7aGrl0HOXUqALHx8lfoCchVxxV1CpfICAKtR7pR20lfHuGKPrixC3SEyyvSAroXcxAsuxCo/8KxsYvN1SMskU2gfy7oO9m9uESfOpYzXFxeUq9A3sXGVstLawgO1cyXSvOHQ03koKR1sdvt7e723t6+fkfghwCQvvXz9tbu7h+s5RNWlq/VNXOmYs7FaEFg7YdQWeRfMP6FYJUOOqz5BairhSkQFMnT+jeo6l5frhmjjelbPlflb/w0C4t19Hftjsp8fcVoDfL1Zu1/k+olAaJPhU8/tRefvLBrxmujNrLPLOqGuuVb8Hf0Xn9rpe0I9Ozs/uHBHghs6ddE7x/u/BtA2+3W9C2gdk+QgwBDDnAkL2snP+6LZGIE2mtClDBwEyCeB9WF74ZO1N/aEEXm+6goOFwyQg9GHZYq2lBZo4OVH7JoD+Vr8tAw2eM2uyJ8hmyTYLPiYkCTozV9Iq5Al2g+KHGgYvdEC3U5fIBan/xvAvX503gdzECn/mHzyzbR56Kwj5VYQekD8Jb2y6cYK4sjD4MKedzVFpXDTexQsxLIB+AX6SmPQJl86PFBSMyPw0BFM+adhYpeBtRnBcxPKzgnK3mFuk4wszDZisgEc51gxnqR/cHTFekDomToKz8yfqKCygvHfPSycbRnkbSXD1bqgDGTDH8Mu7IZa82JjAo+vA/Mm1DVdE0zYmEVa/IArZkZfF9obFGtrF4ISw8aLHgmLAjaVoLKE2AQX1cNegAfaof4xhrsNNXS8xbwC8oJNbQmXbCAfz+WuX7KLSY0yATlNV5HtreceNWfZY3rFl50MdYpvmCxWEx6DfkNz8RadLHIbXG+GflFrqdprD5BQ7ppapujXqK3KFhQVjbPAftHurnMgn36COgooFPhW2lLoRV1V/ggLPjwpwZNQ10Ntpwu8XmJf82I2ttUY6tZIl8AdBuhbtCV3gKflwBa9qVGvPIrq5G5/lTXEtuCdBYW2dNjjOZg0SaCM9qHyreBOn3DUEF4BXkAOwFbUwK8aPGGZuxVyWlPaWTsASpvHgjKaTY59hD2NfIMJO0PlFPZGAfqFgwKsII7YhxadXOw4MYLT3wDMkqIH6gjuScSS6myKOJ2xIwpsSqUKfcEfvnr17H6i/qJi1znTR5ljImReIE5fyp4lOcK//tvTCxmGvNtnD6kcwKp+Pe28B+1U97b6OfM5x6Y98Cvxh/t7b9aLX9jwzymzd83daPFelD6gxsmH0KKg2w22pAgeqo2vBDosH7NofrTTz+3ly8/4YB3ZQoARV5cVWpQ9EeMXmaDM7Nbfu2XOATuwpg7oD8oXYB8AKp617b5fwJ6+8beEAB6++7WdMjTr3ak4h+6pgc1Bbg8VagnuPHOwHsDm2x5n3CabE9USEEukv7g/3E0vyz8uDI4I1+PIJlRP4Eq5LJHAn8ZoF4gD2HveUXnQL3t5D1Fe2ycLSv5WWR/8p363bYeWJnv5YuAvNh1f0kn4H7EGiJQhrmlOWTIoknWkAQ6UMTG6lPwclrzyWVB06ytIZ1xAQ9WS1s1okBUQNaIghWfdK5WlFtvrFld2oogiubvgRbZFXnwBF1WI9bS3WxsvdnYikDNChtr8gSl15uct94Ueu26CiwdoLJXyIVRjwDOCqwnUI4A0XqG1cRT5oKyBHuK/or06uLS1tA1wZ4sH233cG/oAAAQAElEQVRcXNuKwJ0CeEs+6W2aldXVki5fmLHWOxbEjmDJ7d2DryN9i+bV96+dv7/bWrvvbBiiVbzsRw6AgbEKobIQK4shWhAsGJxVVWU6FNQcKnRwqRnHwCE3jeu/Qb7Gz8vrK7shgHNNMGy9XjMOK4ux5n0nWcfaxSVDYPWqoZ8u7frFtenXwT757DN7qV8Hu3lhVwTj1gST9GsLTb2gbnkQDGdN61bfWNIesSMofA/u7u/t4QHcbwkCEQDataZgcUewKKXB67bxbuOP+zHx7BHk65IoWjRdwlwv55GlbNoUI5pCyRCdIdA/sQoWCRqov+pCI+VknApVs/vmfTO4lGzLoCLLP9JLHKT0qxQtgbuWT9g7/3WJvXkQyMchoSzgI5xsyLbg5cdDWhoPZ53b2DMuHMK8/kNZirsvosLUVowetSdWpmeI2hfr2kRrxqxpFhy+l7ZifV4wR9esy0vWgHDB2F4wV5YeiF7ZcjliMVLmsubzlK+0616Yyy6gYCFwwF18CByAF4sL84AHdZ2jFXUvFo37nKn4xipklcp4/nLMz7TCbqX8atSDXyBbQF0+0YVpfRVUi5o5DVgzlVAtSI+gTO1YWU2dmW/gT1CTniHCR99DkTcLqyeeNHm1gN3GsbIG2w2+NrStQeb60inAp6O6aWMtoNuonKPBztM4Kk+5D6ZVN3rNE1D5p/KyfIE/c8g3paFjO6VXL5e2WDYnGGXUvZjD9VbonoD+XTSNLQXNT7A4iyU6K8eiEQ/Q0zd0jtA01oAVe3jDmjkC5ZQn1KyxhvlTCxXjLCxYg9BY1VaDKJ69JsaKpRvMfB+qIOgvFvTRkvm0or6lyYeV+7OGvwAr1uwlEA/Yw/VMLWj0jF1f2EpyaFN8xce6xr7XG03/uFH/cABBG8ki+572pEiOLqfc2FqUjb/ahwD6kklXGVHfbASoqtgI9LCXZZk39nyHB4ukNlC8+KE0Fl0n74pZcnpXCzIOObmWKZ0m7hdg3mNMrs9qOPHikPNkxkHll+OKvyPl+fFh26PuXPGMaJ79q/N/rfpVD32UOJToXTrPPAk/3EKKfVjpH1rjuXHPPfDr9MBfdcv8dZrwEVbHVnKGs2r8xxspD1rKxhEQXdqStDmJl0JVRVuvV3Zzc+PYcAC+4IVeLyMhqHDWPL0rMDRMD+AwZmeq55mDQwuXaw0WMh3MOgI0W4JADxzuhO3Djk/1OdS1fT7Y6SDErtiNSIVSTmUdHG5dzim4exKddf5J+FM0cTh6DNkVDvXrheI8eDfxthM7UbxkhhzMUWbuc70W5f6cpxPBGhN4hbEfi8eVqjp3KdeBz0gyn+tP1JHTypM/J3JsyieeY9jJ+Y/9qrE6Q6wtFtiMR2ZC3ZAvHOd5kEh59cr8AAONvCA7D41jXqaN5eDRxfhiC+Vl1V9YRdeX1hAUUjpT0o2AHsEjyVeef2krDqur9cZWBIWku6Ks+EzJ9zRUASJ0ct6V668lc1yTBpsNgY6Ca/jH2LjOY3n+RtO1bQioCGuCK2u3fcWaBM6r3JUpyLQkQHSBbw2H5ZoDj/rJQmX9YLZnDey73oM+4jtegNMQfM1Z0DgGxoy0ZEwAlpTiLRZCsIiNqqqt0Qs+NMbKAv/MYVaxsegg6Qd7+loBKR38Y12boZMwj0nmi+42/kSGvjaN2YqDxOZ6YzcvbuzFyxcEml/Yixc5EKS+uSBY0HDAUD0Be8OQrGfd7hUI2bMv7HbWblv2iJ0pQKL/aWkowR81ZKzxlMgbocjnPN4ZbpMV8Ju1MMuMkVxHMPGmPrLDD+cts2CeF2NN/0SrY2U1/aF0RCFm425Ye4lpJKY6in1zG4YH0km0ueNT9balvY49+5PQW2JPlI6Vn2JfdoXEJGCzTUPPnidQTgEglWNueNmpfup1OzJSgAyn5X8O+FS0aeFtqjn0efvURtAoTVs1B5bMwwuw3lza5dXGFAC6JMB5QRBozXNEQUIdQC84hF7wnBEkm6C1yLq8QDfj0i6YDwdckd4cYcU6OAKBJ62PFfUKF9A5JFsTYF051rbCfsEa3nF5aWvKncc8bzPTm8uvRvkooy/O2cp9c2UX1Jch/v24vLqmb8HlNeUKVOaGtHDt+RebWR77xFLQehWWF7ZcXFizaKwmuLPQeqsbqwoa+EdYWiW9J7BA/n40tmhG1EtbeL2qZ4VdUfIIMCyED9iqmsVUpsLmHCqv9KJpcn3ax7BXg2bEnHcZdTYC+TXl5mhIO5aN1UB9dhbKY+43y6UJHtBWekFaGOXNSHN+42Pw2N6CcVmQB3X/oQ1rkHbXSmvNkY5KNzVrs7bIGvT9KdZGwgydKF33f2kNa65h7AtW8CvWm9Lak3NawR7mBXt0Aw7ytXk+/dOAGpu16vdvBrF5RKrUvgOriyQkWWQv48bFZuPBHGSiKMQzMNmQXOWwAIthynqasi4b05CofQ6ZeT6qlPcyyAo1ZCTzRRk2T/MXsyzhftAkwXWaRvSzLlX6cQbeq/lLu/URLs39OZwTDgWT+nauRNZJEsmPvH4l9ff69Qv3bWI+CvrjzaJ63urVROnSvHP+8LpN9rkcxM/Xcw8898DP6oFfeJn/LF/+OoUrqgEVMIJBpLie7ga9QDTNyq45fAqXvLhf8DLe8MBXnnHS4fxjBjX9BN0GboMfIMWRINczYKEIBz+MoMMDA1b3nIcxznc2EMzpHTqsdKZv/+z2HHy2e9sCHfjadmstgaIC/fqH/mcJ0S15QtbZmnjJlS+Id4x6nn/Et1MZ19tiA8zLipcf83zZKXWK5nSLnwdfdUjtdPhydBzI5kikhY73kgTI40mhoFaiPw4w8yAMTwg9Hp6GXrmOYbx+nQdD8ME86QiaMz8B5WV0pBEabbRT8dI6Q7VoTFgsag4HjUXSNfk1NMbG6voYsV4hAwRAlgXM1bpZWyP4y+3GGqfInJ6mkXMwWoH8Inxp4jOu4AtG+ebS1uhmcMibBYR06PWADbL1+sac36CzEV+APU8XeaHXo/5Bb4PeBjsb7G2wI6w51K3XG3yQ/sZWtFeH7oagVrVYMsyVMW0IFAxjECgRPBmYV8wfJs0wRNZeYEAD6xXA6Vs9Wntal8bYxKqyhbBY0L+1haDxCmjmK9YVfbrE3w0H8TV8Y5HDh8VoHdaZvrz+GD8Rypwud+pHiM3GdJjY0Bb9mulnn31hn376hX322Wf2ySef2gsCYFcbbHNIXXDAqUJlIYz1J7VloI09e0ZvHR+v9US8EnLZxn1IdOgOky/VLcdyiju5XOYFYPBdPBx5+VKRzEWaFoByoTb+yN6opJwYIm0L5sER+iNiW2ZdDb1MYSyPBXd6hgRXyVNgx4PUvs/t2Ud2jo5AUEZvSRsmZYy+FiKfnItmkCFjjIRsmQI+CgKxechuIigoeSKdqN1VKaK2O5lu3iLTnh8j6xTUtKlm7DXWc0jeME6CgkArDo6XBFIuCcxcXK7tkjnqPFTrVM+TFXyB0g4Oy07HvPXlxtaUz3RjK+zlMpfwB5QyB3rJvDxghS/CmiCL6AXpC/gLbCuIeooL6rmg7gsCQAds7EIy8qTvNtzOVZZPwZhRT7oC+m5PunN4/ewl5K8puznBmrIHXNs8X/oH3JBXcAUPCBApX2XWmw3r9Ip+hKpf2ScbgWd8Q0BgAV1woG+gc9SkCyY54zPx5L+fX1rjdud0haygyJVukAsr017vaBqr34OGvKeg50SjwIf2rwL2s7paWBwh3jHlL8zT5J/SXKa2sg5gWC6sDxa3rw8FQbQuYkVWMIvB5oikM3J+dL0KnfhexDjLN3iHsWrLIpUsp/OuIl6yYOZ14LP6QZjGgj52PtOadbuoG6sWjS2WAOr8os5jUWt8hAVjtDTNmWbVwC/G8RGtLNIH5u3ENwI82lvgxgvvIi5pv/K9SjyysSVkWeSmp4VolJ6XPNFxfcmUyUul6yktFJvKm4M8LvUMGycZxTOEXCqF0Kgeku8wf9XL3fiIGt07v32E8q+honfP0dmR/Bq1zGyyRmapvy17puMRcT1yy5+pdJA/Y3kZS3oGIyzBH73T5/mIks9pTJCvVEl6PuLn67kHnnvgl+uBc+v1l7P+d2TJXx5O/OEdyCrdXK6uEEj4zpMfhSp3cbGyDYezK14kLy95ceTA2zRLLxtCoIAAmS4exlz+PIYG07/od+OOiMPm4NBBTcEgHTYlDzx6xffcejbLngNdxyGl23P42e0JyugAtB3p3nQIajkMtf6J+G6U7zgkob9VmjLQVkBnewrk2xGu48GlXDansUV+4YtusVPqnSi6ystBqS1+tASsMm0JMGW0Ls86rX9rIQeFOtqTkXgAdP6JPy8oemDwKX0HJP8wLD8vNI7YsVOQff6K58VH0lMdpY8RGUM7gWSx4j7Hic5RNST0gGQKcLg3h7cD+eFSvaT8LXHkSeri3cQ/1NOvqxl1WoV0DpKHS2UzYqxxHR6bfqglLdkBkZdToYaOqBuLM+jAUde1ibq8IR8o/Ri8eFO25sXawUFKB618mLrgxXo5YuT1qTSf1DYCa1C/MqBPbRVAcazXpgCXfs1FB5cYK9aZ+m+wnsCIkFhbSd/0mdaisVQD4FVb8jSYv5SwIGkp3VdZVdUEgRZWxdqqEI2iIDgq8pb4csFBv2GvaDhERNpvMTJkiXcYTUSDZjCNR155Zuor+b4hyPzixSf26eef2ecEfzwA9Omn/s3Dy8tLW3FAbaqFBexGd8BMjRsIaCT2iZ7Jov0iKZjhc558owXSBwZvpZzNf6In0HQqNZfoJkg6UbTgI/aEAG/wUsnIbQ3IYgxWxdrUF9IVsg9G+9V2gb6mv7PE+MnlPU0btOa1D7TsWxl79o6MjjYnBX/QGxg9Co/mZeMUDCY6CZiCQSpLP8m29tCyp7gNo1FcIjmd75H2ZKgPaJfaBjzAxTxzWlcWdcAcoedEnqNLWzM/cqD0YuRHylxen4ECRwVr5rXPc9ERLuNZtHqEja0Iih7A3JnprOGF1eoSPzKyjQ3p9SOsvD7ZvMRugdIZa88f5bQj66/RFVZQwNzV/M15+lbFqI8vKwFfnMoWug1U6zhD5bFFwHo1wuXorASX4Yv/zbZLa7AnrKAOl1N+0l1bozoIEmfKgX5xYTUB42bRQAHrrK6W5nuI8wvnlXY5unXNngRtRqj8WbidFeXfgwV5jqVlexeZNsu8/+lbMl7PAvk5lHLnKL5Tth7n5IFW5jz7VQ0i8PQjvTrruVy8UFlkzh+BuU8jzZBb1Bo5h5r8gjjyUF9sc5rX3MfefbWzD3Cx52r3YJUj5KKObDfiX6QNkb26nrCif1fevkXdmII9kTkQY/HxQKtIewgERVAvG8oJSyjzmXnfYFOooTV11WMQqLQhjbteTms/ypyxJyXfAwc0+gwaIn1agZJaoSe6ygjiJRNfoHRGpCxPHsrpyjLDqlIH0CfsZ3SOwSHWXYDlSpKqqCjpv+frZuppTQAAEABJREFU4PVf0Uvvm1LfmKDfJfFxG0VK/1JQO4WfZG/mz4z9caaeKPg+n7wvmHuivJ4wDeF4AUr0ld6xBC1Yku6LqhA8QblMH9+rx6JnyXMPPPfAj+yB963dH2nqf4O6misc+xr1YJfYKcwRXVhdLzl8rU2fXK55qby4uLBl01hV1VbFaCEEDA4zwD51oRoskBuB6AhsBJebhRB47EZTeuDFoCcQst93tudT8L1+3cMPQwqqbAmu3Fu7PYc7gkEP5IF2xBZaUGROdxyqMrakC1r4Y+Q621b1wW+3Xv9W9UvmKHLqcj8z3apeT++oK8vaKY2sU1BoSzAITHxLQAg56W5Ch+yARN8kBYgE5xPPkw6IAh4ieqAcgaeNHkAo8UCy6SfCCUbvH4MMl4kK0ipQOmMuKbzTivzKOZgZRRbJE8iwMWLj7OE29/wgPXAzewhdm/dDtZzk7Cp6WeR6sOfoPFClF/lj1HTNHNhlDRzrSJZ1YqzJEiQTJBc9IOtE9ISim/VynmRKF5SyyPWirYMLL92NXsKBvnWRX8QXFquKVoYM1lWQr6Ey0RAir97BFEMgJoROvgZDJjYEiz5GlVUMUgikQQjR9O0W0RCChRDMf7wzj3s+RnRnMFPatblFcDQFLRI4qtlbdPC/JOB8fXNlL14SFPr0M/8bQS9evrQXN9f+LYbVcmmLxcIq9iH548bKLWI7X6oSaUnk+uQqwpxwRuwkdQklnPrtKEttIJfLVI8rUJ51NbJOlBU5ZOQ+CDbXdQX2Nl+DrFFPTzf6EFtao1rbnQLcE3bW9XuCeT3j1gEoo5iLJnp37qh4QQcr0YxEvW4XO53+HhCBIO0jp25EC2b4L9tqhygCmhGs1rzTWI3QuAn518N0QK45GDYOD3xoXioABNUzZC1+hMb6HBQUWq3y4XJFOddRoKSAZ9FKQY2noMDIU3kn8rXS79MnYOLBl6InXWFNcEYyUaUFAivur3yWrw3BHucvLK/RMQCDzWaGVSP5qOPreYm+gAybzQRkyiddTygy0aw/z3Oe57ie5XXdMH5LsGAshcoi4xlZ4zDIaoZZiE5jrF3m1Ea5VciCmZepnEZkBkQLlC46si+UtGiM0QRuJkTKm6B5J2gOFig9q89+FB8s60foHIFpnRFLPaJeF3KnlRl+ZogPlBGNlmUkYbmbSOQukIkoS7IePBfZOYvc6SryuWCqk8zCT4WRwecVzd5DuVPeaEcCqiyP78JqAkB1mQf+YcPSIrLFsrEc+GlQ1xgX5HoQctVWxWgVa75iDulDBmHpQX/WgT6cwGbjz6OF5TpVHv/Yz4yf5HvVAIdsvCffeLjzDuNS1+Uhjm5ir3LZqHPgZSNh4QSurzwh0UOonFzySDiIZ6li7pA5cjOdUfLLkeGRKbmR26qseX6QAIie+nSaRu1Xv/CUS9WMROxfAWrrHD+2ypm3M/aclUP2gTunJ2/OyV2mokSAEnNb0IebGl/xyhLvek/dstIhN1JbrA7pI468o/Rz4rkHnnvgXA88r5SpVyIPS8DG4i9kpKpK6dqWvBzoE/j80r4hELS2JQ/6uqoshGDBbZSHVKESznmlA7oBBlDOqOMUQRrkhRAtBA6inEy1We4Jbuz1K2Bj0KQTJaiyJfii//7ZqfgJBFm2BIEc4sEsoNNR9hTtKBMVtqRFJ0zf4NkSxCEI5AGf0e6ke0fQCVDXlrpzWaWBp/FJ5ba36M3xjvQdASVw/y7TrSjwNFRp8QVKC/P0/VvK3oJCxd9ie4b2lkBT8R8eXzr5NKIb87vu3jK2lrpTtMhAOqCb+I5z7QwE71KPXt+ZnSDpoQjyA5CXQF70iqxQ//qPdMAkQy/OkMsztZA5f6LrMvL0HOW8i6JzJ5TkdEW4aJE1oPMIiScu6ZFVPQXy3Uah6J3O+6P8SJ01yJQ3brOqdkToAeRrrS4agiCNNQRNmmbpgdqGw2bDy7he9o0DjFo6WKBifAjRArJIWRhesemZwYxlRr4u9JSGDSGY9PTNjoB+qCgbokXKhwAlX9TgjWJ59MzoZl0wXFEgkzIqF6MLJASHSz6a60QOKQ3tWNpms7brmxf2kqDPJ+P/Evby00/s5sVLu9psbHWxtpp2V7EyixEE2hPMcIaUGdRtGikupb0ew8XxRQxWuSIIRYqGeC8k5hijOFJyZJnvRt0CnTfXxp2iU6iyxbvL3NQnnlbG6JcHaBT0bfesQaFnvQHm9VAOSl6jqZUO3LHDT2mH/Cl8yVVactIcmBT86VgUyTGNIpkfc8lzo/uj1aUtH0VryhzggaNYYyMjwkcOmvUI8TE2Fus50CVdPwXmxrk82ajrlT2C9PVcO4MGmYNyTQnauGzN2sMWfI18gtIFLmeuQr0s8kbBnlMo/0xejd5kF52aIJMD3Rq4X9C6BIPqJW0D7Ac1OOSPfnr+gr5cAvXnggGszPs8Imc9xRnMKssIZqxRIx1jRFY7omVqsXYbogXRZRE5+jFDZQuMeoQIFWzUMUNXOE0/kln+GdVzYryfk7FSErAJNv0kuAkwXOxjMkLG7MrymUA+jUjQkn9ESXBhb17OPF3kLP3HaWV6kcAdqP8nGN0l/+ZAza9gUWvHgzEN++SF1TwX8hzRPMjjHhmfKjbUWxvWuGRLfvF0pe6kP+BGjsIxGdE/p0GRi3GtgWwsGXutwwZKWus5QmPEngMjumQTql1GtSQanfcd9jb2M+e9BhTxSjqGPAMZ+r7Zeh6Gjq4BnxBQJfczF+UlnfLlOwkuia3QiSmCQl3rr3yjTe+tEd+43qvyK2d6r/Jc8mo0Ps48vrneJA4T96MYb6vfHhU7L32kNhPII2Em+kXYY09UQ57nzHr6x3n6y2lJU6/0IIdrJpixh/xn7rkHnnvgZ/XA8Ur9Wab+/gv7c5gW+0P5xF3JlG/+8ItWVSjCi0ZeCheLxhpeRPW/uWzWG2tWjelTYOWHELCmB5UAq0si0RElZ9CLF/rBooWQYfBmwfIPVPlA6Z6NstUfeiXgs2tb2+22tlfaPxHfEcjYPf6mD8GXVthuyQfQdkRHEEdooRk7gjkPR+hUdoQHgUY+B3PQnYI94gmkTEGnewIvGS0yQUEgoSX447S9IxiTdbboOAi8OCUQs3Vg8/4WW3e2VXBnHuQp6VOZ5ALy1ukd9bwDhcK3gtJAfoAOeF85lZy68acrQSDns6ylz9R3HcGggoTMgSzpwApKsEg6qQSFRnknWmRQ+wCUP9nQwfcc9DJ4Ti7b/usuBKMIPCXgAShknKZ5j0ROuQSUdpA36aE/8cjtfUA3B6rmQS4e2y6fy+BP6nOfmOdRUFu8nsQxa47O07kO2dXqIJ8y5mWQIYrAL14snPpt4D7wGi0K62srmBOSkhYYWsogl1UZLMbK94LI5hBCtBCCcTP9hBCsQlbFYPoXjR8FFFS34H4hm18oYcowPgIBpbMKPLYiqGvtNyvTt0A2BHuub14Q+LmxT15+4gGh65sb0x8VXl9cWkOwq6prC0EIZjHb8Tp0Ix0t5Cq4u2uijtxvsH553rHI5TYrH82oQneY2ZUURVNH0odU6TrRmaKU8EbGh1EQoAJkNKdczceOgHfX9dayz3XO761jLg0epFF5wbJXlD2qZup36ciijT9KC0pKXl5Ih3EtKK35SR6XtB7jcYbaiAtGg7kibQSxzpT7kQ1XPEiUFA6SOaecGcTOs922hD8easUpaADWZQsyXUpzGKauSV8M+SIZWQdRvnRoVkZOze5FTzSL52qae2leDyqHfJUpCOQckJgFAsLjS34gUV6CGrYzlJAtUUG82hiUADltRV+TC+khrQQ6rFNzKP0+oGs/EqpTRYrZwhcqufPcpFvsiy+Yy5y3aWWoP85BZqd2Tv2XyxX9yYj3+0leNnD+LgPk+DjDi062SJPll1jBE15HyOyju+SBNQfVOKBrI6LWH3t3rWDfFAS8sIZ3uIa0AoORYGa1aMwWtWHEEv2mejUHzX9ysKc3zQ0htxVlz3VKmUgQSAGfBXbqemE1e3H0b5RFVAK6QimvPQYg1T3586KzjmdiSnvfh7iRO4DsTa5VvGQCWd5xCc8MFCr+GIeyKp/zVDrSX1HuiWKhqkgoA97JdBvlI3mUPel9BOMD/hF6PD8+Rutvr5P7dO5HkWhss3yUlP7Lwp92LzYKnVs5J5vn/yx+bMPMxuPqJBGK0oxn3HuCmuoTodfcRZZA0ZYoz/ssOdRIiUMiZ87us1pm0mf2uQeee+BjeuCfdv1EPf3GHqqqauROuyPLY6yt5sHe8AnpxQWHMv2xzOXKZdnOYDawS+kAhCXOhZYRzLjI5ZHGIcNQc51gIUSLsbIYooVA2gK5wZRdTPVpIDCzs/u7e3Bn97fv7O7hlsDIA2d1XhY4IOmwZHqJoAbjcHQEP0h32M3wVxDfdPE177jk9SOyl3joab36OPyPFA4Wse9pNnJRg74Ph5eZvZlebDjISdaJdjtLDrWh8HP6YB35U7CF4JeCUoKCNaIdARtRpefoCNi0jlv67m4MAN0RJDvwLWVbBYqmoNQteoCgj/JkW1RBK1GlO4JgQts9YFeBtweCa5lv3dciEwXI1MaOAJGQPEC0pd1bygFPt6Q/AII4eYwZQ3hziAdlfHl5tMJDpV9ABfQ/utKZQJ3oeZlRJv15WrzLxvzzduZ205l65vkzvtQtqvkIIsCAKRhUMTcFT8Mfgj7UoTKSjbQXVRBI5TX/lSe+UNaG1kdeWJrjllcaa06cVp0xt4Xyt7iMn8CLcWCPqKpoVayAaLDo5WRnyHaiZGbR9DNw0wtLb7nv8Fe+FB+cooJ2nFDKInddKP5QUgyZaHKgUJBnvdnYzcuX9uKzT+3Tzz+3zz7/wl588tKurl/Y5frKVquVxWph2lMoSHm84pKtAoQnV1RPncikbbQByoWJk/wx6Rm6CVmGutkQcmJ+l8qIKGqD6Y81CzZ6kDSWzLdEwEd7RQZzlT3D59+05ySKAC+XLLdAaVVY6KBEBvVF6suJfJdWQpawobFK3UB7O+ASV5KOoaNE0tiJmUN2gUSRRomF0C7GLAsN5w6QTHBFxCOV6BQlS/YmG6dKv1p6qv3JGpKCA3JOGB1M0AyjVymaOxAmzAAr86OujTSXI2Mqg55fgfspEJ25VPSA6D74khqF4iX0pN8wAk3KgB7lkWW+wm38wTd8zQnx8imn0kwvIRIgfokvMNcLVHPAqczKTyk0p8qbp8XPZXNeeUKRieL/ODM9dXrLeWrbLEc25phliY20KcJkqE8KEPo1ptknTUDfzsL8R1U5c3KTvEBZhU+sy1N0yDrG1HW4aW6ZZQ9NPpQ5WyErvMHL8Eh7qN6MXDTdsg4mMZd57zPZKMBmFE95U12W9XxF4BduMf7sMTyrOt7fFPjp4NMc7HPJFQdqFlRjwlKm5nvSQJ4uyUTPoeiQJzUBNtL/URQ/3VcoSexLKm4GiQREI4H7K16zJpyr9bqFUswAABAASURBVG/i0yNHGM9HMgRjf8MdX+E4+TdJyTfhqco9z29Pafw0uUyysER+moHnUs898E/TA796Q/8+9s9fvZnnK/CH35msygNC1ZhT5Rf6WJsHgC4vbX15ZcvlhVUczEIIPE55JOuBTfQmUGoCeUYuYuPZzxl0AMZPGG3KdoVGNONuHJykKxgPPv26z27X2v0dwR9wSyBoe39ve2SpHIpkuByc5AMvEsYLRIaMAIxFkGXafUe4nrZiwMHLD1lOSfOaEh0dLwakY8JnKDIDUx76ERzKdmQX5OCPySdHTicFhBw7c562qD3Ou5zAUNphh3wPpOgQCAh+pLTNwSHkHcGYdAIFaQoOgaBbD/Bst/cEbwqvgNA70ncE1G49v91mqm8hOa+AELKtB4rQhbb3uVyWZV6yeXrrZW7d7rYEmii3pXzBvEyRnaPSa2flis6pbEpTj/h2/JaW9DN/RxsztmOeywlstQVFTtrLKVAG3xKAm3Sm9I6+O6D0eefjsmOMWqCxKlAatAIyaBJOAmHGXOr3rR2Bce87ZCApOODzRUEWwEv0nnQHEmWVbz7XBmYp81Vrwuf+oBUGBtNPWaPiHWXRkfA81q72B0cVLYTgYDGgMV684FfIBX+HpjomNPM2WRr/0GFOsx7whgyKJ2AZEYoNT4wmDV/d5TEdMVyzz2jv2Wyu7PrFC/vs08/t008+s08/+9xefPopAaAb0//IpL9HUS0WZnz6bLFyC3LJmekW4QTIey4/gLwnP2cFo1Msqg3Gz1Fl5CE6vqQwYuaC9hI6zNRXHePYsQc4ZbxFfV8Yehs0rvSj67MfUQDz2Z5kGUZ3DshPLvk4gbwoB4LpW0sde2jH3OmwnxzZpjEWaHLldEIvy2R/oJ5EHvXJFH4h8LTfkHE5e7hl/UN6zinvBKMBEWGu/XfBy105Mjo3EkkyHgmy2O/kaQggnjx/C2fEKnGKM2oaD4nlI+BCwrrkrsu4ZRlKMNOaS7nOZJnaRG38Ud0jW0jKzEg8IV7whN+Ya9BjmbzIIMuv9Kg+F3/cLZ1ROyOLTNRzOFP6vEgDV3LUHfN1JfmpTGnJC+bpGX/q6mm6FNdYaS0KHQlB+37HGm55PmjPEFr/9dGe59AI8j3owt7sZfaJzxYyiu1MIwF/c9BVLpq5WUQul48JH4Qe+2nfWefpnoFln9B+wj6S2DvkX8fe1vp/6LGzludcB3rSCXminKGruqL2N1C6WjKvkJv2OQh+YF+MY867YLwhl5NjaiIYjlgwAAs51NCzNia99zLnDD9dgB45ysw1ZhuZP8q24gYtyBlZ1flj/eOUK/w1bvJHmOo6SuD+YD6kyj/OkuQsPlLtbNlfTDg5LYsnHk3JiZHS05irwY878Hl9n4g5q4woRbLgI+6lzEeo/i9ReXbzuQd+3R54XjNj/1YEfQpG0RHR3qRDmP4W0MuXN7bh03j9TaDlcmkqp28PGIfIgQc9hMe4OdwIh8Qght1M+XrQC+IFZQV/8QuwAS44lc6el5iHhwd7d3trb17/YN9//4O9ffva7ggGKTjUDwRV0NZARtUohrTx+BH0IiHwnOegZhmezw1/DH8dKjtDlHxKJ4q78kRle15OdZ+DuQ09+nmt0MvQDAafQRt4AbIT6KUoy3aWCAglggsZW0scDoUOeoq2I9CjYA+BmHYCMgI6W0/DK6hCgGPrAZrbMViTA0AqI70CpYWSVhBuey/dO8oJ7w6/qia71KH8rftwj47sQwneZbnSlNOvqs2BL1vKtzMorV+Dm8vEuxy9TKkfPgeLHqZAj/QEtTHrUaf0zuIBP3P+liDSAdiWj1OZe+zfPoLautU3r8Y2q962BJSc3lEG3zyA9GDdSNvtbsaT77q8HDstaSj6W+A2VY8w1SWfhAfaIF1schAw5ldgmlccUGrWIMQcPicH1plgUIAil6FGwszCAMx/BulrXUlBvC/wZAr81IvKan07cNHYclmbfhXAC1G3DiUOXqgmCm/j2sxkIDkwvwG2PdsNcNOmc4L8dy0aW23Wdnl1TfDnhW0ICm1ubmy92Zj+d6RFs7RYVWYhmlnENlVo+ZJyIjFy5SGaLomFSeAO5lTEt8yVu1tyK1kylsziLFIu/nON6TmRYkZ+KeTO+k8cojqCQGkO+tLmwWr3ZbAg6t9QnNsd5okP8t7rQ0cfaX+SDwef6DXK53TmpTdPk136yJuvPGQc3Lh79z5uu3QSPZNptiveS5zcjuWqQjhRwpaqitA5TrV+6bR8ox2Qg0+k6Q+1+SBTvQO+FchXyUag6PojRXHMkJ7KiIIxP8o+Gpnm+kgergQ7QQxpzROxLC49Ux3dQNcjRCaNAqpxF0SzbMhpFyREwMvwTGNeJgLQek5p3k5zdpzHxlxmYo31SF91vg/SKfMwz7WkOhx5brrv1P+Yqpww06OvqDz7PPLkwp3cz9pDp8jnJSZZtmx6T5jD+/p9bWTFoZ/Qc4gX8NJG26IOZEc60gPd2B8de7z6oWMMJOv63rp+b/u+I7gCj7xlH+l4R2hBh75jrEdlMUUt5ruLvkjqCR9r56wSGdN5zkkgMA+cQN1ex6tKIvjDGFCP25acvtM88LT711vPBx+7bWv77db28PJpIM/bTJmxZ33eqQqtD9Espz5PiAoDegJrhLrkquuLcT3dGA8RR7SIwhwqeaQuvaTbB+CFPkbxjB2mepG6mZI4R4+qKG2BzgpW58r9SrJEP2vGqAkH1+C4cpUTk5PjfebuKPkAIfuozGj2SIbOL3Ml5tETlsZ657lnRPPsx7w667F0kjAlvX61TZgynpnnHnjugV+tB57X2kd3beSAtyTwc203Ny/tenPlfwy6aRp/oA7Y0afJA4fDDAQSckwJsAaVvOcBn/rBet42/KWAFyHzn6xlATqCdx3b8+nQw8PW3r17Z68I/nz33Sv74fUbgkBv7P7hnsNz5xunTEROt9GCp/0BnznuEdjhJxZW2/gcczm8siCGj7id30/GtGTO/oibqp3jqKgyjgQfSsi588imlDe3QXpsBK9pZMzSvAX6izYvjF3hRXl5TLzMddBOeU73ltNQf3mDFjnBurbdMSajDF5poYOfQNCjbbf2CMg7BT4U6DjCLCDi8jvKPuSAivQLxjwFSiaQt30CHkwhL1NsTkGeOT/Wc09wxXFPsAsQfNmOaHmRbeEFydq5TYJsh28P3ZnaJxRZNwvkTLxk3paHx+2Uvck++fBbx3YM/hBc4mVfhzFN2MjcrQLzPwYLQjALgr/EDRbI13wJcCEE85+R5Dk+TCLpKZEoq7UcQiD4U1vTLGwhLJYW6mCReeZr2+dQx/s/QMbpwOTTHFkPi8oXsG3lZ6yQmZqLTPJodbPygM8lQaCb6xd2zZ50eUUQ6PLSGn07EV8sVmasfC8P5+ahfo22necWldZNIH3+oi8wwuX+ZJ1IDSpM01wQuCuNHBLpV4vB3Gw0swLYXCK3XYfojgOzxk3otO78IN2jmVsQ4BzYq0AUsC+TZHHhH/cPXcmdOGh5e0jmsdBYUaeEGgunZE5X9iUn4VW5gCCTYp08lUeudkZ45Re4+OhGP6BT7oes0Y78APLROx/+oCNu1MOG6pPkEVTmfXhU4P0CtcXrourSvlzCBd7L0hGy/HCX7ENw7aLkCW6exj5svgbqGWCBHpisZ3uERD4Y2540z+DVlxBTl8ksSoaxDGxE4LLxJp0oZZDLctjXHB33/2yX+cPcNa39EdN4UW/mO+p8jINN2c3I+vKdOZnDFHhzwlPPWT3kiT6Zw0jLtyPILrqSJegj8OxLQPlHoN2JNk2g3cmxt7yG94dnJbr5uann42O0O/byPXLQFkh2Dsrfba3dA+ge6n8bkWfQXs9Vnkd7niG73b3tHm79G9S3t+/s9u0b8Bp8z/vTD3Z7C96Cd2/s/t1r297d2gP6O96rZKfnOSLwQGe8WpDHrKLNNMxSam3fbU26e97R9EzrqLsdn/WiGXvr8HnP+0HveaT71jqCVYn+xhC2GVbmm+YY04v0YEmTk7oSfS89wdAxjZcrqQxzw3nRMa1yYs/A7bscLmqPjnyACe8TXxkzO0d2lTcuDal7XpbZEV9kH0FLVaOqmz3Dj6K/EclO5vvBhUP6MXfc/cpnbzoUpafnLZ1lwJ7LkUwgO3c1Jqe0C+c3MufJn8lrp5mbOGf9nGxexvnK77R9nEOezK2IzMODNMs8e7qVGgqdMp6Z5x547oGf0QPnVtvPMPe/r2jefN7vd6VP01Gp68b03+Xe8Gn79c21XV3lIJAOf5GDSAComT+jy55/hg68hAk9gaCBPa2oGNtjcBsRM8Gks+fhv93t7Pbdrb3+4Qd7RQDo+1c/2Jsf9NLCQZ0ghAJPFKB05KAlBHiDz8gJeHvPj5yQM+PDXAcR18Y/p1OjUJRMyBnHd7n+Phxr55T0M3fmrop+Cs6YKiKZ83aKOYFeuHiC6+XLwctWYrwSL2ppkne8s3Wc5+klxsdf0GY0v+jykucvvb115LXwBZ7Py2B3iqKDvAWH/J0p7eWRO8+LZKb7nOfprJfL7axDlnl8odwpf1y+2DmlsnkC+Ym9Q/kxnwBWy3zcUm9bINmEveU86pDsRHerl+cJ2JSOUGzNqeQg29vSB+iP+epfBojRHlgDgRfcyqoYrQrmq8sXKIFaVpinieNkambibfoZmPXMd79DozKgEOlVdWXNYmHLZmkLaEMQ6PANoGRMEMZ+z2GoBx0uCcyZaY7lA4XmFZnMSMoYP6pHMBwmyIFkynMN2qJvHa1WF2MQ6MZuXt7Y1TUBoM3Glhdra/ApxtpsKp/9lq0CzNA/qHhd0UQyMk+lRRWlA+ucHBE8oVuwI32J8F/7q6w5pUIu84rIV3G1PdEf3Xhw7DhQa/wSNLHm3Chj5X5xU3kH5UmOptQ2AeF4KS+zmUtoFmR5yMTvA9VoXBgnX+vw/mu17iEaM1q+3TM2VgGBDNSmK+uncb+YxF4m51EhFzw6MJ5z0MuSUt4pGvJKORPoMyYWU0fz6jGU55AecDvUd0oxgEl8QYcJy7zFFnyaocjdHuMlmqDZFvpuN8/nbE+ynwt80hyYoHEawb5syHP90qNuH7Mn6lRb8DfPM42z9Dje4LexvtX3PlMY/4kXQ7+rPbmtKgfY/zzAwYczOsQL+X95bHFJ2FuWsfY55B94ypJOvegxOpdJH7+yDrb6bGdcC4nnyGNQpuR7f2BXevDy22jzKXKfoYdOOoGRfgqP6kY3y/BBfeJ+wOP/oc25L7p+ZwqCdN5nLfwB7R6eZ8Ge4M1HgWeE643UP4AgELQlyNLyrqRg0vbhgQ/I7jz4c0fw544gzzvwVuADtNvXBH5ev7b7t8IPdn/7lg823ln+Fu2ddQSBOgJIieASER4z+lGBH8EI/PQCdSbQUlfrH57c86EM72QTv7WW/A7I3472dbvWcnv3mMzzz+cdcy1qv4QaczD3a2ddCwhEab6TUWAHAAAQAElEQVQVmcbPfM4y76U/QqkC83mtDO1zgvgC7cjGjljS0DiD5rzSiPI1Wc1J5cNJZcK0L5Jxeqk4sgo8vmQhIBaFjLqT+4ievCbdpN3Aslvq00MJ2cnQ7plxyP14bvSOAqVS2FwhXT3KJBpl9mh80OF6LPdCxzfXOxadSx18mueel841HvPsqY+FU0vOZE2ic67q+TwpzN1x3m/T3NN7gXRVRryov5RI+IznHnjugV+1B/Jq/FWr+Ps3ro3nQ14qCFTXtelXv1684MD14oW9ePHSrq+v7YKDWEVerKOFEM10OtQzTdTY8tlfB38gBLJyPmca07cIEg97xV2URpVLOkJ0XckHdHa7vb27vbMfeGn59rtv7X++/Nq++vYbe0Uw6C3BoAdeWFq9RPK043I7lgIPJ3MYOzUXctJ+1y3qBqDud2RjBuzC6hP9nU8HBWVzAsbKo5QsUpj44BXQAFRFJXYET5B99lKBsxnvFX6o1NQWGnDEY1Vty72kTARqIUpJL7yMhcYso+eM/wR4Ce8ce9OBdg4P5PDCXOiUR1BlCtLM8rPezqagCnqtI8s6D3wQVHGZqOSip5BcOJV/TFrlBOmKHqAgjOD+bXnB5WV+e4SDruu4v+gRwGmBAj8ZO9sqrW8abR8sf5OolKVe8lrZB24f2nIIaF0uPXToA39R9vVmFpjLCwK4VRXhA2sKmemHRQkJQbIMs2D+44uOFZtVXKSbxlxUcLus+Wa5tGZFEEj/Awz1UJ1ZlMbAuutBYvxbgG+M6WGsJOuQc3DlcKH55sW4yUZU4AZeloQYZwkJBETak1arpV1cbOzy6sr3o8vNpS2WjdV1ZVO5MpUpB4tf1CiG9OgwJGa4TGz0piAdJYVMBcknF99UT8Rn0RAoR18E+ieyJ8pHyTNqLxMpVqyZxsrXl/oKwHfdYEnfkmQs8nrM2li2iH0LpAWIecKOfg4eSlwqU4ERsmGSC/KAwabexFgkqDoo14slqRTInPaDCS7ght4oU3nBxrRotoVauaQOL7kgnWNIYcToj7lvHa4VULID5Ku+CZI50BsDH2qXyp+D8k5xqjfly56DelXHkU/I3BfqnctdH5noXP4BXj6kozItbRewNZZ1nZEvPk4ylfXDs/Qpx36ctAYdPWqS68BY+nnIM8LbQFs0fs6jy97fKbBBAEMH+C2H+ra9H3+NZ0uMYDehY+/rOOy3Ex4IfG/Zz+5nUPqAjn2sYz8TWt8fdxz+t6A11effdiEYcUzvTX5kYJuAxZSPf5JPaZUtMqgCE0dQPtg6sLsXtjZPT7ZUD3D752zRbm8/bWqB2raH7pELPfv1njbuS3qkud9oL/3XFihgMmFnrQI8HuihbwgcKd3hs8r2lNkj6/vO+r61Hvl+/8AY3dnu4c7u797ZA7i7e2N3797xodob8Nr0zSAFgO5vX9v97RvbCvfvDsGg9sES7d0D2expc9o9MDYP1vKc6ra30Dv07zNoq8vR6eH3tK8rbRj9G/Ax6X2N/Y1twHcwbTHimeRsBcxNdLpxznXMuwSfxl9XzTrsWZqjFErAWeZrzkOAUDbne23yGU7eWGMV2VFR4ppylJuBgWw0J0deuqMgk0kgfYkKFT/ijEg5U1ElCkbdkRTpWao9L7dX2sJMTX0x+uyrmTTXTOEce2LjrIp05ihK1CIxzzP3q4jPUp5vZ+XnhKe95JW4Ysl5FH8jg2vSqeCULiD53qvUUJ2ZFe8teJo5Gir1y5zexWycd1KPuo0Y1cfUh8lcX3w/jbfKMh4iz3jugeceONsD87V3VuGfRajDyYfaulwuTH8DSEGfFwSAPvkkB4CWBIB0yKliZYFDUOCMEULwR6zxM+ghP5ino/LhJEoEE4yHhXjB/CeXC5GhwYaNujteIN69u7Xvv39t337zyr78y5f29Zff2vevvrfXb97yYrO1Xi+8PRUZP0RutCGO+2F+RkoMXIZdowpTPfgURxjUlHcEowibKZGq5CBNNUhcbvyoLgc3LuToTHICUSNvR3aDmaeNn/w5+uOyslPynqZm3hi3I17/pWtuG/L4ESjl6TcvTzo5VL+ADdJUMLsC/M9Hog8yVA8mdSVup0CUr5JxSOUBZkR4wym5mSJjNPI928/8R9xla0THXM3oCVqkGZTmscvhquNAqF/j6ZiHx9iP/533nnI9fAeyzINbBG1ax87y4Yc8T0M5rOU8lQV8Iqp05/nSR0c8enpJ7vb4Q+BA/RHp18gaqhbRYlVZCAHkPtM96AYQu9wpaWNNEp11TlRrk2nvYvWp22ROLRa1LQm0LJulNdDKAy7BZ0kq/aZ+0eFRVH4KOuhBFfhL5CXGx/wnUjbCBTPuSiGwGOWpgLBcUoPXvtOs9Otgl3Z1ufFvAV1CFRTS3wvK+9qojD5u2VSd0kBXHFVEMi+OHBGvH352uc+eZ7gYTEGZWNUW6OdIP9TshXWoTDSKrxvaUQF0SUeDt2j6SQpUwyQ61/uNeaR9Rn0uyF/loSLWNDw2UFaQUJCNAguSOBK8YKovRIuBAJRAGmfRCRnDuEdRkfvAfNccItOo6QgJ4QH0xFTmHN/lQMPRmmgJHHPQJTgxrRPNh6eguX0K6Z7KlD4r71l3rB3lH0Fy1q7mIOg0Ryec05csl8lzd0/bnkJH3oh5gIZ+8KDOR1DtJUllH+m22bbyhHm+0vomCu1MorQrifd2td4PU/3jGDNqlicWAzsxjLCP68A0oB06rGO7Zcz6bkew58F2BAJaggwtAYmOg33BHtmevIx7y/QBfWELFe5H+Ra6y8COyvY863uCBvsxSKIgQoEHUvSrTg7Kul6mO/FH8gfL+uSPgYg9wYwMZNIXlAd2Xha/HsgjvVeaD5b2SgP9apSDtu0IbuyB6I6gTKbUJ5nrYgO+6ChQM0dHmQ477YjSd1Nf0geddOiDDuTnAmuGIE8njP3dK9BDoKRXYEQBEo35ON55nPestb0l9AYfl3trCQZtH97Zw8Mbe7jVu9Mbu3/3g90K+pUwxyu7ffud3b7+HsBD87eFXhMkemv3b8dAEeXvb28JGt1aew+9v7eWPlO71PcK/OS2dfigYGNvgXkVLJjvmUwzYx4OzNNOf0Cadqns7mFnOwXKfBy2zLeWgJOQ7ST087wdTJNXb0YwXONu5SR4muosEVDvtK9qrSBI1ElmvuQD897tSaKypM2jCp6JtAenV8nLchWTH6JZ8mPvZ0oeV2GPNMj3x71XReKIkvC2Iucy+kx9hfTkUuaJ6KnkpDoxo2ZJ04vUmYWSaXxyyvzBRX4RoSeN6lGrJFWZQsU/jViypC54uuI+5cCXSwpCSZ9QsriOhZOZaPnd4Dj7kMolaRaizMOYF+KZLxplAMRKRgXX8Bs941RTLzPcx2mXMMqF4ImLTF8T6HOZeVq6Mz+UdLiGcyhCz+kgfr6ee+AfvAeOV+A/eGN/bvMiG5cOfZeXa7u5ubHP9V8xf/qZ8/rVsMViaXqoWwhUVQCrDV8IkazKZEcIQTrGGXNwJB7KCha5KsWCRaOABQ4rPXlt29v9/YO9ef3G9LeAvv32W/v66289IPTDD2/s3Zt39kD+fqeXerZT9jUu309FDUsONmPVH7Eb4fVrKzHWFuvFDKQli/jgB0CoFRg/hdcjn+R4eT0cxMyBUBRSLuUfkMsm/BKyzmg3kZowyqb6H6cTeYJBfzyoSyYhfk31klJASIA9XAFWgDy6ZOgE3ofI5vQDftqYrzZNwI+JJ59nnJ5zGUqDUu4XocVf2hgZI5tgs58Ar8OzYO6LHfUf2WNa/noeoulSHglmqzHFjfdUV5FuJzn54mFNlKRY17GpvS4aZfRQIM28DnW0xWJhy6axhb6NQntCiKafgciCggwsPC7WH8YlGzzaI40RrFEuT6DlVLeALQVfZHu5XFiF/Zr6fP1LAahN9Iglf/Hm5Z3Dow4yW17q9XeLtJaFLS/6LYeatttyQG1pp9bvAKW1XJgyqjPTOixAmLOC1azbhjau1he22Vya/jh9Q1CqJhCTC8oLCjx15S7BPgrOc+Mi9cQVbfqHP4G2ax+pYoUvoALIVH9dN8i0l2RZjOIxHkcYVLXQmMQYcFliDIbM4Hjy12aTHvNflBH2sXYVZE5lY4Sn2XeShVGSvTX2O5MMP9UvEV8sqH5BVanPC5Q2fpR3CsS6vCLpJcu+F9oxjgXJOg4eh+DKnuBn7+g4qB7QIWufwA65sOcQOMLLttQDmDt+KBZljnUT0HW9HXqFn1PKopvnXuYfl53riz/oqdxBv8hLu6V7CvkhnMqfSE8Hf5URsl5Lmw6QXMh5HXkdbTpGyesP48Ss8jHzmaTBHHQ7g2RsEJTr6MPeBg7QnUCwwX89h4B0x3PZZZKPUN9kMK4alykw12EnQ23oRn9bfM76mh+ttWMwoNuTVlDgCXTI52hJOwigtAJBJQVVCua64rOO6mP8KKuAhfuhssJsDLR3TVDeGLxRwMLtELBpBdUp6jrYhbrdok8gpnWQpzpH7KE97e1FCdgofcDO9tgs6OnPnr5LY39nmvJey7pMBOsS6y6J0redY8f6ebD99s52+ls/d7d2d/+WgM5ru3vzw4hXUII+P3xvb8Ht61cEgL4n4PPDiNfQ1wR8oAR/to53pm8X6W8Itbs77N9b//BgHf2gPlZgJ+HrgK/mD7jB5juKpmBCPtCm/XZve/qrVV9hY0sgaEu7W2R7+kbtVJuM5xeT8jBfk7lNv8k4jBOo20dfv2bYUU8iGOpzn37qAUWlMtpSamSdKP0Y/uYm8Vgy1+UF/HaadiE3yT2uBP/eC79G09qx1QrTI8M8ZfkHHUYcHkeIAjHcNu8TpG4ikZGBRBeg0HuupxQkV40CVWXr2JEccpQusiwPIsIoxnWljqC+kUBPK9Gfg4Otp6wUR57Kn8tHayOZ55znR9tjpoqpTRMQVORpPAXYPGwqJng/SprB0GaG+5wn6Zf6MhfjTiKhlEM8pF1DY3UC5sSY9Uyee+CftgdYiv+0bf/RDY/sVnW9tGZ14b/+9fnnX9hnX3wG/8Iu9bc3VkuLVeTVMpsOIZgJlmkI0SryY1VZrCr4yswfbWY6eAqJU/AwGGmzEILFWFnkIBcCdnlH7fbJ7u629pog0LffvbKvvvrG/ucvX9mXX31r35B+/fqt3fIJ1H7fW9K3gfhk23TwwY5RV+TQk20urPZD4hLaOBq1DZkOj02zsoZDZaYXztcL9DhQ1xVlKsrHAwzeqEO2LUZTXckOQQH25cMmbzkfJS7xkGTko+8UftIhn0OmYevHIKIfabf8eYyAixnmtiszdA3/HyOY60jPId2I/gnUZgdZ773GciJP6NEF/ggUfaQiYcGjzLlAFfxcjPa8Xae2xrwzpLh3RJm7Ja3GlfngMvK0aJwns+NlNQkoJQEZZKopMbZTwhl8k41EQoBEfI6MZ93UttC8JUhSs+Yia0rFtdYG6hiwPSjggAOD1p5XebgMSgAAEABJREFUlI0E7EgdYhYHacCqIpJkKOjTsOYXrIlmUZvqi9SbS3PXhb3Ey0bHS3c+WO1st7s3/crmAweQe9bqPZ8a63+WawkEbf3A1XJIbFkPeo2hPponuw48IMl9IP+QV7NHNE1j+rtADWu4rhuLBGFUBsf+f/beRLFxHMnaPQQpSrZzXytr672n577/A907//yzdFfl5l2WqPudAEFSsuxcKqu6uttOHEQgEAgAQRAEQ7JTyZOm1fWUQsRQfdNh0yRKIb+WWT2Qwr77adkLZouZ2oNWi/mB5ouFZnPvH3M1zQy9FtowDMaU4AMuz5AZWZ6Qp4S8qlWlGU6u6b5m5DW0yiCwo4BlRlK0cTvapHqm2J9mc7XsU+3sQO2MscR44Nm729jbkOGvWbPQDN2adon1InoTP1seSEkiIVbIybwuV1zbFS91wXN9VzdixfU0lgRyTI0rZOsJruQXs2zDdVNYfx+mOvv4SZsIVCwVgaJ4GXbdpA0vnyteUkegG3q7dNJmS99yz8f0BriPwCXjuEFnajN0s94SvgQfVvAr7pOMXL/ltwjIFLlpnkPXmWeM3I++Zn6N41JyTbmXfHF7WBYs+8GgB7+h3YqAwooX8SsCNFcEgdY9/HK+gjeuHMBwfWCptfUJaKzW+Dx01uo2YM1YpkB/ZT30V9hwECiCOZRNL5HZdvSN7pRm28XeUmEHW263jPZXBJWuYxXjwS9Bae9x+ds0PdaMby/w5Rp/eM1O4esQZdcB6xRswofsWYODw8uRIQ16Uxa3H1nciqmSDN+r0AQNJMRgtFGsmrpTw7yB/xlfx3pbcw+v8e3KQSkCLxfsyZcEci7PTnV+ehrBnZPjdzo5fg//DhyDLD9jD78gmLRkD7+8OCd4c6EVAZsV906H31fY3xj05Z3VKy2GSEbKQ+U51OHnlcF1XXGvLi9X8vVdM661ZVxLy9dcp8G/PLdsk8WU7ZDbJjuiEj7BG0ikFX5fem/yfUP7lT+QYB137F+hwB3glHnn9lNBKZv6eWS6jbRdHEqWTxEVfZ91FD4vs82hJXPrQClvjZC+OvzeERDIsLes4bmVFjfRHZ2+00GKTftsKPdmOvrsWYjXGcRpq31uFaoejus/ER2dZys7DafRtb5PVHeUKLpxDADeyWVTY8pTDjPceEEpf1aiMccvntUpQNabSf3wdjrta6+TXT2XAXMhl683mcT1CddaeN1ISLr8l6OC98romTty54F/GQ9wW/7LzPWnT7ROaviU/2De6sGDe3r+/JmePXuhx0+eUH6og4MD1bxIVDx+Bbz9+xkdVPxUlfwNgTol1bxspJRUVRXBnk3sWRuUA9603Ei2Yt0GvSQRzFnxID87O9ebN+/1w99eEwD6X/3Xf/93UP9q2BsCQGcEiJYcgtexKdJOiX811kCaKcVLWaZN/7IYL43wpm17QMBnDg4IDM0zGpfhmxYfzLZspJhLzZ6OfRls6inR33V0jIRhxXw9zcyjj3ZOFSSjU6WOA160cTug2+A+U4NKgfv3eHYxow901GAN0CbdACHfBjYb7CXoFKJcgLwzKHf05Dn6KWfqA4LBxKjp26CL8xg35cLTFkHohA24j6Yo5gNCya9TMaBd6XUZEtvqwRAmaTLWfswJX92IulH5dSA5MFGQuA4V/gRJ2Ozha+7O6JpBkHAeiVFbalRkBiSS28J4LNhwKcHX3I/zeasZ/TWMwTLXoSltSNxz3IAkCmEdSmLpKSB+pt1QFPdsVSfVnGjms5lms1a23VRJdGmNWN8Key7i6TiIrnS1upS/8XNxcSYHf85PznjJONMpLx1nvES4zi+6K15KOg7pthHjxXChYbE4hgJVaphf287kX/1aEIBpWvvbaztaobUn7VR1Md4wvEe56mXM0f6lU1/Phnuhod+WIMqc/cO+XrAPLhxoITjWtPgmzfBLK3/T0EjJ48rlzLs8Q2eGTqapalSlGjT06/pMJQ96AnSkmVIFuNZNM1fDONpmwf51GFgsTBda4JdFewg9AEdqF0dQ73Utbdx3zRgSqOjTKZFRVqYUuBwdL1SA67NiLza8164oL5dLZazkF78RawI/V4AX7GhzRb11CpbYzHyHnQ6dzutlF3vlXLVdvd3y0G7DuixYw+9DsVf0dqnbWCcjXib9QhlYYfMGeF7cwN77VtAVa9s+uxXWMWi7rYe/kHXUjVgSQFtlv4Z8zVgKNvh3Dby2p4grmjMucQfiUmfJnrzbukM6Xjy7ia/X+NlYQVeDvKNfj2Mj3vPZcry5FDsbxrjhXWWjDW3WtHH7NXO7ImiQsWLPyFg6EFCAzmrAWmue91cEDvbjSle8/LvOtj8M7Hk8IOYHXU0Q6zOud8fYjRUUEMDYDRZlH21inubtwI29wGXI/hClPa6+JvI92YMzgUCaIJd9Aav+/rWuMG5/S66hFIlmQamEbhjbOq7Rmjk64HJ1dakLB4II6Fycn7I/n/Kh20nG8bFO/UelwfnJqS6pvzw/J6h/oSXBmhV7wMpBFnxh34k1EhP0MEBFj5GYP0kd94L17NPBxwThNqyFzj6mfRc6jBO59QzrRjvXhUGymCT7lScI73Yr1tGSQJR/He2cOV0ROF0yv9y+i/4ZKpclRoORz0lu+2nt4uX805p8hPY4jjV+2W7Q8bo/1m/XfWKJazO0iH5s177kAlNhvxuwJNdBSCNHAY8rYF6T9cmFy6Ib8207U7VcUywUOtVwTx5y1nTNyLmUwTy2lbJ4bz5eSTeZqkzLrEq6Jk+A2UbOGWqqn/l948k1U38VSVCakKjmGuDT4UoPQ3OtEdpjhog0lu+4Ow/8i3lg/x7xL+aEMt3E5lR4U5cN84F+Q0m80PjXwJ48eaYXL57p5cuv9PKrr/To0WP55afhZcz68ZAlEt3FS6ZkwvM8qOtVVTKqiu2Qh7ZpVSGTwaXZAPPsx5WSKvSqqpZ5kdv+2dmF3r0/0Y9v3hAE+pv++tcf9OMPb+IbQmenl1pziBAvSYmgzxjYmfNi1CNemBbyi1PLi1O8PAU94AXJOlA+MV/wshTt48WOlytepqxvuE0gbM3kvhp8ZJpM6V87SJSTagWFp5EKUmqQA/yY+vaj3tgm8fIZfTC3oOgKW1k3jyPZxl6UelNshi1o3952jGxrlOdyUqY1YzYqietRsP1QSZIc4DKF7ZN1AoiDIp9SmvAoU8Dtt4HyLSnskMUDGGoj5gtKuVDLC1+oZcb1bhiwB5d6Cp/66yjWcPFLUHwaAQKuTwMSiDI+dvAgcb2sZ1nyNWdtpwC2K+bO+u8C8AwkpkI2jAs1Fb9z3ySPCWQqpSrJtmezVk3LCz7roCFo4/pKouUmYOtVnNItA1RiTv7ZkG2cQXOqVFUGs64b1TMCLbNaVaol+s46DNKOpBBDNMU3KgXq/GnvFS8L5xcnOual4h3375s3P+rNjz/qR/D27Vud8An0xcUFL7VXDLHYNPWAOOzYEWwocHGQdw1dRfIc3V8iS1t9U804XB91FCO5MfZ8cB1AhcWQSMnt4KIthUQwvGkb9pKZFvh3MXeQxcEV0znyBf6fgQbXNFKNgRreSNDUIm/VxLqAxr4zp53RqqkPgCl61UyJAE+KNdPzlJtqjs4MG63a2H/mtF+wdx0EHPRpCWjH/sUetiAYFEEg72mgpU9/o9O0aVs1qVH2S8VMt1NHjf1h/6xWG65L12OlHATiRZIXLr90rYaXc9et0DOuoIb1CiZlXixWAeuO6LAViMBGl6/1cK3WfXkFBUV3SqMdddAV6Abs2nK52DN/E6wzYhVjXsdLdPbLhnlO0df1eh30o8FL+U26K+oKOq5H53thsN3hjx7cb06+mnH9zGxheq25+ixTsb7FfZNMK8sqVd4/jNlM9azRDHhPk3XkRtloSjWiWg26M+6LOffFfD7X/ADMuT8oLyi381aG7dTo1ei7rVKFoQSmqUIMasZCv8X2jPU7x84MBG1bzbDVcE+lsIe+x2ebmGTZ4Je8ndzIi/odUBySfSh5jOp/MKwbsOlVeuK2Rl8cOxoEiFDw2BR90A9jTyCeGTxTavxb1zPVBb4ewdfh84RO01RcA8ZUQcOOKGcIW4kqg94UcHCFSEisZe7hNXuz9+fLy0udX57qnCDP+fmJTsDZ2YnOYm8+1QXyi8tzLdFbEWBxsGUV994aP6856zGZeLbgiArQW07wRMDymt2gy1ql/w6sva69ll3vhw/YxPrO99HaY0Wn831MHY3L8u7nyDUXZw5srNBZEfRxQMuBqgv/KhnBwBgjdTH3vnX2OePNTB5mX5f1LKI+ZIVa9suhGrpy//iwL3eMmRSl/pgeowwBWZFtCZF/dHJ3oTwwlCb8wJrJ4yrjCd9xLWiwlViCW+WbCh+rF+3dfTCfkPVtrvVzTfAJNlHN91fPYCupllNepMi/UFrHReX+CYpRz2dwPgUS0v2J58VYcZviqHXH3XngH8oDtwyW2/KW2n/BqtTvWoVed0Fi/0pa8DLx9OkTPX/+kiDQS718+UoPCQDlbwE1NKvklzw/mOJbPUg4DZA25ThgicQBRZUvg1FJPLilSuVnA7/pZRV6hqqa6qTlVaez80u9e3ciB33+53//GkGgH37gRfLtO+ouOBu4deJgxGGTT+TbeOnh5YiXojYwV4us6dE2C5m3rI1Py/2JOZ+gR+CHw6vbwC+CIqfd+AJlW4ZtzOWgUtP2tLmBup4Da8vBNcNtR7TU76KJvg/Umu6pj/EMc+Vl0GME+WVwLLfIsu1iC8rc3H4B3UU77c/2jdI/fMx1MpeGOTWUB0x9UOQc1H1Y30Wy/JpOrcTh1nX7QT2H4zSB4I19sqncfMFNuq5PPjx7DNgNPfNNo5QaeQ4en2nM2XPYQqvUAObl8Te0tW6ivXm3tR3Ztk8KVZJ/OjKfnwLwTpZJ1CcAda6qgquUf5CQ/M2cGS8I89mM8THG2mNNKlrckArQyLKqIncCo5K4j1BwspyKRL8NgR/brplHIhiCCI1QgJJShnUZGMkCZCQf8q/4xNgvFicn7/X23Ru9IQj0+vWPevv6tY7fvdOZ/7gon0L7sC4+v5R3DjuB9iV1PvQgC2reXfgaoVD6hR0T9YmRyIMNyK1AsZA9mxtkPueWMDdsC9h2vm74levZsv797aMp9bVtfL1T9rlE5wW1ZVyPuPYLNdxHC+7HfM95z7mvQwdr2Ge91y6CJ7A0p84oe9Mh5cN7WvQ4XNzT4eER6GWL+/D+pk9Gi52Me8o20aWPQ+ByS2DbY/HcEuMOPzF1nye9l3cE1DNWrAl8RkWH/1Hpk+eYWfuNagrm8DPE5Y4sgNep/MSEkWhhOkVvn7pRuqGHbYg1RPfIUYx81Nbnlm1waOu/3LWLT+8j/IPdjnXfcUi/Hb4Ovh70SxsuDFOhT/jRTi5TwcR5ORbXiUShTxXUgLiuEO6R5PVee73W8rpovGZnrbzHVQSURb2SLRe7FXq1agL7/M8AABAASURBVIISDXpt26qd8dwh8ONg0OxgoXnPtzPquH+aWaNU16rYS2Rjyj/D0kqVkvdF6uu6UU27sD1veQ7OR1C2vJ7NVFuP/TfaqcZqJWFHN/5U1OyB2xjsewIJmEpJGRUUxN65hw761KHppcLVMBmBoGOyXDJrZKTEnI1aFb6s8dFsNleL7xYRQDN/QHmuXF5oxvzn6IR/GvYmrlXCZ4FUy7SOvRqeOYVvUlKqKddQdEqgKUUQqVKiXv5hjMRkWF5eb2t1BGVWsTYpMxOq0dqAaZqUYTdx/6HPRGO+GOz6DwndHhW8yjjwmT/AMFRlv4X+eqMVwZ84W9J/Zzv0LeyWXi3zuFbrKzngc0lg6pwPEkyv+m//rHpfu8/SrtA6mdtXY/nn4WOteewxnU/qZmIdf0ybdvh2WtanG99uPpQmfSLLAaapzFeSMonq/ur0Ba6weoSrrfCLoYzh8zscXJwnfash3zrDHIPx2s6zL/mtBrYqw8CW5PbCT5/r7fb/MWrvRnnngZs88Kl31E12/uXk83mjtp3L/yPYixfP9e233+jVq1cRDHr85IkOjw7lg2Kqa57fo5sjGMSnNn48bFTxT6oqaIWOwYOhClrx0KjkH9SlDfwGHdcbVS3ODrq6Wuvi4lLv35/q9Y9v9eOPb/TjD2/1+vV7XiDPtVx2PPIqpTRTBE54yWp7NIw/4MCEeR+YTIHnZrjeNEBQpDV4+Wr9IoWdBkRd36ZpDuhnPgKbibqmdf8jUilT35T+Q49DHXWtcU3uugyPq2Ds/4BrkvvPc0SXF9MYc4yb+igXuelCLS99GYcTfiIvc3TbSRDI/Ze+p7xludwynnn2hefJnAY/ULbebQhd9IJG22ILavk1IA+90c9D22u66HyKbLBLH7RrKcfYuUZBuXYDDT/Zt/a3Ufg5L928xFt30KEOn9pfA7CffHDnMJ7qWqoaSaz9CkKKxzqZDyIQuarPpErxUw6SKVWazVow03zeBma8SNQpcU9U4tZDfxMIfvIp7YYbbE0na6j5+CYfmlVV9W2xwfgS92KiH6lSHosmP7ZtMbpVUs28vC/UvJRU8YLBSyOf6DoY5L8h4b8p8f79O70nKPSeIJC/HXTGJ84XHOCXfCrd+VNbxiTuajwy6S73M3TMeFIoVAql4F2Lx+BdZ1hiW6b2mU17xygyywO0CUpmNmG/SUmeS9s2rPGZWq5pDgIdauFr3LZKqQmUQSTROmRwNXVcm6ZpuU+431gHi5ZAjYM5DsgQyHFQZuH7k7qWuhZ5y728gGbQF3tR8NY/vM8aM44IINkWIAi0cN1WO69L6pA7YBTtw47H0arhOiVeFD3uztdVeATnrAIbmXYOBvEiRVWfmFtwPe1ciIyXRl8f84bltwC/pglwIMPAJjLzyX/ngeKuBVfbvf57VRloWI9rJZAGICd5JJ02rKQChPuSbeyTI4v2ye0pfMGU6NNQ+L7S7T/ufx92WmFzKum0IwhfcJ0HJddXuLwBlZp6phnrYhZre652ZrSazRaq4fM+43JG07botGpY47NFq1lLedGohTbtTE3bqIbWsxYd7p8WWs9U00dif0ipVqrpH75hT7TeDN0WvZYAiL9xN4fOCIhktPQ3lwMk7RweuO96NlONjbCHUzOtJdbDNoQM3JRSX2GKHQ2oVOwkbE5R5FvU15TFx63EfYG/g+f6DRS+70qpVlXhK3zSsE94Pu2s1axdaMa+MAczziPBc10WXIuYO3Tmfb6uVfeooFVVYxKb5hM897h9jVCmiXKFryrqApQVc+oHxP2+6bEm+GNelAdYjXmYBKrIyTYZHOZidrTJ+y2l4KmOdjRISSk1gPExDkpUivNex76zloM/69VV8GIMLNuoT+S2uUK2urriXHihy/Oz+PbS5fmFzjknLpcrrXjeyM5H320gMjU0cDyXXLEPMc59FZ8u64ex1dDmjS3hVoFaUhYNTC7u5HlOEyG+nZS+DBuBkP3j2C+ddFtP+C/M9r7dtjoZ0ITd1vmk0mQC15w9GkqxrqTaOr4GwHwig0XRFZAPpo/V+6ChO4U7D/zLe+DubvqEJVDXWTnFjjXj4Nfq6OieXrx4qe+++x58RyDoW3311Ss9evSYFxEOKbMZm15NQwd0eIhzDuB5D4MIXqpIhknFQ79SVVWSN0yCPrx78qzuwAZ04vygiv7rupEPinU9U6pqrfmk4/xiqePjM71+804//PBa745PdX55SR3WaNP6AMUhqSmgnAIN/TYoGV4SPeIQYhn1HMBSX/ZhNHFIMm3amZpmroYDmdG2rVr4lj4WIL+sHeALwEvcYsCRWl7iXB8Y5HPkByOQt1PwEtfyomn7Rd5Qn0Fb9wkaxmC0DS90gZYxlrEho77dwmE/btMdcMhs6CP3OcdORi4zf/rL/Bwb07oJP4w561i/se9oO1yPgbdNXgjwa9bLdqzfNshpZ/kU2Ybbodu0anbRIvtIJOtN2/fllvE00XffT/D0x7g9Fo9hpL7ec/zBtcR3Dgws4trhe/wZvi802lvP+nl+sbZYY3nNVWLR86KaFPeOBE/mxCmGJHnJRoYOch+ELfe9altt22rufnhhaptGdZ2UqkoiiZ/KgR94iyzzrbnhZttwigrAa3LSTqlSnbABhcjdmyp+orWGwSJzXSLg07CJzPDb4mCuA+Z/wLqYM7YZ+4Sw709oz85OdfzuDQHdHwJvCOq+f/tWF8i71QprHfdrUsPLSbJh8ePJ4pwOUOpTFePSB388+g8qDT6PrkI9t0v04nGk1DAuAzljo0CCJ0nO8rUJQ/EHVyylNe38q1exZvFFy3ppfa2gi9gj7snU6yfjSLFnuI6XvzbA+mmMuRqv02YBNVp5j5ulVgUJ3migbdNyP7Mmo9+52mhrGzOlVIMqZqp+/JmW3FVV6CSvA65vbpMUGiZw+1P2YhfO6DWsb/TFKbG4YJBbMBQ2cBtGaUTv8KZVT5V/rrXJ4pzbRuYity4g2VBGVDjjecR6NZfhtkYufak80XlG1ftZeRzI4T6QGI/1gG3sU+4Q3obsvEqJPSOxHzUz1sas5dm/kIMOLfdwO2+1AK33lqCsJ/i5AzM8Y2YEf9yu5R6PP1DOM9vBpAB7QQNmLTZp084aNejN6ka1afRF3WxOH8aB5geHOiBYOWc/XcwPdXiwCCyQz+EPGNMBdXOo95nWdkHN2BxEqukjeS7NDJ/WPZJGx+b7lK1P14BWlnnlFiCM5HZTOzXuA6nGNKAEQ0oT0JBix6bbwRqCRyHGVVW1Go8VP7SMf8a+EH7Htw6AtTM+UCg8vpgd4J/wDfKDI/xypAV0gTxjrhZf5OvVaj6ba4btuW1Dzbf4vcD7dRXjryTucY/Ps5YPZgb3b74TXCNRJHPK5crsLliWG+6dDXv1BmeugSniXjOpSkYNxULpF4UNbbr4BtCG2M9aK9p2BHx8oTwu8x3Bn+XyMv4g9fk5ASA+PPDfnMv/k9hSbt/RLg82qe57VZJTLsHnehfzXMz9nPicXtwmpvKBgQ1z/IDebdXuq9TfEvMpKrfScO+tGp9fOR1ntmKJkUs53y1n6QfzT242zjTF6hrLY19T2ZQfNe64Ow/ceeDLe+DubvtMnyYe0H6x9KfHT58+09dff6NvvvlW33//vV69+kqPHz+W61oOLKmuVVV2dQ4CiZdJv1zmrivFP+qrAUiqimr046Ev+axhcG5QxaGonhwiE4/w9Wqji/MlAaBTvX79Vj/4pfHdCZ8CLTkkYIRDTMNYmrZV2y44VLUTNEopQzJNEmUy5AlY1oMXpsRhuAna28CmfeG5NvRhGuAQugDur/VLGgezFix4cbM8gwNalP1SR+CF+tC1Pi+ALYigke0YlC3LmCv6mfTp/q8Ha2YKeTNXcyPQaW4C7VrXmbbYmPgPX7Y9GqhRyi3jzXOcM84DuTyF57U7/lxG1/OkvfUdPGkJFLQTmeVThI7rwcIH/x20lK/D47qOHLhD7j5pt2BetpnHYLnHB6WvPN4Z83O5xc+8/Hg9GI3LPcwP/p2HflwL+9W6A+xjY8YSbEHdr78KmqQKqEAs0cJ7nQJEPoR3vlFY9hXrvp3VmnHon/slgPnMZq1qXioSB+vK+taFcreRO9EQme9RH5TXHLA33HzlG0CpqlQl+q0kchqQuwy3L0UVmb8x09LvgheMOfM9ZCwHBILm81YNe4TbLq8ulQNA77mPX+vN6x/09i3BXAJCZxdn3MtXqHXCnPxilAg69IPwtKlz2jgbwOgy78ObkUvkrjE0aYt4S4cyKYt46YAfkpt6ICClRomgj/fFlCrGRzmhYAgqfnxqBrZlZO9xzWpA+6bBD43XD2AfWIDYL7zO4l7wHsHag194zyhyU9ao770UNlr6bzHf0GnD7kj/NXwgqaY/9aiR+WU7992q4bo07G+J8UwhVdhMgSbV0EbWM8p+mG001FHPdXZ7BqHxJwXrFxYjCmQd3jcgw4Xwuiuw0P6yTgaNnCw0Za2anSLE08xdG5ZBfVkSc3LxQ7DdQScNnCbsKCycKz8Fpd2URnsyUnRmypiDWM+MYX4XlnsdIjeb28PliY+XpZTRE7Y1/GTdRH1GzfWegZq9a5YRwYOF5qy9CEr0++WMgI9l7bxVYDZX27otMDVYHw20ZS8YQLlu0Z01rEPrZtqyXzlgMWe/MA4d8CDQc8h+duhfgeQ+WQQlEOR7w/XgkIDIHDr3uLBhO23TKNG3133FnpPqWaxXqZbwl/iJ6x0ZBdaWpuDs0lF2tdewYa1O+MtMoJJsKyHrUXwo7p2ow9cJoMiyT9FqE3lF2UylqqrD3w1jb5q5Zi1BHebTgvw8ooxPzI9gf6DevjkgIHZwdMSHdMZ9HRweDZgfHsiBtDl+XODHBc+HAPtxC99y7RpfB/zlvblm3FVKIolcqqSApj/2isuFmpcq62rnJybLfkpAZ1VAbD/7kwb0J/tQSRWUvDdAHVyHlxw4cjDH/8PX8mqpi8ulzs4vdHJG0Of8VKfn5zo/y3+g+upqpW5NBzzHaL43JUvJ8hxdEL1kOjJ9+e9I7N2ONbh/CExgq6KUk1d4rvEEM9fnRacvfoB0dgaDIIWDouw2CPL1c6EAYWF/KTp0OTB9z6VcaC++gWx5ZV+TetJwS3kiD5ZKUrB32Z0H7jzwq/HA3W2551L4sLJHjKgWZyaoVJ4hMw4JCw5dDx8+0MuXX+n773+jP/zhj/rjH/+oP/3pT/r2u+/0/Plz3X/wQD6IVVUVj66Oh75/PzkohwHOVWHXp4WNKvllc4OQhLySaFfRaVUlVfxDIG16vqqxWWmzqeJXws7PL3V6fMYB4EKXHAr834fGg4n2SY2kpJQaYJooI6POcoQ83ixDXGRyudcNGfrYSWHDdjioNi1NewrfcFhrmoUa+NaH2gmattVQb70Bc+QZuc2CgzM2XB+2et7lCVr4LdCn+82gTWm7j9I2xrJDbW+Ut2rd1uOYnRPwAAAQAElEQVRu5oxxBkwLXJ6p9X+F7cP2ZK55HgfyGtlFy7rJmNO2x7W2yHnBXRgcdtsCxttu4ZA+8oG45YUgA//1+gvoAv1t7B/XgnGN6G04IIfdBZj222DX5bim+KZt8QW0aWZKwddqeOFILnOY9gt66mm+Pi31tLEuc892LLNvkbsddck0UY6DcS0WW4aXabkf4EMOjfUOTazXmrZzrp1fCo54CZhzjRqPgZu5qrhvuHviXjNl9Qe/8eF8rTXBn9V6nb92v+64x5Bbb4NxUty/tIHdkzg1MZBuWs94EkGbpm40m800x39HvIA8uHdP944O5fE5MFTVlfw/0pz7QP/+PUGgtzp+914n7491xqHevw62Ymzu33enyEiTMfQDnEji14IYu4bxML6e32pLwTVDU8pWYyqI8vyFnVxGxJzIGQKK8PY5HKKcw5DM9yAIJDD2gRx/qE74pNEsNSprI68t1iBr13zrdQiaobyQ18ysWWjWtIE6NZgCAnUjGYxOE9TwhtBNtPM3I5pZq9KvZSk1MshISYlXiBSyJK/pDK9JwBprBjD+lJRYlwnqfhMvcdr5yf4br5PXiaFcMWjn4uitqKBI4rL4eoRkK3OdBQzC3QfrLDkroOBxQSZqHg9IoOhtUcuNLHRbc5lWZj8d/WBNCkYjloylGOikGKw7nyDBJ/ydgnIdIjDpawmP0NdkG9O6Won7M4ANJcoD3N66XF/2tLj+7E3NvFU7m2s2Yw0C880sr4mUGiXai7UgJQ0/yTwofbB2Uk2bdqaafTCCHAQy2vlcDi4Z7WyuxmAv81pLzUyJcQToI3lPi7Ll2VZjW4zJ7b3XZLsHMrW9ObZmrPuCBr7BTtPaRo39hvEb8O6j7ql5+rIPUqIvePdf07aazVTXrepZk2G+zvzMMpfRSYw/+qKN+So19FWrCTn92Ca6Ls/aVo3n3rRqm7liXszNNIM5sa+37AsL9tQ2nmGHfAh3D5iCI3iCQov4Q9w8L3s6x88OBAXM037WtprZPuNsYhy+9hWXz4AoOduDnfXaa1RVadcLIBwBCcqsM/y8MfpvRir06SPVaAKvk4oypa7v23u/nwGr1ZUulpdaXlzkX/kiAHR6ShAIen5xjvySc+GV4o9Hu1N2DcxMUrar0ndvvyjk/cel/XNzzYfBhv8BpX4Ut2ptJrXjuLIw2YCRi3kWuK4vQiaVUeuyQdUHk+du3KBIFYnK6QgpXktd9Bzij+06lD8vG3xk9zNAUjbkMtxQhr+W9lTuEQ3NbptOqTNNtXM3KxTebAHFu3TngTsP/Pwe8C338/fyD95DiidLmUTN4SZRyPDh5IBPke7ff6gXL17oN7/5rX73uz8QBPozQSACQN9+r2fPnsffCppzOJF44dyIM/5Ga3ZnP8TFQxkRVdmm+OEswMsmDPoKJFVVrQpEediJkaviX6a8ExL0udIZh4GLi0tdXCx1eXWlVfy9CvrV9CdRMCDlsdTb7VyGZ4iu5MiQFDyyEAyZ22ek1KiggW/iYNcqBaXOFPm1smUpDW1tQ8gQyAj/J/owBA00jMAo5V3qOmNXvlP2oacg7Ob6mP+kHONwmTEkxuYxjWBuIeup5/mRsI/KS2eTWg08B13XbfkqDsYzdAAH9GaKad3Az9GdwAfaT0SLfsZMre1SzgfuuVr6D5nlgUapaemzyUguj/B8Mnqd1hQEXSjP3XMrsjkHffiwbVpjv+FSsFZUc/2rHpBIuRxLtP+k09fIfc54kTo4OuAT4AO1vCj45SQOIm6yEeGMDfdbhk05COQgrP9b444AUL5Xu7hnUbQKpNOKm4LEvRG9hjxnHfeMAi6nyBJjF0j4ssZ/cy1iXIe6f/+IANB9wIsJ+0nNwX/NJ7b+X2b8d4D8v4S9f0sQ6NgBoBMO9efq/Otg/ptAkrJ9mKFH8xsyJsfsFKCIokdWgGRM1G0XEJCyzHbEPHMpzzbnWUJdr2upUeT96MZi4TiEer8yHBAycDWkN5SgwNdQqcFMCt8leEONZY3qZIquMtZQTGNH8euvYRNBUPqGpS4F7K6OC+jri4DabIOelLDrvvNe1rIWG67bjOu2gAcEnby2MpKsZ/3kF8ZYs4388uh62zKfuK4pYT012HdfddAsszzFPLXzwxA91C3sqOwUK8kvjSHFpkbbpS86jlpZbwtcSy5gx3Mp+g3esrwGdvXT0BZzuSuYj00b5pShWKPuw+Vb2ruPG6rLWKZzzHzFdG9BXDN8NASLfH0yFNfKfI2NghniWb8e5rEmFotWRuv9jL0xsQa8FmjEteD5mcRcRyh+6LO336DfEnBoZy3BB2OhOWeGdrZQ6+AH9lvsNj1sO/Vt3UeKtVXD1mq4N9x/28zUtK1a9hkHffK3Xg4V34Ah0GFZBjqlX6gDojOo0UALXM6YKVPGOW9U9G3Le1qmC/a3Ay0O5sD0gHGYZvmcIM2MIMzcQRfGZ+qy9+oZMs+5Zew1aOoZ99csfO55ea7iGWBqyGuwL6OED4ou/sAHbhPf3GsafIOtdqbwpT+0aefwBdTNZkr0l8JmxVVKwNetrM29u+dk9Vo965orqKpKVVWJLEPwybaNiinUIhOZ/OGeXM+9Z0uKn4rcUOzD/mDCH/Bd+ps+4PTsRCenJzoF5xH8udDy8kpXPEfWfHjhe3m8s4pVOnCFiVcnFOv0s5uiYlf4s5ejV7tn2pOFhmWFmldWxItRKlk8512gIqnOWglBAeztqe+kJ3ZT0fdKyLwrDbyHPzsw6GVxVvs75B6Kn3lD14wnyuzvWYYgM1v5rnS3XJTtxsLvpUWh0FDaKoTk5mza85S/ucVdzZ0H7jzwYQ98yl34YWv/Yhp+dqfUqOETqZZDhINAz58/09dfv9JvfvM9gaDf67e//a2+/e5bvfzqK/lXxR48fKgjPonyp1Q+VMXDyYcCP+x5Jm84RnhfjgBQ+NMP/EpVleSDTnKnSrx8ClRkRlKFTFUtv7ReXa11SeDHwR/jikPAasWW773TsO4UYVP8pAkUz68OvWhCVnjYoU7UB2yjR34RahgvvkmmbfDJPAewoOh6LgExN6F3AzSRm89wG6OZjDn1/D5ZqftUiknGV+YY442xM17PZ4rJONOtvMedEXZ37OMsxIxzavtGHjsxHtPdMf208vQ6Jl83I/rKdsWYMjxWI/s9rxPKnlcJrrFoOvgMsbhcD7EO2PbrTA2H9tYH//7eajiwN9xjvtdcl/zClso4bMvAHv1wC/Xrk358Z9S15rM5wR9/CnykebxctKrrRlWiXSV+IoP2iWIEgTg9OTgQ39YjguBgUOF9qF4XGc3ctdw5vJT4F8wWzVJy+m142WyYx4K5zQ8OdHi0YG840L3DAx3wsjebNRjY8OntpS7OT3XCAf/4+F0c8P0tIH/quyIIFIdNNMfkkRi9hCn2XPglMuYl0OVCqfawM08bLlfmMUVC09rA7Qxqi3yYJDIUnffAUHCFKqpLO6xFbS6POnkgLgN85Xsicb0F6lnihRNw/eqaemXkwI/5MDnpZ+xTa+oDWYddkaAe9TAxBmfYSynRpZHXWMPab5pWTWvM+xfGWS4jT4zLbUIPPijXNto01quVZeyJIa8oW5b6fiZUjJH+qZDZAXnIO3lF2YCw1lWACcVPZjw2FUO9bctS8vxy37keX3QVLQ1IrOcNjFGxZIockXK7bGfkY9zU6RrcBvsQlg+24MPfCEhmC0S/HQ/Cqd7IV2gDXtDTgFoJvybmYz+nVKux3y0Lar8bLfIW3SnwAdc3oTfC7Uek+FZQLWFXKUETBNg+suh70t59h8x16CdD6AMaM37bqLFhVLL9xraw0bAftOxXA9gLLMs2Z7RhvGG3xlQlhQ+SYEiug+/rPZ8Wmy17Z+tvkRJQ8tljQeBlwT7ovdDfDjLaISDUqp21anrM2lazNiOvf+opt7NZ6LToBbDXAv+qlu0Zc2zOFwScCg4XmjvwA+bULQ4O1cZYDrUIuqBs2UJub1ttPVfTzPHRDDTM0fNuwg8UYt5JfTlB/ZIfvqxln2XUtGW8jdHL7WfPw0EgPhRoKTf4qWka2qGPD6uU5FvK61L8FAobKZd9b2zDpVDYk1W9jMum5H/0kaqa+WTIHYo7AONhB5q/nZNbbij73lgtr3R5ealTgj3Hxyd6+/a93kNPTs/iW6JX1K3iV79ogKGEzYr+VH64v3wTrtkp/UwzL/hIcbMVxS9LGQ0Gcw5za/KY9yrcWJG1a9cbuSiWROamsizR1CVFlOltY3SdgSaEBLOdxmcbzp9WVRT2jQPxl0/jyDJXRtX35OvcszeR3G5/bZlGpjnf1bwm5Vm7q/Nx5dtGsmPhWqc79XfFOw/ceeDmre/ON7d5oFbNE2aEeHg3ms9bXuDuR6DHfwj697/9nX7/+z/oz3/+c/w62O/+8Hv99je/JUD0tZ4+exbfCjrgYFTzglrx0PdDvVt12rAp++Uzj4CaKvGiWkkViEtWcTyWHCRywMePl40qVeiJesv5wEdXV1c6u7jU+eVSV/7fH3hZjG8sSH7Gj4h9NdHUoDISPLaChYZKFIrcdLQTxtDDSLBFv1DLbwQHIH0Ive1sIwYy9NNRt408rqxF7qHuArGTx1cwMZgNRMVuw1vKH5rDUN8wjYyUOLBOoAmf6xKuuQ19ew6tqeCajV7nU+XFnulW293xYF/MR8U39uzEhRTDldCc0uDqUsYhzBM77of+mqZVw2G95YDegJaDecsB3Wigrs8vWBW91jS3TaPv1x0KcZWwU/NS0eqQl47DoyMtePGYta1qvySkWlVVAUmVJHj1dCNscTN13I/rbq0VwR4Hg8x3UV5p7U9X4bsIsLoFjUrCHQmUYqG7ooRSw9vAfNbq6OCe7j14oIf37+sRweL79+/xYjRXVVVac6A/OT7Wu/gm0DudvH/P/X2uIQjEOEsfnn6Hl00towsTfBWEsz61E32hm2umOToUiw3YvSmFVefMjBTFQbO0LnSogLEyZOg792fJNooe0tp8AWV3FjLzBV4HUx3Lc3lrFBxEuXSKlx+rRKX1XDAFdhxIiZdCo/G6bNQGhU8zxTr0WmrwQeig6zXMGmu8Vtu615+pQa9xHbDNxPrLqJRYAwEHG5JtAWUImqEbfqpRzrA11cdWVBb7qqit6c+AZwwUaJJEBvJq8PLYQtS4Lusl26VtmsB2YsRRh55p3862O3oeijB2eSCyImAdUM59b1gdGdSOyabDFr2lhm6TGo8D//p62McJHzdN8Xkt864zzA+Ia4ReodHG19Ww7UZKhvsyKglf0qlgIFknJddlICRlPnlcBmMTcP9Z5nraMs7U2/ccYlxlLOx7UWZM1kn0IfrGPfSdU/ZT5p2Hj0PPTgJhn/nRd6xHbIVN227b2F8WBG7mBZxJ5uyVB4eHETQ/IEizODjSAUHqAges54fI0Mn0QPODhebYWEBtz3+gOgd3Fuy/xlyL2QH8gRYEe1p057OFcwwufwAAEABJREFU5tAZ/c3D1qHm7M9z16PbEAjz/h8+Y/zJflRimj0oy0AW84bKczcFltlXphRpV8n1CZ2EzzNmSvgk+kiJ6gq9MXVEXOzjjTNWo+2NtbvcZhCMHPa4ZjK49zRFRX+G50C9xyXGQJf0xL1Gn6Tg0ZTkeUsbnkVXnO8uLy4iAHRyckLw571OeT6cwZ+fn2nJ2c/PJ39oISxUtHbKFswhxbifb3Dsg+Quo5tryYfJTlshL+kGcam+jXKX31b9EXXD4G7ULcMr9EbFnQpb3kWo+IERjH2VmXXxlxsUPld9VP6pY/soozcpxRhvqvx55O7SsGtM83XP3NBjKZoOwjvmzgN3HvhsD3xEw1907/mI8fwDqdSM1e7LqOukOYeWI14wHz9+olevvtFvfvdb/YGgz5/+8G/64x//Df4P+g0BoFdff90HgB5qwaGqrhuJFzwHfVZEbtbrDcEdQ/FTVUlVDykHfzo+pe3YLANx0rCOx0Q95Q4bS4I+l+cXugBLDgsrlP2wp5n8Y+qy+REJ1oBME4eSaXGX73wwscFJxU5xqLGcofAEReQC5GPSqOrxTbHbOtd5TB+CPO4eU90s32831+U+djW+dHk6po/l5Wv1JdD7ZXu+Zd7btHN/w+S366btfQ2NUI2vmKDrthDrJfhUDua8ZPtgnl9WWjXNAsx5mZ6r8QtSHNpbpXjxrjBpIwZsSYkyaNH3y4v/DtCcl4123mo2m8n3rbj3JLc3JEVZEWTtCADloE9HsGetNUHUNcGeFQdwf7p6xSesq/WV/HIQ91KZHN1Kznr0ZBBxGgp95R9/2yrGeHSo+wR/Hjx6pIePH+rB0REvRMyR9ldXS50S9Hn39p3eQ4+P3+vi7JwA0NLWQO4xLPoGM0JaIapYFlBeMjyzjk9/O88wdLTnp0xkT9U4ieBCg/HlQkU/KaAbfopqps6tOPZnbhfWkDsgaIPr47e1YLdo1tnNbd/I8pHL5a2cSpZKjD2vQwRW8GBMqczyRskv1YGkJhkNtGZ9GjPWqNFCDa/bGXXGXL7OXtOFmndAM6NBz7ButpVY5zlwlMtNct1Mlu8i23J9HfXlPsnyBlmLfdCWPtoss81USyAl9JTgKynWi4IigSZlH9TQmjmjG37ItImxzrBJHS/sje0hS/DJfHJ7dKEYUIqP5ivJ/Rh0RSHyyEJWwRqQoV22Mdi1fcbRgMRc7Bf37bKRGs+zzHmmwZ8E5xrGN8I6RouO+/A8K4aaQCOyDCVJleTx9cjzq1GZwu0SenVg0InxIotgX0WbHsjHsTBO9i2XSzvhQ/U/vnUD3MdeogWiO6skxhdgfHm+M4VfsNkG5mrjmy8taxK+PaC80IKAzGEEfQ7hAfwBWOxgV8d/H25xuMAGAZ6g5oHtEmxqW3iCO/47dO2iVab0y3684OzkgFGAflpk1mlp5zEH1DAtED6olH2RkDngW0Gr2O06nivhFxwy0o6g94Z6Q1DUnfBNMvCVesfRLHRXvOx7r++gm41f83NbNwvkrmlWRTFnU94SytYza0z5jQUGOib07/Gu+BAwzmqrjWD7sVaqPG/G6tGv2L/97DknAHRhnJ3Jvy58ubzU1epKa86Rnoe7SxVtbT9V5B32qNlA6czPASarNbxnGHsr1TRHNyfb2OVy+deVd8zBIyrPBSbqZNFAo0A2zokC8yUf0k5xkI+MfZdLXe8od43UrqRitNBxbyIgjTIK24ltYFvwpUvuu+BL2bYHDdsr1PweZOdwDRhD8KZizbGSfbH2NNkv6vuh+f76O+nUA3f8nQc+5IH+jvqQ2l19SkkjBH+TT7LefN5osTjSI17kXnz1Ut9//138Stif//Jn/duf/01/+uOf9Ic//lG//d3v9d1vvterV6/05OlTPeDlzy+p5dCnKol30B6beJxsNlWUFYeWShXlSolSkshd7wf6cnml0/7rwJd8GrRc8oiPDZiNV/xsbaRua/R1VAubGVEgc70BOySXjdyuN89m35fRczdTROVU7krKuS/bmiIqSpNcuJZP9c1fU/hkgYfUMf8AB8pxbLum3F9G6JY2A8UPGAu/3EQxub+t7VL5d0oMN/z+MTQP0eO9DdZyPT4J/7gM3AFlJ/k+gyn3WpN4GUutGl7qfE80LTzwi0FBw0tC0/glhhcmXqBSXWOmxnAF6Av7FXb8dyUWBFyPeME45BNtfxOoiSBQzW2WQrdkVZXbKu4nbHDQW3E6zgHatRz8cVDVX8G/ulxpRRDIB9AOjyUO2ol2Kj+pMDfT3C6p5YVwwZgOeFG6f3hP9+7d031wj0CQPzGfzRrmxnh4KVlx0M9YqyMw5dMnU93TyWaQjUNBMxJ1XpyDBrbNU8dUzO2BK+Wr5IzxpOBTgoIQuhWdkcxto6ZYAPtxKW0Ph4MjLtAQAWIEuV/rudeCXetFbr1p3SgvdkxT2LXeWJ9YS9eBpuUEIJpAy0v1bAKXMxoCDm3rtep6y5per5brMjKfwlbD+m/xcw9kgxy+mcDylLhHGsPtZtjMthr63YZ1cn0EUrDjayjWr7iOzIiJM2+XZdogRsqLaPRjfe63bZu2N0E/T9+fDfqNxxDt0QnK2JLtGtjGXrLcCB4Z9Q1ItHVd2DAPsl1sNXOFPPYJ5k1fRd9tBjhYHHWNkmmCJveRId+3Md/+PmDeObhd9esPPyBzkjPa4hQF7/IARE5hqwqVhG6BBQM/tCm2oW4Hkscj/yRneVC+/QCpH1OV6yI3n+H6EIX9kWOmkv1r+6b2g31JMKwNOlfDdWtZQ23bsjYL5vA92J+aUkcQqWEPbmmTaau4FmGLaxPynhaZr1fIsd0AAkIR8MFu60CRYR3rN41SaoYxUyBRFj6xfEp7f3XIPH/vqwECJt7mYo82Y3cwfxNUsRect1CwAZ3WDvSzyawciIF3297hjMX69iRjCLZyfgOsMwVqm3wpFeNlL5p+oMfA1zxr1gRpNnyQx9DlASauVcVgXe54Hl3xod7lEPy50IX/4LMDQHwo4aBVHBLdrfipPFYoydP3XLJfGAf9DTIY20ZqzR6QYgf2sxN79me1ZXz7210flOclPxRoQ8rN8JVFUeiFPQnR7dm25s2l7Zrsv9st/8y1HzDvq/8BlS9YHb3hIk4qcQtFOezDseaC/WCGAXRuXkb9eugJqnfpzgN3HrjFA3e3yi3OubmquK3uVUq5L/KQbji8HBzMCQA91suXL/Xtt9/GN4D+/d//or/85d/07//+/+gv//YX/fnPf9If//Anfffd9/oKvcdPHuuIF745h6uGF9mqqniOb4B6mOf0EAeHipy+ebibq6qKAVhfHGA2HAiWOjk5jSCQPylaLi/kXxdBaUjee72tsg2zMTvPVZZlzjl9TIiY3whXTNCrTiQfZjkYd9iMsdDxNvXhyEZvwk3mJ/oO4OyC/sY5THQH+bbdGBOiGGdQfLxDKV5P7newua8fZKFzvWmWUP+h9r+q+jzq/bnnsl3D5WbdFZnrAetBIHG4NxpeAJqm5aXEmPUvIfnT5JYXj4Z7zS8eTbwstDStlaokGdEBV43Dc0tgZb7gE+2jA/mbenM+ZZ41M6Xoq1JViZ9K/gejqqok0mYjPq3quHfWgSteBnwfOcB64V+vvFqGfMWnxHky9N3bFKxu/YkBotGFamLOLS9iC/aOo6NDxbeB/CthDx7qwT3GfsC8Z61q5hNrkreBVbei/xX3/CrsxMp0vynJBOH1tFWxYdgbdAwIyaOC5DToZibX5Vx9D4mXqQz6TD1KHdbDUE2bOrg+c9mguCWnHIm6oGNmSYHnOfIuZYza1znvcAVjbZ4XLlWq04Dd+rFsDr0yz6B+SbXMFLBmE9cyBxksr5VCzzz11DUORtBpGtCoiXappy7X8LQlGNIMmCG7DehHIIS17fsGJNZ502Pk0Suy1DI+95XH5jEpxpUkWeZxV/C1UszDtGYcLZj1mGfqF3v6bAZ4HjOl6It2QRvKIAHmlaIv6qB0IGMqS6FjOy3BsNymzKfxszJszrCZx+K2jX1puI8teC4p+nA/NMq8ejmzFOsZobkJqp6nrUACpoZ5Az6vSZ5bwUN7uSjn/vp+itzUpmy9UOsaroNmm17fXr2mVp6iomBAJsntXDSdIt+SjAPbYpNLzNc+s59jndlf9t0W7N9a1knU56Ac1yJhJ0Adtsocg4r5yz+JrKBnqZNBW+smbCb4jIYqo7SpUHE/rAHWdqyl2Pu53tAWNAbPggQ8h8Rask0MkSrlH+zRhzxOKWyShzvCP2yq3tsj2O/gD4GY/O0f/I4CiVb2P3aCc9bz+NClEZXUV40y8SHe6BO2bxlZsULNSKqqWnU102zWqgXz+Vx+Jpiv65mEmse45MOHSz7ou1z51/yvZJkcONp4L9+gVjFH7QzD+70UkyZjZqUQ1EEUB4HiRTshAiSYn56K/36ypR1DXLbBpPk8J2ZA8GdbFZk1rWT6GWBZ3Npqy/R253vafSnPbpuOAOC2KEp5OOSkfgGEXKzKnvnipHTVEYUL3+EgkrzGxs5CayhulwZxz5Ta/lr20jty54E7D3yaB36e3efTxvBPpe0tqa6TDD+8F7xk+iXu2bOn8rd8vvvut/rN734XwaA//OlP8S2gP/7xD/rt736rb775Vi9evtDjR30QaL5QU3MIqir5JbQjI13bqys/5qtEnqirgPj0ahN/IPD49DSCQOf+NTAOCquVH43eQNEtnndxFztHhhRl2pCimekWKJCibsgsMAYBDGUfwKZAyjnE+WcAe2VsW/QzTG012bU7rbytbqoHb1XIreljdG418Guq9GRugsdZ6rZ5Lz9LRliPkteJryvUazDFSwIvAbwQNvHS1xIQAvAtLwALPo32PWe+ReYXBdHGwdQZ9QfcU0dHR7pPUMW05RPnZjZTSokjEPcOXW6AuJsyVfxsOKX7YOwD9ooA0JJPWZfLJUHWC11cXurKQSDury6fcKLNh7OdWTNlhsFYai14eT48PCBQdQgYL0Hhw3v3ZNl83rIv1PKINxz2O8bjfj2+ch8lOjdQchqAWC7kutx/zqOGbDpriqTQhV5LVJAYbwW4OgzefjS8/6mWVKMBTQR/4Oi6m4D6aUIv2oSsjKrQEE6yIs8055PqT2XdNyO73syjvi4tkkSbxPpKnnvTjH4Q7SyDuo4KmvQy5EIuFf1Ca9QqlZfXTGfIZsiuI6VcN6X5nsi6lo823EeLLdOGsWSaUqaj3kyjjXbCz2mby4l+c3BnhsxjzjZSMm2RNbKNhJ5R+Exb6qwzg85Bpm2bqe3Gvcu9ar5p5tzfpc50psR93TRt33ZGf9tjkBpkDXNMwNSAT0D7gFrIxe2T68t6Mo2XFatQIKHjQtbzdfT1NczTManUWa8AGSl03BdjSdDczjpRaabHWHafWehnN2NE4DFlmfX2ANulL+t6bxiBjdw4co8hpeyzgYaP7e9aXhtGSjVzm4A9eCqjUgGsxndDyXcAABAASURBVNyg11Jy32QC+CD0oYlrpt6+qSKYUknsw0ZCRyBZh/ssX/+WtUFAvOWc5PVg2raMl3HH2muUaJ9SIymRKplQyBR7wTsLn3by+Wi12nB+WsOv5X11ZQdapwBThaVZz2ZhR38aIH6yHCanDrIBUJsN5CI5usyv6ec3J+hzcHCo+/ce6P4RuP9QBzy7FsjbJs+tI0DlbwttCHRgIKaXOC/WwDSG4gpWbccTbsNzzM8MwYeYjF77vGO+sB4UhCYKmP+7AUeVvoO184ogU69rD9Q0BxVQdDJCBcYTwUfmQuSszNN8j636XvYh4n5HnWwh56P0OlddF/1kSb6St5v58Mi226MffoJuV3x8ifasLD5Eo0nP+3oZFBFOkzVzOfeYc+uGlGsY1NfTTKmOlW/BHe48cOeBj/XAx+wYH2vrTq/3AM9kFViUOGg0HKjmvLgdHh7p8eNHevbiBQGfV/r9b3+nP/3p3/Rvf/43/fv/8+/6y1/+XX/40x/03fff6wU69x/c55DT5hc+Huq2J2hV+QFSRWBoQ1TIcF1VIQ9IV6uVzs8udBr/RehZ0KVfUv1FAZTz3uklYOQt1jLD+2vQXq/w8kbLfIKaH4DiwNueYZlhvsDlf0TcNv5SdwO1v27DNb/dYOfXrhdzvO3ael6lfsK7HXPzGivIWkUnUQvPQT4N4J7woZ+XEN9bDYf/lmBOS8C1bQ8UQaDgeRkIHfQJ9LQHC4Io9/Tw4SPd42B9QJBl1rZKHKh9X+XjJfeVKoaQYVmMi/vMh73VeqXl6kpLAj/+Cr7hAOvlJTLqOg7ZPknH4SYaYmpIo4AZDdJgaNAFNtx+7lW881RqGbf/2+Z7vAw8vHefF4J7OmIeLeOuq0RXHS8rK8BLS7dSx32f7dCXk21y4O+A+0nOlH1qfkSF1KBfjT+Y6As9B7F9OkZegZJsyXwX+x8f+FFAmai4D+YBZtZNMO46qJZEsKiwmWIjM32+p1xTdQ3oXZOhtzf1Y089DZ0pH4KdjHrrBxrqkvwNorpOMhLedBIZmpCq56ihTQrwIneNFllSw7oc0VJmraaM8hI8pYk6l3ObrJeSAzLmbXeElPlCrZfixXmmbMN0Fx7DTCnVILdPybSdlM23ymPIdeZTjG2G3JjvoW5j+RRFdr2N7eW+G400+1bMLSMJx2ewHGBYfXnVmc+wjmWFwqPLbRNLHHagWb/kFf1WUviiVvZJ3ZcTFCij2FD5QUCKsQwiq0ZhYKJfi7Z0XQ26sO3aXVC5Kwpdy41cWWzeZCfXs7+gbh5CcntAGmWId5LrDItNA2T2qWUZGBnGVYUoj6WXc1/gVFIjJV/jGaSl3MrrqWlm0B4EDNsou64NPQetYLBbgZLMG7nMkMLHI92oI6juoI8pbFZ03g/LbKCUTRHksbN2gidjbrm9+8vYxHMl1zk3Rp2audXsHTPNZgv5by4dHbHXg3v3H+je/fu6d3AknyPrmnVGYwd/uvgAYKM4DGK/SpUSqEBS/uli70cH2vn55JVHZUqRyaRodq6LC2WvZKmYS+bQz8xPywfTA7Nt7wZxVmIeNw6D0dO28wcxBAvWzAMSwQceQ9G8QxaMswlPM0s+EmiTBuXg6XsQyF6clK6z16dwXXK91WdKPD7jE5sXn0Wzof3AhPj2rNe1n7kQ9pD97+tiUfaSpZkbbfXtekHoIiJlSc9sjS/X3OV3HrjzwEd64GfccT5yBP/wavlB7AdkbEaReXcq8AQTD9iGQM4Bn+Yf6OHDJwR3nuubb76JbwP9+c9/IvDzF8Wvh/37X/SHP/xR3333nV68fK4HPPjjRa9pVFW+XJX8Tw7yYJpHIQcW8Vin4IS86p/mV1drnRP8OT87j/8W9Pz0XBdLXhDZTUloY48Ec+1h5dHvk1v2syDG7MEU/Cy9fL5RD+vzW/8LtcRRvpZ7gRsGufL/bIs60j6NBa+/DF5AQsw9pB7JLwMZ+UW15d6aqW3m0LkWfSBowUtBfklo1LR11M0XcwIo9/Xw0WPd50B9cHiolk9UfaD2vVQgVfJPKRP7kQ/qPnCvCLBcLZe6BL6/zs4vdRl/Y2upVf93tro4ZLu1rQDfcAF4J88JkJiVBbx4QLrQYeamlBv85f8m/pDg8VH/K2H3eSHwJ8Nzxt0Q3MKT6uivI/jjsa26jnK20YWdzGOu70vCLKgkXhKMBE0MxrBeASKbj6JN2V4+rvXiNJkjWvTU7yWZy0EfR5xdhhIgy6dxyhwIeyuTlsgpObkfw3zWo87BoRrJLqJX6rcoevtSabuvzpPckcdLkuyJKYqSZVM+RdzLj4EYO0MyDbO+RsP4SpspvW4r11rewJomrpvRQPdDO8GPxP3ChR7a7/K5ftdWjf1ZwPdQSrUytWzU1U5fUpr008BbdzreFpuWGS02M03J/IzydeQ612fdhmdhSuancL9N9KcYU4KfgqLYS+LXbS13eQSXKQqmhgumAS5eUJ6ymVZUA98s/ThkWsZFP/L95K+zpe2+Yi3Q2nYgQ8plxiejrHbzxqA2YaZ24d3PAKshw5Y5296F5RnWK/1t01zvPOuYsx3TApe3QAF3xf4TewUF01j2pVGMa7RpMc1oA4c+Ocn1/bphj2siuMP1xsfe8xLlxAcABQ1y8w3ypp0puexrkmwDW1Bt9YssOvWcuSrmub50LG/9Vk9VUtVUSnUtr/9k4cRGDJV2pMn0ksqP5eb93CjwGKq6UT1rNZsf6ODwnu7de6iHDx7FM+nRo2d6/PS5nj55xgeFz/To8RM94Fl1j8D/4eE9tTzbmmY+GU9FFwbkWip7c6F5RJ4GXsEGOcMl9S1HLmv24l+cfHrvXmMDeK7Ec4cLFLK4OtiknBfZ9QlRe10YktEnUdzNhoZlDVmhCIvfkRURrGINBdNnH+ij19ol11ttdbKr/oXLH+7L66x0am08hPvJXeAa+c5zvS9LXKKcWTTAqoYFhZr389X0DnceuPPA53vg+h7y+bb+5VvW3thruyGRTUGxT3Wd1HA4aXk5PeDTnPt+qXv4UE+fP9NXX32t7779Xr/5zff63e9/r6+//VbPX77Qw4cPdXh4oJp2KVUSQR7xEy+l5RljGajEP6jr/A2gi8tLgkAXOucFNf938Ffyp1s07xMHTA/VY+8lhXhjNnLZSkYufdm8t2syACb9WjCdLWOaFn+V/K91UKPvysO80HHEo85UNupN682DWCeNlBoOtYCXAN9fPiwv/Dd/FkccnA9k2cK/Akbg58njx3ry9ImePn2qx0+eEJi9H/U1h/OqSvEq4HtoCwzI5Y4X+RUHmKUDQBcXBFdPdXx8ovfH73V6fqaLS+4xgkTjvUPDafJkjLjnGD91SdWkFJWcj0wT8iT/vY22zIsXnNagnJLrreqDFfCnwYEV9/mKA5dhO4ABdTEz0QDAJ4gBIZkzYPvkuQq9jrbyAQ0zGCWZQakncK5FpYu6lYNRwEGpvRDjcgv8SCOaTwxRyrJg0Orr6lz+YrntGTbIONzLFBazqDLZyRNXZRTZZ5aYWgr1CRVjpJgKXmEe1CEgwUwT+oM98/TKddU+iHUesN6HkVJNR9VHINGdwf3T30d+TiUCMyPGOm2N4UP2E/1PUexs97evnywr+qbFzpQvMrqJ5PEEM8lS9v8gcZuhgPcpkwSXMdaN5QphhQaKXBtGr2SKj1MP8XxOjcfGdXId9zVKGiDaKv+UdRAxqSz6QO62BUWVMqmUBtrLukl/Qx1M7rtXovzhNPovt93Toq8wmcKau2XLZN8MUPyEnjNKyf4Lv2Z/pqZV4z0vKPys0WzWZtStGvim1BE0Ssnt6ux7MVfsYZYET+5uDC+MLvY4hCVZ19cSmsdBmyhXsqms1rlpZie5fc4jQgOGOmww38ScGtbIggDQIWfAo/sP+TDiEQGfx3pCwOfJ46d69uyZnjx5rEePnujRg0d6+OC+jg6P5F9xbtuZUl2rqpJIUqV+SFWmMalN7DtiXkaCJin0q6pSirmkoGRhwPXqf6iBK5JCEX2phEkS1nIOs5MYP2OOx85WTUWpYp7ATQ2VH64HDcrz5ip4nBHUOlvKFgxwzc3I3hiUp0zC/rS8UyxVFudnaJFosnZca7mpYd7wiEw/D0N/fhbtmIheIpuOY0dpb7FvtLduv5CrQicMguugHraSWXNuByWZ+yAw9UGdO4U7D9x54IMe+Gk7zAfN/zMrTF1XDxOteTTVdRrKu4x/NazIUkpKHGjms1kEeB7zUvriqxfyt3/++Ic/ykGgb75+pecvnnNAeKA5B5z4VIoHuF9E5Z94HlY+A6iq6LeSNsg7Hp5rPm2/vMzfVLggEORfWVmtl+zBXQZ6ToxCDBuW9sGYUuxT2ai9P3d9vWkus7ej9/l8igfh57f/qf3/47fH/f8AaVxTvtZ5wJbl65/LJbe88IVO9VxvUJdYvXHQNzUaxUtA26olyNouDjg0Z7R8erogkHr//j09IPjz2J+ygkccuo/u3dOsbZU4mFcpcfcoYwMF9CTfcx3ZGqy4kS8cADq/0Mnpmd69P9a7d8cRDIpvA1HvA1hS5aYaFnkuRe6zI10p9gEzIS1Z8VKhyDm0NwYvN02qmWeSy9FedMEbhw+/8S2gCAKtx18H89/+yjcysv7+p9zRhqZ9oi9kQtZ1bmt0sr2OYM4KGw7sdOgMoGWH/or+VgS9lgZ+cXBsubxQgCDZxQWBMbCEt2yFjm0yEsU3grDDDMgZg51VS4mSE1OVv0xh/meFD5ZTDJ15JMYg8AgpZJlzAwFzIceGZwEXU5ryISMbZPBjKlYyTXjgGrj+aQs16+dmCBsZYy+5nBBMUVGusUWPqYFm+EW1IEUwqEHPdQlaA7eD3JqsU2l73Ja5fY18FzNkBblOsQCm+pUU99Y+Kn5GeYdeh0Thi2D6LCEqsAjeBHShW8EVmWmPNKU1monxJpGRGmgNNewnw3yFrSkokvaPi4o0AT3oBjh4lG2gv5Ncl0VTYyPvdqNO1tyXh54rYt4wNgG5lqjPftutGRvgKSqrHpBIY72YZ+xn2Erc+N6PU9Mqr8Eav9qfiVYF3HIMcE07hKQibzAFjx0Y2lW5zmWD0m5K/X3VNLMIKsXzYzbXbN6CueZ8eDA338ua2SL06rpVPWuVx1rTF6hmShWUDxRq7NXMYda2mmNjQdDn4JCADh9E3Cf484gP+B48eqQHD8Cjx3oE/xB6/wGBoXv3I/DT8hxr2zl+6O0qiY6YQgVXSaxxXfvZKB5aIYeHJvSaxFWoAfO1DYqqseLksswklCMNTJR+WsaF2jJw3XbHs8Uq1uxZFzOKeqFImQV5TsTweZR0WvOcugLxfMEICQVbhHxSmnRkn9A22VM1jMuT6n3WS3Xnr3+5CchjgYnThelOy51isWHNAsuS+y+Ca5QHUC/L/uyNuuHQrpf1eiOJJ3L/fBule7mxm73Vnuu0F/NGbmbOcNNCzRfkGcaQi2gPZRkndDZmAAAQAElEQVRzRXLFdd3rkqx5l9954J/YA58wtbs75BOcdbtqTXWBVHtn6jfb2Ah39rjEU3cAL53xbaCH9/Xi2dP41bDf/v53+v777/XK3wJ6/kz+W0CzOQ9/f/LDQ9yP8w1UBRWXkpTLPPfjpWzFC1gOAMWvq1z6hWzdv9AxIA+sH2MyZUwyzEvxEPADBE1KpIGBj+QOfyrC0D9Y9lPnPG3/06d+7bL8dJNf2ILne4tJT2AX/RrcbmU7RpGaL2hU1m6+rxolDt0N91bDwTuCQhzE23ahQw7Vj+4/0KMnT/Ts+Qs9f/5cjx4/jv99b8FBu6ZNFfcVgaBNFUe1DV0a3FbyPeEA0NXVSpfLS4I+BIBOCAARBDo5OdHZ+bmuLi4JtKzRpZXnRvtIUz4EYxbjZt6eUZYW5UwtD52UeBEw6qAUaSVu2C73ubriHjeW0A0y5L7XgceOgHGtgO0ajJHmTi6hjQq5gz6gI6jj4I9p54M1oHHur7dpu52DQEv6xSdL5r+8uFLQUjbtsVot6WOJDcaRdxq6z73D5FRLCeSC6zL36bnb7uLTrTCaPY18VUZx6cWSKb/d1m124RaG5fuoZVXvqQQtwIVUlb5upkXflAaT5DZlfF2s+4paj2MXiCN5HNZxwfY+D4qFSx+fSDtW+6fAo1TMS4o+IZHoOmhkW4WQdJE7c902EgszA7nHz5gSsP2g8Gl4wUZH7EeJmoBtVmQGZDdZfSpz+Sb0eh7rLqLqpnZFjtJuu90yKmNi/GJu++B2URVZ6cC0NIcn5WoY2zKiOq8h+y+jVmIfjv2bgHdi707JPszI/YsX/mjcZwlafJx56yVfB1leOQfix/UQJ9jE+kgpqaGfpp2pBQ7WzP2hAc+ExcFC/sbO4uBAh8D04GCu+J+55nP02wgGVXUrPz8CrWWLvt1R/LrXEc8dB3b8ocOjx095Bj3VA3/Lx0GfB4/18N5DWefw6AG272lOwGg2a5UIJGnyE75m7x1FG1j2ej+g/MQKyh4+8JVSlZTwRUq14AbYR+p/EtSAfFxiIKSP0/1Irdvs8dlnthKDrDJPHs8f/DFSniuU/ZyyDJU+RcOeL+S2HtFxE5AATusFkL2pt9WTvSrs3rvyW9V3lT+xHAEXjz0PPj8wbrNhv+2rDxvTCq8vl28ZvatAjMGqAdohC3ZPtt2NV+oepalo0qCw0aq2UpGY/9fA3SzvPPCxHri7Oz7WU3v0UjwRtiuyyDuP4brEQ1cBl3Zx7QLwcPYL69HRkR49eqjnT5/q5YuXeswB4fDwSC2HioqH+CY26U5VVSlRln84A/iPQW9MefD7wbder3kJXOmKT9yvLpe68sshL3X+NTDX+2nQ0daA5HRtUFksf2WhZ+/Il/KAnf3T0cXD/afbYaUysS9tB5M3pVh47m9H4SZ5qFm/R0qsfxDynPnWMKIU9Y2SXya4d1o+RXWQ5/DePT18+Jjgz0u9/OpVBIKePn2mB3wiO58fyAfuqqIP7i85CLRRfJi64WDdgfV6w720JsC60vn5pU5O/Gtg7/Xu7bHev3sbZf99oBUBkY77LcYyybCcS57nFCH1fAoQUG8btnVxdqFABFgux785FIdKFFGPhAM8TqIsnIHXYBX7QNcHc1bQzGf5iuBN12NFnb/pE9R84Ir2a+ysteqMDtpRznTUXeKTggt4xntxrovlOcEg0yxbsQ95Th3jxAhDnox9dy7UxvIOuQufgqndnXY+lRo74k8vDlfz5qYxjIr6m3Sn8ilPk5h81c++1Jl+PjpsFgjevWRqmy5VZDeBqmhTdE1/Cmzv50QZm+fjfkrZ/IdAm4R+Dz/zk5+3CRk+8F2qCQ1r1Fkv5OgmnukpZOxDUClTs0lVNJELmVN/oUvpV0ljOQ8jYx8YeJgEriWEpI75dtQVwCrPncpcwJsVIjyb7Kca3rQgiQZSbTeZpxip8KYZKXxfeNNQJHOwye1H0KnoSInnREsQKD8n2gjezAnCzOeHmhMEyhSeoND88FCzhfmFWnSaWaumaWSazNetLI+/9XNwqMOje7p3/74ePHioR48egyec6x7rMYGg+w+f6P7DR/FN7/sEf47QPaCNP7CwTa8fBh4pvlEyfKukCllkPvhpw3NqwxLaQJHa0RCnCt/nIFBiqhVQ/NSRT7KUJoXMTsxkwTSnkjSVfBY/2BiYTzXDOqStnymGnytIwgjioL7OyVkufWI++mV00Sj7OGObUMuPvWFUIduffap99Wau2y6WSo2px+EG5k1H9JKeaPBZsTJqfjp3g42JeMJ+hPlt7e0Sza8JkN2lOw/ceWC4q+9c8ZkemD6YM8/jpd9w6rrurfaCvnQTKZvxbNbogMPGgweP5N8Ff/mSANDjRzo8PNCsnaniYOPADs96eKmqKvlnw4spj335ye9AUEd5jdH1esXLG5/GX11pDVbxorfikODHo3f4AsWCiIdbGfIupSNrQ0jmfiowc5e+iAd8Ja4ZsvDviWsDymvsurgstN2am+RZL+UVi1H0uvFg71pPO+5JFrQP0f4WkA/U/rtAh4f39ejJI718+UKvXn2t5w6yPnmmew8eaM4nuqmupQqbqrjNenB245biU+eN1n1gdXm10vnFhU6PTwn8HOv9+/d69+49AaATXfgbd+srYjBEGTwY5R9bzVyfc492QNyRhusZsmLsodJhY6Pl1RKbBFEujQvKV3Ffa8XA0It20EjuD5u22xHA6XzPO3AD7+CL94DVckV7UGjULekLGQGa0BmoZRlhE1sd+gUr+BVB5uVyrSVBr1X/TZ/4BlAEqxgzgaAlcJ11O8bkQ7rnHGOO+WfOefaBL22ZmalrvgD8+wJfwMxNJnB9zKa/DNfUxpmMHDNFL6/hwmeKOFLRLTSEXygr/WLOji/31T4a9eWqfYmx2MbPDeYVc6lggLuLcjDISnI5I0V9lmcJ7dgPhNx1cX/iC/NZK9dkHqnrUkPRfM39XAFTl5OsjSloBYo/g90p9LJfGYm1zSo3vTbgfnoxP/MeuxVvAjr2Z+JsI3yWAvZTg88M8yjJwNga6m01wNrtKTUk6kLPVMEhHBK7aebLWCiZTfSdfH0TfTW1mmamhvNW6w8N2laLdqHFYqF2MdeCDwkWBIUOCfwsCNTMKR8s7umAD+4Oju4TyAEO6ID4pg8fLjzi+fLg0VMCQE90RBDo4PBI7cE9+lho3izUcO5LBkGkOiXmnRhZD55tuDpvl0i9v0S8xw8kl/MjQBIFK0aZrP8j/YmnmB1RUc00e9tyHA3JF0g4kHSDoZtrbmiA2G0M5kDperJftqU8ksTDWR17u/mCYW2WJoXS3D1APpgmTWQ/5gZb0iz6iLy/ZB/Q/HTbnosxGqaEL8Zy4bgDvIC8TgzUSo2LwU9lFjAckrlrsKpxrWIiqCe8Wd/rE0da1GPSC/dAL9yvOlTeMXceuPPA53hgcrd9TvO7NvaANzPDfMboVr9H7spyuc9H1V7AXpdq+fDhw8aDB/f16PHj+LWVAw4fDg65rw079YaHelVacRrY8KmQZRZVPsiYsQwMgaCOwA+bP48Anots2/CYgrcyZZMeZWiF9uKebOv2ws8gX8rOZ3T9z97k1+Baj8HY8XVeU67oOE9luqOS16Sr0HByvYsFueySOcCBwfeGwQnXAvm3lfxtN9PQRCfqoC2H+sN7R/HJ67MXL/TNt9+ofBvIn9Aecpj3fVhVHJ83lfy3fzpOb9xOcRD3t4DWHLD8q2BLAqvn5xc6PjnR2zfvchCIYNDpsQNBl4zDbygq01C55zruvxgXow2ZqWGh6wiSLC8d+DnTKbYdXDomwHT67pig07H8LaMlwZaOQI1tuWn+oh4GSGK8lnc4IGOtXF7FmByEieCNAzgG+8OKPruBRw8+2nKiDjqUN72tTh1t3G61WmpFAMhBIAd/Lhibv/1zcd4HgFwmILTqx0tLhhwDhTplnsvjAg7LKyXyyLL4J+VcitzefWXu4/NPGITNGxjvCRxTilVgO4ZFpkZeFtbI+lkmVVK0gQzU/BeAOwIkjLk/Y8K6uAuqc3IFnBsbsP+YqZ/HvsGzEFP4v6I2KaUGmAKlkJGRdnjaoRhy70cZJRhU0ZL21jHnpvLPwLjwefi7tvqURbBPN/sk+8p8zWwSbsQvva8QkCiT70+uM0qtecPlQuHZW8lJjIMEkxMqifNXIAJArVoCQPE3eAj8NOb7QJDPZ4vDQx0uANSBoEMCOveMo4d68PCh/Bx59OSpHvh/93ryRI/h73Oeu3//AcGiB5rTdj5v5W8MKbUS60tqGIuRoGnyWHCZPWIy3g0abPHkG06DEFIFUrWJVesWLiNipZFbALkpZdM5v0nHhj6gcWPTXEHrSGTMbrgUuZIc+QaymxDHJE136yhz2aSaCdZS5qHInZCafDbGLpOnj51CYbfS2FOeV9/SBdh8rbYa5AJ1mfmC+dTmwMOU5x/svt48VMvH6nFO/eRd3aMY64v7SN/cHjN8ibbVsoLrQp4ok4KvIycrAthBBv+T0xc19pNHc2fgzgO/pAcmd9Uv2e2/Ul/TDcbuNqbzT/J+Z0mh5sXLVs1O2fqwcXigxaLVjIOCf7c8+SOcUOKhPwn8dDwdK+QV9Ym2bm/9pq55LibVdaX4A4Ap5X0caqbzQ9hg5zePCcRJZEq9jmUZfiwYufRl8i9t78uM6p/FClfSl/Lvgtt8GOOK7DYt6mJ5oOi1GLNARgoxWQQ0kHutJg7QpixcNHxY7rRy8IO1zRJ3Crnr/Y2gBQfwBw8exDftvvnmO33zzdd68fIrPXn2TPeO+HR2NlPF/eTzaMfpjSQjB4E2cgDIgQ8HgS6XS4I0Z3r77i1BoLd6QyDI3whyYGh1lQOv7ry/+xiLB4/EBgElBsyBn7F2wHYvLi/D5vHbd3r942v97a9/zfjhb/rhxx/07u1bnZ6e6ILgkwMvGLBB4S2oE1ZtG3sCHb2ausbU/XTUe7/pqJd564SCtwBGizG7PvmVIlFBIXwMmxN9wGTbG9lOgP1Itofdjflw4mYyNtunISnMQif/h7pLeTpwHSjDMm9Y9GHY8qiVOK9aYoy9j/Uf5q73bElXM1Rgmy5v28m9ZVmVyd7ceoYrC7V+4Qt1/X58qtRjNbbbuZ+PAXOmodsbsL/i5PlMh2e/TsoxgRRr05ojZx0kZc1DVbSCd/0UbpkRetZhT5Ip7XzfpCjXNKoRN9AEKnjxYx7yT5o69gG7umCcZmL+FUXTDGlC4V3OQK1PbC09t0vsR6OXu8OezaTUFWqpefdJL1yvuFb0m1IdY8vUPGiMmVIEieZq2rlazmj5vJYDQoeH9/jg7qH8N3/uEww6vP9IR0cEfhb31M4PwULNjOBPAk1DH0ANA0keQNA8bMqUzA/zdQFfIiZ5Y4VEufAuF+yTlTpTGzPMc0+PbAi2inkoIf9yGeOLTiLbbxYVxfxKddbtykMhxHlwXMGxVJvNcnOfhdxVHjdtowAAEABJREFUNM2Wcs7SEEtDqS+Gwk4W14tnoE10W+PfUfwCRQ/DmJricTcUO/uKgayh+fmMhLIoD0pmeiM9seTzgZE0OAozlFncMPtSDIbhQEmhMZ1ACO6yOw/ceeBLeSBuxy9l7M7O1AO3udZ1xkR/q+gtmm0SWdO28etgc3/7p51xYOCQUCf5XcwvVV0EgDa8Z3Xyr4CJn0RlXVUEfGpF8Keug088raqa7dhPLEP+Sc7kBwI7b/CRIU7okKL482dlx//5e/pn7YFLlqdmVxq59OvIPR7jptF48AX7dErb0CEjWc1iw7zhNesTGaucIsEUcq9tH8RGvdw4cej2/XXIp7dP+GT2q6++0levvtZXX73Ui+fP9fDhIy0ODjRrWkwmcasN6HyoA/5VsMBqLX9T5+zsLP5HsDcEbBwAeutv6pyeE4S64h7bbB+1aJ/tcOd5cAbjdcrfqFlpeXGhs7NTvX//Tm9eOwD0NwJABH/+9je9/uEHvSfY5G8GXfpXq9ZrDLl1RswSm50nz+EzaPAIy0god92KsXWA8VGFKAzkbxKZtTcBm4H9G3YRFwqLNTekexq7n465YZCEXTsOuRiDdYW22xouF2p5RsldS3v0MUSh512m9PFp7OHj2+zTZI77xLWFkz5QI8UoC7VGx0E4lyvqKkRTTObsX/egVuzj6n/ctme/DGEgcUk+wtpkZh+h/StXYd4xwkKj4Gw6y573euea5TWPbLdMs0S9BiAoKdSpLW3QCTuJ5/fAoxTX2NSoRBUWzBuw/0jJPjWujTnPZV9VkSX8kOybHuKsMvgLH/aO2bLcxX2S8tawVfOphUQDA0Lad194nJZ3/R5mnpsYbbfzdW7UEMjx86SJYNCB/OHCweJArX9FjA/y5s1CEfCpHeQxcts8tx2eDkm9fe8NrqdYUhSrvpRpZR8CJ1fwuYWsFu6zALgMiWQ+nzSjyHTco+H+MnLN3ynfMAaGswmfwzCMzMMMybPIBc8zrxlfD+QI4ARBgTL5p6Tc48e0oJfcyV5lpoE858wI/pdIzJdUeuq4ujkxK5L5AL51sejFghkKX47JQ8FPdGBXcXvHdTFfesnjyHnI4ibrPdbzIb/L7jxw54Ev4oF8X34RU3dGrnuguLe+VkVMZls22fekUd8vZ6vVSn7J7NgEjQ0vVFVpDe+HYsVT3w8/U1dV7KwtwaOjo0Pdv3dP9+4f6ujekRxIattaTZPYgIGVC2IMzgpKhWmRmbr8c+DntP1zjPfXYzOvNMaz48JBTtXfI13rf2d8nzSmrbbXLIsFHea8qn0vuGzeNCrIuIU498RxKF4cXHZ9u5jrwaMHevLkmV59/Y2+/fY7vXz1Ss+ePY+v8s/nB6jVqqpK/uG2k//WwHq94d7stPLfBFqvdMW9erW80gWBm5PjE71/+14npyc6JQjk/x1seXml4RtJqrBZcS/Wah3c5Z4VP6vlWmfnFzqm7ds3b/Tjjz/qhx/e6M2btwSC3oN3ekeA6f2bdzp+904n79/r/ORUV/TpX63yxDx/mwtg094Kniwlv6wYif4TLy5QCT5j+JagA2SgbdAt6Ntm+5VsV/wUCjumyfWqeqn1Sls3drmvUnz7Zyj0jG0YFHsCd0vyJ4Z7kNbM0fKh6VbPg/Rm5mN652W0GLD6FJ5s1I39ujpEkdlDYBDCh3zUj+KXyOiDtNeSexsAw3KRh24aoBVii+D+8ZLnbYgXHzYCDRimwuyYaKxRZmnqGyOx7llBsNQLoBOOGdrZFPJSdieGyyGO1i4NsDiArejHdtkTglgrAhxmfq0oE2R8AzswCJ08Q9MpystwL2P+OJaEj+ATkYvG/gaDL0LVtjJy8CeEOQtfuS4XI/dQjCiQBV9hEj1Svn4wJPET1VCneC7AWGZ4nZha3jm43deFDcabeKNNTa2mmbGXz8GCs9aBHPw58Ld9CAI184USQaDUtGKyWHDHRhN8inNfDV+zFSL3nKJTRH1KjJ7GlKgnF+uF7pFWKj/WqZCXsuAr7f7Y8I7MIsPinnYxcRcMV3wBfIYpNzHG3vP8nafEjEGdCK5CS9lUlIV3nOqx8Udynn3fa09Kw9odR2Fgclch+9RstPGpLffrl5n2dvuxezZxOck69r8O6l3L54Vge2PRKvzWC34CCVvRPolbJC5FzkpNoaEUw/BwjSzZn9f7xNum9mncye48cOeBiQfubpmJM34uNgd7vGUZUi6Pve3b7GL/paLjxOFfL7m6uoo/rloCQWPrfJiqqkqJk0BVVWztGyX4BS+19+/fl79+/PDhQz2Ev3fAoYQDiA9Yw4seq4A0mhy4rucK7Ytb27TrPhfF3pR+rq2fs910fL8+ft+1s8z4NYzW4zC+/Fj2WUXm0xlIPvWlyKPrfOCJI0+fmXTcK40W8atgj/TsxTN9/epr+dfBXr38Ss+ePosA0GLB4R1bVYV95XvM375br7sIAPm+XK3W8q96+V71r32dnBAAOn4vB4JOCdBcEtRZLi/lb/d0/UtEwmbTvzgkn5BYxiuCSeenZ3rz9q3e/PiG4M8P+vGHH/SW8nvsvT8+1vH7d3r/7r3evTsmIPRep/QVvwbGPtF1OdKRsJ1RK2E73/ON3F8bfdZqkCf0LDMfoK71i0xQdOCjnvJAo9144Ba+Thp/gifDtJqqVqprtWBsn+iba4MCueo8ZA0/LuMLUha5XEBfWVjyBLMLRNfSVMcjvqZwg2AYxXZ9TdGAXE/bbdjGJyrTcRSe6mhSwVT9DF0nfgqF/RLpBnNcCkXHrjf29WV5D5N9Kr9WWbjXg4MhDU8xizKYEU4gp5jk+0Ipr3EKJNcgDyfZVRV6GbZHAZtZR6EDz0s8OW1dm6Uu2EqUkmsrtJHAk0vsLwjkH38L79cGj2sL24t7q+rGQu8wz9cesK8N7w+p9znukOvDTzuGoo6GmZopCvBmsU/ierDHD+OzxJW2iGUak6IPSkFdkzXcbuDCjkthnbNV1otSvD/778xl65YB9kdf5wFYjzbuMHgHfQx0bZjgD08iuFKG7dMoz3U5F6skAfFTyUzi7FelSqWLpO0fqkKwKx+2VWo9BwNWRKGCfH42WPo4EzvquZjzMNA/M4Mn83pRTIqr16+ZOiXVKeED7luZGoKjQZ+b+xLAclisJ8ZG3256qcffxRrpBb84oXcWM90yFPMd94PhRQ1LxQfSOKlecSqYzr6v3iLWTVwPscKheMySGp24ftAhMb6BH5i9wqH2jrnzwJ0Heg98BvG9+BnN7pp8yAM8g7ZUePdRhre+vqpnb7oIV+sVQZ8LXVycgnP4S61WKx4mZVPkIeOvImCOZ78qOq14IHpjbZpG/tWWx48f68njR3ry8HG8yB4cEgBq/RKYZL04p2gyAps2sLmV/KQIbEmjpVt/Hrob22/3cle6yQP2+1C377oNlb8ixuO8DbcNddou9OyBxD3BGYf1GQfxq07+do6rY41zLySgWG0hDdamXMoUO9w/bbvQvQf34491+m8BffPNt3r11Ss9dSDowUMCRQSCqppmVQ9pw8F03QeCVgSBHLBdXl7Gt3hOCOQcH5/o2EGbsxM5MOS/67Pi3vYBLMWYyOm+I3CzvLrU+dlZ/DHp43fvCPC81fu37/TufQ7yLP3HlM/O5QDR2dmpzk6P5T80bf7y8kz+O0D+hpEwnmIvqNT4235GSgRdauD7v0VuiozATviJetMxUNTwSXYLekrguG3cJsO6KTVK/sf4ISSXFD/mAtgNm/TTuL3bQBNvLa4P5ciSh51BOV8XGL+hQHJCJzPk5g1Yp2t6kzrX34qbdIdR3Np6Wsnqw/t5GizJSdVNfVhlt263bB3D4zHMfy7Ydx1VGEfJs+AzbA1DxN5nNP9lm0x9tskXJ+Y/jmKYjlcxa9ZrcwpZbnXfV6xdsyOqkZ1wYZMgkIyQhyQ4zDll3xcxlBT1hUbhV5TF0injGdxqxnBFl+dldh9CbTPW2J/2t/cFaOxXUIWVUe06Zw8ZrjE1Mh9d+OYzLCrU/Bb6K0x/pLgWsa9NdLaaMtY8Lvoiua5j/880L6voO8ZuBT+bDNfl8tA+dGYUa3qjjtxtDViSZQYsKVnfg4SmWH8V0opSRSkjKf8UWkURXxdBlEWbntlL8g7mfOcW2av9ycKdsYjRq//pwpH2lQUdH2ZCR4dQYOy0T1UlTyKuVaqUhucbXuLZUicoUPzQwMrBj1kxW+hYs8vt08AmaVdzWu5wnlsaWT5yufzL5Xks+cMqu5ihkTwew+Mo1PztGKZd365XavNl6FuZBJwVDdPdskfcr4Ot57p1Det/5ACs/i+AuyneeeBTPeC76FPb3On/ZA/kjavmoeSgkJ9keZMshte80HYEfS74dP9Yb9680cnJsfyS5xfLdbdSfmZWihNLJR6UG15E1/IL1sHRgR4R9Hn58qW+/+47ff3113r24rkePnygw8UBveYDifwI4MXV1P0XyD9+SgywYESC9SHQwISb/wTsf/BEH+7n1wiG7LkP+DuOka5zYkxmit/M/9rgsX3emG5v6UOg7Xb+Y88ESFes2+ARuq4hcJFSw62CHS9yQQMoBO1YxoB2vn8W3COPHj3Uy69e6re//Z2++/Z7+e8DPXvyrP/D0A23XzVggxnHYR10cgAofwtopavVUsuLS50cn8a3eY79K1sEcs7PzyJQI+5amnKvrwnurhS/9kWg6N27t/Lf9jE9PjnVOTZs07/6KQ6+nHeVv31Eu8srAkbnBILOg4btq6U8f9tOzC+CL0R6GwIwPig3PiyDkHNYbvBJ5pM8f+sYltl/KWXfXedtXf1P1dN+IfYlE8zj+woQOCrjENfAFco/eRvKbXOe5bJejS7UvdEczlLLig50zyHRGtGG6s9L2yP5JBtuarhRoeb70XsG23BlHrG5EZZlzVFmzkY/F26PTUz7EhjiDriOrHdz3nFNDTS8Gd5oY3ec6F/TtcyY6rpsfKxsqmu+wO3NF9rz06JFqrg6wDcYvKDZNzhK+KuXwfbJcqMvur6we2nWjRzDXpu2aiTaJmSlWTITmZlfHzhB9IPadeKHyn0zz9csc7YfPPcU/o4S6wqa7ADDirsoclNjUr9nCLuiFP1XMtXwkwbO12RS6FnXG+VOyV7gsdGvZtdVEvulkeoG3jI3N7V+BhOkrgZ92SqMJgi06+qwWcpBbcIMfqKhmILiB3miEOJKcMo/CUKZnLTpAZkmOybgrK+YsL0kyA3iqPuczMMTc422LhhRcE8GBYbdhSdgKFbAqUI30TbWDc+yVFPC72nGs8r8LKlOSQmg5iYDHGTqrQ+yLcZtJoItXfrdsrdV9rXcaejGBnPwOnGtm9jGTjeu+inY0zY63isPn95UvafFlxB5vlwRph4euNmkHfULj+3mwdzV3Hngn9cDH7gT/3kn/vefWd0PIamue7YQb35sgsuLi/gbH+VvfzgAdLm80Hrltx0eiH4a8tQ32fAy6ZfCZoYEi/kAABAASURBVFbHN3/iBZYA0He//U7ffPt1/FHbJ48exzcY2IHpqVM8COmHAqIUMJ+PN3DUWaeUpxrU/uuluC57pl3ku3SP6rZot0Epb2ttl4rOL0G3e/700u4YxRr7XOzfquKA1w/MvUXwh3VrmsWs2hr49FF6D1NkIfPqhqcxzeLA2C7yt4CePX+mbwmgfvvdt/rKvw5G+f69+5rNZujVSlVSBbj14l5aY8C/ChZ/B+jqSv57P/62z+nZid69fac3BH9OCOicnp7qannFkdB9cx8SuPI3d879zR903hIosv5b2lj/4vJCqxX62K9UMS3A7R99Eew5Z5/w3xe6ODvX5fl52BafSruDxBwTgZ8I7HBAzkGdJr4FlHxwRuZvRwXMWx+EHvUNEZeGPSbTWmGP+oEyGopK0CHhy4EPphrbNYm+8/VwG2avsse4GVNU/Ljgv9tDAW2lGm0jeoJHnhM8ehrklAc+a2zXFZnpPl3LDQ/A9BPhZsakWS66r4lwh+2Gb4i4At1oBHVxQAi3SpZk2JNeT1Pskw3NP4LBsgM7BV5QW/gIE6G/q4fdXVHo7cpdNqbKLhv7ZFO5+YKpLjfOtMiCs5bivlJeKia4ngRXKbH+jVhW8o9rDPPGlK8QGJAb00QfliTbNvVav7HZr6Yie6wMp2MDtMQoskI9p8IHtZKFPYIkZg0akApwiOuiTZ95n+By5QXey6xD64m2JX3lDSSVax31/XrwuKaIuj5jTHGB+mLm0zAON7MssVcmPmxo/Cuzbav8wUNLVUNLBwdoAyfV5IZlsIy+C2Te+QA3AYl6DehrN6Zk3uu1UU8sBL18k0cXtxfSawnbYfZaxS8nCPdOuosRk8W1Zm25KvPmKjJ7A8R9mVSnxD1K4GdmaswoMzHLQ5ssEkaDktlgAH6aaDYt7udrxSWMSjcwojBkk56QbZe8/K63QO2LJb8f0Cdpy6Tnuy2QRb5/t8Q/Q4FLgdXeb0w+xaKDCUrV3sQESGPVVmEU33F3HrjzwGd5wHfgZzW8a/RTPOAN2vCGZmRbcTG6tfwpvl8AX7/+UX/78Qf98MPf9J4Xw8vLS14EVzwSaVNVudFmow1sYoetCf4c3bunp08fy9/++erVC3391dd69uSpHjy4H8Gfhk/8cz/YIJWDAc15aCq241Lvh0M8IegpZFCneB+AseynABM5eRyZ+xfKb5u0627CL+mim8bwsfLdsf60dl5ruxZvK8f63VKwBcDLdjdZ+Pkwks/zHqGbWBa/DnbvSI+ePNZXr14RSP1WL756yf31TPcfPpD/oLqDQOJEt+H03a3XcX/62zrGFUGgq+VS/ts8JwR9Tt4f65j7+H387Z53BIXeyH/k+c2b13rDve6/92O8e/tWJ8cn7AMXuiLAs/HXYzjPu5+6SqpAqhT3qoPB/lag/76Q/wey07NTOWC0pG+xl4ifhps7QSHRyDTKWMh8gqOKgvcRw4KkSohAqbcOoDLJ1NnAyfsCEhKDtfMD1qM9hhq/IAWasIni4PRQdWYhF4FkDtg+JPrEDtQWAw78eBt19V6UttNKywqm8ik/9j6VXuPd9y4mSp6OMRFN2DIGXgKH7iwrKlO+yAr16nWjKVw3LZvfJ9vX1rqG9YG7LqA4pCIzHYRut43cw8+Ze9ns2r9JNsqHId/GeCpR70kaUegzl70G++KEhJS24z1QUWtAPibRlvQxmvt1fjHpOEp7Y+yWe57CWDtyRa9Qsa8ofpD0G5n9532n0KjmXkcjs6O5XI7ctUYUptq+6CNczZ7vX8MbtS3MYza3H9buwf7FpqWMUbuLuVSIGXlq5KBP0yw0ny2UoLW/kaKGdkAekr/Zwz3PaDtABVJSZyA3hc0p941l1DKf5eSx0DYwBnY5B0rmjamR3TJNhmef+R2UpoXuVP+UorfKT2vvsV9vEUdf1k2sF1P8WKcUgSAuhJMlgLbIcR7Mxyb72bqFXm99c42d5n2J9mYht6fR0u16n1e7PYR+XOXaT0z+vKPY7ci9AVKpiUtUCl+aTvr50qbv7N154B/dA3e3x896Bbe34GlXa17qCgRfu5Kr0XUr+RsCP77+QX/961/1v//7P/ob9Pj4vRwA8qf+/lWQeAjywO/6T3j8Cbm/mfDgwQO9ePFSX3/ztfxrKy9ePNejRw+0WCzUsNOS3FOPPD667cv7ybR+yu/Xvlnq3qbY0iwV8YAqhV261eLLFfyWNsWXsrw7/KEMQxqm+ln9TQ1knuMjljKvwfjHlGn2BZPXSMHnmfWY97csdgvd1Ur52NeLOfRgynEQX14fGPuKHNf0S4H1y01hJfTDdalRfBPo3gM9efxU/h/Bvvn22/gm0JOnT/Xgfg4AVRxAK4xuHABadfHtvCuCLw7AOAi0XF5FAMjf7jk5OdH7d+/i18HevHkTf+D59Y+vCfByr//tr/rhx7/p9evXBIbeyQGjCwd8r1ay7cQNn3jZqBhrXcERSKmg3kPc38XFuRwAisDR2ZmWy8sIRuWJMkDakQ/LwtOMQmbk6hQK25ldMthgv8m1fSMKbpPXHYU+ubYg+kDu62L/FyAKs/lT/Y6x+lrtAXujr5/1/5EQfosB2xPBkGVvSaYUhzQtT/lBAabYKRSRVXuESfOIP5istxfYjhdLaNwEt1DrBehtr62fU864rvV5k6yXMxztWb8hJkOLvCQbz3ysW5ybablyri/IenaXJVHaMlYhMiD7ErqkXBNMZJNyZn8d+WRsMaBcHuY9+Dcq92Zln3GbjOzZlOwj+GSpVNeZTo1Qy5WYSj7A24SBms0asH3aCS54Kty0JF9KEIKe9k2ySA4kWdKpMunB6OggpVqNP2QzUsO+SuAHueTAT41uP6BhJi4XUB2JcrRxAd5kBx6nZ+CzYDcEf3aUyvXoLCdzA2bk0l6gslf+iwnHuXb92POQYuB5FJVJFd5L+CjBBYUXfI2fTWGlOulzfkqrQsNGX+hJmA/5JMtjLQKXjMnYS9UWLRa3hD+94K7DSsdzdiggmfaH96JYIf/INDX1kU0U3qIv9GtQErcK94dLMQgzOyjySadmPxhJnPayY/KueOeBOw8MHih32CC4Y35uD7B78VLDKSKSn8dIiAGxUfMCeXm5jG/7/PV//5fAj4M//8uL4Q86Pj7O3wboAz5VVfGI3GjjciXVda35Yq4HDx/Gt3++/uYb6Ff5v7F+8EgOAMWvfHgz9iZqSJQyk+AMRDuJJRIq+2t3lCmijy2YrRQmnO3iutaWZLuw2/hLlbd7GS7Mrph5dbfA3hxxrXEv8Jh7diCWfSpyY798B+JljNFBU2DFw9XIsgbZLrIeI6YubLAYb6bo0eXN9fTTt+fEgQuZD6fUZPTy3LbY+RC1vVGHrm9MecWxPjkEkno9pAzBY3GQoRdOCPWUaMUVheewjsPo0LwhAqb+RLfR4eERQaDHev7ihV68eqlXL19yXz2V/4e9xeJADZ/yVlVFVxv57wD5WznGarXinr2Sv6FzcX6uEgQ68TeA3rzVmzev9eMPr/Xmhx/1+m/QH9/G//R17L/3hf7VchkBJW5yRlqp8uSqBK1Um1YVVZ1WV1e6vLjUKYGf0+PT6Ofq/EL+tTLP3c2Sxh+7hcE6hXBaN+XFDhMKkW0iZ6nIOgVRiJo+43qHYe9LgSxPqZJS9rZpSNH1+DJW6tj/Mt9hYoRYP5TIzUXLPZlHtEf8AdH+VpZO8QEjO9VMa0eyv+geXFOo+Y9BXL99ijdW4Hr03U/AegayT0vRmiaFwn5W8lqagOCpfipirU5s7o4ruW5X2JftC/o3yRI4UuZ/pnxqH76L8QfzM3X4U80ytr0msl+9IvZW3yhkL/B+QMMEtVpPYBGS54RebDJTGTXXhrNd71JuSY5hchplKUxsJL5PMzr2FsM1GEZIkkFF6AZ1NUAjF3umi/FVUnLAJ3EWM23kb//I3/5RTasUCJuhn8sIcyrFZKaICm9qZHnHWhXoMNZBxdrZuCoyM7u4sQJFJoEdmF8o0d8NPcUMI8OVfXAtF6vwmLZ+cs1YMbULT+JQPWlhwaRY2N5MKU7pDS2mKvv5uCb7q26U3jKOG9t8RMVNl/Zn6m7viCZL2hd2vGQTbesYIfLgjChsZ74mxrb0rnTngTsPfI4HbrjNPsfUXZsPe2AdKpHHLuYMsEsvl+c6PT3Wjz/+Tf/z3/9X//H//R/913/9j37k5dC/OnJ5caFuzYOcZCO8+5nwArhR09Q6PDqU/8evp08f68mzp3r06JEO7x1S18SmK/rojGhFlkCkgcmHmpC5SYr3tNiUyUatXuGDZLuFS8b1ZvRzXfjFJe57ik/vwOGL21txJSc+dG+7+tbYI9snRs0WttHx8NyGokcbyHKXk1YTPfOAN/cc8Ml6nk223Zddj60s72VR9lpgMPDZdi67raWG+QDr63rAh7Ehd9usi22UWVKxvhhobxA9xhC/R0R9lltGK8pFf6AWWw51CjmN/DLhFUWVxSx7Dvb077UfUwgpWZjOmpFjIKWGMZWWHjFtaeTA6eG9A4JAj/TyxUv5bwJ9/c3Xev78mR49ehh/WL1Otfyz8aexoFuvCd6stL66iiDQFYHdy8sLnZ2dq3wT6PXrN/Kveb5+/ZrAzxvkxxHI8TeHNgRDFIfgSj5PMgVtuP83qw1Ukn/vc5NUbeCZS7daa3l2qdOTk/hfwfy/hjlofHF2EYEgB6PQZH52Nw0oJLAvbcs3eAAwAPuwY20F7VbqDIJcQbs1eoZtG73lSrlPjJIoROorhQ0DP/f2/bebsv1RRpW0dpOJXRe3sK9un2yrURRiXMHdlFnDuKl+Ki99mhrTupv4j9Bz93F/YMPBDEO++NtIyPZByEdggxQmleLf9lWh8lqy9q7QsoLduu1xjX1bvquby8XSp9Dccl/ufqYoOrf4mhvNay3AamYF9nlpu0tvsYWq5wG5nvpmpR/RSyQE7tN8IGd9ezf6XPQmvhTZmlh13SrDJF2XTySptzGsvr48UYmwSSlvV2+Xis4W/QiVLX0P2P6HQraqSoGq8Yp0Zd6lo57yDPGGl6Axt3gu9HU2oISNvgyva3BvrgekXG9ZD9sAXicd69XPmxivl3qvMpJqZPv6MDlKY+lNiyNvzSkUIx3rvxDnLq6ZysIUzz8q+7HDfSB1PCbiQYGP/SxienaOsa9lWYQ7dbgXSc5hSAmUNOV7WbE/bULVThFJSXtslKovRHPfOS8my3Rz7+SkUvfL0N0Od8tljV2X/zLju+vlzgP/Wh64u9N+seudH0w8kujRj2/IkDr5mz/H797p9Q8/6L8J/PzHf/y/BIL+OweAjvOL4cafqHOQr4Z2orRRXRMAOjyKANCjp0/0lBfTx48JACGLryPz6PajoIsHlbmJAbOIxhF5SQCeFqkcYqwzgDoZWWCTBTx1tYXQs26PsJmQZggu9LOpnzVnilv2PaJBsFUYpD8/437xid1QOgsRBVM709eNfPVdAAAQAElEQVTF180v2SteuP0iv/T/LrW80HKKizNdXJz2OA+6pOzAYiD4M9qA1YVWoAss1WHPgKHLVQ88Fhc2lyOwE+Ui74jVZNCAESMnH3mXM+LIS1sHpqKeeWz35T7QRaePCKBGORbHLo1OcuYqdLKvYjXhStZWEWStbKvXDRF8VnEOuAa0im/8hBXK1kMN652attHi8JBgz2M9f/k8/hbQ11+/0rNnz+VfufS3gFKdJO5GsgjKbphLR1BmRQDIuLq6lP+o+8X5qU5PT/Tu/Tu9/vHHDAJBb9+8lYM3/ntBq+UVH152BHcqbGGVYA8xJWQCG3HuR+iRVlBjQ6BpJQeJT09Odfz+WO+xZ3p2zvVeLtURoCHz8HbQUTYgzFb74Lkg70rwBxprkeu4Yu2ssN3BGyqDIzLVf+lHfiEyEoKU8JNBd9d77WQbq7CVefJec0e7fIuSce0bs9ccDYdUwxWM+gj7xKh67jZirYJdPUZqP4HRvse8HzE+6xqDqaI7CHrGtmGpDnVoTBuReElKE7h8G7Iul4Q7JX6VpbcVsaUucU9n5LrEVAoEb7gM63YUx4QcmyF25hfkAWiF7AaK2K0hn5w+qV1MMnfhdgVZUvINjAEZkgc/FGC6mGlpb4pHkI8py8ayuS1ZmCRz4p7Je7wL1tw4mwD5pPTp7E9tf1OPrJWoqiLfza73miXFD8nrNtGq3w/gtlMt1SCE6JGCnWbZ4lQCf02R+yduGGsb6JC21FxgHCRxcaktyRWZN5dKZRSc5boh9w1KF6Tco/dGKl2GDMnlATDRDDoowOwUY4lZFrMx44dC/8xBXbhTiqyMazOt1cf/lPbTFvtk0/oP8B5vUdnicyGsk9m/+RpEIVrw2Ag6Zpvw7ViGs5keHT4PBTsVxmI0CA6RhwwanUBJ7hPSp6LdF6eEIU2L23xu13EvT+VZOpUUvirMF6ZrnqE22YnPoMxM0E/Ac4clUZdzlXWN5IMpmkT2QdW9Cjc2zRU571tuFXrZHbnzwJ0HRg/8BO7u9voJzvucpmVTtuP9LFqtrrQ8v9S7N2/0P//zP/rP//y/BID+S//93wR/Xv8wfiuAT9o35eFSSVXlTPHjbwAdHC3iD9M+fPBAD+8/0OG9I7Vty3sXPZGs6P5Mx70+XkNCxHMSmh9XVh8QDwtKpmNDdJGRT5NbG1NZ5v2IHVHM2IKRdX753H0b0bOZghA42z8bxQSK8j7qtobrTHdgsYHYxC/Fdq95RNuJi9bxwt35pZg1sPILNy/08bdllucEes51RnDHuDg70cXZ8YiLKe86AkRnpwQijHOCQRmr5SXxmCVBoYzoy/0FOg4U+AEeJcYGH4tlQhmjV1KGvTOtW3Fwzch2HYygny6jgzr4FPPy3EDXXdAneuYHrOgeO5RllPHQt+1SGf1knv6RYyTGa7/6208U8pVDYH/TAFGvC2f9YQ7ouL7DDh6gFr1GOjw80OOnj/TixXO9evVCr77+moDr0/h1sIPFQjP/7YcKdQ7nHQfRNdfsytfr8pJrdaHLM3DOdSMw418Lc1DI3wxaUh/f/KE/WjPOSv4D01WVBCcpgQpAN4ByBXxXVehs6M/tHQQ664NA/gbQ+ekZ1/sSl+E/2zbkH+YT19E86OVTqeed54/f8Xfw0BVz8txW7F2r7grX92C+Xqv2m0eIVZJHKEYaLNl2ij4YR0f/N4L6aBVBn+D6bGiNRubd9y7qXrvIt8ulMjFGj/pDKPqF4rEYu8vwjMTryCRg8T5YdZB39G1kP3kEeaxW8Lwyda7hla6ijaHbf+gn4h49jTE50EOrPGN6oxwBHyyWEbiu8Lt1ZaRdaWda2g48HQypgiuA3Uq2xuDywKiZ8hS30rRu5H3Pyu25Dtn31JG2mlLwnJit8r2PIJKlKqOf0A28kevCvvsAthFNI+vImQNCErY3AFGkDXmBryNgjB33kO+TYb1jM9t3bn2ahWxKzX8uPLLPbVva3WBjcGaFogGJtKvfhbRkro2mZMHj7Uytge7kXq8t2gfU7DETPBsaCTsKTGqsELXTrIqC+wxmyGzB0oKhAsYyYb0CmZd/in0oiUADOdfZlxDOAwkEb/0PYK8ewpgjdkmKTwZsB7lJVVWMqVKlnZ9yZuzFvXpf+gxiA8M9PvHBB0254QeVBoVs2blnBCVFJbcHjzpYvIEjhnsIfu37KsDdxfpZIyP1uhAn1lsQMps0YMfkYdLIxNdvrBD+pXStATKnnQalOKqPnNU/HfWkyc22ot/dgUfL3KYEVHMp51H9i2Xus8Cdmje9DUWnUHQnLKV/6XQ3+TsPfK4H7m6jz/XcZ7Xrxq81h+d5UF0tdcoL/A8Ee/7zP/+P/s9//If+67/+r/7217/p/dv3im8ErHl544FWHvoVj3kj8dCvqkrNbKaD+YHu3bunw4MDzedztU0r/9Hn8amVOJi60yn8uOBBygPDHKSfVa/jh6WRjfR1U9LrIeKZGWdvZ7ZlICbRL7m2bEzaUTfqUvgVJ496//CYgd+ycGB+GdmvFdIbjVCRU6htZZjPBx3Wgb9V4hdvgiArBxaMi0te8h0IuiDIcEpAiMAPa+qMYE8JCJ1FcOiE+jNdWH5xHm1Ww7eICBKsHAi6IhB0xUv9EuQXfxguK+skLnKRMah+vnnOuSxkhmWJw5h5EcAKOHAwwPaX9AUiCOS+M1bMrdsC80ZHIF6esNv1vMdW4Lrg/etTjDXGgCNxa6y+fZTqnNDPY6VYFPu5MHm4jvtHWhwu9OjRYz1//lz+I+vffv1Kz589lwOvDg617Uy+L8WL+oZ7ds18V9zjl3GNLnRxeaFL+56AzxVy13Vcz47gyWbTcWdLVZVUVbVSqlWbVkmVjDpoBIaiXKmizjpwDHOtq+WV/L8I+u8Infp/EvO1ps9VBPn86WB/HWNGndRTpLS3nydg7B2+dsAn40pL1sgKLLFnaru+XivG36Gv6QtHwjz3RbZNTt2wjqNf6vemcVziukzbeLyBGp1aeMGAx56vd9TBZ1qM5/os67TGpu0GQrfo2VaGJTF8mJGyBvoyhOQ52Sr28ZN9FWNlvXcg1nzYp35Cbx4nJreS21lQqPkMj2liUri590Uev+uLLLdwntAx4P0SZ7MgdBElZK41pCZ0h+APdebtOtOCwSOup0XuHWNbvMv7kFvvq7HMfkowmTJQ+JymfJZYL3Mlt07BOCpznl/iuRa0qA/UbYYCzGYLifvaV3wE1ZHQi1/Lc2GjBE8XFLoBXh9ux6ph6ZHjzM72UOniYqJKokj+pdJ1z3y+ZdvaRh5rmox+v3W3ck3QyFzy1QCUkxdriGzRoBBfmu55irGkTIfeJnU1njWirpdjN7ig9nCUsMC1st/hsgQF+Gm6LpnWZj7FgMjzhUbYt/L/TkhpTLkXl0euL20LLBzR15l49K4wz0xj9J5FLrsGP3IWlEGxHwncJFUT/hq7t8WOVr1T/vyi5zMdu1SFNzX58Yj66QzSTcyc1sOzZBP30tr7L8/brof3eLSijtuM9vRGgtnpx71YegP2tpnqdgT8pmVfHTcytuWKnkt/vnrUlyLsZ6a9zfKcXbU7jsTehNxrlr5NYliIbkuo7qneL92jOBHl8ZSWpjGGa4NgnKVVXZg7eueBOw98SQ/4/vuS9u5sfYQHajY772kdn577xfD43Yl+/NuP+s//85/6/wgA/fd//49++OGH+DWRC14c17z0++Uwnn08KCujSqqqSmRqmkaLxVz3jo50cHgYfNNygEcu+jJ84A1KOW+4ih8/KIzy2AphIg+lYCg4wVtmuDhB3tKzwLyRS7QJZkrNA1LHWJxC5VefMSvGTGLIHvkECEna45qdWVlrW4RVDinIfBGGlyjKe1JHfdHvCHKsAmuCKCstl1CCQRcXvKSDi7MlgZ4LnZ31ODnTifH+FHoSf2j8vX9ViCDjyfsT+e9MGe9PjoMPaj5Am7NjbEFPToOeObAATM8IaFycncv/E9WFA0+UB/lW+RQd7PTfTDrDpgNUZyfvsYmcsmW5/K6XvaMNKHVQtwnYTuAEnRMCWmcZyxOtlvAEt1bG6oLyEj9BzRNcWgUou96wHP9Z3lEXIMi06uGXt45r1HBPHREEunfvSA8fPdLjp4/14OH9CL4uHHxtW9V8zJaDNCJmu9GKAK6DPUvsXxGMuSD4cwmugGX+5s6ae1wbX91K8a9KSqlWVRlJtpdRq1JSVSW5XEPrlOSfzuuBoNL5+bn87Z8IAnGN/HeAlgSGVj4kMwfPAyK/K42004pCrluxJjNWDk6BFXvVisCPyxn4E5u2u6S+MwgChVEM+4Uuj8ojQ8qB3fYL6IqKDcipn0IukHfYYBDkcIzb7VzGErU5hf16wmc2cnsy65ozHLiERsdQLI/1boLMtgyKYRs6JuqjYNrDthibg455fbgPg3rXuQ/7ZEBHoGZS5/qbEC/E6P7/7L2HguM4kq4bBCnKpKlqNzM9u3vOnvv+z3TvjumuLl9p5CgKvN8fIChKqSzTbvZsZxZ+RCAQCHgSCCmzyD+0pTPxgqWXgbcopZ011A+QKBIBmQtqE7x0VEYQn6G0nEBGLeJdTvGButxzUh2ep7RAAtuJSzGSs0G5GWOFLMs05WE0MdQuHhBSA5zpc2k1BQno9SJlO7SGYLz/aV3n+Youy3maH+wgSy4N5L2pI7s+9h05Y5AkuJ4i+NRGMdTvgwhlvaS65d0A1IW0V5W9rC/6GFTB5+LUxueWO9U7tZPTjJRUfdTFCCkvcSmWJHHxoIlA+x6ibJc748OuCDBEGpyyHz82UM+R5wWhLvGSZuxfl3geEUHlHWRE5g7iJUT7UhZoyBhqjBfNCgMtBk7MQSdzmSq3h0RCn/Q1J54GxKElJJzvM5xXbsTBoDzJhcSrFYLMZij3FEWQFlIIQd0i0YdkioQsQMbhjGicfcw/ppzlUMY3lYFPzCju4DvvMUwKamziRnFqcGQOfT5F2T97IMeP3hHCTmmHiqqMIL7HSVvUooxeI5lXQhmiYyBzi9AsVjqBmJA6Q78IWYedktmBugmPBlEqekiecCfKJ7nHSRpCyLIwzH6ykeODPGt+KU2WvqgURUqg/WpDu2RBwoMkpSQ/4JzskPvEPY3A0wh87gg87aXPHakv1Msveb1rBPMnHcNdmr/Q9dJarxt7f/PBXr36yX56+ZO9fPnK/+aPLm+6IO65FHZdZ0VRmP59tAno6F1fnCildsT0UqF6fAhowHijegofRw9h3p3ctdKbI8W8D2GSHB5d6SMy2IM97JiAREH6Tomkm0EyBarvDaT0vyhWM4Tz1avVOQdeiqfI2aKjPA1FICL4sDjVgGHGJ2SgzI94lQfZRBqbPpUmjnlh/NHVQSe2nbW69DeiLU6gne12O9tuG1vjXFivt7Zeb2wpLFd2t7y35XKJc0C4t7ubO/h7u727BXcAHmekHEPuFLonDe5xAq1wFjnFoXA/cgKtViscWYMg7QAAEABJREFUTfc4azKWpJekE+7RX6n8KuXfi+LwuV/d2kr0/qanH3BMjXB7gyPqfZLdIr995/zqHr7H6l757728bK1WH6j3pv8G1B3OoIxl4nEeNWCzuqGNwi2Oox60Z7OBh64cd+gsyV/iPNqCDfd8OT0a27W6RPrNhHkNNplMbDatbT6bQ2fQmdWkq3pipZxBvvc1b5Gye+aoYa4a5mljDXPV4LRpcaC07Pc9zoIOR5CgvSva8QzQWbcw4zkA2Ot28lOQE3gAFCGYdPd71bOjDmFrG/0NIhw2qZ4d66axBkdXS1+Oobw97duRv0evhbb0H3kDdX3JSXOZbWlvdLAovU08GWiCs2oIjPoRWfBOe13nyTsKlFPzJYMVYb1TkgdJpC4400Hf+JTXZC9peKy0ILsUQqb2JOzRVVD+MVAj6HLJY9lnyaki5IcgO0qNKG3KtlSnt4+xcUpb9ZQ3nF5ZRzTw5Dcfkw5jCYG0w78x0rGeevTyrC8dCp0EdNHLOqm+ZNd56lc5wfsfKU67fWydN8u8U7JF5SySfiDXeeRKizhUVswRVUkJMxWfIMkYSZrqfiiX0UjNQtZJMrVBTqwAMy6nNeNtpZSetxCFvhrK0mfNy/E6by36fDWmPBLo47zDtjkOdau+JMOW552np3paF2bUQ/1UQmAFw0efs4ilhGS7o/4Uct+OU1kqmnK+PP6lZVX+FGqFZKIZKa1RSn1LXOLRYV0Sk1SfU56X8MWmNGCcUEANnpGCGQXJlJuob1zX0XiO1Nyo9DJUX85X2QStnyw90L7wQeBrStJhrQ15kihRuI75jzTTGvLkSaS1kVurVng2RbLM00TSY+GIo4eDJulHAu8KzHhmwTtBTOipOQ3mP9mUqODCz4lS+RRL/xwn+UOUeXTCw7yDZNyYMZ81kBE0k1oisD4uLQnt4z3PXo3ZAWnuc2lVnZDmTHzKEydZT4dFoXSyEWl/qi+VUJzSzBprWnXSGMSSdhRCngS9DDKkMx+xCq/2k6cSPt+kRWVT1szfHeh9NKj9JRqpzZYskyZgxG3DKjdwVjjKR/5lAYP+HtY5CP6LCktfyIX6McjJI6rWZsG4TJZ9gg5FxnY+UeYp+2kE/iAj8LQrfuWJ9ge2Ht4ndoOPdP9w5qHUoqO/AfLhwwd78dNLe/nilTuB3rx9y6X8josbl00ucbr8FUVxYu04qVxhLMU87w8qQphiGH8h0BAaE8SLAhNPth7DXs55G30jgHdZfjmRdwjYUlnZEDtk6CicBG6PyMeFfLVFLyJRkr9rUJ0fw9CYB0oICAwBAzEwqH+Ez32GpnIjddizQeY8Q2PnYHQ1UyBUXA4rq8LE9C0U/xW/amJ1NbW6niJLKMspTofaSvKCgH6wEqsAJ5Kaw72Hi33HxX5vG5wC283OhPVqC13jPNr0jqO1rZZgvbJ7nEj6g8L3OJD07Z57HDv37gi6xzGzwvEi3EOXpJeJurPnHv7e7p2/NTlq7nHCrLBzv76z1fIWB9WNrZd34AYH1Sk+2P0SR8/yxu7v3uOkEi8gv0MmR9H9O7vHKSTbKzl3cCzJibPxbwfd4cT5CGjL8G2izHt5lVlas1mDVXKA4KSJ7jRp0t7CUVMUhU0Y5+ksOX5E6+nMpj4nzENZWeGHLS2dyLi3ybnSbE1OXv0qVaNvBu1a0zeFtE/22O0cnRkHeodfGs2KorCzP4iLojB9K4hC+EgizqbWnU1bHEy7TdPXi2OH+vwbYzic5BBq6Ffb8y2LQ+1JVLo7Szot6yXxyms58LaUUXt9fVv+CaZ/RmxWmOexrqV3BGWwGCP98scHkS7vQlWx9km7iayHbkvbHBzy2120uG8BlDwCc2Jnf0pJMWm9zRJ+gPJUh+PgAChJl1zeeQqiQQecT1QXDcmd0hazBp2W5qr8HronjW5o4eOANBgteZInyE6So0+dp3wYycSfIpXHprcDSjvHOtleGDmYJJOOaBo0lUvtlEx5QrJNu7CttIOBFj3WQ8fbSdegymeI+35LltEhsx4xC/u05GqDaMpKdqSHfKh3nJd0VVeFWDSDZAoU93WHo1zzFVnrDp57WtdyAhn9U56PBfWM+5bt+dIhcaC0aehr4vXtFAfyYex6XvYjzk/TRU71Sd7XZeyB1NjUn7ROU2WH+rLGl1LsDCN8vixDpNZ8EWRJ5foWQ1SPpMfIXWSX+vD2EUqp9CFt+S3l1I5ao1GTvkBRBXcWZS1ZT7zilJISGJrVmYZBeYJ4cnuZc6lGGpzWC88W+NS+lH8+Dr2pTO2k/dbnQ70toz64QaWB9wfqstwLpdXaBEn77J6k/D5h6T1h9EPyQerMoXWeTBFqhIFPDJrezpQ6jT+S1at+RKOUivIF8QcM7XCRUuqzEswbPRJ3BN4/6qkDXnOmb/60zJl4Ry4nc0eFT+sP/ZwlpZwb2HyZTzmjmDyZdfR1Wt+O6NRbRgHaTxqG0Pla0HONxKNBPY96RvR2o9NTdbVsjON85UgSFTkSF9QC2u75igTliwriHyCVTWLxQkrlIU6pkTwJ/FHm7KntQTUx6rPrjQ3SzjSKSUf5p2Yke4j9A5HKCQ8yngRPI/AHHoGnPfFrT75GVPiIXX+gcxBdrlb24f2NvX392v876A84g/Qti812a3u86zHy8ji1owuhy1JeIR52z0uixWGkT/5bHTRJE3icpoenYkHqDrXRH7C8EsTrxUCGdLx9FCaYAytkefB8OKcqB5KZnlECFhUv5XoknGIs2eaxLgHy3yr0Tfhy894uRRnZRE5/BpVKLgY9vNxIjIP0Mvrx90FznnlxWvESTahCjaOntrqa4/SZ22x2AfQrfxe2gF8sLu0SiC7mlzYH0/mFTacLm84WVoOqnllV1ZadQ2YVVQacfQY6Lvmg2SdngTuGtrbeCGtbrta2Zs3qG0Xr5cqWOIaWTu/920X6hpGwxJlzB5b6xtH6Hr0lzp2kv6bMFqw397bdLB0b/x/M7nHUrNzZ0gxpZNS37fW2yHcqhzMpye5su7217Ro7OJPW6xvqubXV+j2OJZxFN+/s9uYNe+ylvXv7E/vsR3v98kd7C16//Cf0B2TgpfDCXr8G8C+V/+JHdH9C9tLesD/fvHllb169slevXtqrH3+yVy9f2luctfrfttY4s+SYMBw9Fc6gmTuAZjabThl7nEHQWuM+qXHMVVaEYLrz7dnjbd6zODP2fkndW4dc+0Sbr9N+d7BwnLLZVRhE4Iackl8UVhQF82kWZReHSfpG2Maa3c7aPQ4dd2DtTZffhnyh5bDpFIdO4xfjNP8tunIOJRnlyW/1rTOeL9HbGmkiSDXSADN6RsTadUYi5Xfo0SYOwupXVHk9C7ycdABj4gfuTBHlIAuRNma0tFt8qzYI2JEONVBEG4omwJ0GNYmW0UbiUpBG0veyjLvhQDHmwil2S5B4OUla+iHaQOX0gcr5Q9tMF3uH8iN1JGo4gYTABW8Mr0+2kSvfVO8jCMgDdjIO+moD9Xj9UOkBtzXo0xbVgVwXjwQdkPe0ERoSDX3bA3oqL6q/4RVsl/SQB/qa21AprTpET2Dql6OjbIbqiQw47aG9/k0e1oAog0kRyY+R5C0+FeRuL1H1wfNc1npZIrftFLtGHSxyAh+ksI5bHK4Nz7EBzdqS83XrtNW6F9CVUyivMa0zR7/mnMe264gC7R8HOi3lE1grzkN9ve+9fVr/MASNBeQoSAbU/kGeVq1WdOj3BoM65H6cUdmPa1DbxxUeyY1WeE70ONcjKrjQp0Kc700p0i8nEvozK6dEO5emSGk4yJ45FmSMZBL6eob1kKRiVU9ORel4U4gIypeNRBPH5yE5majaB9LcYw2egDJWCUlpHPMM8WQaC2c/ETGFvM8jQFHtyiB5CIfKct99e7rYI+uH39IPz1feDdHHtKO9SHu1IEVVish5qLGAlC14kjFOtI8PGb3gl5DQFy6d5lSgDS6g7ghyoxNPDt0gHoWRACMF79rBhLSQJTIwZMPTd+0b9bkMpOXqyf0TBaUKgkylS/IkqOxBpN2cU5igB7Q8LZb0aELifVKm87n9mSpDkJWeqnyPyLvIQdn8zOi1VOAMDu3zbnrUq1GQ4M2RJPUzMD7ne+oZUqTuMXFekRuTuYFRQjmfh77YZxcaD3Zuk9d0lOESRTLPbJjvGQSHkXmkv+g8hacR+O83Ar99i8Z747ev7Q9YQ/88718Ke9vzYG/jjotra/rbHLc3t/b23Xu7ub2zFZdd/UqInDh6fhdFcTRinV7wvD+c9jnSiBwwdziNVlzG9a2Clk/4dSDVAzY95ntlHp7+cCQiIGT6VZGe+KICvPIElUeJgB5yc5AchYhM8HpUXkBmPZWdU3hxTGa5pz1C6PSXRdmKqDBYyxWeo4PSKZOVJc/8YxQdZTHOaeyUEJAPMvEgi2F9XIc0LXYeyjjq8BJw0lShsoMDSE6gmdUVToYaRxBwB9Ds0pJTSI6hEY9TqJ5e2HQys0k1s0rfTgk1U1RSdWH64W5urdamo7XtTmhsvQVrYWPDr5PhwFnKsYODRw6fu7veAXS39G+vJefP0uQIWuIcWaIn/TWOmozktFlif50cONsVe2Jla5w8jj693S77/KU123vbkHbg8Nlgb0M7Vjh+DrilXuGDLe/e2M37N/bh3St79+Yne4OD583rH6D/tDc4ed68Fv0H6X/g0El4+eqf9vKnjB/s1YsXJofQKxxCP734wX784Qf75z/+bj/88+/2E7LXr1/azd2N6WLZ7TsrQ8A5N7V6xtzMmRuwWOCgWyxwyM1tinOoxhEUyso69nfk4L7nIbFnD7eCHDfQTtCa6SLT03GMTzDrCD3gI0DBQ1EUZqBjMvfYbLGlX1drmMsG50+L07l1J06Lo6+1IY3DL8vlVGn9Irsnv+O5FYE5TD9qznBzSmtUfxA4slaHbHSoXq13KIoIHDhsVIdfoL0etWPPfb2lDtXVg0Kuf1Su5bLeHINLtmwlXbUAqFkQVrcJsCeBBrLOTaAew4ExYHD+4FhAvsfpQeMYAJw9/r/TbRgXeP97SFuytqRFN7QfqD2u13gZ41kvxEiZMbAbhbHsEd7QM/IE2RFNsh11AJw05khtHvrS982dOX4hJh+nzcGB1DJrAuOBbvC1tEe2Z7xkV7Ql3YAdUN6OpxF0cBxl+Z4yQoeegA42aSBprY4ezOcDGXoBSH5Aiz0hQhOkc4DEBzmDT1HSvf20HhhzrXk5fxxr22wytuzZNRAFzGfD3KU9sWNed8xrC20wDcXR4+ssr1mlQQtihury/bWj7BgqH90OjVTDGRMI65SQeO8/shz6fuTkmAZK6L0wlv0cntH6zGI8V8aaXrDrJUoIJNUZiAcXKQIEl5FPoPWeYijIIDAwifcxkKDPV9qTHh3Kjbi8wRndXMiSTDUZ77iD+JTTOKLhYtWg515yCjY8Y3aOyHPYp8LrLNBNdmEeD+XDrIelIhZV6wETW60AABAASURBVKnuWAavyiEMEIrOQDtwGpARNGSnOWq1GTHvJqfSs/4Hk4Q+MSISqu5BNO7BmB8URozyhV7k9Wa+p+eI6kQeeQ4JBjV//yFUCDScbogdQ68j1Sa4nPoCo9sHFz1YCH1dpXLFCxQogUTBaYDNMB9aqQlkHALj5M8bJLCKUUaLAEOa4BkuUALkEN1u1lNK4I3I6yn6fWHPe0r2e0UK0iaCN5GUB097RLIECjktfgzkhLEk138skzS3uc8ZyiW52ply1GpxSS5OeJDqx0FyuiUVoBSEDmZOfUtVpVi5n4JMD+VHyqeybJFl8mBZjIr969mnFjyNwG88Ankv/MbV/AHNPxhZHY55oPKUirvIAXHrDp/b2w/+TYK72xtP69P2jkNHUQTjLjcMXMfL0L8NIIo08eY6EZty/OjbGdv1xnZ8kqnDKs9TMz3ljHpJoKYYKJ1AVtLJekESjwY9PYzdjnQEBBEaodLOSKVIZcapR26LHA96IAueIBrsJFUkv0Y4MeYVKtKLKiGNgGSj+lSMvnl/j/rX6yl/pH7EaoC9p9IVjnL7ROptruJAZViQGlTFMyTytgRioaJ5cggJtekbPQnT5HzAITSbLWw2kyMowb8VdHltl1fXdnX13HFx9WxEr+CvyAcX13ZxdWnziyu70B8Wny9wXixsOp8lTKc2mUytdEyglRUBVKUVQihZU4XRSEDjvZOiwIM61jFSUNa66aMaDnoROO/pvcWOPdNxeYJGHBh7R2PdPmG/39h+14DtCGv4pe1wFK3lHFp9sLvbt3Z789re61tA77Ij6EccPy/s7WvRHnIKAX1L6PXLFziJpAte/YSDCPz0AqfPD/bjj/+wFz++sNf9t4D095K2agftL8rSKhw807pmLhivGU4fnEAzfRNLPA6giryAA8isMPw/FnHYtDhrIs6HyAWygzdkhj1jv6Nlog6XMW6MXs6P6GDKrCgIhUlvz+lqj60Wmzu1jcvpnstrxHa65O6tdcdPy7MoA5nKOJBxsW1Z0y11QcyBddVurMQEBAoIIydxrW5YSkiYEElF2hgx0DLfumi1uQ7a1Ho9ey7bAB3pjeG6lNOvren5mNBwQdsMbZe+Uc/QJpYg3jgTfDkq7c1R66QZ0RafIWfDMfa94yX2Dp2IkyC2a+pc40BbUb+whGYoLWyQCfDoN/5tE3j/w+SJtvCt/vj4KTaUc6ysxRkqvQbaoH/APY4L0CypJ2PNfMq2xgSeetsejdef9aAbMC7bKn2HrYTN5oYPJ4T3trl/x3vpg61EH8UbW7HHVvdv0Xvfg/L3CStoRvr7W3fYP8UtsvsRVtas7nuIBxoHkJw4S8YArNY4dZaO1M8147BljgDvwdYhHujXIPW3sEALmt2OPjdJ3/VIs0/S/pB8h53HsD/OU3l3IPXlSDe9rQjVvo7a04KvQ0s7iEe9kj1hTSrVQ0uzZ6Xsj1EURSUOYgQlHiCkxy/6KusY6YxNj8Rn2KKXZdonMRDZqylFom95as4hnfLNq89NSbLCSWQ8ouyMkXI81k7tTXs6lPSrNNOeNqiE2smiY3g7VGEWOu9RLxnz1EL9DXO24vy0XrOmthvWxo451jOhLzIQlRUGwWcwGpNzao/J0eX1R3w+dB8p5yU6j89GxVnpFwpP+n+UVNuEU5NHSr4mTjV8rkdFT3uhph+swKVgxoSXIVioQDhA8qA0FSElTqGECJDPCqMmHfSpW1M05LGGIu8574Nr5dZn6kKP5Mh2po9kI3rB6E4f7QmlRf3F63mqrS9wfvRyJpTGEY+D7Hmajnsu4+LpT0WufKKUGtwLlUhs4hQLSZbiVLt6kHL6mHMKw4ZKymcnwh+Hh9Wnsq4lVvDEKHKZImEkP2IZiKP0U+JpBP5YI/Bwb/2x+v8b9FZDKoxN67FnPNiTzH9XGSdQ0zS25lC64cC/gd9zKdIlmDORK+pyaLxQOr3sU8LlBbLCOTPRlkvUhkPL3d2t3S1v7X655EDMgZeLVWqJYsFM7xG9VNJD15MSpddJfiG4qiKBMsrNbJ8UEfLjVTRKLyPrOw1I9coTVErCzJMmyd0R5rcPameu5cDDEbKc5iRWjMbEKSJ9iu6jJeXHMaijq14KaaSxMYSklUZGsfkYKR5UBka6JJwQ0Sb/RlBVW1VVVjuducOhrhdWO+aDA2ixuDLh8vKZJVzb5fUzu77+Cjx3XF5BwRUOootn1ziDntvVxSUOIODOIOji0uaLhc0GzKhjajUOjXo6sXoysUqAn0DLSWXlpAYTHEYTK0swKa2Uk6gqrAwBvuCMVpoO9lURrCpKUAwIODVCYTbA9NMxnD3kLAKFI7If2GvaQDgMuj17gIP8ZnNvy7sbu7l9b7fv39qHtziD3ryyd+A9vNL6ltDNu1f24d0bu/3w1vEB3RvSb1+/stc4gV6+/AmnjxxCr+z9u7c4lm64HK9sq0v8rsWBES1yoOnYq2pJUQYrQ2kV/da4TOqpTeqa8ZrZFEfQzB1DOIhmSk8Zo9oqjU9ZGkNBX+wIxr4PPcRb/qE+xKQ6U917+t/hNNuDlvYk2nGOBGhFcD4UZkE5wUKoLBgQFVhngb4IVU+dryboCiW0oEyCecuNn9ADwkOH4O1oeTa1PO8Sbf2i1fIcayUD+cKcPoGP5DO2yu//EHXDZU26EZmeZxilAppPdQQraYkLiNTfBGzQAOnvoXva4MDRszdd9ISGEj1ig1lhR/2sJf1PcQLOkxanSutOmSUXxZVjIznOlHbAGucC6B0xrShlUrk1ZVR2hN4x08oOeo2AwyPRexweGak+l6Mje0Ij+6DReqSdSh+wsg26G+w5be5JY4+6mh6bBqeM/hA6WK1uWNvv7V5/aP3uLU6dt3Z/+3rASjxO1fubVybnqn7V8v79G0tAl71z+/49+w0b0HvhA3yPW6hw/+GdJRzy7skTlJ9xz969//DBboHyhJT3Fhn1qAwfpqz0B+dBs1oyvusejcnh0+JA7lhbgr9reUZEHMwttMVJ0+Lga1lXTbP19+dAR786tnEeuxthy5wA9KXrUD5p18NWsrdj/TQWWastay7ShsgeTdDzKq/LNulID0R0257GNuuIskT7EKAhKIY5CkmPZW68hhL6fO2Fnv0MwnP2jBbWk9QrSCybhXqOratluXk8VVxRMvP+Y0X9Yzxa7Ozazr/1YPBq897psT0ZSHbcitQkOkbK4gkAQ+VpfIqDDibJMdNLJUupq2G+9CHaCqei/z28bcO8dd6c4M8z1SxQNJdz+ZA4w1DZIB3zgxBG8gySHvYeP4w0H9IVFR5qWHoZnMt4RBY+LVeVJj0hq8MrCFn0GRT10QBqPF3yGSUPKkwr7xuZoTzzGEreVbyjJryrJpw7AnyAT3N/sJ85dh0nBnMMVr2PQ+rLGYwHrYfwsOipKFUVWb/iMszXmpc+iDx5iJShVKbigZICbA4ljMbJhsoHhpw+SCT0yS8jJxX2hY+lSgGC8Zxlg4862Rc4Sz6vUXkekwlVkrhPxYEzzKd0nvKfRuB/+gh83i77nz4Kv0n/joeWD96phQc+z6jIYWPHwUefQG5w/qw5TO502EAp7jvrOBx1fqmDhxL8lV4UmBhCx6um81TL4XW1Xtrt7Q0H9DsO7vdgxeFFFxlUaArB/I1Jkib4Q1jtEBDxIlIsFdeEIS1WgHXBwLuAyC152VMu6QeqBHwqA0OA1xtpZOdQDnO/aji1nNLjKoZm0CaCvydpIU1XLMBSYNDr+UCPDzjoZBsMLpofD647NuzqaqNAQuQItAcvGTHtVMGEnA5+2OEQBNW3gYI7hWp3Nujv/tTuFFpY7d8MusSJc+FIv550YYvLHosruwQuv7xCLlziOLq0xQU6YD5f2BTnxRxMe14OjXreO4Rm1DubUtccTHES5XRldT2xagJKobQKZ8cEh5BQQks5hpyWVrJuyhCscFi/3rXmNTD9q1+HCkFzUkiW87hMceHbcVHfchm8v7/hovjO3r9/bR/e4+h5/9Lk9PnwFt4h+Wt03tgdDqA7LpTJWfTW5CR68/qlvXn5wh1Bb3AIfcABpP22xtmqX//SHtzTDl1a9tqwtJaGW1FVFnCSVJOpTaraJpOZTacak7nNNH5y/gD93aC61phUFAvslYIOF1YUZopC0VkwMyWNH/HBnwoaD4PLz4poHQ5jbwfOn07PFC6PHeMTKSdAUghYC1gCoYecOxXj76hLc6r2CziwqiPQXsl7qJ8JFeUq+iCkvgS1nDqMdgiRZ1zkgqvLcKsLoJ6HoPVvUbTWjPgW3nUpm9uf2xuC6sgI9AuUAE717P0bUK1teb6uedYuhRXPR5wEyVlwg3PjDtzY3eq9LXF8JLznGXqDI+AWiAq3yJQW7pCLLqH3jgYHzuYESSZd6UF7x4ucRY0cL+hLx6H0gBXOix44bRqcNwfckwcG+YZ0r3ukt6JdwtI2K6j67c6dW++H/lD6Pf1Nzp4bHwM5fG7v3tn93Ru7vXmL4xTcvMHZeYpXdofz5w4n0NKp0m+RoUe5u5t3zi976mmcPXc9luwxwdO36H4E9+Td3uDkwdY9uLv5YDfQG2zdwCt9R/79DX3A0btiT6q//s0pHMDtdm07fcCCY6blXRkF9mrHutpr7fGcaIHexw062s8N+no3K73h/ZzRwHu+HD3CoL/FGdQwD8Dla9LIlI9joRVUL/VF3v++nrX+B55nl++JPZdAYc/7W3TX0xZ5dGhdJ/gi9yiwtwRPDJF2S0KKT0sNip9g9IwRDmp5h7nEjXtEUhRCyDqiNM8sM1JRvxmLljHRXtd4t4x5i0xno10eG+zkVpfOfyJSHamikWJAoowCmWhvUe1AEnk+6tuFW9bK/f0Sp+fS1pynNqTb3a5XRnEIyYbpmWanPznvVP556fOl+4aemOAxj+R4XhB8ZhjXdN7+wdBY9yA95qQjHEuVKomUI8B+XlCThEe1ZY35FGFxBc4KYcJ7AFRhYhPOGNoPCcYHMVKUsUzF/xycK59lmR7sSiJkiV65LMacPKbsCV9sUHY6eQyA87A8Hoj7gFxcT8QmZEFfYyk6BlpKegOcQfAbB5pE8De3+pRAL+kX8ZnKf6d2nan5SfQ0An+0EXjabb/7jPM4JKjadElrrdm11uqiJuePrnJcIDsBXkG6BZGgM4eoYJ7Z2Z6D7Nq/AXRnd3d3dvPh1vR3V3So0mGTolzGzB/74jlF8kA2SN8Qfxh7jkdBL1RWBoEyxCmQNzDwOchGQoqxm7NEsaXK/QVd0QbSso9hEihgkthD9FY5+4sitUMGMv2oWbVHymqQeNpDUJNpHxwBRrmOk95RcqgFniD9HphzO+pvApbIkxzNx4PPx9iueOG4CKYQKBZgvYWB7irNYFtCgIbxRRmnREVajiJHPbO6mpk7inBG1Fzy6xkOCmExtwWY6e/YyCEEvcRZdHl5iXPo0h1Dl9dQcIXs4urari6u7eLqClz4N4gPvc+NAAAQAElEQVTmF5c2x3F0Ibn/WtmVXaEn3YvLa/SA8q4u0YefX9lifmGL6cLkJFnIYYLjRO2aTGorcR6VZWVFKNkOhfmPhoezsHouSclJSzyEbDJ04Ys76zjQ66Kx45K242LYNBsT2t3GWninu621jl6G02AHGi4Eolsu3lv2WwO2yLfbLTYaLpk7aA/q2bGvHVxqWpwxcgypmTScEKzCcVJzUJXjZ1JPrGReQhmsVKML9cL8J/g+N/pKP5hdPDxmvezAd7CdcsmRHioE1XdIFRawEgIHZZw8TlmMFfWex8SqapKcdrSvAmqrqFBXU8+XTqhq+MoRKBNCacHrgIZgvhEs/ahNei5FLrwtz66EvbW6DDZt7/zhmdjnpcty7J9XKi1zAZMFEB2htOGHR6qXkX09CwVd5Fd8wn8vp+Dqzu4F/1/fbnGA3JL+gHNEuIEK4gXxcgKJ3vV5dzhYJBN9HO7c2dzhEFiOIP17/xbOpncKNdAmO3BOKetsw7prHGvsAOmQltydFb2O0iscPiv6uKJ/q/W93a/vHEveD/qW6N3dB7vBaXKDs+Y9zpj3H97Y+3f6ZpvoS3sH/wEn6du38ND3UOHm3Uu7efcTwOHz4ZXdCDhV797j+MGxmuhru3uPMwjckHfjNKel98ay7Ia6b3CmfgzubMXG7ft3JtxQ1w28l3H+rd3hsF3Sp+XyzrY4uprtyiJ7kI3Methb8J3BuiF1CNoZ0TqetxEnQOQZofdwws6yU0hOAAfrs+3R9LTtHTuiLqNO/3tb0KH8ka7W9c7k+MxoeT5EX+vUCZ/rSHTPGm5NOkJUWx3qRdoL4jK01TKfadJSLGTpL6fs6t5Ib1dEYKx9vFEINGgAs4CI3Jj6hJOnVb81hqBxZ1njfVU/UbIEqnG7ZtreJUYIWEN+JhzyAjrF0TPC/EcahXMMJVVE6tzh9NmYfp33/v6e/b227Xrr/5MirUVXtihHf0gQUnmY3zz0XfexUHsZQJ7xZ6o9bRJnSGklR5E4QBeMd4B97Md1PqbQ56FH6BOfSyiRxxCWCToUVHrUszTuytY+Fe2hdyO6yUzgfRkwAxAEwIS7YonUmYEqNYymEg/xiexUICTSx6oy1ymelpCTYhjC6cQgykH1aVKBWH9ned6h90oe+X8keACVfiAcBGqx2mZHYzFk/7YMfdOaFYZ9TY08bokPwdt4SB648sA6d5p24VP0NAJPI/ClI6A996VlnvQ/ZwT00Bv0Sj+46OEbeADrQawXVRGSQvAXcjG8+vS6S+/uwgougwEUBVqB0gWyVMy8APXocKqL6Gp5bx84COvbCm/fvOFw/oGDzMpaPllDzajaMAGwg40AOP3ouWyiREj0IhFgPcBTeHhwkzzooaD0ABjCcb4LUDwfvA3ns36R9OO1ZtOj2kesclN5YsJRf5TpI+YZnjrkH2R+AO5zj/OzDpQwqJxlHlc4aS6lkyRqksdIE87ckw8fQsX8A7+wc2mva5w/PZUjSPBvCc1stljg/LmEXuLsEX8BvXJcXl7h/BFw/mT+OqUXOIMuL3v5wCudcO1613Z9+cyur57ZJc6fSxxD1xfir2wBfzG/sPn80uY4oaa0Z6J24fypyyq1FyeDfl2MzqThZQRyqNgv+iZLWZYcDgtTOpBZsI6NU0fct5CddVw+Oi5nHWnj5FWQX+CoKeCtlxn6BfNdstlkg9uideTv9zvT39Zp5Pzh4t0A7UFdxNc4hlZgiaNBf1NCvLDB6bTdNrbFMdTi/OhokxXBiqKElFaGYKEozIrCiM2oc4yOk7ygNgwYdFCnUADqe834TKe1zYC+mTWdzmw6m5IGogPmOHgkY75x/mnOBzD2+uPiM2hGnfmacvBK13IQqizzNHPgPFxcmJdRnoCup0VxMM5AjUOpYv25A4mGh1BaqIKFkFHBZwSrKjmYatorWvbrQHxlXq4MPoalmX+1X0foljltudy3zHXjl8wGp8sWxw1gfjY4SjYbXfjukQF3miwTj1x5m804vcTJB3Yr5n8J1o79bm17nIhOcSzue8jJuNtJb4xUZuc2ZGdtLeWbT0A6O3R21JOQ7YiuzP9gOvlO/W9gLbnULm2JQ2SJY2Tpvx58Z/p7cze3H+zm9p3JCfThwzv78O6NvcMZ8w4nzvu3r3AAvTTRGxw+H3AGvYfeZHx4bbc97qH3N69x+OAQwsbdu9fmjhnncfbg3Lnr+VucNbc4cj5AM27JOwKOqFsB+QfKfniH04d2OY/T50OPG+Q35Dt9/95ub97Z/d2trXFwbdZL2+GsbduG15q+wbG3gj2c/hc2Y00B1sg4dOR3rJUOp8QeyCGTsHPnQMtzIjmG9tay9yMQbbs9jwhk3Q7amsp2OHE6nhsdZUQHXeQta7BFntYitpUG7jyCKu8IyKR7JKN8VBtpbwRG2w99Cd6/lNb7Q0ipFCv9uUglHsQBSSBSEIw6JQIKiCDIVA1tUxs1lupDwzNQ2OhX31cbP58kZ+UKfsm+W7O/NubjxBgygbKAveh7Gsa7K9OCpx+Jcjt8tnm2OGUluHouDFX79IxocNqt+RBgSxt3PKflvI/MGQ1IRSmYbBZwxyHJD7IhrXE6iL+Ii1Scp5dmkkrFxaeEv0EQZgp7GnjPnIo+nnbrH1fpc4c+9unPIblMyZoxEM4WUhsEZdK3QalgbQefwRwHS1bKwHqTPeY5iAc6dCsfFV8zinw80+C5uPT4EO0P7GdwQVUMeoH61RoRVW99S81/hpZ4ahypp5rrPWcPrfcENGis8jxNUsHTYs5gnJfqpzUwGg8GjhLHbVAqeBvJGoexobH8Z/IyN+6f8/TN58PnQhqPG3+YGx5Xfsp5GoGnEfjsEXjaSZ89VJ+pqAebcKquy2iW8VAug14XwYoiwaww/+F9J9oT2MKKorDgFyQoPBLTT4eXSNhzudlyAV0uV3bz4YO9wfnz5g0H8ZtbDlX3fqDSS0Q1mr+dKB3AEPRI5jFLGERiRjpJQwqCMh8D+fSfGIUU60GfgMhDVCscnuyjUXW95LcjXhcRgUpSDKNhAvRWfdDFkYN2Cy+kQ3d7yCfPHPQTHTLoZgv68uTpcPkYzP/uCGWHl+DAqykOOZLUugSNWwKVkD/WF++zizyFqEKJfTR2a9ILRANQH3hWDXwIumSny7a+PRSq5DSq/CI/5VLeQxd8nAA18As/joLZ8MeoFziT5Bi4ssXissc1VGnRLLtApjR0fm2zqegFDoxLAJ3ObTqZpzrL2kocAyGUFjiOOQp4UNHuCnlZIIVHaoW6JqcJzpTI5a3zeePYR1pjnRwreyvIczA3Bfr6FSw5gdIcM784cXY4VhscQPoG0FYXGi4OG/bhBqr/MU1On+Wai816Y+LX0t011lJW66mjLcZ+LgPt4/lQ0OaCtqqNnsX+DtTtPO3wunE+OSUv9nnKN3iVK4rCQlXaZDqxejplvGY2Z47kAPJfM8PxU7uzBieNz9XUHTUuw+E383lb2AK60Lw9cN5o3IGXnVF2kcB8uuOIcjOVI1+/RuhrAH4mOwvVNbXa2wClXTOcQDVOoITK/BtpzGdy9ig9xsRq6VcqW1tFuaquKAPKYGUIZqwCIuMmbmnIIsPVsk331vKcbLnQ+eVSc8dFWpdrXUibZsvlcwN0AV1DN/7cbJjPhkthi36LQ6HdNybnn565kQuqYE476tkD6uOqGsfgEia9hA4d6WWwbynfOTpLdH+GRmSsmLaz+AARm8hlivUMIe2j0EeFGevKNDahsABMMI2X+U9k/UScnnvQ4tzYa522W5xbAGfKHrgza7OyFofYHgfTfrvC0QJcBsXptdusbU96j84Ouhvoyho5Zk6wJX2E5dK2YLO+d/0GulEax9wGJ5bzpNc4s1aevrO106VtcXRtVT/tiMxVR/uNcfWFQP8KepoBa9595sZ6RGiaoz3L5xgddjrWTsZeaQHZHkgumRwGkee+rzPyI2tsT3qPjsbVgVOnZb0JjSg6Lc4H/+YQY9/u9uZ68C5T/gheB/Yi9lPf6MphKr1rx5FWRC+R3meDcmd0D6LAEAIEBBpBcGZEMWFak7S3pd/q70bPQ84qK7AGSz64unes2Hdrd9A2zF/k/avi2scJkb0HvCvk6MLs0CiQlhxCdeJoBIT20MK+nSTgohVkpBAhAsvDOvbVfod9bLb7jmZHgIKCK4k5lFXqFKrhVKb0UNw7Isl5JL0UJ42eHzqldAYaPBKIHw3SPMp8ICC3lx1VgVij6uQTbU46nxEHRodwTjMoj4y+KWdrHIqKKZhVTYWeY0o7FGHkQYj+NH4gfkxAIwhD7pgfhAOjOmkL60pB4uDrK5j1fZLsHGSXFeZZeq1rvJU+gKxhUpRL+pEgW4cspUqaE/xEFA4ZH+VU6qMKDzI/ZTn1RJtIz6pIXwgkVZOAwZ7APYWnEXgagd95BD61g3/n5vzfX51eZMKjPWHEJ7wYqsmEi+2Ui+6FXVxe2Gw+tQmf2hdlMLNiKF4UhRVFsKKAWnGQwx1SnAJ4su45ROow9Y5PT9++0d8ueeMOodX90louMMZBNPBqDdQfKA8x0x82pixPZSQ8jeE9j5QobxG4JJdOeogrjVjBlcQgE8nATtJtKcaLgDQMuSd6SBQGM0r8hlA9Ah1PXetjr5I20lKaSczhs1UaGhm3BOSS9UCRIJn6KIgXTvlxmv5jj4IE8YA5Sa938bSMBmpuhNQ8yTO8pX2UZaK9qC+byh2sSuMIoz549X3xRDCSGI9zOU/IMA3zNRQqC1XtqJzOTLRiHddc7qsxqhmXd+ECOgfQ2ZXTGXQmB8Ls2maLa/ZEps/hn9nlJfQSqm8I+TeG4K+e2wVpfUtIDqJ6MrNQTEBJMxOKorKyrG1C3qyemTsjcB6pbfr1pTpMTP0oi2DBCrOusNIMFI5gnQUcQ4azxaD6w8rGpavFCbDjgrzj8rblYqxLjUMynDv+NyxEBf1KE/tSnyZvuQBt2IcbyjVyBvEpc6N8HBO6IO5xOnWqy0ytsVCIFgOlmZZ+OqaMPe+6UBe6shVlsLquva8XOF0WFxcmzC8W5k4YOWNwANWMR62/1cQc1fWEMtMeia9w0lTYqaoZcyrUUIBM9oXKy077cj2l3AzUOP5q8jXmNWl940dz4I6mXD9t8F87rOpkG1pXFXxGCZ9Qexsr6kJ3aAN6k8rCJFgZKrMQFBiNAMz3V3oGRdNebtl3ulj63xzhxL3zednadgeYx60cGv4NmrU1u401pEV38MKe+d37RVz7eYf9PWC/63rBuoiDAwGZp5Wf0aEr5HSiWk/xVJfLcszo96nr+LMoqmPYUh0Z2PU81gLZZLI+UGMUoqWxMFZUwBkqFDgbK/iqYrzgi7JAqzD/oT6VFzrxrEluxjST/rLuI+iAqMCLBWfbrkcDzciyY9rh1DCcTGN0pB3MT9fDmJ+YgeyQVjt21nke8+BldzQXnjEz6arNjGnBfJBhARoYkcB+JABpZAAAEABJREFUzqPiVP3zTqdII5XAuDAiKTa4lO9lsKOU9ESPZBr7nI8CwVVUv/Q0npF2tWo7bcz98zTyjvbk/ic+8tihX+i3jJucRHIsNb4Gd9by3Gjpc6TPkbKqI4E258ppgfoB+ZnBO3W2bKCvh2pSLUqLE1Vb1K5I39RmPSM3PPP0t7jWOMaF1Wpt7ghSWt/GwznU8JxUv7RfNX9ug7rUEgcOGrYcktQsycZpr9ezUkuCPxd4PrAHXNxH4yGLWFM9e8b6APYVz32376sg9aov/pB8IvthgY9IUqWPKnh2dyb7s9pwKBh9TxzbcdvHIlLnpWScDZ+j/TlNPW9H85qqPbLBhEYthH4u8eJq+ZBKuudtpbwHca/cEy2pA1xZNQueYMOJFrx/kGm9WRLBwj0SaK9y9lrPMJ5UhRnIFJRMlSv1OaANUhMpYWiEWLiPhs/R+aiBc5k0nuDNj8yE7zEEPBKYG5hzZX6Thpyr6En2NAL/HUfg92vT01b7/ca6rylYKCf+6bU+Mb+8vLTr62tbzC9swiWn5CJTcPPr8ou5MCuACb3MWTOTvCgKaJESXAjXHKLev31nb/U1/rdv7O2b13Z3e8enais/MBo/OgpVeikw+1yfDBYpD+P8Buop2Rx7kJOrw54/xXmIk3R5yjfjHgHoV7AjW1EHUx1SufTKAdXyqV5LWnKe/jIz2PHErx2p6ULf5iPztNWzPI9XE33WyynSPrXR20q7G9rcQNV+0UaH0x7ij9FYg67Q5m8NkFbZlN5wX9qYbLp9bLexYV4aU70JpDVuIxzGXS1u6UaG0iPQJzI/GugpQ6/42CrdPyo3soo8GZaMRJpk1qmBkFHVVvnlXTQ5DGqcBzWX/ESnrPk5F3jg3xDB6VkDOX88fWX65shC6cWVLeQIwumzcDy3ywWAv7z82i6vvwLPbYEDaDa/ssn0wqpyRnNq2jaxYCUIgH1W1jadANoxmy1sigNoNplZjcydVUVpBfoF2gVcgsH1YE/JCSRw6+QeyoUMx06LM0BOnEbfENlsfd53rIsdToWW/F0P/X2vBrlT8prtzjaOxjabxrasD+m2fpFjXrhwHPY+rSnMAns8FGqPR2Z6DnCpdT3ah8BQsQKlMgSbTmu7WCzs4vLKrni+XEEvcQAteuePHDRCjYOmxplSCUfzV1kVavPx8TmtLEAdAf4xYCP0qGpswFeUq0Vr0jzf6oo5AXX/B6brqmRdAGRVD+k46trUPqGSDUdFW4JZAJahEWB1KrCQca1IgEowPeeqqrIa27Wvgbkt5BibL2yuXzGcX9sFmLOO5vNnNp9eO2aTK5tNn4ErxvMSZJryp+hNp5KDmrwZVKih9YVN6kVCBa3mNjmHMLcyzEaoafMJbMLq7BEm5JeOCgdOICe4jDGB+jfzoCHUJl5jlsZ+xjiC6dTqqeic/vRgL0xZB+VkYlVZWYlDKJTBAmupCAyzCZ3p+R86njsCzgjLiMcOHlOaZ1eiOIM8DcVplMt0lB3D5dJDHnHoOAYbqc6Iw0T7z6nr7UjuLDrPnoSa2iawBqzXD/2FkK7Qkwh0+RXEZyDOIaBJUN8TAvtKMGgCg2HWvzdgUlCdyAKpwP5MVGPX18F+xTuGQ2cPaDdOnEif9S7soB373wTXo32iPTpuS+4g1ruJZ0gLGsq3IIL07GAMvA00oA/B+6KWqB0gsX3ul5C+D/Tv0G/JZCP6cHhVcKwcYupSNu2P9Mmffzi89a3I9fLeVqulrdfrhO3atuRtcfxscA41zd4i/Yy5L8mwKgIYJcB4S0QFdcvXrBI9JHPWyxemsXDQOrWRFiaOde77ZMJ+4JmwuLi0xfyCd9Gc/VuzJyauZ/yo6twskidBNQon4l+SVIWj8nuNJzJvAzTNxUHhl9Tu5g6mfhHntjwamdE89ElvZ9knfgbx8l7uwKUFQaUKPkB7dj7vU2V4mgwvs/f4s6Jc5FR5LKcJuWuJBtYLBVhXLDqYAqA0xDDjkJvTt1GmMzioqfUH7SEDkXiIgnopeqzsktSWxI74XJh2pUb3Gpnk/Jz+pTT6XKT+yLbwBTbzGFHES47SiP7nhacePY3A7zQCPAF+p5r+YNXosHHaZT23NOC6SE0nUw4ZC7vE+fPsmS63lzblk/GKS5LKdrrY8e4oCo96Ux00w7j0FSBRvW863gAbDlYf3r/H8fPGfxXs3dvXdn/3wZrNmoMVB3FeNKE0E6oymJ7/ahNFzQ8U5Ivqi0FOkYaUySepJJQvwEqusm4DxqnLKckBXge5Vk6OdmNOuexG0pFPq9HgheSPc0r8BmEwPTCjSmjsKCUNHThb+uXgANqChrb64ZUL/AY0+uYGfdjg3Nk4bfzi38AnbEknbAb9lE5lj/m2VZqx8fIbHEPw1OnOIh+zjc9ZCx9xFCVwIWJs7TN+fWzUxZ6NjDlzT/c1VylBFmnnYVPo9UgoC0KAUyEhKzNwDJne6wnIVRIxKyatjhgTNavchqclE5BFR00e+VxcDQQuxQlT1ufUKi7PVT23isu1aM0Fu+aCPVtwWMdRdHlxZXOcRlMcQTW6oaqxV1K2srKacKmdsrcuuOgDyswdFzbFIVCxD/3iWwQr+Kc4wazozEz7sKNHohzAi57voFozkcuZ6J5P8fbiRfUpMgOzH9BZi2zHZWjHupKTSGi4yLnzhzzZiPuOq6PqBIQCaF+LFrRNDSqSBjneuCGFwALPirIMVk9qm+PwubygvziALq8ucXpc8LyZWT1jLOj3dFqbUEHrHhXlwoDKwgSEhCrTKqWD0uJ7TKATZA7KTbDjsqq2CZiCSqhrq6oK1FY7r7T4ijRyyXrU6LsOaaeUC6AKPLcM0Ff1m8XGAdNABC4ZohCwiZ2qlv2Jj8EMR9hicWGXrIPFpcbmCp5n8OIZ4/QVEMXBmNMzyZTG8bhI/OVC+l9TDtkFmMPP0cmYwoMZzqXkSHpmM5xGjsm1zUA9vaTPB1TVJWMFWOcT1nhGVV1Y7ZiTf8HFFEr+FMfpVFQQz/qfTq9s3juzLnBoXVw8t6urr+3qmfCtPXv2nX31DPr8O3smfPUNlPT1c7vEwXohZ+HiijG4tMX8AiwYs4VN5SQqJ1YWJWDsWY+BJRjYF4FVKGhvFPAFE5LQoRWBaGcleRkF/AA2WuZl54BhGmHiCB18Z2xZC0VhZVlYVZYAHmERCuQGCtNPUER9xv419qRDaZcnu4XajKJKCJ51Lsrl3RYKOQ2bQpfIg5h6si60G8CpAN6oX/DngKtGmjkGjhGeL3scPkLkmdHyPGl5F0TRthv0x1XTJTNFwjjjV+FpKHZk2kHE1jQBMd2J1tLeFof3Fkf5Rt/y4XyiX+Nbygm0Wpt+HUx5/uux243teG+qX3SG8m7lJFKdwol4nGRI1elAxwfQKPGpceJSY/15Uk/Yh1P2zRzH+SVr/8KmPCOmdW3Kly2v0efpkfnF3LgJvy7vtfcmxasNna+YJCwSYaf1zChPEpURzSgYGfsVfz6v80mLmHBa+biFB179PNU8sywowO7wb3lG7Qccqrtd2jtaR3AiGEKROIfSmTONcfmno1RScWA8e+pEaUOWbBQikosKR80gkULfsWjOZJn0BdIuF/8o1NNDZghUCkqJoCIZbq5PhKGlvcDJWMMFhwizh8RncDLFuSgR2sj+1HPubMkHtlVKmpl+ehSk/fPwoPKfZ+ap1NMI/F8yAk8r/necqNLrCv641cN5tpjZV8+/tj//+Xv7+ptv7Pr6mR+4Ky6t/uojInBU7biHdqYzZ8eBu0OSHoOdFUVhnHc510ANKQfDBkeFfu3rw7u39vKnn+zVq5/s9cuX9o70/f17aziItXzaFnctTp1ogeOCvsWjxVBhQxRLyEno0AOkk2XiE4x6+wczOvqmS7NZ8QmfPuUD93e22SxxPuHYwGmil7OhJzsJ2Cfk+mB/h0BthFyRt15tEgPVi0louai3frBuTP0SGv91HdKeB3XHTYPT5wDpJWyQfwoqt8Xxs+WgDDj8NjiFdGhOtOFQs2HIRBunUY4gd/60dKEH3jr9gdM0prxgmU8mlsmhU+Q5LxklxkHDMEbKo4wzhxytVYfLz0X9alBRB2Vx8JhgWlECsoGv6ItAOelE8TUtrDHeI0DDzEIFnC6squYc1OdW4QyqufTOuPSmbwpx2cYJNJtd2mS6YE1OsVPS/4mForZ6MjO/9F9dc8m9tquLaw76VzanfI0zpCprylQW+GdWmAnsMzYdgQ45H/G/dBaKYCUbTk4IIYRgBUUIpm2pvdlZ/ils+Ec55Uc28R57e2jkUNThSKLjXiBgqCgoAVxAgYiudDqUdNkuUoZZMGyb/3Su09kee9K3UJgcQaEqTe0zaY7W9l68pR80YAIwanByHJU5GUz/vGL6jOFDGm7fw/P3gbaYO2N0MFd9QqTelr3j1PnIOohULAqhKrVEbXbwUAqhsuR8ovYJc1Si4UC5D1jADomBgTf0aWfoIeeT5rrGkTHjcueQA8i/cfaM9XENnoMxlfwZF0LW10z4yhYzpaHuCOrpTPQgn0mX/Bm6D1Anm7P6ymbiJ6QnV1aXpEUnOIRKQbIL5GAyt9qxsNlkgUz5UPHIZ6x5B+t/xpqeza5t4U6cZ7a4TI6d6+uveL98Y8+ff2PXz7+151+L/9qefwXvzqGv7erqmV1cCCp/aRfzS5vNF+yTOfVPbVJOQGllYGxZU4FhTo+XjtHuwXoOrNuEaBV8RpKhh8OnAvq7Wg50lIc5rHY9SFEBVWFbq6pDQFl0YYwlDgrTOpfzZ8JaL+UEYs1UZcHypI0qb/qJLC7gK1x2ellvq1ASXZTEnYHKImbNEhNkQzLRhAJbCUb7M+KIz7Lz1PqftF7tpP1kRrUu1aX9s9dFl3d9q3eUeBwtEQdRQst+oID3N1roKVbgFf9CaBwAgUZRjxigIVTbkkNqz/tvZ/6NR979DecN/QH8nb45uW9tz9nDn1c8s/Y8C2kwtlK7NAYMAEFzmJByiLUgIKdBdQsuLz3WIB5sWAlf0X/RAA+QVaG0mvOWvhE5Z61fySGME3Q+n9tkOrOKvEeqtJ//w5g9Xvhn5QRfaRTNpjv4o9ALwpHw5yU+aiM34Izpn1vuIyZVC28Plg8x+yB9+zbxkQ8atR7JRA0jBJgvC0dlTjpQssSyNR5Ivm6ZhwBYYOQUIBiLTgFeoVAEkuG9c/DsH+K0BwaGzM8IYWSd2o5KeLr0+ETulYxKHmWTeFgG4S8Mqc7UyV9oyouXHj9FTyPwNAI/bwR+i13+81ryhyjFA0sjzokigAs+Yf3626/tL3/+s33Ngfz6+tp0CKmqyjhPKjgV45c8XhJOdeGTkDHTXTEQBV46Beg4BO5wTKyWd+7weYUDSM6f169f23t9G+jDjTWrFU6NjeF1wEL0lwA1clg3f2/pwCgYL1S9PBMvvR6h1xPVM512tVzs9M0Vfb37HsfP7e0Hu729sdX9PU6gNcGpQNkAABAASURBVPXtMNf29akQLAETxNjz+FeMsmHvnRI9RM5Vcyof0gOTSslh0dvUHIbAoZL5CkDzJuqQnDke9yxy0HXo0M6BvcFRl8Anoc2aA/MSrMC9yZHWSLZZ20bUsWXK0GuBDtXthvQBUc4h5iz20Nw5dAHwmxpdUHcGaB6OkVOmMqibdEUdShzQr4ahisjY5PIHmvSjVegBDEY5fJQGBrIdjZXrIZM8oUZcsy5BBcLMqgrIcYMTqF5ccNl9ZrPFtc24sNbISxw6FiaUqdCdWDmZ2ZRL8gUX/kscRRdXV1x0r22+WHAJn9mkrq0MFbun6OGdNevoBWubhpsxd5Ky1dAtLc19cFrQJ9NPZ8bWdCjpUIEiwBbs2MJHNWIzYk8XHwhys6IoTGZKdIuisFDIlgzSBrVDkCamitAZxChkhWQgPReidRikqOl/SCuL0kIogB3qbaOlFERWAjR4JAakIC3ncOaY9M7CNY4i7nO29/5Fi6LUp2eD/90dnkst0LflMvVv2enZ4WuWMrRU8aFOuJJxFqgJjpaoveqFNNXShJxCzaxUHOh7MO1Loa4qq5nrhBn8FMxZAxfmjpP6Cv4KmfCsp+KvyX/W46vkBJLTBwfPYvbcZgsg2mPh6WesSzmNvoYK8DiFFg5sOf0KBw2Av7yEgssFupeC0t94/iX5C/82EjYun+HETJDskvRC8HzVeU17Mi5ps3AFPWCxEH9tC+0Z9oR/k06OI95Hc/8W0cJm0DmO1nm9sCl7qp5Mcf5MkjOOwS2ZhYLVl2DGEkTSJbBW5awUWJDksY6lcARDN4HSHgL5Qp/orSul8j1lfWPQ80rWdsXaLXH8TKrSJlVl5aRkvksrQ+lz75WoKOvKiVPsRaUiduD1bCQZBKIwhuuTMVD0WdemdjiNZGbAngZsnYrU/oRDTgFbUHFhRpsSzChMSLrUQX2+p6g78p7fR96p+x3vAKF1GtlLkXyjvZQgttEPEmwEMBJ+MYsV7Kb4qLDsUrfa0OrDjO2Wd9nGduuNZeePLugdjiu1MaIvK8mG9mrhc1cFrbPSAs68EAKjADKVckkaGhzwJUwfJNO4Mf2UkzD4OggqH/Q+ECYW5NhhvVS8U/TO0N8ou2QvXD/7yp75++HSFjiA5PSUPTosY0aTnaZItWUkyThWzjj9y3iNlDCycpIc5fwM9uca+7JeslWP2jbUOjBH2VrGg+AxFZ8UJibuYv/ukQM0Q2+FwcQXMY/Wd2LF11YvE8+CI8W4KBSwHsQgcH4U9ZUkorYKo3xnz8k849HI26HccKZOeZ08T1ECuyQxR/GZskf5n5dQ34S0h5w7Kfjr1GP9jj8x/pR8GoGnEXhkBH6tnfeI+T+2eHgI52EorT86M+w8mHURub68tq+++ca+/fY7+9Of/mTffP01l9NLm0w4pKDDcdN0uSuwEYpgRVFYAZ8Reh5C6KzTi5AD1pbD1/3trb17+8Zev3plr1/+CF7aWxxB7969sfvb97Za3Q3OoMgFTC9SHQ5l08/EPKuDnto9dZ5apCNdTpyEBufOxh0Wcv7I6bOk3uXNrS313/Lq20Y4OuSc0NtctjHBozo6JEuQ9FeGKjtFX0UWp6RScIx3z5Ew2heAWKQ4N8RleA4HSs2xoIuI6EOkEpGDsfqpcW5x1LTtlsOxgIMHJ0+Dg8cdPZsVDh/G09NL+DV6GUv4FeO9sgYnUAv0TSFB9lo5hOKGqdGv+ukABNW3hVgTqlvzN4a3jK71nfSk9ASmnHSKYT4RZFWlAOMUR/DlozSVpBmvsJUrVTlBMpxD7hhS+nOQyoRQmw7zVTWzega4uNazOftnZhWXVjItcBsIZW3lpLbJdI6T9dIur6/s6uqZXV8/t2vo5dW1Lfjkd4qNSpeDwAwXIe018ZxcS1CF0ioum/5rY6Rlu+AiSqe4vrL/8AB1XbQOKhlCI+FsjgqsFgUx5QK2yxJe6SKYQY0f/yYPhbHIEHZuA6tmvo5QyKHITGeReZbzRZ+s73gG7P1yuGePCi1rp4HfsX5a06+eSU8Om2whU+6Wpq/v+OyXSE/AEDCbNIU4OuBRpnpvAz4fnL2RunQp7cGFsJXTE+dnAy8o3ZIWol9co5enw1SaQigZE8bIMpI4xTrIArU3Y2i3NGh3SfmyrFgPYFrbtAJyaDDPdb2weiZcWl1fwwvPbQafIF6Q/JnNcfgc4yuXXSCf4aSZQRc4YhL9yhaz5zhZMr4epeHl6HGgt/gGvR6X3+DgEb6GAum4Q+i56ds8su/A6ZOcRsgX4PI5jp9n2AH6VtMJapylcnLVOHqEzIvOZvRf8pqxYH/McJZOoTW05hI8ncwYv6lVJXuomFhZVMx62SOYdcGGZahxZ92aT2JH6gy0N3r4Ou95oxzLaFQG1sPBespHGEBRWOHzW1rJ+7KaVFaXE6tAKEuWTOGwMz9FsEOb3ShrjzZrDx0BGYvSRIz2GUxh+im8/NjOw6eW+ZcvqYqxgqdYwMZxOstFI3pqTEJBXRRBVlhg/TtIwdKMDtBmNl1kr2svxX4viU97Spsj6Rz6YP1PqgMjpMVDPhqkM4KzasMBkWdTZB+r/vTBRmPD3/bZ8ezxb/3saQplGIdOoP2p2sL7WIaQnq9VZXrWlqGyMvQj1tPAGCAkltz4QSJW+VCCy1zHZRWDW1kIJTZrINs9KtI872veGYvLC7t+duXvhQucoVP2QFWXlCuwdwipyeEgOOIkF46EZxIawDPiXqRcRsqnR882XwoSqnLB9dI4OvuJiKnpNVLbZKoXfBZhJX2W3gOlVF0vzolMe/EpGRp3PO7GenFV+p9UWNsI1LaITO8+0QHkuQZ5sF8cPtHKE3usQVZkFvqyG9Kn/UCLDnjbYIeAbOCPGGx7Yzw6yvl4ovx4dp+rtiY2289U0jGv9Jch9ZEZom+ExwurEb+sqsdtP+U8jcDTCJwdgactd3ZYfj1h0INtbE7PZEadYJPpFGfPhT1//ty+/e4b+/4v39t3f/rOrrmcTjl4VxyCdHnseHsXRcF5prSyCBYEjp/B8k8+CEA5TAfeN3suW/qd+9ubD/b+zWt7+eMLe/HPf9qPP/zdfvzH3+3FP360Vy9+sndv3tjthxvbrJZcEDcczlojwnC0wKlDdejXi0TJILRc7Bp3+Nzf31L2vb159dJ++umFvXzxAv6V3Xx4b+vtCjN7bJjVVQlqwKGLPvHBnssxjz1eC7ygCfab/VDFoa5USxalVIq9j8xX8DZWFmi35uCAmj5wYAzAD47qTy/zdOJr55WXEayqCtNaCFRCoDlqQcsYCVzKmS8/OIviMGvkzHG6Zl56yGmEvMHx0+IgktNITqC2XVmD46clv6V8hJfDLeL8iXLsQRlo+yiyxw+tFNKrO5VJEvNZU+uPoZ4oT3P4EP0qwgkkHSEazp4RkizpRfSElrqEtAppRS9PaZWnDaFiTDUXM6vqqdW6wOpir70DLcuJBaGfx5qL7FQH/cWFXV5c2/WzZ/aMvXcFvdKnvlwAZiqHfuCyUGgjgaIorCTtFxLyypJ6uWCKVtCiKPxoytazjr0agRxADnI6oTP/Kdi3RQgWymBlWUKFZK8oghWupagzXY5l04hkk0WjjAHBuVRCug4uYM1ua/rbGul/21nbik/gN6sNzkTk+lsc7oBp2MesPXmA0gS6NY9KYsFSDeY0ECd4mvaj5SHNeXR7+qZPq2/5tDwj9CuTqos1Kbn/CqXntTgwE1raGzFwaILqFNx06vIh06tWjlpiozZI9lnwMsFKelMGKGuoDJlWmKyoI6H0PGTs55I9H0g7SIcBMxNfkl8iK3FETjJYj9MeVbWwCj6jluOJdI1jppbzBczgD7gy/zUxd+RcjHjkLjtPB3v1JfVdmuqfULd+NXIyWZhTHDtTgfqn1Jl+pXJhdT23ugKi0oVOJ6TZN5OytrKcWAjAKit8BIOlfwW0sIJ5Klj7ByAgzUJmA2sDHCOyL2wEqR7Sln7YW1RmDtNP5yUMQVAbSp6xQsU8TeBxBJXwFfs0hMoC/8xhZ35CL6NdNNUXG2vRjkCe1ygqJYpQrIBksyQzi1R6HwMqQ5DekLBU/ygNm+sJPIeC+hzM64KQa9bhHYiCO3t37MGHiD6wquvQ/lzejXikvI/BlTxS2aBvITrjIoYsWmQv6/2z2TY8f1Y4f1amP/y83W5sv9uhozZIv2AdBXpTWP4pORRofVX1xOq6toq9FJhH76wr0TbNiw+SC+CQERvPsJRFmpByifeAoDUQQsBmZZXbnzpN7/UyyamrxjG84P0wm01TG2ryQmU2NCLAFzYkSZ0L0vqk0rmCR7LUEUbVpSll6q2nPx4Vx9l52I+lx6lcwbH0E6nU008omZWagYdaD6qUQHioOkgiE+3d6RgZZ8hCFn0N8D7jvBMd5CMntw+fMNxrfTnRGAippHqaUkUSsMp75mjujlpz1E771PI6spNtj2mqHzvOHFqUdfptkZLsi8SMYi83Sp9lP0vp0BfUCVhKMcwhnBFppWuMhINi4s6qp6yn+GkEnkbgC0bgaS99wWD9WqolB1cez6YDyPziwp5xAf3uu+/s+79+798Cev7sK1ss5jbhk6miKLzaouBBrhcpD+yiKKzwRytUL0EHB2NeisaPrqORTwPXq5Xd4dx5i5PnFQ6an374h/2AE+iHf/7Dfnrxg7169cLe+q+F3dpmdW8tDofIIS5dxc1rOPA8inlR6eWqC95mxcXyfmnv3r2zly9f4fz5EfoCmz/iAHrnh79u3xrnVqurigNV2VP6QR/Mf7AJHeLEIPm1gwxzIHCz8PSD06inchTE0K4AKkFtFvoDY+0Ohin9OGDmssmRTHrpkDlhfoUa2gNbytO8pwtKPxZeOe2ySCs4xOCw8XHWV/y5PLfu2NlyuD+gcdm6dw5tmDt4nENyBkk/5aOPM6jlMq4/vt3Ghm4L1MEhyahHL9oBOIHouqk5TsXQokNIbUxxkmootVIkEz1GhZKMpFUU3fJBlnUlPwcK+2HH8zDjFBvjumLfUF0Wgo/vzPRp7kxOoLq2wEXQipKqMMCuqUJpFXnT+czmi4UtLi7t6vLKLnEAXV1c2owLwGRSW4lzpihKK7TvgBVmRVGAAAorkWmtFNCiKMx/cNS406enNlwcPdcK/UNX5QTVUYZgZSgsQAN5ho7xgwkud50Zl7cOmGy5UDKzkWqfkLzjLrS3HU6X9Zb9yR5db9Zcwla2Ir1ZbXHc7sAG7FhPjUUmMDLKhzG14Sc418e0j0baAM8joqBstG3EXutoWG9y9rS0Izl+Ghw+Ca3WM3KnPGtUTvVjyWgGs5uq8LSivaIxaA9BEpFQeqykl3WGiGYRm74QBM0p2KOgshJACblvZSAxQPkJWmtCSo1j6ZNWGbVC9ASlLrg8T+SccITKnGbZUZr1l+WV+JmVXE7Lnp9UM94NB5Sky4BOkC6AGvbMKvov6G8yaQ8yxBoKOVPJowF3DckxAAAQAElEQVQ0uqLb7EnXLxl8UEhWWigA8iDQnor3UVlKFig3RkE6A9YD6xFauBq8KOmj4EWItJgdORdZz2rJJxYZxkJZWokjSm2Z1BObsFcn09pphTzQzqA1EdCnoLoL0dIS+Qhoo/bYGL7vVERWBPFmARKICM6T7INs9OxAVG6MIcPLhnF9mVe9gqfNCrMEKizol2D6kQ7oeNfvcQK1cgIJo/0VkUee9dqjJns8481HI3r9MvNlUF8OJWhSSvAcaWlHQ90bnMz5f/na8vzZbrfmv/rl55NggcELoYRSlAku6J3WWlWXVuHAq2q9U5WPLirnG9q3wwkRDoDULxUAR88N7ITKKtZGXddWCeylwLshBK115QerSdfss7qe8k6fWOV5RWqnpR+abiGxJ/F56YnSL0rSy6F89LHsk11PRX7FZozrk+lfB+ca+KU1jTrM+o9a176mUwtZiolxWbb9sN6jJdKX+Lkk+MKgDoLlFeL8Ryzmpj2iclz8OHW01h8pL7GalZujNC/8RIgPFuFSQPo5AeUjtdP0UeZHEqflTtMfKfqU9TQCTyPwi0fgacf94iH8tAG9HIRBs4Rj5CXTIaPmQKJvAf3l++/tr//+H/bXf/srzqB/s2+/+9b0d4EWXFTn87npkynRC9KLi7ktuMTOplObTmubcGiacECfTCqrOUTV0AkHmrIsOF51tueytd1sbXV3bzfvP9i7N6/t1U8v7fVPP9mr1z/Z29f6JtB7W3FpbPiUvuUSp4NjS7mGA53k9/rbPh/e4/R5Y2/evsLh85O9eQne/GTv376x5d2d7fj0j5urTcqSdk1t2n+aVlfpABZ4G+mlRPct/egtKCiVqfhfCb3JnviRYLCchWoMjUptI+7bWjEvFQdFzY8DvvID4owDYm1VJSrUpEVnpjK160gmTMgTmBfsyk5VlRwuA+Wpi7oJxrDQtj3v54QW588R3OHDBR7aNBsu2hucP6DF8YPjrnGQFkWndWeQ9HbWxq0j4gBqgSjXdepiALgcpMMEvOkH6g0SnxFpm5A0KUggjao0ElGhMSqySIeeqoNAun6JZrz9ZI0KYuNO6mMg3kHpCJOgekOvQwHKSl9AjbYRU0+aK4311GocqNV0aqGssEtZVFo/LCpZWMUemdQ1TqCZzS8XOIAuwBXpha9ZzWPJPGmPFkVhOmNyV7Hs4Nl3iICxu4x2FqLoiRamH8UZSpuRbbJXhmAl+0MIZWkFaet/OlUEUknifOGDuoFCMilDRQQ1zAorpAPd+0WssQ1OnxVO4OVyiUN2Y/pfxxocMA72eNPsWUetxR0YLlDB9M+IZfosNIl9BqugXwut29LzoqX+lnpanh0OTuQRB1Fk/FvxGfQzmVGNgSp7eN3wKTPFozqT4BCHkqIl+lATDlnOnTvoH2SUc61McRppPoD+/NHeKXkEVyOKtC/BfO0dNQ29QJmEykJ4BDwLwhloDeuimmhtxzzPF545YUCNfWQ4f8IEHlhZ08KqB40xrf2EPR0S1HZGzHVCqBgyylqFLUAqCGFCGlQTK0FV1FYWE2SVlzPWWWGyrxgaCzv8dIlFLGacY5SzAgnBea3ZDJOwYFUA7MmKxjYi1zMjhNJCObFJPbGavT3FWTvl/TKBn9RTq9jTBTpmpeknKgJaoxCfK9EDpPEIWKM+u05TiQARIGeCWpvFY5vIjpLR0mxISB5BNgVYguQ9RBgNhJSxAUoXFCjEZLC32IiEvcWO/dxCfQ/u2Zc7INo6jZ63t0i+4SAy9TGjt4f5oT7xSUzbvU3meUmmWCPcYQa631unfb+jzl2qs+PZ0nn7jJksrKDxRVlaCBXPwcqqScmcVlazfmuttapKeewjs2CHn77yo5nMMrR8U9NG2EMI2MIKtkKobALS3qpMZ6+AvAzByhAsUG811F+a3tPKl60wboYdJZT9u2LU4y+vV/P85aUeltAQCA9zzkg+1mLWzJkSHxV1Obcvi3l1S6koxtcHwqyW25lpljsd6ZEuwWF6VUCQ8BSSA8JxDoIUEMMQmxvMvAtSdCo6TSetIT5eg4P4IfOInUNPD9yR6igxYh/a/2KJj2oaBi8b2JOpBu2vxHmGP3KH6dNcelM96hWeyNMI/E8dgd+/X0d77/ev/o9Vox52ucelH4B4EPLJ8HQ6t2fPvrK//vXf7T/+7d/sP/7j3+3f/vpX++7bb81/NeViYXM5e2Yzp3MutwscQnPHzKYcfqeTCQeoiU0nE2gNoBxmJhxqSh24+cSo3TW2Xi/t5ubG3r59a69evrQXP72wV3ICwb9/jwMIJ0+Do6jlghh1kINuVku7v7+xD+/euaPoFY6jFz/803784R+U/9Fk58OHDzh/tlaWwfTNGH2b4tnVpV3SVjmu6rrmoZ9674uOiICAMfAXJOxAxf8K8PdG9PeJR57u7fI2JXiNqR29fEQkDyg5GEc/IHqaS1Co6I9r8NISHRX0eiSjb64PxZlQYcPBWNT1xCrmp6oraMlhNIAi2fRPaXXK0aGaUy2H9Mhn+YIO7KIRB1G0lkP3ztHi5ImglfMHJ1DbrE3f6Ep0A7+xRjIO/a2jsdg7+aKcQHrZYo/OMCYRGD/eEWgOpNEjTgLxSgiS0Fc6YBbS2GjcSJCTxuLAq5aMdB1CaZgimTuGyksjlUmcyqW0tzZojBnLuraKfaJv8tTsi4JxNyvc9t7H0WhGsIr9V09rk3PVHaqXl7ZgvS5Yr1NdKNlHZVVZUZRmheqXjc72XGS4z+AIMrOusPzPeg5iRlTYyQ+CgouuxiSUpYWytFKg3VaQaUKHzS7ZpnhAX1IjP1hhIZj/FPAFnCDRQNErioI27k2fuuvXL1bLta1wAK23G9uxNhr2c8On9FoDjfMNl0KtI404Ro+CrPcCZWcgYihZd5GykXUk2sILu57Cs660tnQoj0bfWC8U7UNgjRX0KVhFxwLPwYrxzpcyRGZoEB2C6tdMOj2ID9yovQehc+widpANkDDJ4iBLaeUI40qSjqQJyhOUUp4g25JFWpjBuI5SSSqZkFJD7Ht+SI1KGbyg9a7+jVHRAORlkkUfr0B/DukkQ42g1kH6IJ1kVwLlaXqcIhA11plZCSl9njRHoVC6MGPtdzhpRFEwY60G1y/MoJ2NfyRTGkow8iNQGfOfgj6SgY0OGHly7kbTj+QBVayzPibsWYccP7wTJ/o2Hw73Svu+qi2UpaFMQcaFONkw7JPoY3GPg5azx82gI4STAkoLB72skGskLVbwesWAPMhkm8udIYrmLUaFjeVpzycdvB2I+qB6BSU1cq6HrU7tZmNGOXj0TSCcMa32ujt62ZfwEWjvt9JxXdYi1Po6ZFeQ7TEk8yXqws7jo0j9wobvdRzSek5G2kOgZVkTKzyf5FipQmkTnrGTScWZZWb6xqaceRXvxcA8W3oA5II9pfyIC7I8iBgoTf0ov2edSK3UPgG+RBjtXIee53vaH3XeYVxaaGRMomSYNek6CmzJEkTB88QIRwkJ1DpLkSe/LDoyN0qIZXxlLDK4ShrjniDpGajZLobpx3XUC895LNIz8bG8z5Z/kZHUo8+2zQCnEsSEh+VOenqSfKDf54ejceqFI2WW2pDKuZl6BuWVznYkU9p8HeVY0lMkraQRXDtLsuZR+iiRNT5Bz45T0Rf6OQb7omfJuA9BbxMLZVJkiBJD/GvXislHA9v60bx/acZT5U8j8DuPwO+5737nrv33qy6ePHlKHod6Qejic7FY2FdffWV/+u7P9tfv/93+9//+X/aX7/9qf/7Tn5B/bVeXVzbnYjvnU0/HHKeQeA7BM+RTHYSntenyOpuJ9qhr02W34FDdUb8ufevlyu7v7uzm/Tt7hyPozZs39ubNa/vw/q3d4hxa4QRa4fTZbNYmen9/T957e/vujb16/dJevnphL1/8hAPoR5w/r+wDNpaU2eFgmnDhns9ru8Jppb9llBxAtKHics4T3w9tZv5iU4TIE5mS9esEf8npQoW5nodTldQXBmp9xaHPdOo8HHman+AODbW/Ql1QefJtBNWRofIC5SlgOtBqjgOH2wqnT11ji3mp69Jq0pXSjJtfsGTS7Ro/GOTUHYFx0DEcNBEkSt/8kLonZ8edgQO+O3a2XMC3pl8Ba/zbQfqGUIIcQk2zIm/lOi0OASE5ghpsUB/WsMwYRTX9AFozBNYRymhKojKo0+Y0KsexNBxJzdkUIVC/BiBV3x2nebQIPV0K9VdVRZFQQKMiLusjCtSvv7eEQ8HHM49rWViBnGailMpEDs6x0/h1yBIUG5eUBBqDPZ239Y2fyIHbLwtEkTHoyCD0DpsCG4fgdjxKMuUWRbCyFErTnqzUtlCY/hltSZqncZEETojQp4CZ2mikTT+dFUVhoYfapUtMs93aGufP6n5pWxxBzWZnrT6ZHxw/DesAmV94GEPTT6L0XImziH3/NQZCi6OnZTwi49O2rFB3LIoKnRlyU75bwz7GGVYLRAmlDY6fSbBQJrh6SfF+pXma4k4fjTCe83TxOIecf0RlOCFSX+JQKOFoA49q20P3pA804mxBB/3cyj38MVp0xsAeOtrDKrOHz9jBp7qPY+klpDhZSE/SaFD6yKPAqMi486tBWHLSRxoTIZVH3fNlR/Piac2PozP9ekkUP6zJwoy5Mg0C9ZkV5BSWfkQLpNgPJWoMEroF6Ho9fEVmrE2HoR8SVH8krfq7aG4zGv0hPxTYKidW8nwsq9pKnLJTPiipZwubzi54Fwp6By7820A1+UWpZ3OqH3NGF7yfhs0DrP/pejom52Q5X3nnkPNzDYHaeoQsO9Y5pFK+qZW5wfAU02MOO8ong6Aykotm5HThAilF0zve2G8+fyyKqG8D4Qw6OH7Y7ziBor8rkvMnSk+DxQyYU9lyo6MoyzpvlzJS/VGsw+uEcxNQjRbTC0dgTgsQWBea25K5EiaT2tyhx/zJCVTXE6vQK0MaQ0o+Eg71nlUokzS1UbFg5vWrBySDUxhU1fZWzy7/hqzGJTIU6sH5enIfH+ZSDnuH8FDjkHeOozzzkdaEygrSEyWPOfJWMceSslzGxPlzEUOq3joKKdBtjYXYj6F8LDM15yRX7UOkPIgHeO1viCfHEU0gGWhT4mBIK6BNsNxHiQagq2fJOD3wBybPD9oHoTjZFWXgSqcnUc7P9CTbkxhVn5w/igLry+gGCkfynCg83/hx8x75TCMxO4oGE2KEQ25f7CAYuGO9QTwU6OdnyOgZihFIFEbjoR8Jg62P6Hw0K9X0UZWjTNr8c+r80mqO6nxKPI3AH2MEnrbJv3KeS+NIXVqoglXTqekbPfpVsO//7a/2f/7z/7H//M//tP/49/+w77//HifQc5vN5yZnz4xPP4U5zp8FjqDLxdwuHAvo4vCtBvQvwBzbs7q2SofpUFqpFyinCP0vQM12Z+vVym5ubu31m7f24sUL+9vf/wH+Zn/7//7L/vZf/2V//9vf7Z///Ke9uGIxfQAAEABJREFU+OEFjp+X9vrVW3v//oPJMWTcgOe98+q7P31rf/nLn+3rr7+2y+tL02EuhCq94Xgj65Al8O613/wnjGpw3qOREHZ4sfCSIXkaUongL20/LAUkYxhpCslMhD+lZCFVeQGnD2WriksKF3/RqqqtwgnkjgDJmZuAkwI1r1PlEzpIx7AdaOS2l0DbuYCnQzxXyMgBX44dLvnJ4bO1ptmAtaOFb/M3hNqNRT/w7qAcabADQ125J2Y0iTSUrhKcTxMqVnrkiQXK1zgJpk6k3h/U0UkJykmZHtH6M3HWOuR6UdcUl8rLMSZnkN+WJJbNivZQd9B4MpZVydiXBc2BKj90FgvAQTri/Gk5bLeM2R4aGVNDbv5TEOuiaxa5xegsit+D4emsxRskfo9wz/pPs2JDSdQpqzQ55Lsl9lzgFF6GYCVtKkOgTaUVRWGIzX+k7lZgTKWQ9iTCChCChAIs9jsAh51gRRHEUjnt3LUmJ+4SB+4KZ+5W3wJiXTR4CVr/pHvPmmhwCO6slRNoF41hSOUfidEgRzHwPZ0uSwwMQS0UUCHQRbO+OSSdDcb6JyOE0oLPEWmefxYC+cHGBVBBJonkZH12+AL9EqM9IrUJSFJAntJje5lPNLqOsUZUhDGBaATGQHQUksPHWG1jLfFJlvJjn59sKzcBB4naSUJtg7htdi/6zvZtSfxxTJtLQHmXU4jg8xaZy1bQOmBdK31sqLDAWiUys8L0E6EJ2CwCWaUZ9AD0CAiNzB7oUs5lUDl+qJaqCmv1jSJkKBIqK4rSQjmxyaS2STW1CR94TIHeN9PFhc0Xl1bzfpvgGCrRCdXEyxFZAuRBCKOsjtwxSJ4G1E9FOZ3GKBoDiAhKrMBSthAKC/rn5cXZgx/PGqSH8qci6QXmxHg2BGDiXd0jVy+oqzAzAdb0ExhV6erd0OIEEprdlr2+Y9+z53EEtTiCouY802xfZTHidUNT0FglLsfqWQjE/k6bWD2ZmP99NeZlwYdAF8zR4vKSM8kl86VzysJmF6KAD7Wurq/t4urKLi8uOdvMTe/EECo378/2vh0ucJ4+73nm8AD23abF4x+KHOSmNPmW9VW4VHQKylBez77W/2D91vS3DfW30jabLWPUWGzVZ/TcVipPkcSMYpdJbST7QvZIXc9hmTtr14UdRy+1TRgX9RVgaSH0vPU/mkyxzJdZSoSkmJPKPYOATDgQuJPgs5GGvM9R+3t2IKpaloLqhyF4nuRHhUfj7Qp9JP1CfCFOUCIhteCk1mOVpPiRWM9DVX1i5SMlyCrpjTrgdXnrECqMeaXP4bgmN+ERuqI9SpLjMJQaGHKlCxkHLRUfl8SkrEEPhnYTJ/k47oX+DBnLP8aP2zLWky2NEXNOdeRIABmFVDTFIzFssFQG9kwokWGa+FxQPcK5vCfZ0wg8jcDT7vhXrwGeYGVZ2hQnzXw2s+dffWX/9pe/2P/5P/9p//m//5f9r//8X+5Uef78uel/qJDOfDozOXUW6OubQzoQy9HjvxaGI2iBQ2aOY0h5Mw5iU/T9EF1WVlFXwROV44N1XAR3HAhXy2X6Y9Gv3pj+tzD9keh//O1v9v/+1/9nf/sbDqC//83/ePSPL360lz+9tLf6ttCH97biYtnxYplTx1fPn9l333xn39P2r7/+lgPfBQ6gmVXUpRe7DssDvvgNaz/vh7qHBS5G6C2lVw0x7SdOUvjEmAX++ZvHy3iUs9SdBJec5B3J8usz60AV1C4OzIELcOWYmJxA4iULytMFAj03R5TbqJf5MI4II5eBBBIaVx3gnXJI5hQZcW4ILQf8Vo6htuECkC4BLpMzyGVZvuXQKx7IOYQTIeIYij42qY7cLLqiUdJgJUo7VXVIakqdQBkMHQreDyl/Jsb6mRfFGhbEJSitxqiNAceCUNbMJqeE4Chok3T3XDh3OD+2tts11oDtbmc79sSeW+kepwp+HotcSqPzncnxo0+J5Th1cPZm+DmIY9KDbAtKkCnSQ9JAo8oy2KQs03zDlyH4ETz4vFGGYPophshzTFqFhBnGj3gIZQryQxFM9qUmp5Dmd71a29390tbLlW03G5PDd8/FT3PaQhNa5rxlPDQ/Gdg9CZGRlpchugopGK2LBBqh/JMyYUiLA76uSwuBZ5FDfCAdzAiDuickEA7Sz+c+o1wpa9ILtFxUaUH8AepuatxBdkgnfelEb7PSY8j2OC1edkQF8T16wmBgPlgZEBCUDvAE5JRxGZRWa73veyr+AUpaNkLgclwCC62Z5PCRfc4CoOgOo1jzZwaUPITIOjOcptavRFGsmqjLPY+kt6swY44dJkFhprTBszCjI9DiwthmUAOFw/uIw6espjapAe+3Ke8zOX0SndlU7zIcPvrGz4R3pt5roZowRJWFquzrkj3ZpU3UGwN1D5DsE0CdYtg6p6ees/ZpcaohpT1JpKKmvWj8pARMH/SwcJYyCsBt+D6CU34GeioukEOKIH0BNsuUL0gkGmh4oswZwsg7YC/w/N/j5BB2POfa/Zbn2c7a/OthOISlG/Wspx8UxZIqEx4ORWBOBYMKmju9w+p6avomz/ziws8AF1eXfCh1gfNnkYBTaKFvcOHwubi6MP2K+zW8ziw1zr2qrqlMPVALci8Trzg9axh/HzMobU0ynmHItI4jzh/lSF/QahNNUA59Qldcq/7iAGsYHznJ73lW3q9XtsFZrndCw7sxtmhSxFj/qsuoM9nqY8/reScPBC79skg2hFFtnvToy0yZxrOgDGD/wRwHZR9Lfl7qpGmDWcb6yOCQAROEo1zvsFbvibmkhDqbnR4V5kvPjn9UVZqjLI+mIm7U501Wo5U5+1M0FT5ojdOss0OGeT2BONAw0XGe8+OyLkit6tlEXMejlM5xKVmZU07VE2ceiSL73mugndIVPI2+rNFUBVIFSMHliX0Qp/LZwoNsBGgQYA4Bg4FaSqCgufOu9BrsLJ+VPvkICcfycpQcZQV4Qp8JN9brpZmkscmpJ/o0An/MEWCX/DE7/t+u11w81aZqUvIJ2YVdXz83/5/B/vI9TpXv7btvv7PnOFnmfHpW4jQIPO1CGUwXvrqqcLbUHLx6cIiaTic2mSS4fhEwrwe9AMuDWmdNXWj1adc9zpz3OHVevHxp//zHD/b3v/8T58/f7e///MFeInv75p3d3tza/WrJZVkXheCH9AUHPbXrq6++sWfPv6LdX9nl5QWf5uH8oV1GO82f/Hb0owe/P/lpx0CPNH6lBPWr50fWVCcCEQGWt9rApdb2hUJKodILDmrITkOv4+LM5+MnaYKyZDPQrsodFJXJ8ZNQWhUENAIXGh0k0DMuFMaPxkzVH4BEJx4fwM418FjQFz7H0uTqAAAih1uhhbYcaJMjiAsADqFGMjmBBM9rTPnSj0oPl0MujNQ19Ia+qGkOaj4E2uTtUSuRUobYhm/pDHnK7yGH0FnQlV7u5Qcei/DkYo2DP3GqNcVZV1MXNIZcDCt904q9FWi3hc5aPhHf7Ta22Sxtubq3u+WN3d0B+CWOks22MTmEGg7/2120LRelLc6wLRelHReGlkNVy56NjLMcRBp9TZPO1wVMgpnSgSiEgrkNNlFbypJ9W1pVBivJM34wQ6zglrhqqHdm+J564LLlxtwxnp1T0hQiqNABXoAkGXu1lcvelsuMPtler1a25nLTyPFD23X58U+/1R+tE12GsC8nT8DEGMYYIyKkOYvoPQaUzgfGIITAIyFYXu9BeyBUZposByzB61YE//PDxwwc8tQjr6OULMMlfYSMdtNwmnngo7eXdK8lcpAhl70SKfRIPpRDh2wPp7K+nFGWR4KJJqDteZ9D1bMDfO9q3wDn3cHDvmbCY0a34xHCnsIJZMgc6Pv8s2+MlRmBO35ovvM0xb+tobUsWIEEMN/qt2Aup4AhBx1ogZys4g3eyopQ22Q2tXq2wGFwabPFpdMFdDq/QD63GsdPNalNjh+rJlAGJAAzX6XqsWFPVLDf7Ef9ycYj40b92hfsu9bRWqI7nMyt7dmLOz1XHGvbbtc4ZsE68dv1xv9Ye6KSp1/d3Cp/Dc/e3W5XtmM/y86uaUzO3D3P8I760n5s1YjUKDqvFha0KQtoJfl763g+RJXRr4iJau+LDtjRnz3oKIoh9GXLwbyKGms2hMC2AHquMRdVPWGOpjbjA6g5jp0554OLqyu7cJ455cOiOU69Wf/t5QUOoRkfWNWa87q2CttUmILaDfaARjO3tB6+VVsFnltxDGRDHjyNxw5tJ1Z5QWO059mNJbKJeb63PPsaxlLPSP3BfH1jco3jfKdfmfXnZJd0s6mRPdlMcOEoOlIeyT/Nehul5iYUCX0tsLSa+YPxEZFcc0SBAjwIZ4XMmWn2eu0w4nvRLyEsDpbFiYVIHSMROmWfDOzVnvUeRT1fWG/qWULOTTSI5OhovSgjQ+OT+AOX0lTSMxC3A/Uw1hzzyjxSRBCPzGg0+0ElbxzCod8jk5H+CQZNfewznXjkRlTryILLDlFqQ4oPUufYJ6IRymlQ7AlGVlMlJ/kpeWhJSnt8Vug5j0fUoWfFWIGmHboumwJ6PmBOiQjjMp/Dq4iQdcd8lolG9r23QYknPI3AH3AEHtsbf8Ch+Nd3meMW75DKfxXs6tkz0zdpvv/+r/b9X/5s337zrT1/9twWHKzkONA7syiCFbwAQxU4B1c4ZGqr5fSpJjaBVkJZcW8IZkWh1yoHB7M9Lx19w0F3xT0HoIYL4ZJD5ocPN/bq9Wv74YcfkxPob/+wFz++sFc4f27u7my92VrkxD6paru4vLRvvvkOx9SfwF/sa9p3jazmE8BQVbwPAU/y9NCn/p4PQXLzB79eXHrmk0ov05yQ4FdFMLVAJlWF18uTXy/HAcockLUzVXMpRWGCt3VM6Swls26miBQ8ma5bXtBbovaQwaUlMB4ar8CcBcZVtIKvOFAHxjHAB6elBSuxKARoQh7foHUQgimdgIoqHPrJ6uJSlw7M8FwaoiM5glqcQa2cQI6Gi4uwsygnEIgcqKNfGHWQ60ETqJJ2aQR6mVfL6FCvCUqrHZnmy6Rk8P5rXOI/AUYfDex63KdUfkhzaaV9Kafz2rxt2htlsJLxrHACBXjNZsdYbHdbW8oBtL6z27tbu7m/wxm0ZJ1vbMM4NHxirv/GXI6fBgdQs9vj/Gyt4ZLUgj17IbKXOm0kr7Kg3sKYCkucOQ3sPTl6yrKwiv1YTdirNK4MpRUFg2iFGT9yJEF8n6ZILQXUobq4ixhVmvOMbQSGouqSFVM70O0AYuZuz8VzZw19WbO/7/l0e71ZI9uaXxjZ+xHdiJ0jqBEOjbczZlRA6BOJ5DImGz4PSf5YrPIBQyFUFgIc67rKPJmEvigcIVXqTC//AjKcej9WXnm0w82Khyl7GOnBhhlDNICuIkAvhzJYEEhTiphQgnFQeoxxnnh9G+dBfhp/xZFKhVRxkrCLcdEkXnLlC8Y+SIjH/ScAABAASURBVDjk6Zs/SYaDIOfrV2lw8GqPx7ilf8KOmnqdLtVgWkxAtiM1yoEqWUR2oEY5dQSw3jsrxJiFwmkkHcUD50mbQyMG2BelMKltMp3ZdDbH8XORgPNghvNnhvOgns6tnNZW+numtMAeIjLVEy0YDMhtKeAFyO8SImMo7Hl+7m3P82KPo3nPOLc8axucFc2usWa7tQ3Ong17cgVEtT+1NxNWJmeE5CscP1lH/6ufZA2OowYnUIMjSfZaHNORejqeSaa92C/W4POTOp5HQSPkEumQH3UJ0jxTtqWN/o1AUU8z/3ruS8cLjSLfv4GhFyrTPq7qymrmZTab2WwxM32rR7/adYkTSI4e8TPOLw50pFuh7+837Mm6mqXnipzsO+oWWo0baHHStLyLnGZe6Qz9erP4TMVTLmLHcPrse8h+q2cfeS19bbClZ6S+9bNc3vP8X+Oc29hmt7Y9+Xk1qYmC2vmbIR4sj9iDcMRprJjCkeRzWa0GoMUACJ9bMA3Fpxp2ZK1X7slRFolD3QcOcXqWUIag5Ai0m+cGq26QqeRBT5yg7EzFg5MkkvTEkAElHGOlMe+ZRCifiEtJERPgFMSpnaKkfdEoDU/w9zyTx5PC+wmbxpW8h6G3kTNOkuOC46zUxBQnHfFCNiSqNuVSmUr+KZzaeagvDcFz6H+2HuBd9iAatB/kfLlAM9KXouKx5THfazyRpxH4w44A2+MP2/d/Qcc13GOcNIGnkx6Q+j34OYfdZziBvv32W/vuuz+Z6DfffuNfmdZXrPVNkTIEXmDByqK0istUrUsuh+jJhDQHY+kEqKGlgwJnQ85BnUWYvcCBqOVWueFAulqu7QYH0OtXb+zHn36yf+IE+of+7s+Ll/b27Tu7u723zbrhjtnhXJra9dUz++a7b4Da9if7+quvbXF5xQFwxmGwpkb10/gJ/SFR6crTag9d9fdS5O0nkEFwKfS3CLQjm1U11MtA0AYSBGUlQjsJSotIJvibWsIjSKMXiGU+UkoJcZmKpypGxaslmS8rwUrGp2LMKuZwAmoL1RQq1NCJI4SJWTVxXfGnqMh3aA0IobAqBPTTaAc6gL+EmnWoF1ocBDsuKi0QbaBbdxY0zbqnG6c6JLc4iCIHaj9MY0u9GSDDAdMu1+VRI/YxZF2NwlhPcuGcTPIM5WdetE878YiWJMoQMAZpHAoSsYvWciHbsubXq5Xp0967u3t3/KyWS5MjdNV/A2iDY3S7bW2LI2jLJUt0x6VOjqAde2ePNyayj1RTp2aAoijMAMHgTMPCVFgZgs9HVSZalqUFlIqicD3TBrXRD3Ijh+ay58ilAjmaIk4eB5XCGh01/1ECKM9okwpFFtueS85uu7MNfVrSv5W+wcfFUZeqPXtfOsYFz3RJcmAYoyl2y2ahpz3BrHk50qJ+kE1CSYCCLIgWinpoHhIqrVGeWfnyh9TYCr3egXjVjJ2dNuKg8pDbn4rcyqlwlPbaSUtPgCWoBz402BPl4elSl8OlkPWhzC0TbY6U+XhckjUGyTSZsu4JuVqA0sfYMz+CHDoRZ04Gt1UbgNwcDcYaSmhfwjPHezl9wD5umPattXHtNOIUjbajGcBrpuNQA14Hc+xzjTVRFFm1nSMSRxZr/mAhsnYFY978176UjpSIBZpIi9JCObGyrq3GGTBfLPjgA4fPJdS/7TM3OYJqnEFymAqBd1vBugmhok8F0FNNNoWOVolGp2wXozkJ1G1HsF/lR8syWPqnSiP7Tntqp2/69I6e1XprcuCscfSsV2tbLnnm8NxZwa+cLm0Fv4Y/YI1sZSt0N8g3OG5X7Nu1Y21r5FscSFucufp2UDNyBqnujj0fceBEqAnMGxtWg5OgxjICncsZN5whLc+Cludii8MjI8JHt+MTRwmzEApAn0MCCQIy5qXi/VTVE84AU5vhwJMDSLi8vDRB/GJxQd6MOZ+DKbq16VlgoTL9RFZHZI0KekYdsKMreyA6As5tfXDR8Kz2divt7d6xplu6nRHhM5KsZVO31NXyXpMDyJ1vmov1KjmBmMNW/dd4BbUuIYz4XpKIx8oUPPGrR8wENrW6IR7GvAs+Hf12zTtTd19ZT84oPCr6kp4dzB+4g+E0aof0Ge5csTNqg0gmMwYh+2PEn2O15SRnJaa9KAGQKS0z5Q3UE0Sjto1YMg7hnByz/ZpPVR204XIBpx4hPAmPiJOWtzixp3qjrKRAHEqiHHKBrJhpzhcNPFnPjWcuK50DDtIDVx6yfUjP1TJSeWKfRuAPNwKH3fKH6/p/hw7n4e/b0if14Ao8/qZ1bRcXC7t+/ty++9N39te//tX0q2ByDM05SFVcoHTo7jjpdhzgdAB1nid/x2VwjzzCtzrocJDZcUja8GnXWodSDjr3HC71rYAVzp8VaX3DZ4uO9HTR3VGm5aIbOdhGDtB1PeMg98y+wtnzDU6pP/35e/sq/8FnDnyBQ1ykvgReOnQrOtQxgYQH8adQhmSivxCqdGxCZh3BRFKUFMaqOc8p2YeXdOoLolHIWlA/EUKVK15spuPKlO+QghgoeoGXY2DsKkGHaBDcCVRbJR7nToBWPQ2ilKmAykonoUQfIK9YG0GHdaoJVAMh0Fvmh1MBYc/Fb88huT9Msy4aPzxzIRTFCdRmtBsO3o3r6mAuaER0/cpQ+gBdNqnLL6CtSeeQZyktpxEtUlDzEmLKk/AIsiUcCc8kko7Pm3LdKBHjYAUUWWQv7HDorOnjivV/d39vd3zqe49zRL/euOJiJYfoGqfJGkfJGt2NY8cnwnvb4gDacWES9ozlnn2mvYbpIRTslaJPFfCB+oUyBCvL0soALQoLkpt+OjPsiBNURpSiTsjlWmSGv4l548Km/UjdqjcXizCR/d65XOOgUl4c0501XGbW9HfDPtcfhm7oW7rgoauQoSLYMD8yKe4zJA+KIu1GJtZ1OpSUzlCGeFGBfBFB5UOgfEaVeGbdyqwgeg7JpuIxjjT3pATI5wVZkuaYJj5633Ke1nPLfkHKJTn2oOMoKE9lonpBOvEp75inNFY/HqdyB5tK7yk1hlvIbYDK6eNt6vebiboch49T7O3Zv8B67Pdb1tKWPkFx7rb9N4CsdwLFTk4gyuH8cXvQTnahJrB/u4L+9b8W5ntB65IRUClyaHVhkXVuLOTOjDVcALOokSqDlZPKJvXU9G2fmb4Zwjttvri0Oc4gORDq+cyqSY1ebQXPv8KfaaVZKIyFgx2MErwuoo5125FmG6gSuD4or2cTKRL5NWLW82CG+lscLtpr+qbOEkfCCqfNCgeOnMz393d2r2cNz5z7+1v/nzjvcT4PcPl9L7+zlfTvVAZIjw9hVtJxG7e2hF/iDFphf9ljrTzqXAs4neTo3rH397Qr8uyLmgHGQ20+jIJGDaHy/dtALc/7nTU4UtoTuA36qfKagMDcai5CqMyAaGCeKuYr0Rox+xwHUXAUJn0vTyRT6bygOhMazh1CK9rwnvI2KK+hXaIZpOXAARGHZut9zHlQ1nJqPzxOnnaA0nveZ20C61Zl9T8kbhmrNF47thU6dDLQTgHySGDslNMrJZJiic/jU/mpVG85JWiLM4NQ8+aSz4sKqX1evdL8dTGud8yf1DL0rZcPaTHegZSBiQBS4leKB3vUJV74lUzLDFZFeO7yeCKR1j685pUEIrgIUCNNDI+UID7jV25WNvuF9Je04qRDD2oO9pj1h/KHkgfmngRPI/DfegT+dY172j2/49jnF5YGPcNGj7oSnnOxt0i04oB8Mbuwr66f25/kAPr+39wBdP3s2vQHnycctHQJ1AFqoLw4nMdx03FjjNA9F9YGB1Gza00Xv/VmY+vVxnR4XHIpXHIpXJFerxtrcADp8NVwmGq57LaU3WNH7dQf4NT/2vH119/Sjj/bX/70V5xB37pTSM6hwAGwQZ/ASy4CdSUo4kWmF51cASnth0AGJADnrZe79i+I/N1CRJAVWQ3YVj2iqitT56mfAIsmDLGKORjKvt0yJkgsDUH850L6H4MOzyVtmFgVuPRUMz4ZnVqFw62q5vCkoc57Hul6gTxjZlWFvoBzqGJdBA7m3mfvEz0OmsGMaCSB+tQxMXvmquUwDPXD9o6D9gg4S/QpazpAb8kTNlDK+OFbVz5B9iL9AIycZhvjDFJKwxB6Hbicd6AuPImkn0Rqc+LOx9LUnFG1gisFLotpHOg7fOQCtOdSvMMBol/D0Kfpa9a/PqFXWt+UWeP82eIQ2/aOn0T37A3AntixwFsqark4RBwvBKwW1FdYUQiWqKSFWUBWhsIdP5VoGchnTqwwBet/glNk0KIQBQjVLzmaVNcBkTkjR5WLqC3s9Y59jsfHqNoo6n+qxbgR7+iP+qpvAW3p73bL/LHXjQufabToT6aYM8OWp5VHe455FyByzZQQKxsOiToiAdIH9TjQqMAYhFCx1pEwFsn5k5S4g8LQN2IFmaUisUNLPNFHKb9PlD39LJJLiqq+vH6hrA9zZ0dDnWmNt1wwY2TM/BK5YezhdwI6OFUiaA05NO4TbT0fHhrHUP44DS9d6YgmrHhWj7EhndBq7nDKNrSlcUo7oK1jxb7M6S38ln29BqJKr5GBZmWtO3iX0FXKp9+R/RyYhCAnT49IOupvxYAOPiHPbccYJT6NpAafdcvC7oTOrOtS2kyTX1opJyiOHTl/Zv63fhY4fS7M/9DzdG61/sZPXaNXW+GOhAnPlJLSTHAIVDB+smCfitUKGsK8mMgAlKk2laEpnkxRkcgvigNtwo63yehnZy37z58tPDPXerfimLnHKaN9dy9nDo6cJbjHeXN7tzRR5d/LAS1d5Cv0V9K5vbP7HivKLt0hdGvZYSTZSjKVWd3zTr/3d7q+MaT6VL8cUXrny7kRaZsPEA+HQiOkYcn91/NDwOnSsg6k7+AZ0fJOiAJrQ2vB0DPtc5Wl7xoFJsiC/tdFnDyVozLRAB9CSXblMBNVQXMTETt6jracNxrQsqZbnlVCI0pa69zTfX6kHS3OnUhbHazJ6GCvohN9r+IcoqzsNTg4G+YjoyUteYudVI4FRJ86x95E9ZylhamhIRiNVwDwSXoUH6TYOsr5tRPZ/vFq/rxaDq38Uv1yKJDrHwQPmC+t5YGBzxYUZzRz+zIdqZw0TNM6yv1iNmoP5VJnqstZA2XKWGLsPkrCRNY+nC+zVJyYIH0nHimVMG7+mE+5Xxgf2T5KnDH0i2ujj1/0yczjbfgVmnLG+L9W9FT70wj8i0bgaTv9zgPvLx2NunBStz8i+2ex8zo4lcHqeW1Xl9f2/Ouv7NnzZ/bs6rnpU9KyrPxTKh3Utttt+gOSGyjQtxiENXI5fDbrra3XGyC6Nf2ay9pljW02O9vKOeTYW8sFN/KCkt+nKIKVHML1VfyLyyt7/tXX9tXX39jzb762518/x/lzZTWH+KqqzULVH+p43lsP7486Oz60pzQF0PqNQ6CuFMxZIgJ84PDetwBN5AhkAAAQAElEQVSBUkKSUEDt1gsa+Hte6XFTUaEYdg5CqRwj9TlpUMCZMRWfEBi7wBgGxrqSI0eOnmphdc2FyCGnz3SUTvKZ54knz8vVtKkElak/gTrPYmgojPdRp5M989cCqA78wA/KfmDe8onwlsvihvUh7Lg0bkCDPpdmDtPml2bsacACFARgArI0GshpE4Von5iHUHsPUqWEgyTNkdKSH3opTlKH9wmur86sMKPGEAtVbZHFvcfJsePCoMvHvl/zreS7aLu2o7+iPZC3/Z6AtcillhHjMGegwHbhNcCk0HWe9hbizClDYSWJooCaWeH/c5J0OlrV2dEPOmaFGeiA6DGUUj51U48uLIKpz53x03kpIw6yFc2fExscBxueASsuproc6pmx9/7ztFHZ2JkxT7JDEQp5jOxhSHMpuXQylBawI5HYMeg/C5PATGnzMCAuYgRMoBmD+kn5kyRqqSTMo+FhmVNVaegInqj5+m0ZAdYzfBT6y2QcqNb+CHIKgSjI+QNt0W37b9REqPgjaD+dyGNcs68OaOScaXN62+dtWZMHuFNWF3Qut87L7oC1RRxCQgtt21WyIbuOFQ7NJft5hc216xpt0jeAzB0/zKFTjc2eJcE4cclucRhGHIpaJ5G1p1xN3YB+iFVarPIdCCLrscD5o2/1TOsp77ALm18ubHYBBYv5hdXT2spyYtJjoWCiYD5UW1pxvkyRKmCSy7q4hJjIEAetMaGXFKeNpD12Fvbg52Bb6+6QHdn93kCJisK034qitMJMObbH6bLjvSqnkJzKcmrscGzscCQrb0+HnOLM2ON42UuOvvNKgwhaPYuR75jvPfO9w0bDe37Lhzn6dbANe3qFE2mzWtqy55dyDOFUWiNPDm7WDueBZteY/jewjjo79j+TawPoTEebOuY6Ap9v1Q0f0W/Rb3nWt+hEdCGmeQqhgFQ9X8EHAK2ggufDB8avh8Y02WCnyTZ1NNCG+hrVA8S3yFryIk4f58mP5EXa4Rh4rdME6UX02t4JNKaag5TeW+sd8FaoNxb79S0JAqO19IN2m34KRQnKSNyZWD07Ix5EHy08aH2U0eL/qMLDzFHrH2Z+luRT/fosIyh9yo7yBVQ/EXwkPfqE4jj7s/UfVxy37vi1dSgjThiqZgLYBv5skNy3gZkN+WKUAXXiEYk+jOvsRf+XkFHLfb99qtm++z6l9JT/NAJPI/ALR+DkEfMLrT0V/7IROB19npN6mXCE4UDWm0JnglNgdrGwZ9fP7dmzZ3b97Mou9b+BlcGy80cXuhWHP13uVusVjp6VfxqoTwKXy5Xdcwhc8sm/sOYSuFk3OH4aa/T3CnRI5QK85wLoh3oOF5zteVEVpsP6fHFhV9T9/Ktv7Ntv/2zP9WtfF1dW1wurqppDEo3kbRaAf/sEasZhkBxOT5yjdHgP3iG6SDp1L/GSC2T3BO7nB9lQ/VACFfEy4aWjg17LQfEIyGMGrUKTelOr1HRBfRqoM6jIPoSidgDlCJihTmVm0Hfkrkf5OILBH6Dx4sAcEip35kws0Rl0ZvXwLaC583U9twrUrju1inXivxaG3cDsCQZVHQGZDT/BOcWCJ7jsesNZA+aH7ZYL487SIXoH35gumfo0VbT1S+WWA/SOMWhAujSzIplyehl6MCCMAFUwCOI1EFAEHg71e3KIJD/GOCU1pemZz0XiSSmDttATqiN4WnL1P4SSNLqdcXGMXM6itVy4Whw+e7w6+IOQdbaDb9gPO9CQ15BuGZeWTaE9Ij2SJnQ4gowxLoBTbMu3U5glCYwOfWUIFopgJZfEghxaYbSih5EHW5iRbfkHU7AFF8mcATWB0q5Y0IaOvuwtrePOtH/1mzlFUVhRACuwYRbZ47r46MK4Wq9ttbr3P3QqWWRfpLWPah40nyfSHrLQEymiCQYIpJUvqMUCIoWxDQYhaAwoJApRQCtZgBkCy895WaTlNjaTZJ7dR2l19QmzEm6EKB7RuaB6Ur9lVdAajhZKwBqVZcEdmPmyySU0gjY7WriMaz+kfbHGmcKekONG37DxPbJi7yREnDAZLfwxsrMHKgeNbDg2lN9gN6F1m8hwAAz8IJOc+mlTzO1zG2uL6ETsRqXVNvjWqcoALsq6TJucPgxMgAZWXoTvupY5aNkbifpaI88cGtmC0SpgEjrWnbHuNKLW/2hENe8B5045mdh0OsMBtLCLxRXvskv4C5vO5zaZ1BZ4joWg56HsycBhjXQk5X8SqJSUORnX5cJwKFOw9gSTSIBxOyieo0bb7czPoQ4ZCV7vQS1YQZ3qo0GtoO08IPY8LHY4buT82eB8keNmh2Niz57ryOu6zjqeL+7w4VnU4exRmUgHI3kGOumxCZQn7Hln75n/HfO8w6mrvwXk73Te73ICre6Wtrq7t+XdHe99AV7fKlrd2Rrn0Ha5tg3lmm3D2mqt0xxj30eSTtJyE7yDyNWOSHtbOWL8V7L2lNsBdo/yKWMWCIGuM2/qf4bkguaT52+oCnRKIF3jJ4AUotvKNvesOU5DyGAISe5tTOrEqriH9HiHoeW6LHiaT4q+RbWb/dv20JqOzE2yRXmaoHnzJjNvoaRttFlpKjkJ6J9IPIkNpx6RIDj76ei8xiPVnFd+RFqcl//Spj20+pmN/bUqHuxo945b07eDZTOW/vr80IDBtGoWBoFUBHZScAw5MMFYXtAvD0d1fHnxhyU+aZC2npR6KDlReDTJfjybd85i0v1k887ZO2funN6T7GkE/uAj8LRV/sUL4PiQcf5xF8rK5lz0r64ubXF5YXM+La35BJX3iun31Rs+Bdzg9MnOnxUHwSUHvRVY4vxJWPPJ4MZWOH/WfHK43jS25dPEhgPdjoPnngNRy0FUEN/JOJ9kTiZTm/PJ7PX1M//mz7ff/cm++uZbu7zGATSbmb61QmRmFYc6gEPI0yEg0yFZFJYQeesJ6e13kCNGNEqj+3ODrAQMCrKhEY0cDls/wLbWNgA+CsiVl8HJkUOjSiUE+pBB52hjkp/GelVhSsUBKSr1tFsjQXu8jFhnaGVkbDwN7/mJBh/HmuoYS/06WKgtOYHmUGEKPaCuJJtZhZ7Kmsq7PRt+gjivS11IIyOZoCxaMirRK/rlTn3Z06c9h30d+NPlsuHi0XKBbHTJ1CUSGh0NulyiOWjrAD4csBkH1ZHSakMCYkS0h7EwQY15ALVyDCmkNCVJEIeK9lfOu2W6oPGX/UQLxrO0qphYVVVW6hJaTq0oKkB5SltXcBGjOfvCf/uJO5dxb0h8Z8bWsIhORLezwjrTT0GU8f+z9yeMjeO42jZ8k5JlZ6vqnjPf+/9/3XNmprdaUokXWfquGxRt2XFSS1f36ZmJiyBAEARBkJJIyHFBniXXZB8ochJJkDIv/i6Lgx0KNSnSyQflrgYp7KfVCMiAkpQSlH0g2o/aW4gDo2iUAbgkywAhKw7vzCGHxvgTN98T7h/ih04dAO59SBpG2kzJ+iBxIw0jpyQ15JzhNPUMdp2BiidpsPsLlwZcSkFnOyJn2sI0B1Q1FDzLsYNkqYBSI/TSKDg1K6urlr4MWxvgiebQLQ6P1nyAGgRyIJO6DEg75sNrHCCg0gcQ9OFa6NeftDXefuIe86jegZYArpmQW8O7AP4fi3wNua3lwVvjCba0LWX0cN352gvgegs88Xqwr8EefmDKwQMPgOkC2EAfvfvkudEDAzZov2XoO2Jde+bGgBftfNbFQCB0IIA4cEGMXAixUiJLCCXmAzSlYDujKrP2cmrUENBZdgt1q6VWPDOurq+1XF1puVyqi2/8tFyXjbhIC6CLmSEnZSBSIj8HWKQiQk6iKAbgFGQhbJChsI5UKZ/npT6ds6N8sMslCuEi0/SdfVXmJsYS95m2UdNkhpWRSAAuntqICx9Sdt7AtTvYz8Zcvy6PlHUAJFmnwwG4J7NmB55hfgHUc117HrcEddYEd9fxP4d9UgSDePHz4ICQvwnENf/AS6LH9YM27AEiAEQwqWdexT3AthQjIyfjGsaGgfqe+Y++CF717BvcxhB20xALkWecXNsMWHPI8Coot1NdM2Gakehp0mJNtXTE4SjkCi4yUYzMMwZga4yD4GW05Dk0MEG9MWPwOAIoi+vZdVgcSyRDJLLUZjU5KbN2D2NQ/dBHJd0Xc6iAygSjh/wrkhsYvrzJ+ei/vKWUvq4rHT/uVczRkVNKl/hzma+nmbKLjb7Z9Iva/mQmayvLI0gKxL2iEPBK+pMNutAddlzg/n4WS4RUlou1RcHEvMM57bpvge+h41v6fW3z6oF/Tw+8XjH/x/NWH3Zf8tJij3DPpm/DRs9v8f3WL4I8bPriN3wI/DxOsI7f9FlrXQM9tOvZBO3ZwLOP9FmRrUsGksYE+IHk3QGQcqPMIbntOvlHOd/++KP+9ve/yz/+fPf2B11f36htV3guxzPM9/MCLvOY42GnCkiZHkSdaaDI+nlw5MF+OR0aQeAHPQGaRxVbPzZ4PbBlzFs2x1sOOYY1B51yoNrK9QP13gRalzHNMYr2qGIUWEyOiZmxgODWhCTJpZA27cLJ9ghmpNrSeIJDsCPT9cRTS3/eHBec1SmCOvi5dSDIGOjaa3w/g+l3gjKHrJxpmxOWGEAkzq/kJTGaQjifumVoMllYdZYw3AyN5KxMfOlvPQze/Pf4jkOmD589B8ktdM8hNWDYMR4Ox8iLDXaFcnge6GfSG8jWGOiCZCrbL0+AyspDgwy1DHa74JlvgDcAnoqhP/o354UcSFs01xw8DSstFystmpVys5DGBtsTIIIlCjyMiaNExgtAKiCwUoNRQNCpXEsjrAkSZABZAhqyJmcZQ/pKQ8LCdoQxRScOf3vW9X4kWMMBb8/16nVp3kCdReTW6Ixpho5vEAwjNkx66CBRWecU46mTnFliz5rfcD184iDoe8eawPFus9EAHykSNk2Ns50IpyT4LrMcSnmeu87ajSsc6zN2Slm+jshMHSstXkuNiewsYF41p115Xn6OF3z0Wt7g8ikUrnstMGCfASnaFR40RPEH8qzvgQOzr4k+1v9GcR1wPZQgCwGgGnSZ6osc/Cmw42snoJbB24AHAkUAurZAyEy6oo+4BncEmQgIBT3Dlpv1N5g2j/te+fbPmnbYwPxvCQL0DgLt6Gu3Yf63ImOgnuBROY3QAzyCDYx17wAAa9Lr0WuJGq8GICFXwC0oTAkez5HUZLWLRouu05IA0BUBoBXBn6srrr8l19+C+1zcuxrlWCc6++RSNqpQOOQJKKlWcZmhp/ASzKNE4Z3aWHiX8iJ33rpIeuyFmud0RudN06hbtNxjGB/jXBHs8u/1XTNe/++dS/ywWCzUNK2anJV8raasDJ1TUgB+cM9Z5ZNcptAAiCGblOFZtgEnSSkDEiXxwXruCRp5OvnlDkGeeP6tH+MbQGWPQICIe8AjL4nWBC/X3AP8MmlkTY3MNxOLHtFPoMjQpsHrAJktQaCtMc+DbbxULHDa8gAAEABJREFU8TrpuW9aKsSPWTFaObdABipuoHPpBBmo6Payf61uXsMYfXMLqHWuB7iHyuMP8Hq2TdjGM2mIa5eyZaI32rpjwP5sU6Oc8sGfmWrNZNEOx32DagqhWvhyXHQ9J39W62KFaveTpunAedmkWlvxodkJ8XLtUXTmniPzReolzR7ki42/rfKlLr9NI63OlR79TyWJehLE86nWV3yQfMIoNbiH9OwKKEJ/xZxrbjLLV+REvqJXD7x64P/QA8/cZf4PLfo37fqLzZ7u3n5oGubtXMWOu7DOZsa3T0PPxmvDZq28yfcmzps6gIPcAxu8Ghgq3/JZy78BtHEQhE3ajgPlnugP+0K2TdPBNbaMdMamZ0zwwGIT1LQLLRZLXd/e6ocf/6a///3/05u//ag3b+60it/8acNOj2EgC9uzxPaOrGzwIJApxyYIkmsRQopCpAE62kbpUubaImVNtfU5Ln4bIrCzZbzxmwj397r/8F738UOZH/Vw/0hAjMPads8hy96kPzaexU5oknvzhi9q3Qm8S8lyhqg7yB0I2IwV3XMOzGJmEK4pMNSAhfmm8YltKvotgz/NYwOtOchzYKAv066zXAV0WQfTY80My6UgTzN3ceDga8r2dRhL4yEOBN7gG3Ya2PgbenA58PoQ6kPkGr9SPwWCEERrD6CTzbf1WS/qTcJ3su3BcWGyvPCc2w9R4czmMybzSgvnBSyb7YPB/kiMlZ4m+awGvQu1GeAA1hH4WS6utGiXattOOS0kZMaRNqPbSvshaW9aic1W4nppNHJtGAQOUNYICBnNP6PgJEDyoSLnpJwzTcDiQzDHGgWmFHIokoM84yAN+1EO+vT4fY//I8iDziElKSAHRq3iM+nJ1CUlWEkpJdk6WTFgHe6v5xC/JiDweP+gNcHiDfeMNfeUnnuD6Et80E5biEgYhAecAiKbeId6E8NJjSUYsivE4Em5gDWfdlBk5nkzLxTaTQpV8vNy4b6QP6MzY48BI2mcWQUTYHx2XUOeW1ZWi/1g6BzQiBrlIakMnPHjv7gXDiOunKAH+xs0QD+DIuc2vqaQoY0MWBH6wKHfdlSIHhO5Icsf55l+SxsvEjzPIZcboQbm1EEqgeu1OnBv9Dd+jPvdFhmuT+otYz0ZG6yTJRPj8oF/2GEf4xhZlyxJuTt53GLsE9Az5hzLKTdqCIYsCPB0BKmXBEOueG4sHQjxn3oR/GkJlOS2wa+ZtqRA1mEaHOWJBjnBlcyvEP275hSS8MMZMIqZUFVwjo8ixzEdeZWaa6+87HliPAuPednp6mqpG8a9Yrwr8FW3VAcs4luIrKeUaZoYQWJIzDbtoxTXruKTIhf1KaBB2pByUgGJZtSB5Q9Wk+LaZy4duNsRpNkx75vHtdafHngOfgp49LeCCAKtP6214aWSn5s9AR6vTU++rbNG6xe6DH4WWGZL0HC73miN3hII6gmCDiy7QW7vNWIfFasyNqKtNWbcKAxfBU5RRw2i5Obpcx8GeBBxL4bKoH/mveYeh2IxT/WYQRf0Gd2Rue1Q/Edd0yYZ2sa2JNXPQZ/9UJn/13i673+TGXbCVzT0od2e+oomJ6K49qT8ZYXxWbGjvudlnm38p1QcLVSsrtKp3Z65hjNEQNTlUjnRtTQxZ8izMCv+BcjmczbURVPx5+S/uX7y2oS+Wc1rw1cPfIMH/l2bvF4uf/bM2eMA9/+yCZn6940UNqWSQ/A4gLYgBW+oet7Sr9dbfWLjds/G7YE3uX5zt+EAt+VNnwM8Ow4ZWzb0pvd7ti0VUDBwuvSewY/MAgnNie2RMSQPJgG5abRgo+qv6t+9eSN/Ayi+/XP3RqvrW3UrDs1sYus9PTD65Q8mYzgUhG03mGFcgVqZF/jzWY4O5nJmnAK9iZ1nHGi2HHDXHGzvHz7qw4eP+mjAZ+VbD2vFRhcf4Z1QGjEF2zOpNIqKC1nZ3F6QsAEBmXktUMYYTDRdwrCnNET/2UNg+8pQgj+1sd84guYnMNW7bUCSAsOvJhoDdXoQOEtUwqEFeU3mhUXBwCpw4dnAQT607uRD5eAgUL/BpwX6/lE9/q91gw+jEfwplqEoUvRnx09qXcZr1JkCTcm8S1C0IRs6bCF0HfuEM8f5g1zwGubGh/iFUtNxQF2qyQvl1CpkCfiMFZSwwJDBDaVcIIE5fFGA7zRy/QBjAVEyN9E0paSUkvxGOdMmpaT4gEYIg4MykJG4PDVywi6Htl67XY+PS7Byz8FjBOyuqQsN2BoNI0OpklJKwsJiBh1gFjSEymfkfrDlfvE43Tv8LcLTbwBZLgslJgpM+84JFV7kVW9YBcfYAIkKcmUwCZxRCVAgd9VsnUeRenADPJNoikwGnhH4HLuZCxRtHmiDxgoZum7MFwR6mrjm4EKX39dirUDDsWRRyMVF4t4zTiDwoAHmAXy/IYgyBOypx5vwODEjjM+QpQG00DtBNk6Up95YQ9U2mRYCE5iyQ+NeiTqxjuRrjz58jYo5HyrsuHYJ/nBil6hXyNJoKPOZQaGPtTLaXgcFABEAirUX6w6JuPYSazZhukHl4zXYZJ4hCy39rZ/rK14kXOkK7EDIkuBIyzPGo6MhLhiAEZKOxcdjY+HkgBQj1OyToCvIxlKu6cC3oR4P4OvG15b9QyeIMlbyL0nFoqr1HJ9q8BQWTlaTGrXcY5YEf24Y983tja7vbsMHSwJiLc/P1GTlRAsyXCaTlGTTC9B7uYAlxhF1zhDOSGfT4AQESWaeIdpTlgkM8z1lv99pR8Bmt+Ve7eufZ6R/FP7RgeCHNUGgjba8XOq57+xZFwN7CdGWhCZ8BkGS6/a8RNmyJra8WNqyrrbxHGBdsUfpacfqpw3JxjCP3ABIjBc6M/YAaJgKJyCXXaaJeSZPYTD7BOTFTjs3UZncyJ+Wsd1+AA7iRajkroZy/7nBxqahnxRmRR/WahmDPvfJnxOY1X+NbBmhGENRMBb0nfMvGeJcZk5/Z1Muqjt6zFRCxgA6SadWWfKkmv3Lafnl0qH9gXhZXpoLQpNOebQPE50ZKB/SdOVEmwPzTyV+d9cvKfANxNfTfESWrzDn2zWGOe+vSb9a9eqBf0sP+LL7tzT8P8lothwSmw52HWL/oYYHSOMBZlVKe26cm81WnzaP+vjpk+4JaDw8brRhs9ZT5/vkiPTI5rCAG2cldlEpgZXQmGP74D2lAUak5CoybynMzxjhzfrbH37U2x9+0I9vf5B/f2jFZh513hPSbpCyDrfyOAvAwpQjE6koHJgI0MI63PYAITfLQmxg72VwN2C3C+jh89Z62Mpvsvv1g9YP97zRfK/7D7/pw7vf9O7dO70HPn28l//3ky0b3yE20FneeBsyb2pzblGeFf8YCwRllY9tDmAE4PJYtmGlGu5RtrLAVgP6wmTpCqGxtItuKn/CdtolOBg9yUXZajLeKjpDnVkAQyG/lEZaAqghTQID2OChjtD7AhwsBw6NA4Gf3sChouANwR/APP9ZmOfIctGp9QzyEFASyf0YrD1+AwgRlwuUPASxLGQCF04to3FiFPlMB1kc0gF5frmaZBrIlLMWyk2nFrppF2qgM0Eg6xvHRhqzRuCAlblyspSyUmqUjM0Djwlx8RnBvnC4ugIlGLCpVvbhDmhSVpOSUkq0Fh9kQhgyAdF25CA8aOdgLgerHdf2zgeqfc8Zfa898uMwYt8ozuZ06nZubNsKSC67aoz5N4Vb4SYlbBCfgYNbj94t87bj8NZbf8yRwracjXPQiE/JWgZ0FvBNoDQx3yIVQ/tgBiopSSj0vCgnmRb6IUo1GicC5D5daaD4JD3HfyJ4gfGZtl7atBpsXNzMkI8hZTWxdjKmd2pZMy3rpW07ygvK8FwOmYbWDVoSkFXXdAzR35ixPjstMNVgEkSRzbTO+CjnBt2sYfTmDPa9Kvqd+oLXBjRqM60q0Gsk1kjpc5QDPANzPcSBfsc62mroAeZ+4NBufiwm1pZ/P8pQdCTsIhH0GVhsY+BREUgRdcqITXi6EEq3SQl7mqbRctHparWS/9zr+vpaVzcEgfy7P/DL/Rf9NBrwyWAbwxli7B5TAhsEg5QByNM0hiWJusSAU1SO5AYQvBGgFwrmGSBnyV0ephs9Ls+qg3zaKtiS5yosmMqBUAL2HPqbQCvGe3V9o2tenNze3mpFMKjjBYr/DKzNDZIJcKrYtHsE8I24L4i5MVdRhqKKnJRUehNWJEBPPqV+qovBjRqZT99XNqyBzRQIchDokZdKj58etHl8jEDQjiDh3muE+324kXktHdrbWMa89awrv3DquV9tDZR75HsHgahXaYBdqQA+gygJfZl1nAO7XjJdKkseawM9JA0evyGqBnlsBjYENAzmgRd8sw73ohg8wxjNPQWEMUEt15mDk8vFQp6fpluoiTmaxA+6pvKfgab7UumqjIFBRHEqBe0sOXsRLGF4Uej5yvMOn5c81uDbmJTgeL0H8Wz2tIsL8/Vs6/MKazPM+LZnVrxIIkM6rQpGZNX9s/pT0lIGTVdknrD8mcyJpyg0CS45SZ/V/Hn/oewbUxjwDW3zZ9t4rLGMuYiPvRypzyp4FXj1wKsH/hAPfP7q/UO6fVV68MBsBho2zfLT0jyggW5yDtFh2MkbLP+Jl7/Vcn//IH8DaMshsWdDN/CQGZEdU5JBbLRSbmQQGAIJVI3U+5lqoKjgZvIskftPRTLyKzbsb//2o3748Ue9/fEH3dzdyV/lD/t4UA2aPm5GuZR8qy9QyiU3p1DH3M0MR86cGlTqjEtPmT5aIPMQ4QQjIg3qCTRst48EgD4S/HlP8Oed3v/2m97/8os+vn+nT/f38gbXm9HM2Bo2eD64td1SgXOnnFsgMyxAhqMdA30NbGbZefJsxg7SsdYUDDcBMr43oAxd1MELdcYUvzSh8UzUnHMoIuYW6jQ334C7nKLSZQMDCV4ZmzkjLMBSYavpCdhsZ5n243s4DMe8jJYQp94+Gtj4DxwWeg6XW94w9w4sGFMufA6f+NKydOjeDn7KbKytL/j4vPrbc+0+XFehNCS36XOAVRItmAuxhg8dMPcCrNo4MZJMfU6NDC6LeobEWSsBCgieyidRnwopSB0/HKjwQc3jB54pG6eU0G/ISilLlAVSfOgnMBnXJK5m2ANrGiBA4+DPFh8a7/FtDy8O4hwGB4DkXmicUZtRa0yRPsIto8cwlnFAI6SMDe7H+na7nXbo9xt/0/3IHIeDMkoyQQ+QTBujkeoIFIQMZTsLOFAmLHoBMvNxAHRmoIjNG9W+dKgV+ovcl+VHDc/JW+IF2FMHDAH0DpYBi5oI8Phe0ancO5bq2hUBmKXadoK8VM4LoFUODyYMQecQdy5Gk5hjVvIADwmFTINMok0DLNBH+0lfB+66K3XtBNy3On97xJi6lgOqA1Jd63YtbRsgowd9Eudi+xdwEJb1I2DYzr59BD8T0cmWBaQkAVyOYd3AYhmY74HDvF+aDz+3RNgAABAASURBVA5isVYd2KIXyVIuJ0pcS23TakFgbNF1WhL4WQDLq5W6ZRd814t7sHg2iX6wTM9+zivPy1795g1khieK4MNLQEmlLLcrjAs5MnbGhZpnWSFfeqF1EZvWe9viDwJAS+DawS+eqVerK4VP8FGDL5omy5CbhFuyaKpQKX+4cJkDGXzBw3KdAXJKaSYvvJoAnXxCZ22EkXvWgf8nsZ7783qzloM+D/4toE+Penh4VPxI9OOaINBW/jbQyP2nPsPzpB018trYs/eI+wj3/vgWEEElB4V65iRkbInnuxoRODHOLLKAnFtIjz3p+Q++oNI66RjqmNCkgMjgTzi6omjbox1XIEWSdQGWi/VgOmmxaMtvN3m9Ah2BoMz8WE90QMuL6auY0elXtfga4S/SjhAJn3+N5rls8eac893pP7yLr+jAzjoZ4HNtWUcncmLZnDd2+ancWTOKz/RBcxJ6Efk/S7bgKzr3ULx/+IomRdQNC3XIL7Ds5UP9K/HqgVcPfLEHvvJK/mK9r4Jf6YHDRDSzhmay+/A9r+cN6ZbN1Waz1Xq904bDW++NHOKDN2XIKdO4QorG1Kay5+WZM+0h4ZFgpxQZBQ6KbIRczOhZcLC44a3ljz/8oLdv3+rm5kar66Xa1jq9naIJqVCDytOolDRtskqJOuRqvckvAfdiPcYcl2g+BDjwM/hbJQR+vHnteWO5vv+ghw8fdP/+N3387Rd9ev9eD/cf9ciGdoevfGi2nobNeMemu20X6jiktIDHahBj9iCMMj1Z3pZ7DBXbHoPrnoI5ZWSmio5ZHoqpIRWpF3Jk4nx4JlLssAWGWjoK2UMeQ8GWOYUq6Zalxpwx9tLBo19zKtjvRa7HI5aw5gqWGsngE9QRB8mBA0Bv8Lo09hwR/Il5Ag+s394HCQ4GodenTDQ4RdeRoS/Wzyl2leEga2ImZ+lgOZt8fZhXykMdAYIk3JSk5PkB+dqhqPiM5BNMCMaURq6QiYQao38LwUuDkr/1cwB4pBG5ASzwJEnJIznCqKQ9F+awH7XjeraPHPTxwavf7bXHZz2HrIFD4AjYfaMP3bSTgXGIa35IBBcYp/WNYB0gSZabA+0592tPnwH0M/pLdYPiY+vURI4WY6BxFRh/mppETRaofEQOdeYZrAUbZdpQWshBhUo+xWjZP+Ve4tAlPVyq+RJexoyqwbi2OadbwjUEMnKrNnfy/aPcS5bQK2AB39Bhy4KhtuAWZXYcc+CL2jDNwzDAQ0IEh0RwSWjPeUG7ruhpl+hcqgN3BH06B31OoFPnABT3s5Z7W0swIedWGf3OMz1HGvAj60a8QPA1OHBtDqypgbXGwkNkpI2ABBirfAaQgTUyAl5/LGOp2m1pf1OO/hJ0Yl4bB4AWnZbYuyToEYGO5UqLxUrtomVsjTL/VD/oJ02lHPhYHumLZAZA0hAGmG8onGhU+YELZzYSLFSALnzca4EhLDN9QexZlq2IhkhcbpvEwJWaRl23kH1yc30l/0mYvxF0fXOtZfioU4NMSo2UkvxJk8LsAIoZF2HEL1TYEGDEBwaBD9Ff+Baa1Klod5uRa5B7DGthzz16s9nwwoQA0MM6np+Pjw9aEyDa8hzdb3ueFVZEOxTladBeFwM3ky2BxS33/ggCca8feC4MXnuIH1KmYRTAjClTNiiw14chUXQ9ID4TgprSZMNUqggVQVq8QjDIXJYdAG181MD44bnedrTMz4qgZQGuPcot15WHahlEvyF9e8tLnR1tv1T7Eu8w6y8JvVz3fYfycl+fq/2Tbbnc3TOzcVm4jIi6k1YuAKRSf5YjfsI5L59U/tGF54x8sd/aaDhcgSFe2RSOY5oo1xmoe5ImkSf8V8arB1498NUeeL2cvtplf1yD08k4lgYOgJvdoPV2rdik8eZu4zf4bNy8tx+9YYyNI20qVsMWMAWobvnY75DkTwpeyc0rm8YUm6+OTfzt3a1+/OFvuru70xWb1I5Nfeag4fuyb+UGnX/ovrAsVShvuA7seAS4roK8twqo0uwyIYfgOQjhtsYDG9TeQYX1J20J/DwQ+Ln/8E4fCPp8fPezPr77VR8pbzb3qNirabJWy043d9cRwLq+vdE1G29v7tqui3GSIYuFNid6JYsO89R/xfCDY3wJrKCA/XIJ6KU0tP5CPc2nuglRb52HllP5Ka9y3K+lXTZdwJwCHq+HUerHaTYoZQDtT9ORX2w6LWdWV2ljPr05EBQHzZ2O3wCaaOYvDgXT4SAcjwUZsE3FwqKn0D2qvQ6AsA8Mp9RZLgonWZWIVZVbkK1OIeMWHGGCPmQcQty3pcRYRsNIPro0SUEHBb9wB85VZgIR8Bnky69848eSE99kwOgRRptRtoXeEuCOwcOYHD9TzyG770fV4M+OoEwAh/U91/mee4ADRTZjDL1JI+1l8OkHPKBzjD6oA5vGOhmP9CPzwKMU7t9zQNuh3we1gIkv9Bh8DRmLa6kxr0EgUiZn5oygXGUTjF1Ee0HOqciA9WQEokmUo9LZZXgm+OP253DS32VthYvOAcoAOklUEQgaAAlXF8Dewp+L0jtrK1doO7URhFkp+x7pQyOQ26UMbV6Au5BxuULr+ryEbyBA0l0hV9ocZbhPIdeGnHXQRzY2f0Fbg8sLhT1tAjMvrDiPZPDcGuJPYPfMeQGNHpVXwai4tFgh4pNZHxoSVPHoMI6sy736YaStxDlfQ9QKjFwyMKsEftq204IA1WK11PJqKX/7x8+RxbJTu2gZ20LKDZBC16QGlABSBqbkPioUVrGVTt0xLNeCwm7XmZ4APfkAWZBThTw6HT9Vx5HzuyjfS54oKGPLGNTmVg3PVf8Z9RUvV+J5xIsVYz+TFjxbm0WDi7JSllJy2ySayp9MOcs8lwwed5kXMT/CFyMQtMsxPGRIZruFITsDqqYR2XHfx31nSwBo/fioNS9P1jxjNw+P8g9Hm9+z3xi9lpBPeDVna7C2QQ5a71lj/lHoCAJFIIh10w+K+0rYorMPc4OOnBvZN95bZF4wFdwwbgMy0ZebJmdAFixwQdlFZzAz+BJYGDFQNaRidIQNSV3b6prgz83Nbex3rpbXWhLEbOHbChpPiTEdF+LEO0P5rPxMsYpV/FTsaOeTuqjy5D6p+SZGqPumls81en5Ul1t8oQUztUy3mPbL6r6I+4V9PqeL5qTnak9sS3Htpkm24qk4RweF84EWgRhvIb8hPyhWLN+5hllVYc/6Lozvl7svP36qxj+wq9rFK371wKsHLnvg9fK77Jc/lzubhSCb0+59UOu3WzZma639P2/wRm636+MNPvsx7udsqv2ASW6d2O/xgCHJPMDbBPbyOvlEfeWMcn1mM9SyCV16I8Qm9Ycf3+ruzR0bo2veXrbyBq22eILd9QmTO71PF+bP4UTGBeSMGIWRRY39lDLdkDX+EWEHFwiA9f7hyoePWn98V7718+4Xvf/1V30A33/8TVvqxdvHjs3k6noZwZ9bgj+3jGe1ulW34kDiTR3gfo69V0rK2eDMEn8UuL8Z0J17mhCk60CRTBuiQGa6gHP7ytvSimPTjT9LHbNvpR4ULRlZpCAvZm5VwQK0Z0UpoDTN6HaNwaqN2emDaMeCjP6ZLx8MvG63BO62BC23zJ/pngNCzxwNhtBFO1oXE00bYNQ6AhUKegoKHcpVrtQ6D44VYVj27jBoClYHRD04HVloHjVwujXEhQCtgJGrR8AoMf408UxXSKIuAkGIVAw5Ih9Atf+ssvSbJA5ysl3GBGNwF8GGkUPUoD0HrJ5D0w6w7xz4GYhGDAhZRwHFZ3B7lWt9RN8AjRi6xIFdcrBoH0El6x1leo+AdRBPkq/3kfoBcJ37GMKvoX7KipOaqRR2V7pUwTIBzPwcamCJ+0me+BXL5dBhARMVm34eLDVfdyHpjST+KVEbOFF+AVNV0wBhAE1pKk0omEGXnvcyhttkNYA40OfcgXxf9D1lobZdAgRz4ps5phfUG5fATtQTzMmGkJ34XZGJ+vZq0tFF29waA+4rt/AK3cI3dO1Cxi0458lG1l5cWw7GjjsNxqytgWsyJp56seoLjDGyHDymkyGWqlEjE9mzZvase8OAzEA9S0ZeR2LNuc+GAE8EfgiwL/0nTqsbrZb4gYBHTi1Km6JSpUfrMIj1IZscdkOQEEGIWvoW/RmChBV1oalQX5pXtTq05aIM3VZa4ZK2IpdCttBzKZttOPBiPIlioicDPVq94FEXvmKeFgTFOoIL/jbQFT4zrMBLnruLrmM+F8pNBmjn6xywmjnQCX04L2DrbCbTNfHhuIGZBopGwpbqjxQ3gVG+740E5v1nYTvu07v1Wv5x+LUDQIDL/W6rgSCPuGeLCUkMPPRAu+z71Y4g0db39n7H/czrrp8c4M4FHQmipsxYGecUuIzgT2aNWzeAA5SNRU+kQMY6/ZhluYtg0dBhgv5tbyEjL21atd1CHWv39vaaF0U3Wl2vtIq9QiP3G8Jk4VKw0zB5WuFY11Rw7RHMPZZOKdt+yvmS0uTPLxGdy1zs7CJz3uo70r5BW91LHnH974Pay2UtpW/LmCrg/LL07+aGe8lIdR0VMsfarkvTvFhoEKTotuCSB2OWfZ3Fz0l/4zqa2fFVZFx7l23xKA3hgxOlR/lS70pTjYlXePXAqwd+hwd8Jf2O5q9Nv48HuMmdzMRJgc3UEN/+8e//+A2dvwXkzdbeJzkM8GZ8YDO35wa7Bw/sAl0e2Ji4DhZSZZuSTJGZN1I/sLm3PDt6+RBxdXUtf/vn7u4WfKMr3ui2XVMeVn6CZSs4gwOPcRw2RWcyLro66k1UcMUEZkFWdYPHw8Z0w6Zy/XCv+/sP+vABeP9eH99/0CfKD/efeHu51ogv2qbRsuuw+1Z3dze6423ebQR+lmzwOmWCQjm3YjCqn9oXTFguGSBJlyjYp+lbShcDY9Pgn+ib800bitAw+fKIR/biA+EyOF4Dnt8iOg2PEZGCVXEUnstONwjzJqYNbmlssDn0jA17zgk9sGftchhg/rYcLCLwQyCzZ06H6RtBciMgA5W2TtOh84Tvsc8ByepLyEilESQEh66Y62zaGgs7eByEnAJgO434bOR68LVQYjkD1fiAiyXhSwWYZxhLXaIlwuVPwEwXqRGywIi6ArAkDnMBSowMYCe6J4jRz8Blr/0h7NFMIZ2RRFvDIAmREuyB6Lledujxt3q2BIjXHMg2wCMB4y3Yh7PdjrlBZo/8npP8njYDAacDuGzFYRcdRMJ/ympmdJDwLGrauELxbwZVwGjmwIctyx6gsd5aqq3B2Fe5jPBIBkU9nit808H85swaTgCTDuWJrsr3jBe3RLxJtj3G1DJOoO10CMRwyC/0Ct5K+RDsWSh3S7WG9qrQ1OXWMhWQob3baME9q+mkplUDCDqDc27ps9OiBUe/C/oovpZt9hwS8OkJ/PQc2AcCPwNYYNl65j7HWq4j80qVm1YG64orGbnRugJgFLxFAAAQAElEQVRGt4y1PNDWPpKvL+xpsXO5vNLV6lpXVzccnq+1oOxvvGTGUjSnMmvRsHQzCGMrWBfr2tUHiH5dKvJlzk2PZAbQ51KmD0OVQ6cqlBHRq2YwQlcofJ18RnzPiFBb2VZ/ADNdZ8BPAgb8aLbQnBFs8ckCn62uVlraZ9fXim8C3Vzju6UW3YKpXig3DR0lVRcNeSw+tE6VzwgyuIsBOpIZ9KUTUHy4VdkkoaqUyX0LBSlxn8soGrj+Ru4Xe+7ZO16o+M+pNwSCto+P2m02Grl3Z4I8Xk8eZsaqHD7dayRI1HO/79fb8i3QuNcPuNzWGdzTBPgiBgfOuVFArOlWGdwCGV9l/NEe1nmVA7cV8NWBrrxG7cTzj23njM6ATD+GBEY2QyPX5oU6+ukIAnUE4jrve9qlWvqXPEIdPyfDOBbyUeKbqaO2cxXHGlN49FzgrJzOyvPi77X0c+1rfcXzvj9De3Csp5DyOjZE4c/NwoyXuvSDgPp67UCSEitF04d1NVFKRZs52est4RewLA02T8bIWwZ0MVlLhYsCE9MyE/lVCKu+Sv5rhOc2mTa4/R/Zp/W/wqsHXj3wvAder7/nffNFNX+sUJmegY38mg3VJ4IdD49rbTjQ7dhY9Wy62LOJPRvA5pCH5Z7CHv6ew503ngMCoyEMTbPc8gVG2hgWiwVvv651d3sXQZTbm1s29FfqWg4ifkAVc/T5j2/vZ4BNqg/2SwosPqt3VwNtesa55Y3kw8Na9x8d/Hmn9+9+C7j/+FGP60/ac9htmiy/db67u9PbN2/19u0PumUc/rOvruNwZft54HrjZL3FBPcCBSJRC+0Utpg4B0ud875nOax7ovDY65EKX2JnjMV+4oBnX/Uc8gbWy0A56sKnCD7RWtaCYtTWm5AwNGDKQ6amgS68rAYaPlwFJMoGkJP9SzUpas1y/wNrqw9b9vLvQzgIse3XQfccJAJcT9jKY0INe6EBQMO0u7JXXDcwThlcZXBn4PNkHWEERAYUh8sz4ZPiyMHWPgK4ViigcgRIlBMHruCZBoI2b4LwQmTITzyB47pDDYmSYiZSPZSNSWZaxtfqnkPXvh+1dzDGdFy/A8MdA9yttYv2A1B0ptCJqHqynvb+9tCO62Gz7eNH49ebXfxemPGWg5nrenzofgNo56AxTelnmEBxNFZo1+xjpwEkqRyKUHUqFXU0sc9zyzzmA7hNhdwgcyGxfE/1TRvtC6JfwLIxn4MLamqTqWoAG0CniTEM+IEBMiwaebzcK9sI6CzVOtBzgBXla7kugHtSwchx0HTAJ3PYzLTPuZOalr4M6KUPB59glNRkNYCQaTL1JFf4+ugJ/AwcznvuAT2H8fgzMK6vMqN25ihN15W8AA80GhJAZGCAH8Ci60eCuARFh2lWBstYjP4zB/SGgPui67RYGRjjciHzcwPO/uZP0sBaGBiDAPuxwGQ0umA7fwHc4oXqeRWipDnnjHZtBXElmR4VvmDcEFMy/ykUqy1fxEq50JGfMazB/IqFT+yflmDDYrnS6orAGYGfq+sb+ZtAS4IP9mW7aJUcAMLPQ8KHVgK45znAipk58KKjBHuCARw8MVbFB07gmHrqXE7cp8N05pybkGINEazfEgDyn1xvpj8J6zdrDbutxIWagIzPCqDINwPWX0/wqKdt73UIlGeR1150q5jv6Ixyhpgg51Y5/LNQXAesr/BV4AaeodaxJ5muFcu4bUv7IyzUEtQpgaNWbQR5msDRR4YHVNo6imwn445r0th6xfrFMHl4AxkjZU1je025Ep/BA4JuHGLQgc+zmZ+oOpGi7zAC/iGxNirtNVDpQzcw5rT1GWBPqV7Zpei6LOelfJqbbzjlvlhy54ZnhF6oihaX6+cjDbHTrDktHktFW8mP3EqF518YXo4rTWfeQVs0POdXrTOM7jytJePsMldlhoBkiTlHHkQqBPnvS9j3RIF5BldMeELmlAEWC6L8O7Ki1g46Ur9D3WvTVw/8pTzw727M97nK/9298Fe0f3qI+dbZc6Bbrx/0yX+b7w0Zb+Z6AiMjm7bD859nog905XAqtmWzQSXxmAHAcgMAcdXPaGl4XbfQDRvROwInNze3MvhtWOsNWDwVLiyXc5bLFfQtHx4UbHRio8UY/c2RNWO+/3Svj+8/6qO/AfThve4/EfyJN5K76GTBG9X4cU3s/uGHNxH8ub290uqaQ0nnjSVGkUK4Zi7HwzczOhdqxRHXmsu1R7nvSZUtGX6YNhzWfezflOvMNUaaA54Pev0UUDE9sDlXHOMtU2WNDegIdiwIGMbzkbrcwM/4Bd+RK6CBlyYAwcuAAkr5SAvrbZuBQyRz2XMY2PrPwYw5IERACNpr2fNNAytB21Fr2XRZhw2eAfNmYUaC/LzXwg0NURlUEXC5VHvFmwJi9YMVl86h5IMQ3GTJoH3FGGCaF2CadgUFxxIVgp3IubZSSsoJA8DiMyDt4Oy+rnXmyz4YuKbNjy6RKwklbuf2ggaiD4T2BHAGAkYO6vT7vXb4c80BzEHiRw5rjwRPDWvoNYFjfxPI3x7sOajt3daKwq1DnC0why5hmAB5TlALb5bgD1EPgQAtyWs9/s6sGeanBbIPdIHNlyAnQXwxUQfkm92hMCfcz7z8JfQF/V/S7AUZW3EK9NFUYMwLgLH74Nh2Pkj63gO0AIGgzofK7kotdAHTK2XXt53yArrpJO5lIgiU0TWo/g9ivhIy1k2QwQaBA8T8MRPcC3rWUh/Bnx7eTi4PcS9gspNHACbQU5pBx+wZo4Me0EK7kZDsPvDImmSpIVVkFGsxKf70q2sJ/izlYIb/rKnF9sSLBHHgVm7EjAe4V0Mtw0Sf+2NcVAy+Hsy8CB7jvCLNC09p62N9eo1WqEIJVQeYmA6EBFDOtMMiqClRxgkYilJYA1YXnSxW/DKE3SNcA2LIHBJ9mXbLIuf6AXWTH6lMzGFuGnXLTsvllZYrP7NuFM/dbqHMs1ccGvf0Y4i+oeWP56HJyk1DQPAIcZ/RmY8wYtZr1CbybD1UBGY8KcowuKeM3Ed6B43XG/nPwDaPD9r5m0DcS/YEgUbu6Ym11tAmY5NB9hf3oN5A2z6eSV6HHjdGuB75muBA0ns+QobOjNljzy3XBdeCr6kMzlwTmbWVWVsB57TLAa2iPXKtAT+63NLekOPbwI2sr6XO+tt2IUNHn7XsPqSMjbNUixW7Kmj8ZprVEGielYFOnBCe6G9ABGSfbZWomamvFh2GMKtD0gsyUMxboZ7J80UV5+qeafw8O9bDwcqZnHl2mrGBqpPOXAePNUv+YiqS85xho4srmLviAAgo9VZ0pFwCzJjA9wk4F5LX92Rn1LpBEMfMY4VN16w7AQ3AOs34NlcMXT2daWoAHdMTxrHqhPLo6GzOc/9em09U2G7gTNxNn4ia+QUwb1fVVoz3X9BwlCpCM034qfD+MvmrIa8e+Lf2wOzq+rcex7+58fNpaKaxmMfNkORv+/i3fx4e7uNv8zccnns2X94Mik2ck2YfbuWzkqhOZEkpFaBASmzZJGcJlOiu49Byc3srf4vmFhz/+xeHlewbL/WIkUwAwQPHw8qYqq9NjC02HvFgUmjy8ykOs4zvwYGf+4/68P6DPn4E7u8J/HzS48Nam81OtmvFhtm2viXo8/bHH/Tm7lar1VKdN888VMMk9wNR/AUxJVt9Mozg8yAHT02g/sQ063RGHgywvbKDqPRYKoS/fPBj0z2wIR+gT0cxFN/O2h6UBmHNM4j/mchlr8U5mDcHN87oLgAxTaKtHKk0YAnzO2BXj11bAg/+JsrWgSCv420vr2UDkqGChsztQZWVAdSGHgaPQLUC8pjMrBqgwyom2Osk6Fp3bFEoTrfjbCNpq12R4Pv6MH2EWmuOaYOeilFdalJcd0oYlJIoyB+rHuhziDHttefAtcdHLjuQWwBJK3EzpfLPOmDTNP70a+QwsAcGojR7/5gr180Wvzr4syb4E38yCt5wiNtsNqr3jj3yA+1GLLdHMYNLEQrFtiHK7gcoCfsLcciLnNuotMW/4es2qeVQ5QNXlPO0uaVeAOexg45vJry//ebGX9mwQb4C9lM6SzPfNNBAbqYxM/bwBdj+KHSn7DIgIGe3QV5gyvaROxhcNnEOiFXWnmt64Lry9dP7Wz/cA3pgYB0MXk8cbRQwopa5Yr5ZSFNzeFDDCc9zOZagUT9qz0IYvCYs44YczNVkNQR5WsC/Y7MgeNEtl/K3gRz8yR5DbjQwrgDZYMDfgIj+6AOMQZE/zZCtbQI/lZBt0XMfj/O5utLrvIdiDW0Ya22V8SuLuhYLdv0MBkJkA2VDkbU/ASuPFklh/lQe8OFgX0YbCyTWAb4k8FB9uIg/C1tpwTNs0XVqmkbC32hlLkZmErAOjx//ptyoaRZq2oUSay4g08bzZBkxOm42NIFIlPIEpiFRHIdasDkZQYPHM3BPGllLPfcTB4B2vHCJINDjWv5zsGG/RWcv+4oe1dBnqn7jXuRvEQ0EgQKzHoVuepyS7YDE7eTHxJiExmzMODI6M8EaHCVfPwGsr7iOfI+BzoY57XLONMlqjaOugW6U8VMmQNTmBfVtgNRK9lWsT48mCcEJrMf1mfIEmn1glRIDCRocjIppFuVZdqyaMSGf8EMhFSW52lBKYjVVKlXiBDOllEsOoaKt5C4bir6Su6xJqtDHvJnIY2tTz8EkPEPRg7MKrBPfu2YiEznZa9XJLDcwrkD9gQUd7AOD0pymOEv7iR7oW1xJUXQ/QZTstLVLcygybu5mWVPZjIkMaWeUJwQ1T9XmzNrLWiyMWYes8SabRjP4yTTA1snnCaPUBvtSz0deg6S7AF1IR7kLlacs+ro0h7BP5Vy6qJaZmPFnpFu8AJY8zqbC/+YZaDYhqEi2p0IwDpk9cSi8Eq8e+K/zgK+L/7pB/9UHfDopbDPZPG3YfD3w9s2HOr/F33OAG9nYKSWlzw0IAcSkyECaPm5vEr7fGnbdMv4E7Pb2Tv7tnOvrKwIpnTIbKIudP5QyzCPk82pqP5fqndrY4Fu5Hwo9QYGd4ps/H+/1/uNHlW/+fNTDw4P8Z3C7XR8P0OXVlW4IVvlPvn54+4Oubx0AulJsEDPWFbU8IiZiMskbzIBLVrNBFxAtUDE1+WNRdEZGqh3NyMqyg2Isg+0DetbGEAe/LYe2HrN31O+RA6DytE20PJVw0OoEUEAvA4yNb6LIQlGFptSFf5ABDwZkB4PpALqizcBGXeCAA+06xSe64wBgOwx973W919ZviDkk9ASGfNDYxng8jmPbUGATgqgZ66SSWB6kO6k0jJhf1kDFmCuvc6oihXjYHEWVrwCNFAygs2TPnLE+X4xGSQn7Uyri7tfXrv0w+ls4zOMYvhmZLcbFdXmwYGoTLUNBQqYw3YbmTOvA3AMcunz43+LPzWYbwZ4th7fNdqMNb+xN+9s/Dij33D/2HPDoOtozeClswDoScysAOwAAEABJREFUBVIQ0fU8M7e0swj20q66PTP3bWZDC7TQvneE/4UDchZnOlRBk39x8lLG1tizB/3FLf8gwUv2m1cgi/F7vA248ZjB+CPPQEFTJ9ogJ2NDOBfeYMC/AhizD+OQkZrIyZiEIYI/O+6Xm/jNFc9x72//1OCP5wZRp4GVY6zA7qiUam7OgPzA+vPzZc96GrxOKLtOzGdDsGGx6LTgWbFcrbTsVnLwJzcLKTXK9XrCtrIm3NKg+BypHOXLmaUuwVz6cIXMmZ+lMxYefD2XDnvp84AvSs1bQD8zBvuQ2qO/8TiqRwA2bhkncCkpZ6xiPbQE1Dr71kEgAmr+n9QWBILadoFrkWka5cYY4Jm8gL/oFlp0HfOwDHC5Na/t1LCuEnp9z8spMTO0i1x4odBJ/uBLbI5lEUXKzLkwuN/t41uFcQ9h/+F9SPweEMHknnuK7xmZNoaWjCThw4H7+cC9vOdeZDCvAMKzZJcgjj9oVvn4Q0AGjMVNIxO0ycYeD2PLxhXwxUk5+IyP9oWfCf60ysj53mQofHiWxSdSxgZbXyFJ8JRdTiBjzT5ZOpQ8ilII8UKSH/kUTtMLVSeCTSkdxJmToCMrdad5onhuK8IkKk6S/R4M6khBnmaXubJfTgWfKV1qP/Em5IYHO1yYm84yNKusjEMBFo1JTBj0lCKKaaY0uWyqAFFXapwbisYBBS7NAekvTG71nKg1U4cICUJxaZk2iPWW8aGHatzkrKbJ8rUtaPNFvZ58kIHn/Fym6KWSMTk/BWpJpzz3YKbhvOb7lG2j4aiNvvwcPzIOFDXQJYeY0qz1jJwqT9Ch5cliQiQqjo2PFHWv6dUD/+UeeL0e/ioLIG5UxZhCDrzxE3umQd7Ur9lwOfgRb/B3HPKnG13OSSkxjam0lTd6lFPwE8U0VRgdH6LBRVbI+cHTLlot2XT6Wz/XN1daXi3VxkbLjxu3nQHdzUqnpI2/BKdSh5IfldNQgjc4MMCm0WP1Dzx/vL/XJwJALjv4tWNDism8OVloubrS3d2tbu7udH1zq9X1tbpupZxb4MxI2xQ9SGc1hVuNuCTnBoYi+R3yl5RhAOlSJ2YHYOsA9D78GdhoD7HhZl1A+/cZWDmoqPNtPLI1AHujH9sRS2CHFSohC60WJhAecrmhzJv8IbEOkQErZCf6UNbJJ1S6eXBLvzHPUR5KsAJ7e2ztwV7fAdB98JBmfBhM/zpYY5WGUBNZ9BRUCNLA9Zks08q4ZbFkiGwctlscASPA55wB/oBPxgAzgZpSIRIyhXKOH41egKJrkvN1FrIp8hr88Rz62zt7xjqwsTff9oSQs2hHm4S9QZspBRlsMvlDb7Tfc+jvObA7KDBCj/CESMijeHA/wB4/7/HznrVjGGmzZ2NW6wu2XvolmTIQh8DDw+RqMCUn11Uf+3DV+qDlA5txZiYApsMJ0ZlCSv++6dI4GKtHGeOFBmfuRRJ0wz2pcRto8+GZr8qrZfDk2eJanO5y8ROUVUQNNHhgHnuCfP5TWUPfb7hWCQgx/zGPyIh1rcDWwpr0ujAJz+teXiQqn2jD+ojrEB1lXWCEq1mHuWlKwGHV8bwg+EMAvl0s1Swa5TZJOVsSzaXHYuVEuyrqTYRYyShiFVayjiMv7OdzSz9f+1wN3RyqDjTXAw4LfrU1CjXD3nwGMcacVUSYT+aMgUcx1AXFWFA4wjBMHnBMJSBEGCsi4SuXE/eodrHQCn8uHVxzIIhn3Mr0El+D/XzrwCvqVrygub654dkH8By85eXHLc9C/+n2tX+M++o65mhBsM7f2MoNo46bQXJ3h37F/LtvnX3K2sDXPDNG7g87AosbAsteZxtexGwfN9pt1gQetxr6HUNEljHhrvDI4N+PqmuJ+p77zcCamnVMj5MHjCgdE7ZGYYZN4iMjRSf4PgqK/kKcrLCcA5EsByCVaZdzS3PK0GLsFFQ1MF0TXerJqUaJ5WRM9Vckh5VOxztr/GTMs7qXSNqRJok04UvI8wF/QooxSOfDqLoqRuKZ5PEbTqufcC4qKkznhqpheNY5lrDh44sSljrAiSH0EmVwCIAblig0FPksESAqPnlSMxP6DBlNycoCmoSxnzJcyqYBqEPy+gN8XWYbAN0EPpuiprTIRs7mYPmJP3gcpoG5X92/y4biAQROvGoJ887sq7pddQlqs0t1l3hVvuJJ5qxYBn8yxucEJ/4zaHpqUfukB3h0Qx+4POjX7NUD/40e4BL4bxz2X3PMvk0N8Zob+7h7+YbtDZM3448EgB4fH9lw8aaXTf+eBwtS8tu9lJIEpJSU2CAZcoJOwRZInP/E3kzzj/mWa3KjtlmwWVzK3/oxrNh4dh0bJQ5xysdWlaz4WPO1lEdLm0BkJErsxXsCXmutHwj8PH7Sp/vyrR//t7Q7DjoehDezDvZ4w3v39gfd3txh9zXBn2u1PnhmW2ewxgLBgjxww3/uFIAm0Tf0yYPxID1vCf3npWpRHMwwcvAmmvn3mugJlG23G/zlNbEjsLLDehYOuS3PzLzHHYDJGSgpFRQ5XDoZpm8cBCtotq7gISbfQaGnUP+8wzJuHxDywgIDgSNsUECeaiqm3uOJsexVxrPlMME44A0GjzU06fjBXFqWMnYzaYU+y8uY6QvCm/7oPNpGhrQxfuA6oSBfG6OJyArh32k2VUUU46CNXv4cVExibpGjLYyoHLkeR0zfTzCAh+CNvlBDBlk3BDKQUhJJMQ6qchQg0kg7zMeXvicM07c2Bg5fGu2gomyEHvHlEMGeXr3lOJztKQ/0OXAw6wm+IoLSKWV3R9ZMZSNUxlqEpktyp+RMObdquV+07UIRCMrcPwKyvMk9fzWL5mj3uexL5T6n5zvXo+6pZbgHfsnty6OPYO/P5V02yKIHQLIkX8pQXInkNaHbSrk2/DssPQGf7faR68b3AK4fDuk981o0eu4NU1sO8rSe9eO+y9wd+MjsWBvbXa89wfaevmBJqVFDEGvRdVqslvJv/iy6Th0BiybuuY2kDJSeg3BPVbHpAGosNgdYp8k2G065pfQcv9R+a84wMRzdtrcq8b0DOjMugyh7jEFPvIllNpLHxOVGYYgRW2UFOoGvuDQtM/rGA8f11t9w/SyW+JWXMX4GO9DjYJCDPkv8XmClUnejq2uCPw78ANe3t/KLEAeAVrfX0DfIEThinhbNQk3TYHVSuZGAKVFQIB0Q1JQwCo9o5P7Qc5/wNwd3PIP9Isbfzt0Q/NkSENrHCykWK07MU9NAlPtYj/N7Okonr/g+wo0vRGVeraoclye6otCfUy2CzalAkXTajDoSbNxrwhAlZ2dQ6+ZseJ5kgDRVwJuoPxKVXub5WW+nAz2rvFy0tiz7L18W+Cz3cqdzbZclLig+CJbr5FziUH2oYDU+ZR5qg6iGBEZv4KjxCitEzWd1lWX1hlr+Wuy2BeibxqZBscyDjswccdlxJ2FReX9SoTwjMYyEAEKlAWLQbucK41nxyDobo9sCpNJiypsJn6BzoZPKlwsXm1426qLoRe25DJ+63BT6Ulvi0khMaRIYOENNZFTM6WCQ5dyQv6ZXD/x3e2B2lf53O+KvMXo2UZMhprxB6tmI+9sR/uq1N16mfWhjV1YkPYNJ8Uh3Bmmk8nFJscVkD0eTsdClMvKckrzp7JYLebN5xVvDFbBgY59ze7ZpkkR/JIjzdPrAO689LddbcsWuhWbDOPCmcL3e6NOnBz1+upe/+fP48BhBjh2+yDlFoOrq+lo3t3d6c/c2fvB5tbrWcrVQZgNtbQbUxYPXtCE7m0Gpx266Vjw6oaf6nOfShT5hTXLfijKOLDBpKF1MhTnCOAy1ZQOHvviGFMGRPoI/W/wyQb/lLeye8SLv5uizvRl/ZVZEzjF19JpcC7h3EGmA6+HTDe3tiXngxvJPYUCvYrfi46nB7QC6P+ihT6suQH+5UQnQHddVkR3kQ6v//MvrO8bGOugZZxhk47CzjAE90PRETmfkITORLlYIeTLPpVsFYHcGEkIuJ3wDSUrAFyTEuGQkXZYdz9guD5z0+v0oH6ICOKB7bD0Blz07mMHAKXsEjs0TlgEpBz7yoRLgK5ngjymZNnCRu78R2oc212WMTTkppRRivqfsOeDv8W38ORgHuC3B5R2w3W3Us4561lnx6eRU34w8B9hpnRXsPzG59m/ruc1wMkEgwNdhNoanJk9NCnZumJhfhpovE/vzpTySClPvuC3W9VSco6wqazyvmdH2tyFYVmYvD9GymXiew5grDuSH39Oa5m8gmDfEWqLtJB+Tf6CDOM1GiqyfnsBhz/rccajfep1w8KdGmXn0t1McnFguV9xrV2oJVDQLruUGq1hjlqs9mi5gjqGU5HVUyRdwmMM61gEsbK7xc+B+DJfrDzUQnp9iiuchx/gyazgzTgokeOFx10/64huPEx0okQPmA1Unlzt8p8zSb04g0YdrDoAtQeM/9x1AQC2CqItODvys/E0fgjs3/rbP3a1uDLc3urq9JgB0FbDkhc0Vz8QrZFdgB4FubpF1G3879upKi26phud64/ny/SDTM+ZLZC4b5jQ2yR+qR9aT71Ned14b8ZtivHzYbdfasu5KEGjktuEBlXnyGhy4zwxxL99xb9lR3wPUW8y6DXZclJ0BToCrKtjULOeVg1GVPOB5/YEJYb5BMa/k8FKA/a0TvbAPKYkG1Naek1yGAT4IfRFRev8i0SdCpW3Jj5X48Fj4PHXe3C0u8cw/g6PY2aScyb1YpCnpRZGLlbNG2WszX5T6JuZMdbQ/LwfzQvbEhNqw4nJjOWl5bJNO+CeFQ/s5t7asmDqTvk9Bflmqiiv+slbfU2q44JPn9dfrzRIerPEFOBvOWfFCg8pqKvGKXz3wX+2BF66u/2q//OmDf3LzYlPkjZPfuq3Xa1XYsTH3W3z26mFjSlkp8VAByJX8zzRgAW8TLOsDYQB6AwdTyrnRgqDJcrnUarWSv/1z5T//6jrqFHsd63kZTm/vT8bybON86GPg0Nn30zgfPunhkQAQ4/ZbRm86raLhsOEN8fXNne5u38gb3Y63orlbYGiOP5mz3DBZnXlIGswLnE2JR5HtBfAFCWa1GHsoPU2lvshOtd8RTWZd1li6ttEBA0YY/GbeB3UHS3xgGzi0mS826lZUdeKC8LFYF4YoC3cBJU+Tt8QnFYg+rcHQwpuAA70myDLP9VMbtLhZAfPDXHzt4BB+9WGiNW6xx7ihRZHpCYT0HBQ8lq0DWw5CcLDt4yDby1KZPJIJQxScucc5VugNkex+jhAVFjVheywE5OlaUfhIijMn6FJKE7PikB1pMkGUkaEY5Mhp0PMy+GDNYbpnnnrGugPvwXtjAiuWGbkmSbROskkpFexCTsE2CVG1yyORknQA92olFnF7GmZjwDLuw0GnnkPZloPbZvuoNW/yHwEf6uz/Abu8vqpnxQfTmUvJdnLlwCHh35Z7h7/tk40N3E9Ml+sN5zb4H8IwexgAABAASURBVFEVS4N6NmtOa2gt1IkTNBWUXF8Bzh+Sqv45/sqO5n6Lpg7mGKKgoyfwTSkxtiN3kjoi3DwV0Mz17/thzBFz2PcE7XytGFMeWU/iumGmpjZeCBzMp1KgFPkhQytzO6jn3jFwLfrbPw62e50MXkspKzcNAYQF0GnJc6LjebHoOuV2ATTKOR/0lR7llRgQFdgd+Csz6ypNjlQpf0POQOv6Paxh1DC6sN9jCIjAdkNNOgOKvogO4HIZN6qFE8t4p7GmnJRZwLkGdOwr/JTgK3Ro+qRp9umPegG5adV1rZb4+Yrgzc3NdQR+bu/e6O7mLn7r7ub6luDPta6XV1ohswJfg68jAHSjm9sbXb8hCDQFgq6ur0Jfy3M004dsg23xvSFoxmJ+hZSVKo2cZ6BnPexZZ7vdNr6N7OfzhuBxH8HCHfcHpGL8eBg8eE0Zsy593/NzvoAviPCa4pMjn7JB5akhcIGp4gRl23zCeaGQXReZMmMJxWY9A8U/U99ulslIz4h/N/Z5F+fl0tFYUORzOhizLD2lPfaJe1n3VPmHoDrfFb/QySTy7Oi+wnhW4mlHs7bupsKp0OXSrGlc777mL0uecz0XwEHBgeCaOZd1Ob+wRGlroy32xTBr4EuPdsUvE39CsA+JXg70K/HqgVcP/Od54PUa/8Y5/b7Nzu++vjUP2nEwjLe7643Wj2utwVs2X3s2VCMHS9vAI4VtUAKmUoIGZE5SbEhHcgN7sfgWEFmpkJTY2LQc3Dre6q54i7iKTeKVurZlo8TyoF58zi2E9WL6Enm0y2BFgw+dPvyvH/VI8Ofh0z34URt49oMYT8MhxIePOza0d2/vdH1zKweAbL/4hNcOHaMZ272RM4ieyiMVAfxXnrrQPMGd0xwJ8qkN1Glym1POH1+aDDMqcMzDfhdtRdhGIXAwnJXxBOXRA7iEPObVPslsBotPXJGOkgR5shrkFopvdnBwac8gT4eaOAAir2z5Bh1AzhK8HNBA+pDYogt9UzsHDUJnyGTaiSExg6yDgTXe1yDQdHDoCRAiQfI4Q/xiVjRRlbPin7HHGRhOYMyjNpmfGoSTlJL8jwxafKIEnqX4xs1sSzqREzoIzss+QO+Zlz7GsdeOscUBG7xjrHsiK673Qam0S+gpkBI4ZaVknLBY8cmRS4nrmkyZcSQgI5dSkTUfCpSVUlKSAsR9YyBAEN8s3GzjvvL4+Kj1A9cdQaA1AWbbOtjf2K3Dx34HXAZlcFlDWS33Cs9nzp5fz3NWztw/GrD8sbTx58GSLCUZRHvJnAvtmgu8vwLLm+sA1jL3b39rAndh2ek4MmMz5xQyowVc1zByQ3Cg0dCgjwtA5V65Ue9vX2w32gI98xZzJnc+0sqrCRhoGADNvY4SdVn+02GxLlz22uv7UT3r0X/+5TXZe51QmRvmk4DBolvKP7jv50QEf5Ydc9RiWEIKq+iDFPR55p5PeU8lixZLuW4O5n0JuM2XyBWP4wGEnVPO7n0OVJ2luBTcBRB01NOWsmQ9ZiRnUoYf1ISRIZX7G8RTf4TwlCVwVnKwvFmo9beAeDZfXV3LEIEggkEO9DgwtCTo4z/HWzIfi4CVllfA9Q3BoRvdECS6ub3RykBgyLJN2ymxxmL+U5ZyUgD0YV2YNh8cckrYJW4fg3ruWX4ub9dbOWi8876EIOTAfWXkvjGw0TAwYO5QvQYHv7nf9QGsT4KMmpwYrsIETWszOjnJcNhJOYRV8lIxpwvnmXwmGGR0XmWDMxUKnaPec2twVcWmvwYY81eIu/cmk5NOmk0+O/LqShrxM9xzeVjPpq+RrVNQ8bNKL1dcanaJF60PFZWoY4za02w2hhl5KnNe+mLB2v+5gufLpQU56dnlHM2fGuEmz18D0eiPydzx2bp6at0f0/Wr1lcP/Lt64D/F7tdr/a82k94rAL4ne0O+edzKb+fX8W2YjXY7NlRU8iLusuWuiGcmmWmkjChBOU0bOciRiswmb9EttOKtrjeOV6tr3jwu1XJQV355ecSzAz3GoC9O3kYVzW45sBfs4xBzf/9R9w78fPrExvJROzaVe8brB2PTNFp2K12tbnR1R/Dn6kYl+NNJ+XgQ0TOf0h+V7hLkNOBHOj9uJhEiueoUaEM65f3O0lzfnP6c2pBlg225gV2Gx2Ceh6LYBg7H8SBkX4OmRCkDapBJALTLrIEs3Fg45ImpzwRsWmUCP4a2XaqFNpTygroWOUMDblBgOoNNF8gEB3JuqLc8uO3Q0wAcbqhr6bvNmT4lhsN0jPK677d78HaCPYfegTqPFLkp0WyinkFZ9GsohHvJNApILiVl+k8JGqwkPsiS15SCRymCP+AvSLWJRUfmKg7UPlwTzNwQdNmyrnfbXr6WaxDI8+jr0W0MKVlLxiTj4EjBCzdJzLXHsVi06rpOy/imwIrreKkWXprGM+LUkcO85WlEqxEEF96OoIF/y8Pftvv0+EmP91x3BIJsn+fANtEceadMhp+YKfebM/1yj+hiTTQEjBdq21bmS5Zzrosfz2KFJwJN5bi/Qh+pUv7+ua1B66Fv6EuJ+3LEV17C0W44ui3KdQTGQAMc+KYrBHPKcniRS0cN8tz+Cn/fS8N0XTjww1rqd+u4TkaCjGK9qdwMaO8mHpvn3PQEdOd1LyUJsETP4d3rcbvba8cBfx/BpqTcNGoWnRasL/+vVH5GmG5Zc5n5F70MAYrPGPnT7CnfvZ7KpTOvldqncoU/z79EJtNg8in22u7M2OXrRDnqzCtA0Qm1dqVhKp5ZiIArAtCds1Ju0JrgpAiW7JmTAObJ17zpAd7APBW9lmVKlWkzT+YnZezLTSP7uvW11rSsh0VAdl3OyGTJ7aEDm4ZjOjNHLfPXLZZa8vz0C57VNQGiqystV0v5t/+UGu4LWXvfE5h7B60xT0rojrXXKmGDKMNkXJLvKf1+J3/7Z0PgeMda3HJvc2B5JAhU1uCILyTTA4MdCAAZetbvQFl0MlmO0KU092+p/yJ5N6tQmpG7pVEicyrlAV9Z1JwChV9oKeNjcor4glxlRDr9nLY5rZuXTnua1wR9SY152VlIRFa14L4ol2ws6KX8VM1Lkk/rfM97yj1wqk0HxhcRx1a/x7TS1e/XUPSU/GhZKT/N6Y904Hs9uzBrOCNdcxlCiIz25FLcdy0aJRPfANNkTeumrNzJ2KhCN6nczEy4i4pNv8JnPPBa/eqB/wgPTHeF/4ix/GcNggdCz4Zpy8ZxvdnI4N/qKG96BzZsfuCPF7cjo2sJ7ox4BEROgnDZDcqP20ZJTc5asEG84q3hFW8aV+DlcjrMqW59IA6pLJnj4+JIFZHzcuHWvLR2yV/yZm/I20C/yV4/fNKH9+/08eNHfYLe+H8Y4YA6cDDJYeNC3rhesXG95m1od33FgXPJBq0FEgqtGUCWQnm2QQwTVXC1zXigHY9Gy0czaDaDMJ3TEtuYA29ULR2MSVehf39umw663ddB5cTFrmqPfZBzK3/TovWmnsN2RzCl65bT4XuBKKAGLVn+ByHbb7NRP9GTbiQUYKkKtGLDG0Eb9MfhAdwaukatDyAB2EHfx7LXS4dtC2Xqc55h6LbK5q7IGFtn9twZEgZ4sGPY2Me3EXYcagkCESiJYIQPTayVGI8HFCDGPAO0zJM1UlsTsglgjL4IPM7UKCXzkiBIGUiKf0l8IhMMfdVnPEoP7NL32L5lLW922/hG24Zr2te1AzA9dT5s+9A1co1GS7pNKSklgyYMLX+SM6EWfla7aNVxGF9xQC/X7jJ42W0l7gQDh7URbKMM5lFmQez6rdaPaz1+etADQdd7rrs1h7ktgSrbNSAj+/lsyXgttp4/A313nl+wea4z0PU3pkw7A4gUFBmJ0h+RGFyDXgPo+6Ss038zrY1pj8Zgeg5HXqVCnDkod8ue84GDP742NgTN11wjG4Kj/h+YvLM3MJ7seQaH6pHWpg0wQrHXkMGzS73XIIH2LeCAZM+8D0rKTavFoiNwsNSSZ8NysWJtdWrjGseyHMoUH0j3qpyUzDcIZlSWjJ4K8dX58EKL5+rc9xykYlKSsDETqJkYT3WjEhfgN6oqDS4MeFM6ZSWFXvwmdCcxYwg4sBbPca5/3wMcNOkdZHEHqh/sRJYks+O6cyEMbmRb22Yh/wl0g+/brlXmGZC5/nLO0a8YU2ijGDjsSLCZQ9osl51WV0tdOfjjb/oCCwJAzWIR8+Xu9hw+AyjEXCrTdyuvg9zkkBN6uaPIcjv2J35J4/vZhj3KzoFI7nHxJ+oRKR3QoPLhOe57Sk8gvGe9DQ4STQ7NSNDTJEvnwTemYpYsNyuG/JE3yU/oIDeVjYaw3WueuQmB2rqWg4k/jV1noBg+Nm2g7Oo/DBo6KP1AHHupLHMGsvqsMAl8WZor+bIWXyo11zynn7a38U+5p5zxtPhsKT1b8z0qnrf089qftn06Jl/rXo1xqVjlodGBMPcCuN4wq7KyM9ah9jAhB4IrzPYM4IMUxHMKqHpNrx549cB/nAeOd4T/uKH9Ow1oNg08/235wFNhYEO+3q7jLdvWb9h2GzZevUbf7OsGICW2NW6RnHHQA9U6yEOynEWAlMii1ajExq5dtFp6g8+GcMlBsus6eXOpjF2k0PFVz4bLwlWV9QXNOHo2gj5w3t9/JAD0Xvcf3snBoA3j3fO224filLIWbGCXBH+W/vr79bVWq5s4+CrjsLATjcY6fupGOrDZYdZw2DjSwlzKWZm2JGhYJix7AAgSNd8xTQqN8IORlVds2mAbi21Z8U2ZFhwH7kWM33MVYB4b/ZzZsKuJfQVqORxCElAZiBgMgSlDk+v842G7rzb6aNDfqu0W6tBbgjit2tawAM+hU7YMsq3xGbgu50XI5GiPjdmQJ78XLHldig8bE4wf4rDAYZeASU+woufAMYDNn05K0zCq14znIPQDmvTjTJL8Zw4eZ+LQlLEj5ayUspSS4jMhlasJ1hiQDmWKz6YqZSXQ+Hq/H7Xn0GNwANdvyXuPzQcuj5M3717nx8u2tC1dnNEuUpGxteEQ6Lm/urnS7e2N3tzdyX8isuI6XjAXPrQhKusuYxkZImAmsOcguuWe4mvtcf0ofxtos3kksLBl3fTAEG7WtE3EiwrAX16LXhNd6/UwAXz7NS7JBn/Sx+9JoaFm1v17lF1s67VyseI7MhmAfVEBDx6VUxdl48q1hwvdgFxjIPLDNHhOeoI+a/XbxwLM38B1MQ47JebJy9jyuIvWI0CaUBmta+EhMLCee9an/9zLwZ8Nwb8dgQrfK2J9LVotHCgg4L5YEfxZdmqaheQJpjcB1mkQn5QTnKI/UY6hRVZ4mEePrqhQWxobKv8Sdv0luCR7iWeLEtbkAPkzqeMSjHV+wEioAn7KB2jgZloCg0EaCUrvubZ3BKo3/rbu46M+fbzXh/sPev/hvd799hsAfvdB9/f3BFsfub526rn2BneINi5/cpLtAUXf9JlYqk76AAAQAElEQVTwZgLL/sa3En1WbJp6RTkakaUZQDq5vmmU24XaRadueaWlX/IwryvmdNF18j07NxnppJ7c9wubNlg/95mUXddoTA6UJO4nYipH7bl/OWC422xl2BgTAPK9TQR8pFHRFDzwLB+45w2s1QL0RCfWLDEnhYDCgFkyu0JhD4HMs/4o1KxU1VJgs+gm6JKVlu6zlI/5cOi9yriu0CV3WZL9Usnvhk97sNqnHIXfa25suS8B6zJU2Tldec9h+7DWFbrklVexdRoObowKyw7YHQWxrf0as6dG34rCGhpXDPmdUnNJDwutjHakFqAMIZb/cfzBKFKCaxHfBwauJZcdwod9kKp0MGrm5pV+BtcR59PJeCqNrtnsHOprezPmtMuv8OqBVw/8Z3jg9dr+i8xjmYimWBObMcmbq+26bK7WBET8FX0f2uLbAkWybEWSCpY/o583AS6xf1NiE1jBh99k6eRaKbNDW/AWsGNzb1h1y3Lgz+306MjHZxAPCz+kSstLeQhcqph0laoyVnGA2Uaw58O7d7FZ/vW3X/Tx4wc9cBitB5HUJC2wbdkteXt5o1W3UmbTmrFP3hiHSjQyDkZDyfZShnI6WDQRWa6rUFsgGU9isJNpY4sZG+a0y78LJmNe0nEm4u4zY/Q3gHIEaFq1UwCg5bAf4E0+kHOL5oapohV6OKNw4Bjkg17PRsPDK0AlSRwCjWgkugCS2uijAdNPB8RBv1PbGVgbtdx28o9wt+63XSoD7Qxcztl85DJtM22Zt8yazIFdBliTOWOvjcAYb4p6DlY9hwYHfrYEfvqAvQaChq5ngEgjTF7oIE6yLP5NaqGk6BfKuGnUJNNZKaUDSEkKUHxOS8G6kFmqsqHHxDWYhGs5Cw3aMwkO/Pga9nXdcwDcc0jaMxEDQvNrOrSgwphtJHpM6YDzZOuCOfC3fu78m1hv3ujtDz/oDnxDgHS5xNfUW81IS+uxlsS4MmNGBQe5Abt6OSi12/TarjfxZ2n9ngMqfh+wTVz91cNu7ynCYxJENkOUKl0xvKg6ZNbwHByEnhBuQffwobCFHPovmBpsMoCOyd4BJj4UXslncJR+iXJbz8Pe694HaJ4FvYHrYQBG+GKODRmcsz3lGa/YtGHqJSfsSPJnwK97rrMtB/TNdqftbmBdUMO12S6WWhIkMHTQLmfWlGg/KMfUuAexpgoUS702RH3ShQ/9jdHyQt2BZa0VDszfQSSswfesT2G7DvZyfdINJsl+GLhGIVTNy8hl/HCELOVGOXRIDtwMXLsOnm0JnK0JoH369BiBnnfv3uu3X3/TLz8DBIHe//ZOHz580KeHxwiW9PicqdKTj7sAlMkCElYkxChDha2UMBtT8aQJyvNkFrPIMMYDOzdZ/rbPgvuCfyz66ppAEC9RYm65py+4j6emlf0z0M+IcXsi0rwzKLFHyqIcClPkGhn7nnuYvwm0YT1u1mvWzybuJwP3NwwURgADaNQQvwW0Vx8B/Z0iIOQBUWuNHm5gMo/WADlLw4w+jm3GPCGP0mhyocKJFHUu0zlJ9ntwXAgwKyEBl+R6CqfJ/FPO7ypZncFKsm0w8SxUP1T8rOA3VFQrZk3xIWnGeJk8l40AxzNNhlgL88rz1se6rAu2Hav/ECp6dGagh0CRUTik83m4MAZYMdYY70BMLBga2JsJnq8WENfNQSlsZKJYca2mTIqqsyxMi6xWFEF340su+vB1DZtUhf4w/P36OBnUH2bvq+JXD/yne+D1SvqrzPDZTPjm3JNt2SxteMu72+w4nO04sO01eiNmsO2c5BIbtpKSOWeQlFJi38IjM2UlNhQGJXHrH6PcLFp1vB1cdkuCLQu1Xauy8cgqHx5J2EIexa+9kVctEjYAoYSs5/DycP8pgj4f2Cy/+5UA0PsPBIUetOdAIp5SbdNogX3LqyvFn37xBrONYEMjjCwQOksv1baK6eZJsmSFUmlpjw6IccJFgFT04zM4pOCAv2OaVE5optg2zYqVRNBzY2g5jLUOArWdOuZu1V2pa1dAp9Y+ygs8yEFtlHzg8O/qbDlA+rBygP1GWx/4gYGDJB6gJxqQO5XDJLb4UGkwE3+7/0JmpqGVD4YOTrXYkg25g1+B+mxo8KchW0M09xyzu4F2nwN8SKx2Mn/ggNE7GMGBqectezk87BWHB/iH9pgYtBsyh26b8dWkEFvQSzns5gDnIIjp3GSl1MjlpCylBEgCKT5j5OJqmYgvRzT1ZergjgM9ARyM9uzAgsbOgUOU6y2HOL24YwPdGBkgXQeKlFJSYgztcqEr3uZf31zrzZs7/eAA0Ns7XVH2emhYG0qJNm5tgKScaZtS0kjfPfb0sSY28iFut9loTyAg/Ov1YL9ip/1JaxJzlwF8lY0BQRvwHvXzZI5hzvs62t3HlH5ds6+TPpxK3JvhxebPVzYea4W52CUe9ayDOF0HdtlA/7YnwDRXJPWD54J56vs11/IO2Grg2h2GnSCUuE4gPA0oGZmRAhSkpNPPEJJi+hXrD2IP9AANlZqGYEGnxWIBrNSCfX0nKmlKG7fHLhes3GsAyAENUnTIGhOUk+KTyQFkgk8pEqzAz2bRybO1n69IB5FhgA51dOpv8EQNvMDwwljjBDXxkR+GAX8b9tpxbWw2W20e13rwt30eHvTp00MEdz68+6j379/pN15oOPjz7t1vekcg6OOHj7pHxgESv9hwYGUkeoRqiZ7IuO6dV0jBtT9lf9kk+1nlgzkQ+J/cyXoMlTauUPnKjTLPhJZAnr/Ntbq61lX8OdhKi9VS3gPkJksp+XKTl8JIR14XtpclGPwREU2fuG9x/9jz7Nh5n+IXN75/7Lf4a8/9xb2PtAOja2CNDtyzfb8ZWMv2q2LkQxkvevNMP8VZQsehNB6oI3Ha8CjN8w+hQYm8pio7YTr1HU22AlqAyxWiFaIuB/09swFlBpAT3RgVmApGhsI8y8MVkZ1VnBfTOePby9VeY4D0sq4Q8A3tZbFaG+K18EX4We98UevfJRTGRnZU46Jh4hxJ5ikKYOpM1qDPnqtEcY3AJcnlAyBM8vUSVaaBSBPDyBC8C9mphyxZwPkF8b8k63QMf0kTX4169cC/lQder6m/yHRx7z+zZGAT1csBoBL82chv2vZsonxYtHA8RiiMsYky5zNw2ANES4nNXmazs2gX6pZLNvud2ji8t+yBpqXxTU+I063SqYpS8sNsvd4Q/LnXBzbM79+/18cP79lU33MQ3U4BIKlp2rDL/3vJksNu2y3kAAMGkmwjkAH5U7Hp8ggtlLy1Qx6MiMUPYAFMCv+DT565CJGmdjS07B8B7gS97sEAWRJG2aRSKLk96zlzsCXnVp6vtluqc+DHGGjbK7XtUlkNTmAD3Et73m7vtnsO93sOMRtgC2xYXzveyO7kDXnPYdKbdBrhKHquAZ8To4odkWO3bSnAmiEg5blpYw11+M0APy+wBcjQUBmI9lM2MM4Tv098owG7hwj+YOf0X133BA77OED07Jmwc97YxVnZphsYEL3SM4Vir+mk5DGkGXanQJoBJMkckF6G6co6FTIT4FKFX/UYA07072tR0ApacUVbfiQbfVgED8FFBSlzwI7gH9et/0cg/08/d29udXdzK38D6OpqqY5rpWkaJWRpQmucg64RXdEDeKQ8ACMnvkKP4dOBcoHi44E5GhyEOMCg3jwOdEc++t3Rpb2+eZfA8p+BSetnpH5ntU+4tu+r1LCYGkAVaNwAh1T4zg+sSlzs69JIzQMmX3vd91wHA9BzHXDhotHKBqwYgYGyU8ElgOvyBMEeKRRgCcjf8him+ZaSMvfcruvULpfyc6GFzg0Di3XE/SRkVT7Zo8vKuZECKMPLWCJ0wYwU3VKl6ePehVwUJxy8YJxn0fqc+UJ51tEkddRA3aEAjZ1ZDTkQ9htnWnmc4hm8l78dtyHY85GXFX5OveNlxc+//Kqffv5FP/3rJ/3jH/8C/qH/97//q//3//6h//1//6uff/6Z4M8H+ffs/I2/jO/8Oz4LgmmLRadFs5BfbiT4ie4SPQorfOs6mGdeFHJ4MuotA38ggMWS4Fod3eQAIZMzqAnIQbucJPoyZMbZ+Jm/WGl1fa3b21vdEkC+e+tvEL7V9fWNFsx9wlbR855rw+tkhHYZRajJgOLjteMXNjsCYw5w+eVC7z8F2/Xq2a8o1gsDweChfgvI9w3u4T3Y9aIulD2TMQIFoCYeS+DDoCsdEqcKXFU5A/XHsrVRg38YiYcEmALgCSCBSnmSpsFpOuo75V8qPafjkqyaHKsy6qAxLlKUp8x+D3KM/Cuyr7Lkst5p4BOKqbgseOTWKR5CurY81hcKfkml+G+Se0yGGFrYzCDAZcynExQ1VAwnoHgXQJOjChcMvr0bG2hMMqV6zdTy52a11Bdp54bSme0L64ver8rRSvqqJt8k/Kd08k2WvTZ69cC/qwder6q/6Mx50zWwOfJmastmarvjAMyGynxxlCtmj/LGLIq+hwdRap7m6cAKUUrGDZsLb0qXKzalbPhaH+Jj54NApHhMBFUXS8XBPMlck9lmTUw3rQDLtS560+exPTw86uN73pL+9os+3X/UI+Utm8g9G0M/3Pw7I4tFq65byj9ya9x2i9iUkRWNthVqoFfrhizPNAj3ByppVsjIFmbJy6PP+REOSkK2NI6uSpPfmZ9bgLoXlNdxIXU0i0KONln2U8uGviXo07ar8FdHEKibvhHUth37SQJCuZEYD/sODjYD0BMEIhDEYdJvcLessx46YAoGIUUbIkjR80CONd6B45LoHxuMc+hu0J6QB1POU+BHaqUMKB+xaSRR6BxAL7kTUmV6XYmxNcDQOxDEobfnLfwAHijHARgZTbKBrSSg6szRm/ViALozR5mklOADiYMRJVkopaQUbb8xG2kHkCBIECQI0ojmKICnXpKx+wQUoLiKRy7sEQpEDm8cuNbhmJHQhWzLtbrquvhmnL8FdOvfALq70dXVlfz7Ht2CeW/LWGlR2qMtdKMHbSgmcUAbOZh5Qzr6C+mUi88H3OsAkMF0gZ6gnIMPPW/9e+5R8c0s5sO0dchzMd+0uvOvBs+d4ZmGv1v/M3qD/UK/UU/WTAC6nPJl9iWuu2MNx2VlGhmrB4UrmQQCuNz//b8ncX0O3B+Hffnmj++TCX9n5rUIe4HNQV7Woapm7oLuaJVYckmZtZS5PnPbqF0sgE7NYqkF68fBn6ZZKGUsyu4l0ZNBYI8RyEmiLoMrCHaA/KFAcr8uXYSMwMWKiWnnTORT5LZzqBJpIlwHiQFl3GLsGdeZD9B3DmgwmXFy9BaUZff7vbY8ex/Xaz3c87Liw0f99u69fv3lN/3yr5/1z3/9S//65z/1j//3T/0vAaB/GP7xD/1CAMjBovXjWv3OizWp4VnW4tPwK35uMv3lLCnp5BPXHzZi75FvOeHzU7DIgDwDkucAs0FpAsZCH2JeYQiBgBgrAb3F4fyWyAAAEABJREFUstPq6lo3b97qjeHtD3r75gdd392qW63UMO9eSQ70FhDdJIl5PgAaubFov+95QcWzhHvCbrPRzs+S/VYjvvN6VQSCBny+h9zJvN7rmPvGwD2EGjQxGlKGOgWY8Ojc+TNgGcNpyyKcCoqceQ/sLMv/7JvMMyrnFtKcCVOGIWnSaUTpcymm9HNCz9U/6WPG8PAM0bYQnp8ofi5LVaDqq7jy/yBczJyUu2CYir8T/eEj+Iyph+oD4QF5JRt8rZxUKC7ekk1L2fXIBgLDHXzTCSzyI1jzASxjgOGmRYqCk68z44sw85gbhg73i7DLoEOaiR5435U47/D3K//DTf79Jr5qePXAX8oDr9fMV07HHyvujeLUA/dHb7r2bJB2HHh3bKS8yfIDIg5wFuPpP/JAAbkEFejZzHKWrwIpJeWmUUvwYNF1WnQLaDZA7GCeLIxgRKaXPk8lGIgfZUZuCPYYesb1+OmT3r1/p3e/vdP9hw9aPz5ou1lrT6DLm8qUchxClt0S25YR2HAwI7OpxUoJO8nQfuwV9Tp+QqqITczgIG4MmrggPwwB24ZCM+q2LzCM75xswZnKaTwnXGxi14xJ04Maal6fo03LGA0d87cErtU6+NNdq+MN72p5TQDtGh+ukGtoziaYAEDPpt2HmzWb9fVurd12LeM1uN9ueHu7oesdwKZdW3p2IAiwTZRQNKU07UHQG96yZ1vqCs7eXMM3FriAygcRD8HjaAlWOJhl2rwQoF6s7DIvPQcHbBl6glc7YAvsgR6+7QLiZ0y9CgzWAPbh0XqAqrf0kdQssprcqGly+CblrJQSoAAlfcUHYdoKSEqlXSAfmCFIok4KQillSEBA5Zcq+CbEZ9TAXMW1S0aCl5RSUpMbNb52lwtdLVe6mn7Y9eqKIOCKddC1IZN8YBNetB4AistrLBDzOJJbM4C7RMn+rkGgvgZ8OKg5yONrt2DPg+cA2JY5GJBxW+soQMffmnw73GPQAVAUPPAfkLJ1Wr8xPgj0TVloOms54x36QIThkc9SVjPxSguue663mIs4MO9Y64A3+gYCdqXxwCoacbkBBaTCJw9FCYJqj4s6tFKGlxvuFQs1rKFFt9KCdRT/IcByqXbRKTWNhIxhVJIyygxc05r4GZwTcok6rECo6A46QR8TXR8K44GaCDefyBP0HD+Enqus/dZ6ymG3yxnLKNPefvCa9fPVf9b1iWfSe55Fv/76q37++Vf9y0Eef8Pnn//SP/7xT/0E/uc/f9K/fvqJ+l8I9PyqX3/7Te/evZP/1GtNoKgnaCR8tcB/DsTe3Fzp5uZG19yLr/BrB7/FZwp7NKGk42dOF3uL0ERjfZWtPjz6dWqL7gzMRBW0VRAQarlvtDzzr65udHf7Rndvf9QPPxZ4c/eWoPIta2EZ8z/SsEJRkpRSFrlS3Fu4f3CN7tmj7HiW7Pzn6g4CEQzqWbN7+4Mg1cB9XF7LBO77AO4f7G167ufyWqYuniC5jm6AMIBeTKcyp6U0tTwopWwasH8Ym1eDoI1z0ypoyoGpN1aMkzYCXIeWwTT4eyU0F1VeG4U65ofKiXU6yIk5Q+fys6pvMXvv+8Zcx0S7mwoT64vRpSGc8E4Kz6h1589UfQ/2502YJE5R6XrilULJg8XLHHEtsNynb/0MeJcaUkidY2qD/5lsODwLEDz3y3l50hldRUabiiH/yPQndfNHDuFV93+pB/7Thv3ktvCfNsB/j/E8vSXGI4HD1Ha7582aD7t73rINHNom2ZFHCMBzhCGOoEOBckmFU+oihxHBozgEJikl9jaNWm8IF60aNvvZG51pVQzTQ0LsGIIVmc4+hencEJU20XBoH9zIfDj0Nwf87Z+Hx0/xP6Z8+nTPW9YNAxroid5QlLHNX5FftNiFbf76vDetOZcNGoajne1iRljgCWjtPSZ1dBdVkVGoCcNIKhLBjI2f9QCWrnUWqxCC3zH7ar1uMLO5mFKs9UY/cyDzn4W1uVPbLtW1VwTMrrXqbrRa3ahbXatbrNRQl3PCRwPrqlds2An+bAAHfzbrB4JABOL8WyMD6y5gizxbQDbpAwGWodoR3SeVTxSQq95zuaUKyICAHJ6G5+R6MWvwzMemGEebmFrXFb78ibGP6LYNvXoODds4XEATSBywMQ7I7Ki8vgzFimhIH1ZyBLpzx8pNc4AE3eTGl4SUJLH+xMck6JBcNlRGXEojJQPIdVPTWpIqMyqSUiogWwYNQ1IiZSl4WSklkXFdi2t+LEAJSvGh3v5qmxzXbcPBZdEttOBw2REwXXK4a+Fl6jOyaKNZaT2ZiuJgkcm9BjaRnVGyH32A6/Gx/b0lMGjow/c7Am+GPbgC83EyByipa8VkQ3aALGEbnLPEnHGYZKlFS0rIIWLZQ1vK3zFhyTRiBc6HAE30/lU9DaFhamJ7J/I5VPo+aRWi5pvwHOw5IDtIMXCYdmB2YL0LGOwk1kQGSrcjTQbIEWyo9ifKx2Qu0xSMzL0/Ny33hqU6Aoc1CNQRCHIAKHPtZq4LZSwyKDMvppOSyzkJQpJ5DDiBDa6D6+T+jCtEeaq3lRWinuZWdQJRcSmz8JyfKFSADCXGCcqyWRl7syyTFR+M2e9HXjzs9PC41qf7T/rw/r1+9Z95/fyT/knQ5x/+ho+x4V//ij/7+vmXn/XzL7/oV+A3AkAf7j/q4dMj99NeDobZj9c31/rB36wxvH2r29s7XV1dy9dpwu/uP+ZhsF0K28jNBpJnNYACKQnFuDrJWDGGJB2wmBfFhyFNuFDODcEUfalRpn/fJ1bY428Ovn37g/7nb3/Xj3////TD//wP8Dfd3r3RkgBRs3AgsKVvzz19plxUJehCkY9yoHrgpcLO9wsCQeXPwLbyeh1ZwxAkW8IThLUb65k1bRzrmyARiiK5B1saBWduZjyBi0ewtCsqNm2Y2+fyrD5IslzAffle2WSoZgJoAUi48QHc76FwIM6lDhWfJ2hKOpGrZbo/4ZcCvi7EV+aJ2dc3f8q4S35cbV+prjb/ymZPxGdTe9lHT1r8fkadlDNNhyHNibiwzwSnosUO1RAD4IuXqwIJ14KeTcf6I/Ws8MUK9+e2Bvd7Ope+G19s9h2Y0eN30PN/puK141cP/Ed54Jlb2n/UGP89B8O9sufB0MeGqteejdIeemCTVG/RI9vDGtAJzEhrHeQhmVfqaUGBREvF1rFpGjmwsuCNYCbY4g2P+NA9+TzVpVJxqXOJ7VIpnORPNbh6YEw+TD7cP+jh473uP37U46cH9Zstz6EhbEpsU5qc1bBJbbGvaxZq20a57TAvU+uNaJagCkCSBoMzcOFbJgpkpcK5H7TGMNGHJGIee5vRDZjpetvKjjXssiymG30ncA/PqcKg56qe8C1rf2Cm/ZFbJPATvopvARH8cQDo+vpW17cAb6KvoH0QWS6vtFh2avAx5yKGutd2v5V/rPRhw/w83GtNQGg7BYMGgj+KlVM96DGMZQ9Br3gS17VYYRuKXcHjgGMs8NyHeBt5avB5bimByxykwhd17s/f4HEvNPahd+Aw4UNDzzXRc9gosFMfh+LzbwHZRusBbBI6nTJ9GRrWVbPI+CDTZwKyUkqAAsQnATFuE4Yow/GFBG1kgKSNBQB0SGD5AyYpyiYA6lNKcJJELujASvyTNJUdYBq45n24Gv3m0AxJCS+nhK2Mw9dIu2jULloO8p0W3YLgH3ixUJORQU58omk1FOyywS6WkgQkANXyZ7C/CUL3BNwOED7H1w4CVahzwKGutzwQbWsgZ29tFTKEAXQhocIzfaHmj2SVNfJ1PTwdw2DHecwXFU19nPviTE1DW6aMXGijjde6/d9vCLTt5HXvQ/aAo3zVGyycWSOBYzJHSNqSP02zDlNDH1kpt3KwcMFBv3PgcNHJz4SUsSa3qMgzSJJvFtTlZqF2sVTbArTreIa0YLdtuacYJ66vjCyNJh0gktcHaEq21TAVVfpLYMN5W73w8chLtXWYSs4OMOCnvh8J1Oy02ez0+LBW/Iiz/7yLZ9Fv/vOun9/FN3t++ukX/eunnyPg8wv0LwR7/Kdfv717p/e/vZf/xOvDhw8Efj7Jf+q149pQSlpw3V1fX+mWgM+bH97qzd2d3kDfcu9dOrCGn4pPbFYdd7XXvByzKNl2B4KMXV8g4Rd5kRhMH0CHa4dLN2jjQlB36CrLc9cxd9fX1zwX3ujNDz/qh7//XX///xEE+tv/6O2Pf9PtmzdaMY5F16nl3qJE/8m2GKAlZcqFooDV+91eu81a2+1GO98ffC/o9xpGL3zPzqgBo4axj/XcVxl4VKBkVOiLDP2lBL8m64AeZgBpyUCHLB0oneiw4gI1xxvKTVaTszLQ5Kwm2uQok5Ey+gASxAvpswLPtPWAStVnNRxFSwPnl3jmzyFRAD6rH7E/PHk5uJPP2v1ZAWsRE1bwH5o/r7xYSR7ruMp5rRpq+RxzLUws76hMlubocaFOVOPC74Uct4Hq9tAW3UQWRe4QE/6/QHM7/i/6f+3z1QP/fR6ot5j/vpH/xUfsB4I3SiXws9eeJ4PPf2KTdTCdZ8tI2Ye4kcwg44PAOWHpoiGlJHY1SimraRo1uVELzxugHJuf0vbpbblwcql+mmOn4lFzrAp9U4OBDeGWzeHj4z2b70/Ag7brxwhwJZpk5BrsCLts24JDRtvKh4kWnLFTubWklBGGGrA3rCIjnfSekSlSFqTW9k1gBBc1mQMQViJLAW3iwwwg4DmgFXtT57C/S3pBl40NICOFMRW/2HcVahmCYaW2XREIuNVqdafr65s4kNyC/Wbab36X10t1S/u3wZdiJe214zC/2T1qs2ZuHj+VABDz5SCLD514BVnbD4V/dOJtqjA4T1BLxhH8qfa7uWlM9vyUby55jhtsBjMP5qNGAZY99ON+98yHYVcOERy8bJ9h8GEDuzxvboKqaF31RJl+XW44nPrg2zRZTcrK4JSSSKVN5GPkJTMNpFISHqtUwa6oUDiHnGaS69zK2FBp8SllCJJpAENG2oxw3BVnVw9J/ikh2OYGmC8GlBlc0yQ1TaMmN8q011wQ2qwkPmSmoZ6knKk0d/LjQBAiAjsVcw3bv08g+J6XnvlhkmmvsBhlDXCWMuUCJac4S7SvbeX6WdX/OYk93kmfwMQL22x7EFgO32SVNX0Rjm1cPbWK+77XdU8QaPB1uNtGEEgx6bEy6MNtoe1v8100WNFF8Py6B3DKyk2jTFCideCHAMUC7G99mCfWwgCgPWZjyFJWo5S5x/j6oV3XLdStuJcYTAMt/Nw03FdbZJMyOhQfFAT2yuBaRmuY7WziJ3DKyBkEpuz+K1A8ScFnvOM09vKcPIrkSYfX637Xa0OAwi8e/KfHv/jHnP0nXf/7U3zb55//+y+CPj/Jf/r168+/Kr7d8/6D7gkQPT5stPWfNqGj33udD/L/kJW51lb47ZYA+9sfftD//P1/9Pe//V1/+/FH+dTxGk8AABAASURBVM+prgj8dDzHksfj4XistpWxO51Yaj8BSRYsUGjFx2M1ET7y9YysKlB2Ha5ALb6lH/JCuwJwXcaO1s9SB3ZWXczdyn8+SrCn/Cj0G93dvdUdAaDr2ze6vrlV162Um1ZuG/2hqyRbNAH97Qns+Eevd7zQ2eEnf8PUvor1Sr0MGkEj9+49sIv1PMS9A+tI1uuRGwdMvKCnMRZ6yqm3WhBjnXiBrMXgQsWmK8BzajL3yxxjy/jGIK/vhkqLZuMsGSmys34s9L2g6A9tEzmhYDnzOIUP7XWXPw/nGmhxgQX3D0/F9t/TjVe+jQfHvIB/j7rv1nZ4fk3UQWNqvrB+a/XRlHwkoViZ5DUd645UrSv4RN9zQiE6l/zy1RRNvzCb9/CFTV7FXj3w6oE/yQMv3h7+JBteu7nkAe6c3hT1bKLG2GyOxHYMCBPkIT9Nvn8DJPglh3iaeAilCTJEwyYnpcTmByYP1K9ZEFW2Yj8BMdsoQHzqw6vKDBwi12ykP36818PDA5vxR/W7HWPbY4PUYEvTJA4OWe2i0aJdqAEyG9YQwMbYgxlL0U/pkzcc7mQGkwhSJAsF4kHNbtGHAXaepJ63ldt4g2t7Hu4/6APgDb9/9PPB34CJt5QDm9ZJCXr+nOTBvNxTkXDO+HHMENDSqGVT2wGtFl3HBv4auFLnAJDh9lrXV9e6uoLnP/1YLJTaRLsxvkmz5aC5ZuyPmwf8s2ajDvhHaJm/gcPLgOcL0IQyOdOTDyDsoGQ2YPtAuG/A91CRzM05KbdZrSHTYipDostaDDQUnzySGegZO/oI/GzUx/zssLHH9p554rQd/dR2NHMqHUJN/bDOGtZ/0zRK4JSSUkoicwJr+rjPibyEXG2Y6tAAVXIJPIvYzMTYwmv6IBMUOGHkZEOwyNxmDrJOoPCcF062z3FcBpqGNWBd0tRPUkpJZKQcoPmn3lMQmbPxNP4kx9++H3n+Kog1EGBfA8GfDnJBT4py4JKHfJSnDFsxeyo8h6Z5fK76z+Q3jKOhQwOoJHiFIDdtgPzMwE5UIB7l+LYbBfs2fMp6ruscPAzTjz+L+2XIeP4NblMx/qommB1ghu8Rya2IxzLR4XvjRolroG25X7Busu+3uZEMMQa3TWgxQNMuN40s1zrY03Xq2qXabgL0FHrBdQ00CyV0ZUBc31ImAcZoPawJzI5idh0iSjqIREXJ6ihdCnpqZzRMqz0GSftsBegbiFyNCPQEiP2DzvcfH/Tu/Xs5APTPn37Wv376Sf/w7/uA//Wvn/TTzz/Hn3j99us75D4QAPokt9sQiPMzefA3vQC/dGnwxZLg1+3drX58+4P+/j//P/3P//xNPzoA9MOdbgiuLOyn3NhkrqcR87AUe0bsHShFRWQZixm//XQGMVZkAlOXGVfOrSrYWR7jRaAPuqN1Uk6NYu48T4d563jWrnhGXCuCQAR/bggC3QI3d3da8pzwj1jnlCX8GjZo/vFIRtkv+/2OFwm+H28V31qe7glFmpasa5yALPdrr+keD8QzZFBG/YJs8kJp8iRPyCU9+ZQBwnYdiqAkY4MLcwxNKvW1LhgU6N0kED62jmpTxfgAwZIO/ZbiSzkqn1ZH+ws15gOkWZtZKe7Z46zuKRnSyfwL+j0uV/2RcKnbMOqlTi3AmnhJ5C9Qd2loT8xiKKQjm0asrjPPI0HiEj3KTRTiEzVDZhpgTQhqls50sWRnlRPpa7CS4CHW80Vt1P5F0l/cvL+Il17NePXAF3vg9ZL6Ylf9kYJ+JFh/4ywgDlDcpPdsWPcRABrYKvKwj4d+iCju2eIDb6SWKIqMAmDHcx/sREujI6SklAo0TVLTNEpeDX5aGPOIGnT2OWcgSxKik+AkYITtE1PeRBV6iEP6ZvOoT/cf9fj4Sf5zo77fshn0gUbYlJFPatrMhnShbtGqJRDU5gZ+Q19ZZIDieTnQubsLBnSpy1BFznmpQ942hbCzgfbYw8HW/fvHOx8ePsVG//6+4A/g9XpDAAT7kPOcVF1/HVxHeByzfeARcj6JY2J4NnNQYMPfcUhbOQB0fV2+EcRb6xve8N7c3hAQutJy2anlzf6Id3b7LWNfy0Ggh/Vaa6Bnw947EMS6dDDPG3mcTZelf+cUgnX0EdaQQjaYUQjKWRkBLVlMpGhbcSlY44hoaZdZ4NnBIOZzwI6eQ3HY5W9IeC3FgWNPdz1AG+aO2Y8EI/S4T69LjzU3WU3OrH8giTWo6eM+RW9T8XciLlM00AH5OAsKUTzpY1SiDCSAyhFgFOSlbfw5GBLGw37UfthTqtVJOXkcCS1JlpmPwFyhlwRKqp+iX8r+hy9IVNEzFYP9zAFtCDgLriE10LtBITdo6N2Ohqwhqr8olf7c+wVxumQh6wQuiH0by3bWlnO68g5Yama0yShnU0+BumdqkB1Q5b5mYBJ/lTYUwpesX19vrOmewMMAHcB829diPjJtyvwOzByqnYoSUxPAIE0FKZydKBpqRcN6aOBRJrigozZmV/TinqjD8mjP/djXTtsS4OG+0jrAAd0Bbed7yEJduyQo1BFUgF4stVh0WsBbdMYtdKsG+ZzbqV/QLA3uGVeM5oGNjmBbjiUpKQeUMbjNnnuDAzaP8ds+H/X+3Qf5B5t/+dl/2vWTfiHI8+uvv+q3X3/Tu3fv40ec7/1Nn8dHnktb+Rsse26iI34erVAqj1gKJNzQMMaFVquVfA99c/dGb96+0dsf3uj2zZ2u/I2a5UpNtxDCojUgfMlgmF95fMGpWYaYA8VDMj8dSg7yDIwYTQIFfyR3+RJQRbIOo4w5jTL3eUPbtjEPLXYugNXqWtfXt7q9udMdY7q5faMVLwsWzF1qmKuUUTJP7rmA70X2246XOjvWq4Nl3r94rYqRi3GH7azhAejZ2/TgAb7rrDVzP44xnXRj/a49Qo51Wsoec1BDAtWGjJOSTpTVuqiYsjkPmuQ2jdthS87oCUhwMlUAlPiE2cbAs8niJ5XVWmNDeOYgYY7BjIqLxFMfWEZP1lHhvpTPTfL4nsoee6518zY4obJfxNEmsiI2Iwtjyktv5KSJdUS+2LgGgxHYQvjCzv+CsT/XZ+h7KftMQ1tRmp9Sx1KpvZynI9vPt2PpQJXuS37KNA8gHfjPEQdjTBgsiO+MvgM0X6qjdv2l8r9D7kvc8jvUvzZ99cB/jAder5W/0FTWydiz6YzNEQfZ2EjFt4AG+TA3v3UnNryGGAIVpCAPGae8Qz3Meb35KZGzsUls6LwJyGxqDIhOqdy1nc+hVFZrS6nk8CxYCiWHFQT8gTd9Ww4y/qaNN9rxo5mbDW8JeavNg7xhQ7dokhrsamxTk+Q/0YngDwGhjK0CBuw0CKz4+HAiby+nUu208PAcdRgQtSXzhrPHv9vtVg8PjwR+PurDh4/y/wDz8eMHAlT3elw/TkEPDmKx2TjVUTT9X+Z1nGD8UvxhX1DGN+GjMDmrobzgoLbsVrpaEey5visBIN703jr4c3ND8GelruvUNA2DGtVve22YHwd+Nv4f2giw+M/3eg5WPUEV+3DAswij3TkWZCDIXHju3zDJyX6McgiFTFbytE5AuzzpCOxRjPJMUgx50zBIe9QxNz5o+JAMHoDedNhHuwkPxmHDUHQk99MoMdYmNcpNBpJSTuglTQiKNGrUKJYo9DydCB0qkAzaeA5m1rLpAlWHcYouqoy/XWC6yJXufXjyfnjPRtj3iZ0PULu9ejAs/EELJ4SivTEVHoH1UIWiyF1USqXfKCA7uAPmaKBN8LIUS8sF0xM2KjDpchv8G34OX/fCmIC6Roq887IASu7yDGIeXKazMlNoRc2Uu+b7QOndvXy7Pq61BtsmeFYPG/ziA/c5CPELoq6b2JCWH+xTfNmzpmNd73cE13rcisKIhiHIivEYMlgB5jFnqCp8iENKUqzvBMe1wqvQQ2aOKecG3ETdEHJ5qkcGrgT2YvD1Ava3SAwtQQNDR3DZ3yJqCep0wVtyP1mqhe+6gMVCbQB8Y3SlNtGvpk+Wl6CBzhkR4yFNlRPKExYW2SZDVsL+FHbLA5ODo9vNNn5j7sOHe/327h1Bn1/1M4Gfn376WT8RCPr5518J/rzj3v+BZ8Cn+Cbolntez7Nh4HpIKSl7rEAy0CNGKaWkhsDJkuCP/7z2joDP2zdvdUew5Pb2lnvslbpFJ7eRPzGXA3PnwRjMPIczvovAqHwQRA06GB7X5x4bRxh7nqvDJFFtPceyDqthDLKPTEebbDeX1YSuwmqU207d6krX8XLgja54Pqxur7WC13WdmqZVA6SclZqsnMDoJQ8VnsQRuxwM6ve9+nGvkWB1zKsdiMFlfQdBGzC526NNjZxnOGE5OAGXUgr7XTNoLkNbbJPBlegTMARdM2ReJCcb0GEqdEHXJjrpT1/5mVsyp8/VuA4o6VhJWfiRZRDjH6BdLhCVB1mX0myopSIVNMtPRNwoNM8Evom0VsNnGrP2SAgNpdfof1QpFDQwxgHG4EFThXCpCOJPyMIm+glMVgyGMSVYE4WVk2kMnTSxJ59PSHX9NBJLs8ApSekszfo4q3m2eGImBasIwI8D5TA2WsMlBXnIivUn7MIKCT+JgvhcFm0ii6G+LO5ZrhK154orH1zUQXxdOrmEv67pq/SrB/6jPPCNl9B/lA/+GoM5mwnfAnsO2js2/T1vyPbcqH2gE5vSE4NTKcUB77zOVVO9SYNF4tkJPwGZLLGBk3cIvjOGHWQkyz8L1JOoLjnExeRag2/fftj0HM4dWPn08SMBlof4hsmecWZ2hk2TVCArm86NcrylbJVzKwk+4EQhnlvWa9p1B8jl4ev+CiCB/8jRg1S2AB5mA70m+PPhw3v99tuvwG/y22D/uKd/GDQOAvh+YOMhN/4rAUOwOcfxU/K4QE4DTnIdx/A4MDjERlyRjb4b4kcOL23XxgHNm/rVNW99fXDhre8NED8SfbVkPvA7GwUHyjabtco3gR4JDnEYhR/K3dE0G/b35H2bgRWBpiwEgy5WQNpmCiQmJhJMMAwfTUCHctWbcx0d+jw/Bg7JfYUo95hmGA6YEyE0ZWy13jZltU2jljXWgDPlnJNSkkgqn7Ggs/wy9yg0r690xZYyPdLLSGE8YMXlXa7RuKJZeRUjOCXfB0aulz0T6gOWg0D2+wmMkg+wI3NkfW5aMBVRYIROh8G6H9eNeMfYQkfIOIwk4Z8jd6K4tsKr9FVssN/RM/GLFHNViNMcmco49CHWZ1O5xqWtc/djzh8NMdYnnRy5xZYzAdtc4VD1ksWDqrhvwdZuYOY0EPjZc6/0mh5Y1y7H+mV2jIWvxeooYGsOHeK9SlubweUkxdy5nGAYTAMZK4AMiLUoceWh0lPDMnOPEvzMBOWmUcP10hLkyblVy30kZ9qL+4QyTRu5nHNHXQMs4h7joEG3WhJAWE2wDL6DQ+30J2IKPZo+A6PDCErODZCkjCWgSGnKzSu0GV6D293WadA8AAAQAElEQVRO/ubP/b3/V6+Pev/uvX795Vf9/Msv+uWX3+Rv/vg3gD58+CD/OfKnh4cI9m8I/mx54RLfWuGCSQnd2JVSowyk5H6SUkpaLDo5AHRDkOQNgZ+3/sFnAkE33EdXV1dadAtl+wyjBrxoEJjiIaHpQB8JRksq5VyQmBMosz0+Q899zmB69GRRL+ToVMk2A6YPoITEUV/w4YRJKN4BVtPkrBbbIwDEWG7u7ggEAdc3jJdxMe74czDWgu+fOWU0JzmXPyOjZH32PF/3zMOe5/tgwF5qLFHmlv5iHbtTQ9RIdC+b7mJ29gTMreDKVNVSqPyCB6xSwCTiPpEyMkDG8EvmNpYDk6ZmBVHOuVXmGvKcQrjpU0CuMoOMDE7FkPNUh32pem+jbOTslO3ioX0URhssHCqLlzq0RV0p1TwzSwrIqp+sI+0mBcpKDRkzgqjZUb5yqn+P5RmFOAlGAxxTDCkGj/1H9mEIT7q1zAlzZqPr/iAots+Un9hwgX+pfqYkV3/PeDMtT8hL6mYTHfJfqCpkIwulzgzmVHyu2XXmTT0EiqxUPMmf1gVnygK5zYFw4Tko83u07LJc80W6Lrd95b564L/dA6+XzxeugD9NzE9GHox7dmM9b878DaA9Gylv8vyQPzwuExYZ/EBPiTxJYPkDWZAJg0sVDhpgUEcbL4JMZlB9QFHr9LkbsB8PlqO50em+KBqXGtvf80Zwu97xlvVRHz990uZhrd1uq5GNIWao4W7eJB6ROakBfEBvssvoAMsQ9lGe4ehG84/ri2UDvhQQMg4coIMEa9CWg9V6/ahPHz/EgaAEgX7VRw4LjxwIdluCHPge4bnyvw5dhjmzh0MCg/NYA8gYunB7DIFibLD20c5+Xchv7LvuStfxraDb8q2g2zvdEATym+2u60L/brfngLSNt+lr5m07+Sb8G1otRg90eORRDp+zqugzYxupTKPFzQODEIgUmWVgxwzL7UP/QHkMEBfCYB59CTxwWB5YQ8NQ5mtgXg39dID2QaSUe/zAttrt6DS1SQ2H2YZDbMGNUm6wL4GBJB2uKfocA0SuZz8jNQYLGXOGhEOb+JOvIMlQnAyQAhsBIR+YnmhIshqNEMc6ac+pvCf443Ftt1tt11vmZiN/22HH4dWw594xepzoqz24Sx36s0YdPrU04s9ItA0fu3CQMuE5kLLJsC6IKSPcGPNAS7efAKdP9V+AmPyiO4upiAaoQcWgoynQUfP7stLPuY7fr7vqxQuTyZd0Vl7F2BENXQa47xzWs9f1uMMHPBzwb3EEMqwLsRZkTHOnUGHiWUjUVKlGGSfPQbnF5iLjNTFwkKeBEKSq4b7cqG2XESBoIwjUKOpyDmzakLl/Z+rbtotAj4MJq9VKEWjmXuM/M4oy95fW+pqFUkYH63NgwkmMFw8yTPef5bpMbaJYAbLaH/VcG/3I82Wrj/f3it/4+fXX+F+8/vWvf+nnn36O4M97gj733N836432+NnXl5dySugH0DqlpJQASiMCA763T5Qk3zOuCfK8vXurN2/eBNwQCLryN2QYS5MzrQxltnCqRvvSQI3yaDUydtFjNrb0NGSKpb2GTNuBoPuea3yjT7y08Bje/fab3v36m3579xvwTu95qXL/eM/41/Kza4+9xY+ocm+2iXmhU5sT/u0RKDC668MLgiZn5rlj7q7k58D1zY1urm+Zvxs56LXslgTAFmoIAjVNq3bRqNDMFD4Ta3JE944AkH/jb+9vKFJ2UFp8EjDiU1DYoskvjRn0/f9n71343MZxtN+HlCy7Lkn6Nj0ze875/h/r/e3uuzs705173WzL0vk/oCTLLlelkk73dO+UQxAgAILgTSZhl5OZzypTCHAGHWlOw0CXnGSLudiipOBbt0CHPY+jwEGDrebyIS6lKbcdHMlg+1T0bXPSOEkwLEV1Lj2qxnDMpUc0qyAS2UwyN9EN46cJWzE5Ow2uDNCV0/LgHrYXrMcy7MVQzo0em0CHFFaKyLkhWPezkwNj/V5lnXTDPPeBLblv5IgzOnDEfqhodcNpecc+KZKO9+FCObcnBuhhPcv7LkAxTCVLevA1Ngoulugrj/0H9UOAMrjkEKRSF+KhhAIJKWNKPk+FD2cyOHFglmSOgQkpjHs5fh/zsJcrsmN+lI/4Nu51AD5hKWo8Z88j8DwCv2wEjnbdLzP2XPuXjwDX03hTa7nU+nAaByjeZHYc5noO+/3szd7nLEO0ynsKSX6vSWQppaA1ve4/6C1CC+RlUCgKDySexHMJRVLhTISL4zEJbLOwLO6IQrRcyNcEfHzwXt9ySKXsQ6JdrXhjWPgyDq5gZB8oqJ99YDVgx4mzsFGMURDOMorxzlqw2zN7UkJeA3gUbPHG0hIkuOMS4N8h8ifF9qfjMlBXmYPtMg65Fxx6Vz7Q82loHv8ETb+zF12OMaF/U78HF12eAIIpKO/X0HFAzrXiksYlrFzQzjnslyDQOYf9szMO+80KVS6FjJk/zXWwIT4l36zVDp/qxuUFuXEnggAx8G7EIGamA4wLuJDx2/MROGg7DWEExFGeIomS6/eB9x3oacXA6YjDVsf+8Px1viyzrjy/HXPctnf4aV834C3BMPtUbGUaj4sLc+tvAdVVRV+TUspKydhAsyTuM+QkVzVAPpas0hP06ZW4CwEoB+0yQJGUZHLkK/Z2T24YSv2eFq/eZcAHTz8b1gR/bthLt1xmvY7v7u60ITjXErDb8dxAVXJflJQSoPuv8I4x9L5gUEkeI4BEQULmuYWIJDw05DA1KDH/1vVhbZyLlv3UAS0y+8sURQ15AUAx/JDFCkW5vqwbhX1mPc/VUA3BrA6l33fy+NhD4zmMPIaAjrtHseaD3WrH87+M31ad95khBrAXC6qAdSeAH3SxZKtRjCyRGywzVmkxnquUc4Uc8ECLMiXeajwV6I26lVLiou+gDs/DEvypJZ4hEpg6JWUQAD8D1nOApyFg4EBzAIGggs8IMCyBBWaA+D4U1SUaZSV5uKJoexD2F5JGXQjI4p/9z1nhM2v+dn2nKwJAb9++1+uf3+rvfy/Bn59f/6w3b9/o4/sPurm+0d16oy3j6j2FMdFBUpJkkMR+yYCx2EixB8ApJdV1Lb83vHz1SgVeyH8Gtjxbyb/5k3kvs6tRh1Esu1jDa5grKwSnlK3L8qfvwVSibwqAhcCBlNvb9dS3n39+rZ+GH63++eef5YDQh3cfdc2HK3eMwWazY+2Mz2Pxyso82zysbqvlDWEElxlxdMTl1o6hSx+aeG9Y6ezsUheXr/Ti8jKCQA1zGEEg5ItFrUXdaNE0UxBIjFHLhPgbzDuC0a2fyWC3k6KVrIIpxPPFuKNtYyBSJjeATqYi87NhD7WUAVlGH4zzHmukw551TIx4TptnMM8AXZILJ8HjOgp4VxrJhzH27gtthXmbGTAn9CBIQZ7OEivttGTkTk0ejMMoPcKPNzYoTxaH8oCibmZHD/IBWRoiE4BpAyRpT1GYkrkspehb0GW7DHI4pFKYNVIYvyC/b2tsZsSHxudOFY08rPCMYs5JXoqQX5DKvhjzUwbchhjtucxejHs6Bm8mtMw8HivBLfWDnGVw+QBuxvg8cjSOX1h6Qt1TWnjKXrApw2NG0AzxiKPwnD2PwPMIPDgCp3bcg8rPgl9zBPZT4UNSF4ezVj70dVyiep5+PQeluHvhRgKmRCH5zYZDV5qYAwHDb02GwulHE6XofGo6+Xyk8bV/kO4py0qJHJ9IZgF5X3eyB9sKQBcXmo02XFTv1mvdclFttxxOOVBX+J2rJAdpqipjJ8V7ZYo3TcpSlEEHqQuuG8t+LwsZXhUMQQo6o5LJbB+Si01HMGAjB4BuIgh0ozUHZl8EKi44Kw7xF+fncdg9P/clpVHNgd82wuDvMnNvDThHJ4MCU4rBiyARBUa8hGhQYFoYC5i8QSs7GEQ/h4vaanVJMOilzi9e6GKAxWKlnCvq9HLw4e7mWv4G1WZzq027hr/lpjK20DI7BRQtjvwya27Vh5NY66zrgtHBKa8VyzReeGPF4nDMMhgdGsL+YItDSlkBPT7sBtgwx9sDCLvYNHb7OWfV9CcuMFxiKua4BIGyEmvPoINXjyf9wAGnQhoZ5D0ooUM2S2jOSiPpGiMUnvUMLrEtuHPSHgxyjDrvGQGAS+6OMdjyXFgTiLu9vY21fHdzy77aaL0pffeY2pbCr8O2dPJFY+E9Y2yS1jwPlNCGCiIyyqQMTAm/rI9faDIHLbCLgJvHu/iyr+uxFzM4VqcatRUgjVz2fmV631Ce1bHk9wvuK7Czh2BQySGily4N4O4ZLELmsWoJZLa+NDuIudsylt5bGPNNCJ1QnbBLydk96GLuC3tPW9fgRiuEI11wz8OigyvXZR9k9khV1ap5NtYR/OFZkQ0Vs5EB8cpMHgAlOOZm9pdm4PIeUtEa7aCXU2bfURNawc8KW/ggfEnUcDmQyqvrOvb4Tv5Q4erqWu/857xv3uv1T2/iT74cFPn44SNBk2vd3txpOwZ92EN+3sdyj7WeogVbNWVsmb+xYj2Dy7mqtOQZeX52rsvLC7188QK4lL8lc7ZcqVnwDMVfe67xVQZzLD2Aw4m9LHscUpT9/t8S0L3F9xv6+OHDFcGed/rpHz/rHwSBfv7pZ/380+vo7/v3b+PbTzc8E7a8z27imzdhRhm/NAyeAz8dz92W56HplnEksc6K7g69zBzU9HXlH4Um8POCvp6Bz3hv9LeAFqulFvR30Sy0WAJ1Q3mhVNl3qcegg5h+r/C3EluCbaLNzOCQSkPoeBl3ZN1AFx/RCDtgGaTO65KxtFrRcW4ZgK8u0UnsumwoJPle5EKI8NE0tnM4BBMa83BNRxVV8EZNBIUZxOdm7N2oUlowmafMxAwmFQgSPR+EFEilcLReChNvB+JB5FbTE/T027+mvrnp0/2z5BDoD+mQ9+uVDlx8ajPpqYpfWw9vSZPVcQlOjF9C2LDh0zZievbZvQoWjaAnr8zqnh0zDjwa+3vAtNYzPI/A8wh4BLzvjJ/hnz4CPgLhRDysoDnldByWdhzgdr0vtb3PnygMKSkOrCClyBSvlNJQThJJ42tO897qA+0I3dBWR3uQ1MCJQkDP0rBaBjQJ0IYuuWV5eoi7VI4vLZfVDZ9IbvwNoM0dAYRNfMpNRVVVVpWyxsu3LwKiH5mDWbYtsALEy1d92zUU2zBJIx/SyfoDtg3bsinX6OhbyyV5zQF5zaHa32zpGeeqSjpbNnza6f/V5SIO+KuGQz0H29oHzNGm7f7OwKNfgLVj3wiKGJU+B8URm96jRPe5mEPD7lAwZFWqc6Ompr/NheLQf36py/OXXG5eMCbwGIucK+I5ndrNVre3dwQeCP4Q1GsJRPiiolilLVZbrB8DjYdf4OINh/oewGec8rx0XEjEOoRJ/cLPUAr9HmoA68Gbfg8IJdPWs42Wy4Yv0PFtmLhIE4zgMm0fPybuswAAEABJREFUO9vHT09nXWXVVaXKwZ8F2DS8jDClxDI0iJfbBZF66oKGlCRSgCQHbtSbQeEgmXcMBwpDAetDU1AKwOi4VyGDR0vys8Hr1wGgj1c3ev/hgz4CV9c3urlda7NpGUaPtU0nXEwQKXy0PQxRdkpKGZwT2ZiGeh4r5qZwB54L6JPEMA2QmHMVmnnpqNOy57uYh5ZLuoH53Km8kBdCg4+2PcIoMc7K1R5Ypgqw6A8B7tPoqGmDy2DGwE8tRoCxo8y4RZlgecfYtbFet+qMWe9e15ombVgkmIp5GDBImAno/D8ihdlEGS3TtKQJkuQJjHKiarQOdkphRsgyOjlXigCQ94kDQTXl4GMXHKapxkyRk+CJugbzsr8lBC8H1DQLF5tizRVegpfkslipGT6FwpPM0f6VIAvs2l7+c6dbgp8fCIy8ff1Wr1+/jsDIm5/f6MP79/Jv/NyxH7beDzvGzc6mPLOZoBM2nQaMWt+zXrtOvYGypQ19P784j2/7+E+//MPP5wREzgiG1IuFqpytxti5Ag257jRniEJMG8YjwJ4SvBgPPAoeHwRt+KDk+vo6vrn05g39c9CHPr5+/Yagz2v6+yZ+28g/bP33v/9EMOjn+C27Dx/f84y+Ze/t2GMsAQxmxhWvKPfw2wD/KXTLett4r+LvGAySPEc55r1xIIgPQ85WZ1oS6FryPrlc0F8C5/4Np6oyXanyuiBYmFIlv/wtxN2OdoBdBDLHB4ClBTpGq6OfHc+aLsYKD3O0jkLGC5BzeKYsCZxhZNZSPQOX4btWDhrZgDVg85WHuhU4jJEFGRmFWTpiTcWJmOl+RZJRKNYgOsZoKkDAIt+nT7uS9spfRH26hUfNHjv8oPKTFbHwS/uEiV8jfaILv3Akfw2PfzOb1dTSrzwKPMempp6J5xF4HoGTI/Ar78KTbT4zHxkBv9H72dWRtXFo2qmPTyv9ruJDJZVTkv9BSdBk8itIiJSQJhMjjAXKQ+q5SXYccI0NpssR0R4MSgeoLJWSF804k9gtfJ1UR4URW4C85VKzGYIu2/WWg+c2Dta4qsShtOIgZsgpKVHX4KqCJgUpFwbKzZaypQApRD7YBYEUHgnCCYpKHteOgIAPvRsHLRjjRB1/pf3cAY+Xr/TqlYMeZ2qaRnVTU5m6g83fF6JD4ZAx4OCKISYGgWm7PgEEfaVDFnIJ8IUPnozpZ9ysF8p5oTqvCAZ5DM51vrokEPRCy7NLOSDmP+nAQMyhP93d3N0qYOPLxh0X1jWwxb4ButugPgDroAvYITe0BKMcqDDs4BkbTHu9ez3SNyyUVTeWzbOc3tAF9yBUuEAU+2WNtVye92CbXEBYj9bNOaniwlJVlRYEfxZcJOqhXOUc6zIlTa/SWsknZsidGSau+ggCmTeAq40wqQ0yGZs5YlHfyvB6QkAG+uXf/vFehXRi/Nv4ts8Nl19/++H99E2Ha/lPwbb0veNSRXUMDSnM9tinDD22SG/xgpwxyYgosIo8xi6AGTPzA8hIEhnDxHqBHGkzgQ4PPQ++WLa+WHLBdDmA5xkWMdwx34WiIP/9B3EOyBmP0h83zfuxp1mFdMnlAgzdVPb4bNkfLc8oB1XbznuIGjEw1keVsXVuKHVN7cFahsJJIO8O48ScFpw9wcwTwikxxQNtncy81jwHFqq43Nc1z4RmoWycq5CRoZ8n6AZ7OZsHmzJWTBTwNzigim+DTuiW9mzP+il4UKxFyXoGKobPSXTCBe0I/my2W/k/Ffh4dS3/eP/PBEj8Q/7+bZx379/pA0Eh7w8HSnesQ/exp3bCVuztksGROYCkgee91lGhiz1Uai2aRv72j78N4z/5evnqRfmggKDIgmdHrpPGF6ubmXK9wklDN9y9rDT1zOWxkFVexh7Hjnn3N3nchw/vP+j1G4I9P/+sNwSBHOh6TZDL+GcCQv/wn4P9/R/6yfK3bwgIf9Td7a1aPtxwHybLTEBHvxzoaRmTlr0ZMPBARdV5JoDCByANwf9mda7VGUBfHQSqFkvVQxBo4ecntNdJVdWy73SeD3l2tN9pRxCrBco5w4b3YF/cT2PPLe4Nwsw7EiMRAzSwPFCwlN0GUHuNNqoX4MWITQNVVjYswIA/xKnRz5lypm6FIWgZbBeAMzS0p8ygBsg8oCTKThSMPgMerbHv/LDO94xT1EGzjxkOWWQHVR4tfKb6o7YeEX6qmU/Ji+mnaRXdX5bPW5rTp6zel++fD3v9+1p72a9J7VfU57dinw1Pr/l52qPdUsu5YeQ+4+cReB6BXz4Cv8c99ct79Ye1wOXUvnPoi8MjJ7GOw6cPTT6MjkfJeAtxFgdVcZSkYBqAUrysDJCiOGXoiJOZL4WTbT4V7aMtWgWPh7CDxUGBhJmSFx2/gRhgB7LMoIOjlEUdn/A54LIl6NJyMTW4TbtTcdDPECknJapnsOhVTgk7ScrB1OkXshCASUFOGQzqxuGtKswuLlccSjc7OXjRM765qrTkE80LPtl99eKlXl6+0vn5BQGglcYDo/xyR/DI5O8HmDOccT4BgZ8uAAFDEC4zDnsMM8pgmJ1qppNLYgf2JQ1QXjDsS8aAA//qBePxMoJAFxcvGSvGBTmVItCzXt/p5u6GoMN1QASD2mu17Q1AQKgjCOQ/EWPeO69tYy4d5VsOrVoCg+3GAZsN+mDrBLQSmIzUh6cQEzYt1jK9ZI04dZCGPgIL0VZcoCnb2QE8TigqJ9HHzBxXWnBp8VwbKl/kqow8K6GUkhQwthW4F2w95VX0nBsOa/SHRUp7He/R2PcQ3qvEa9WZDi0u86xd/2nFZr3W9S0X4I8fufB+lP8Hu7vbO20Y0857m0aoFkGfHt9NT+OGrUwfRQczQFHKuaDIPZ5BkEEXETqR4B2lkKPHc6SMf6tpnpnzludAZ5mDQKhFbR57nuax6EBQ8MlsLuNPgKIEl1QBvyDZ0i+ofqKqvQds2HCgAT/KxgMYBc/ZUODZ1AVsyz5gn7QEqB08Z+KHKRt0qTY1M84bvL00USpp5AVmb3ceR4I4knUMKjsDhb5jXYU8y/vAUDcl+FOzL3yJzsMlWtbT8KKuqbAd/OKd2Xtg51GI+fcaiApmmLA+kAD8SjmRm0aGSg9ARepZ9zsCF173V1dXevP6nX4mIOI/g3r90+vYA7d3a57vO7leSllpgMxYZeicKwnMdlDZYwJLSkmhU1FHCV4vvyrKC8bh7OxML/mA4OWLV7q4uCQgslRN4EGsUevRLcaSOibMOAnI3TAyRkQeDzJK++TuduyVCHARxLn5eB1/xnb18Sp+vyj6x/7eAv6mn/8ELn4c+uMHfeQ58P79x9Bf320IlLWD+azJT5qyiy1ttIxlSzDN7XWMbfEJBeXyj77V9YL3ghWw1HIFJvizIOBT8d5Zez3w/MxVJZdHYPgY1I4PsHbaso53tGX7DJCN74EHUoczARa682454y7jTk6iAC9EYBikWtntLsC5Uc7G9yHWrGUEgUJ/qkP/6FulgvcOFaqDX6gcyLmBhodEiSR31NggXiOGPJ1KLyx7UJXxsHyCfZWJtSeS7IL8etCghb8/OHA3CpHhKH0iZ1KdR/dGSTAi6yM/zO5rHco/XXqShWk+Ru3RX+yzppRnZY06rDPEJe15pfw5+VB38uFz6j5Vd2hj8v2p9U7ojaYm0T3GJDlFhLYzAwoV8Jz+147Ac8d+wxEYttRv2OJzU4+PAA91Egc25z0HUA5QHMp8SB3eUiQOqWTya+SZNdKcp+J4aRwEiiGzErRTz8m455CxM8SfmPmw3NGupW7bGIgVEhmFeUKHNOcUemAOaHwD77jh+avgvrAa3G6HD3RQbrTjQthv8QHccSCVHZ+9v9uD7DdW3pBG0yMu7e7zPd/9GWBr7INwkdZ8UrtcLjnAr3RJ4Ocy/uerS51fXqjx1/lrHyRt0y2DSzUIp4Fn8ncBxTl6yPG55IIyOBDEkCmgZEjs/wg1atDDxbATQSBAQOZQXddnWq0uCAC9Al4AjBGfBFdcCNz1lkvqZnOr9e2N1usbAkBXuttcE3y4JbBzy+W/QNttmGagBbjktoYICGz3l10uMy1z3wXfc9XjK31j/eOkmwO8KEbohh71BWfEUcNjsKM9g+20VO8sPAAvp4AqqeYT7IqLROVLLlDlSplDXE6Z7ZZm9foZLc0levB1pGUTwHx/nq7aexfEFulR9n4xtm5KSZ15fLq/Ztxur2/jT0R8Ib66uo4//fDlsEXesccNrustFwYxYq8ydlJKCpyNs7JOvMw0hKhDx+MJYFvs7QB763LMQRlyt1vmesc8t8CGtbEBQ/sbAd7v6KMdlqOJKsjIaAER84ldcnjBAf+e0rFP8/Kcnvts/gBVwe5fx77w+u/YV95bxh7brkzcZCDGySVPonHAWNhjz5RYpR0gZk3xSuRYyACUdRheRROUhV6O9V+pXixUs9cNuW6U2Rs5u15WwVHhgcx6Fjm4HNMor4c99JThW2WAjJ/FbpZYj6Ks8dWZKLZa3iv8rZ6rDx8JAL2RvxHjINCb12/0EZ4DIjs/S9gjwkZKSSllJfqV8D9AWX55Xxgb0AqdjJ5S0ihzuWkagj7nevnihV5980KXl+daLc/VEPhI2Oy8/g0MZriKQZrUCKWnHX3eg+LZhqLTWAm6IyBj/93Hm5s7+c/Yrq8J/tzwrF1vWBId7uUCtN1jp+U5YN1rngU3NzcEiq55Jq/VEgTG5CxlaAOIhLsq0IENMAex14aUlWmjZu69DmJNEABy2XycsAaQ5Oel+TVjUjGGLnei5/aPIFDnOaExWoELn9xyfxtpWhd+Hpip4kS0EXTxgyq4BF0BOavKtfztTUPF+/YE8PMx1FkZnZzByDBEKu1AkEwbopWhDG0WdaBkEoHJI0hDuWhEFwbOMSoae+5p3XGUBr3TShocGpT+d6Dj8Sl9TAVp/npoUOY6X5f+mi0OS+rrOvh7sTabRHbb4NWeGhje7QGl/Kl8ZvRR1afqPWrkWfg8Av+rR+B5l/zOpre8uZA7GXygDB97ciBJpAnEq5RLrpCIgysggCogKVkuXhxqyc3e+SDGBWzHJdHQcUgTj2LYaDgND+vjVYJfqFnhEbDSXtxh1N9I8LdudlzwfRDsabeH72Z7LpE7HxDBceg2c+q7HRj9Lzbn1ve09YqckyyJAxT2Wy5Vhg7aflur5jJzdrYi+HMpf53/FZ/q+kB/TvDHB/3M4TDsUsf1gh5M/z4RHuYRWjnwE0CHGYXIPbej751iFCgSAJKhKXQHbZjzoDNQ56VWzVkEhC7PzvXCn4CvzlTHKYYL/eaOwMO17m4/6u7mA8Ggj1z2b7Rpb9VO/xsXFxIutx2XldaYgJCDPmV+duq8NlgD8vwzb4Hxvvje6/6LPgezjx6Z5IpoBNBz2/E6yq67h/J7QVmZS2bFxWaxqLUE1+CaC4J5uaqUkKd0uPZke1jf4ygMWdEtuVmFSqlgqQ4j1tsAABAASURBVGB7opOvIh9F1os9wjo07t2f+POyzB7vGdcdY7yRL3wfP3zgovhR19fXzMMdl7+tduzvjgtgRz0DlcJ0sh9JSikpG7JxlscjZbBmL5YKSeZ63BAj7JiVGTBXHSB/faezGBk+d8xlxyf/bczzFl+3+LwJ6NBvY77RH1NVWhqLxjZnfAC7g9LXL2DfnkyGKU/0RNgzw8SAoEyC2KcKEij2LARKAcGYPF6t/Gd7Lfui9TfXht9M6Zi7/VrLzMNQJ90zgoBJJXeiFaMJoux59gSCLeiwxjTFig455UxwvPJeiD/9WqqOAFDDPq+UXRcd152gVKSYD8CqRV9DjUO5lHTwwk5HwMb+BJ9y0XCe1DMOPQGEO3/jjTX+wd90efdeb9+807v373VF+YYAid9nypiVeimVdntho8eyAeREc0bye47BBQ9NRZZSEkm5yloQCFutVvHnXxd8SHB5fqHl2UqL5UKJ54VbYEOow/nORIBmLzoTJTc+BzN7xt8801hCtcdOy/vjmmCP/8eyawd1Ceys6V+73qpjX6eELoNs7H5sPTa3a90S/Lm+IgB0exv7zbYwh3GvnSTlBC18nQNeo0QKmZTpAfajRL1cM/+sAdZCUy+1aCgzJrmqlGzPquDEuqmqWhX8zLiFDBv+M/YdzwL/nmHPB07yXMJ3ijFD1sHrcACSthkEC+mfkf1xE3vapawKv/JJyMoEe6oBFrnWXg9ZztQtkFVsGQ2tlmamfJC7TD2jA7DYlQ+YjxWiwoGCR3tkeAxGuuDRqxEXrvOwdJ9t0T1I9zi/Q8aXuDTv/5z+ElufrPOpBmJGZquhlDXjTOQo+mSbX1vhU304bO/L3XRNw2DPpGEoPh0dVToqnrTzFJ2TFZ+ZzyPwrzMCz9vkdzrXHMcOPCvHwzTxXB5hYsYxksOkT4N8nFsOtNbaawSFvBsPW3HgojWXqdNR5lgYag9laCPym4hB5f0sVhJlEkIOcM4HGaTtthxQd1xqWgI9Pgx2nPQCuARuDdutIjiEvA9fqHiQohGFiwf8+4XBDQR4S4WOy6Z9iL5xiGuaSv4fvvxnX5d8ovvy5SXlCzUc8hsOtz48Urn0w8YMZvxOoStDg3f0F687tZG7vyPHXTCUWXGFATgcSzV1Z9A1s7LpRg6aNREAOmOsLvkE/FLLRaPMob9jLjcOAF2/5wLyUbcOAq2vuIBcqd3cALdc+kvwp22NN+p80WVNdJ6bEWOnM4T/Xrv22IA7U+pYc4Z+6uMkGoj9gXpfN+dBOCKXYfrT6gWXmUWzUFPXqqEr+lRlrgZA8sUmSSTdf/WHrFEJnKiRkKbkXEopBZDp/ivBMghxCoASN1N2dSDWPf1lX/TBKbw+9nInB1bvuCyuNxvoVv6GRI+ueNFs2EsJu/Qn50oZXIFHyKlScj9zFoMry4/B/BBi03sp5m+zVvzPfrS7MU1gb+N5ZQ7l2Ym9xwoEtxEIwjfmutDj3BSMO1j+HSUHfUYIt4qfQT6UTSoDURVFRlUa6MIZ5IyRx8lQnomMT7dhr2zVOgjkcRzm0fXCjpKUUkyHywY98hpbkqgXtYzFCzwKwSQx8UqZy3JiHzQLNQHe+5Vq9kaO54R4scOowLRGDxR2YU8pQRXIlrGuSFD2FiChQCrEaAeTZXWbQCpqJFeEto5/qHi9vtUHAkDv377TWwJA/p++Prx30HnNum/V816W6KvXdECuqe3gDzuH/UKSyCjBH5P3sUHUNCSGwpC1qBc6433hgsDP2QXPvosLLSk31UL23sAKZxwmpxUvBOE6OMr0zC30dKRHWwFFkmjVagazy59+3emWgI//R6/r2zut2VstdcffAvP+7gkSdeynnj7bUlVVKs+yBrwEFqrwP7O3M21Yx2A65yw6CcAxHb2BDozM5ATMIjqZNVDHmljI66HKFdoVllNoZqgKH6qqlnEG5+S1wghFILpjXXfq6QcPtKjjUYuiOhmPfGF5hGzNjJ0BWxT+QwRGJiBTHusYu5xVQ2ZVeQ6F5zoTRF3xcmtzgDVPjCUGSdZJcwm0eaAxuXMjfYSPNEPaOYAO5cdOVDVB+bFU7Bz7caKGFQ1z0XF5LvsN6WM3ou8n2n+IH6onhceWQ/PrZ6eaOcX7+i0/weKpgTnFe4KpL1DJ0756oPIpV2LsIpOqw3rEvg8Zz6XnEXgegS8agWGHfVHd50pfdQQ8FeVJx5lusOwnYyq0T46F2uccYjUcKs20SoEeLhzLR6BYUpH58Nhx2uq4XOy4ZOxo1OWi81hun+Qz6l6Jg1UUiojz20AEM8fj37Y7Lvqt2wF6nuItsN3utHHwh8vrHZ/s+pBrni+IUaf0JCw5myzPCI+cZSPe0+aU9s0z+LBY1xUXm5VW52fxJ1/nqzOtVudxoA1t2zZoeLl/NjUUf5/IDhvsnXGBbjZT5oxSMSsdYKyIHtHB+OYP2AdmZJ355hlTzrlRDTT+H2EYr/Pz8xjD5cKXgQrTHRfXlgDEHYGfW239p2DbG+g7+AU6gj9duxmCPy1rBeAC47XRsQ5jzlmX8oUm8Oh1j317O5ajyEI03zwg93g58AN1kaO057t7w5iY9OUksx4WiyYuS3VjXJe1UGVlDvspJa41SWROuv+yD4Wb0EgpUTCAKDtX4GOe4jXWtjRNeilkznr2gPdpGRtKVPC2djeMyz5qdbe+04Z95P/tKPYZ4xdW8CdhN6VEf9ynLF/OKvePy1rOWR6H2nIDuig6DYDcOoB42Y+WOdtwId0Q+HG7/hNA/69wvqxu7phr+B0BH+t2zGWHL533P3u9BUwX8BzFTGB5aAdqnzp1PCc0AZInXIrQ+sxkPz6zygPqx5bcu6JqyQhibE0PEo8P49IOe6OD7rwfPMnMf9Ea8jTgQKP1A2ZIDjPGVqOuJaZHcF3LkxLrvc4V6997ugEDLudaOcB6rmcbpyDBNIA06rlsGiBZopCVQhc03E4EBow7emwocjiRWsZjs97K3/L5+P6D3r5/r3fgdx8+6Pr6Jta/3zs6Ag0Jmyll+gOkJAHeK95HPQRJikxgUm/oaRcCdet7T2T6vljUWp6d6YLAj+EMerlcqYafGS+awoiT5xMguZSdASVsYdsIPM+eUzCiIblByKFCh7zlw5A1QZ8b4Pb6TnfsqS37rWNPhf/sqT7M9drxfur9lZRU8SyrCEw1PMcMiwXzF3u81v5FQxnA8TKbaRCVUuTIMxAC2glM2b+nU9NGXS2VbLdC22OQsGE9cDYPqKpKVUW7yC3q6fMOvzugxfngheGOHgMwyIcQCIIMRIKgbcSUymh2+F7Koi7sIZkvZEMRVPQhhoStI/kguIdosvAgMv3J4EPbRXyS52fU6OCo9lmYyiT3jmGjZhQUdE8xwBn0E1JmbUxqaaJ+GZG/pHrpx5fU/Nw6noLPrfPZ+tW8RhmQkutglc21Rjp/UmOvOVJfisdRDxzZw5ZG/x/WmEse1r4vuc+ZWzJdNJwDJPMmCL8jg/WbzC7tPKfnEfjfOwLHW+x/b09/9z3zg80PNePibKE4OI4H1cI+zI/PANYNXmShm8gNoJJCp9iNQxmXKx8iew5mHScMgw8eRfnhvPh3KPcBzpxiA2q2wtzGjotjx0He4Iugwd9ecOBnfbeRP/n0D0b2HGp7/MECyS3NDNlHjn1TG2jMpJRIHNZIMpRMILRgZD7FbFZL+RtABgeCVpR9+UcJy9Qf0tPfpIcKXx1lLBpADyaPzyi8T49zMp/TUasjuNPFQcRtGDiwawQfns2bQfZFsFHDp8pNs5KDZ+eXl1yOCAbxqfhyWauqrL8j6LMlCLTRdnunzfDtkNbfDhnWADd7XOpx3N4Ye456TwG8eSqywvGM2L6hcEpufpK7whQXVuRd5FPG2qHRqWjd8g2gWs2yUXzjoSYAlCv5AphSUkoGiVz719ynPXdPJUgDyDWxAXLhAA6tWN+AivVBo9yXPl9eA+hD33fcXzvWqvdxF5fAdtuq7C/6zB5PiTGhHxWQq4p5AaD9yb0vcRWXM/e9QpaZswTk7Druf8E5VwT9knLtskHx6gjmbLiQ3jlo628p+AJ+c6P1HQDP89zFPscXvBR72fu1o55xG2sA/y3GIs0oZwinnJ0DyP1IDGqctaECvN9vmvs49GVAJ33m+eveeWw8bgG7rTrGSIyhZROkYuG0uUFYVMitlZRlfoFCM4/BEy/z4XJJz7G3mfuqktdHgYUy+8Ey5awCVHso0XWWZ0iNAwirxBKYZNgRPoz2QjtZhW4y5+iVglwzwOvlliDI1dWV3r//qHdv3+v9u/e6Zc3t+BChH9a717MSzy0a3jGuHcGgjrUXctpJ7ndKKigrpaRE31NSvKxXghQ4AdP2GgLe5wR9LgkAGS8JrtRNpWz/o5Yz9Gln77F5QAYOEnouj3ywzYQtRJ39pj9rArkOat1eX+uaPvpH3f0+2bmN4aGAe8pkrlvzPF6dreLPcl+8fKEXl4ZLPthYEdheMp8JXcZFsxdtRwkHshiATCkbm4Am4c4wFfCsZ6gb1c0CmwvGoJISoPKyL5nNHGumqlWxlpJtM4sR9OF9vWVNd5RLDclt8DADewBc7g7aVJinfRnGWsfYMsPId18N+7Lu1S/6tDoq3cf0N5oPCfqksBM4mLNsYD5qcKZ+RN6vNnIKLnk/G7kjA08qpkFr8HUofQrtx+BTmr9AXjoYBj7Pu7GisSFM/EbZrL0TTpuVH1h3v5GDn9GMvf0M9aeojiYr7UcB+rGqrmIIHYhxhEcc/OfseQSeR+AXjwDb6xfbeDbwa4yAT0V+4hnC/nDqC/oJWahHxvErBeTIoVPCQIpSRzu+cGy3G2341NEHbfNQuJcmV0Li0hxgZvGQJzNZkE9zlDjQ0Q4nPKnfgTjEcGDvOczugJZPNbdcXu/i0901n+be6YpPPf3f+95yudzc+TK0lbg8Uhl7bqdAFKZs9Gdk2IkBOMhxWqVSBhm46PggG1DDM1h3rEtzmCM+ggzegQgBrN9fGv0asT2c0/TJrAE6dy5od+4U1Eg5RGPC08fgRbnmQlgT/FnFN6cu5N/D8LeBzs6WEUDxUDtQ0e5abVrW1eYugkDtbk1QaM0UMp/xJ14YBturaB3rY7INAwtqZO3xsTISs0CTetQ1YwK3NQBrzm0WUVKVazWLhovSQgt/ul3XqsBVzkopyXeipNnL28owYx2Sg7YR9UkhdjGI4QjPLqA45ircUEpKSEoGn7Z8MQ1gInrvIS5SLvvi5IqmvZ9EpYzfFZcvX14X9GUEz5u/zWAY6bjkc0mL/lKngna9TP9DRv2aPdJwwfQ3Q2xbXM/8nNhs11rf3Mn/A9lVXFS5rF5d6+b2hvlmjvFVMdZSDCIIQhlsO+xC4WqA+ZhFgnXXg+KeSL5P1g+9PesByi08IPok+1N1vYYeM3JCfmDS8gEq2zHtPu/U8Xzzs9jQ0fmOvdExuUUD3QQMqfBGxrwB80b+jnLRAAAQAElEQVSwsunMmAPDYGfWiCWCa+yy56NioXvua8/1BDwncy2vB+tZ/xQc+oNGMMicDOPkIjpM+DX4Yb6nHvW99lBoWe/+Rox/5+e9v/Xz7l18+8fvD23bimFiHVWqqjp6t3Pghzp+L/PesFwhSUMumUgpKwWkKFvXY79jLuCoYh8sV40uCAA5qOIgy6JhTNjUVMPPnnmzk+FCNMN21VRCRKK8Txky0eecM7lbUbw81zvm3cHy29tb+YefP7Kf3Mc1wS9/s6/vi7WUkhygrutaSwJUFxfn+vbVN/rhT3/Sn374k34Evvvue12+JAjUNPSjVryiemRRxAg4S/bFIGg4MOiX6F8UJiyvkVypHtfHYqGKMcq5km1ISdZJKSvbXgXG1xgYJrfjedA5MGc6mIrX6FE3thSB35FbfMISuqYNkKRQA3e2hzopLBjD/nSyIkD10lnofaXSIh2CVdrcc0oZwa+TBj/G8Sj+DcwvbjHJXo990B/glZQkrx/NX2WHBWcaknGkgvuZmUflM6ucVO9ifPci7JLMpBeF7TLUgKB+j2ny9is6V3pc8hNmmUdS7N1j6YN1jhWfy88j8DwCnzUCz3vrs4brt1P2w3A6kThYAmh2YHrck76IB5RSEue2eB8NLMmPeIMPYw6++NP8XetLW8vBz2APDOJlbFA8oOdvtYWLyphYUZz7okToIDAGqYimD3+AfIilPyY7DurbttfdZqcbPvW8uV0T/OHwy6eeV1e38iefm/hGQUv8xzY62W5A3tM0QFvIyac0+FL8oUBNyf/LVRanU9RqYKBRcm0ftAIjGZPLQaNa2qEUNPg3S481OB7pio5LpgoueXFzRk+dsoQZpUxyIQAOc20OwNh4vKAYtzICpj36mcN/Hb8LdKHV+QtdXLwCX6pZnilXDbaq+M2Htt3J66v1NxsMXHQyINZ0zj12bdHH+Y5ZMk3VKaWgzB1B0wq2zL3V7HVYzvTEwkOuOaItyYGOhk+0Gy4zy8WCMsCFpuLy4j+LSimJpFSqkPfA46nopqFOOlQeq484pOi4EWoMKLhj1nu/sDh90dmBfVE0ljeR7RigEzhjw8EaX9IW9KdATXALoOx+GmoujwbPYfS1zvS9AuoBGrDB5UYZubAtXp7P7Wat2/VNfAvjhgDQzdWVbq5vtObyurnbEOzbDSOvGOdYfZnK2VSSjAEImIep45J4yKFiBYc5kWGwWOoiOyij96smr8JHGmAZjxrRPXyz664x8k0HhAAuc9qyHyL4w15xECLmFr57F7r9RFEs35jpmI+O0ulxSEiok2nED37DoF/qiCnIA1TKsR5GPPKzlegBpkiUIs+FgHZCF7umRmhZiy3P9dKnjTYbgGBwS7CmJbjidUzXUB88Ge2BSbTnXLGG7nhfuL6+lb/94z/3chDo6srr7A67rTraYnvgQVJKCZtJsGReZEEEe5D7qSOFJllKkclIvDoc6zDgsvdHQ4Dl7PycZ9s5wZaVavZQigEoPlJFPfrGD8Osn642QDHjAj65XX/7hw9j4s/c2E/X9POWgOrd3Zqx2JZ22ONJSWMAyN9cPL+40MtvHAD6QT/++Cf9AHxPAMhBq8VyqbpaxDzLL7tiMA3Yh0yWVQslUvGHgvzCLVCpEHqxTmo12FyYrmrqJHQEBpLASanKbNVKOMpTnv6h0UHFWNmcAV4k6M4NDZgtpHh4UA45/gWeZd3wAYarmd1FBVMA9fwI2QMMUqjMMapjGtljecRu2qBxWEbBfcYk2RMPWd1r7CnrutvuiQFJYUE8kFLSk9x4oPrvj/2pDs88RpU0Y/wRyGERDeiP4PEv8TG6ScZToKxT6Pv2PIt7MGWdQ9XDkuXP8DwCzyPwy0bg97SrfllP/pfVHieGs97pnnGo7X2YCumeiiKHw4JVKBsBfDmkivxKZClxUOb01HLg3HCZWwM+qLfwEEcaH8ZRmE5PPqQUjvNDHXM0O5NwkAmFntpB4ALOWA1E/Ec7Ds9t22m93un2bqurmztd+cBvGD4BtX8tFwiiQGHb4+OLvcHeGM95meCQmwhPfHqbw2hh5HHw7QZeZy+Lm6X6nDanNGLqnwBj48cYVyY/LaMc/SnYnEzZ3TUnxgTCYwby8IFsIHrvEaBcUuEWGhPIXKtYtJ1cN6qbpZrVhc4JAJ1fvtLZ2Us1y0v4Z6jUzG/m8tJxWdtqu9kSEPK3uQBtMdkOsKORg9Yo79vpykqGl/DX6xZESdQukCgVfef+XaOCYZOCnmE6QqkDpJqLcQmSLLRYNGoWNRioKlUG9omtJ1ZuYt8VEB718p4qMpf3IF7WB5F6QKJqgSiRuSKoJOsUcF54Yw6Hyn3P/LA3u/hmww5bxX/cow9VXEybZsHYG2o1DcBl1XhJn5ZRrlXX6AJVZlVUiT5mVTkrpawMFuORc6Vc50m31HHdWlIGpM77Fl+22y17965A/AnYnbbbtXYO9HHht3LOGR8N2Mi1si+OmfawlauCbZfu6fBFW8hxEDY0+tYrAOsz0rz2/WqWHnNP8UadMvZjacJexlNhRhybqoqssDvtWJAdY9URhG/HH38mICTWXNEccpbC/b4nhEmd/3c4g0pZohHmUpSz55OxywCTLBnDh4CEy1zEt3+YG8+15ydDI1Tx0VRoD1mpYy5VjYLvUem6Xh0T6ee1308KrGP/b9y/eAa06KNNgqAN20uBw5iNImtZQ2sCIA4uvn/3Qe/fvNcV7wlrPhTwBxcRTIh+pBgptkkMWficJHlzDJCU5JeH0PVC1wwgpaSUohb7qgc6JXxY1Astl438nwMsVys1y5p1XEnIijaVScnjPDE6OMcpKwXLOEMZErMuxmrHM3LHhx23ev/xg969facPH97HN4DcT5Rpd6nzi0u9+vYbff/DD/rTn3/UX/7tr/rrX/9N//ZvwF+g//wX/fnHP+ubb77Vyxcv5R+sXvBszvhqGxo8EK/iYYZyMs7KdVLRdVnxYhoDS4VnefkdoIVqnjX1olG9qJWrStljkBL6WVbPtJfHMtyOAZ+eYawRWPdSx4h47TAoB7LsUnY+B8bOfKD0B4IUQR/wcTrcmrZzrFHKxVaRMyowTZsypujOGR3BKJ2Li60jxePiVBGBK4yODoNvFpJPpPS4/BPiByvPfXtQ6YTgS+s9qbN05p7elzZ4wvensE42N2POyKeY+33r/EaduTenmm+l3/cQPXv3S0fguf4/YQR+o539T+jZH7jJ6sj3E8/F6bDbx6GKIy0pmPO6Ew+CZHlcWKHTcDjr/Gc6HKbv/BVzAkE7f/psGA4fc3NB31sx9m4E7R/YcVgby8htjwusgETbKdlQwiQBBT7ZJv6jLdGgu/WWINBG11e3+vDxo96//yh/Dd6fiG4IUHV8euzgjmsbfATEAnZog8MjRCQ350OkD5MGM0eNDt86PN2DpQMgk2EoojZSXxEXz7+iQUxlZT4RLXEvaBwvOSJo5w6KGLt1g2mPX8GHeRzE5+NJhTJeRS9oxilnLkQ1l4DmTE1zEd/+8TeBlgSEmsU5Q7mUuJQytWrJWi6APdD1BICYS3H1zerluSLDOLTLUKJNDCiAQtel8MjzCBONUAAfJ/PNG0dgKHfUJHmM3Ka5AfSjJiCx4CKzADeLhRZVLdOLChs5iaQkv/CPlPDRe0lgp8CI06CVoIMf+xNp4F7er5RCZJVjwHSwRmxzpgO4NHX+8y/6seOW07OXrJxTVoWfS/xvmoWWwGqAZVPJ/GVTgxdaLCot6kpVpg6dylzQKiBTrquslJL8yi7nSnVdBzggUNcLFQwPWc5JWWLqOoI9LUEfAnwEg7Y8T9r1ndq7tZh01qW4NFOnbrTiQtrgW5MpA24nY+Mg7cwx1LALztGSaVgkppG14PIxIDyRrHWCXVgVKAAtY4qfShl/0J6pjSXjPdhPKzFdRgMUeQZ1CPx8iuAPAR/vD/UER2JviFaokqTMHEOR0gBUdoBHYxnsuQM6+AaFrJKUy1gxZx1zBmOfKGcDF/iatZKBus7MV6WcqQlQXQ+9rKNox4ri1dNWx5po1RLQcsDHz+07nt1twCb4He8xLeDnOSuIerRFnuyLjQ4DtyVY5D+Buvp4JX/z5/2797w3XGvD2ir1rZjCg3FT9dgpjARVIHIyktiEpH6AopJSUqLdlCy2TKqqrHqxUMOaPVs1BLZX7J2lPBfZDWSV14BTKQ25/RrIGQod9EmFy57u2c+e91v2TLznEejyN50+EAzyhzK2tCQIdXl5oW9eEQD6/gf9+Oc/74M//+//q3/7//4f/fmvf9GPP/6o777/Xi9evdBydaaaeRWN5RhXKecolLbJXc4hy8gI5OSy59ymARXm07mBuhjLXh88C/w8aAacXC9VKBkSGMCuDJQOU8zQnkVD3gPREPReUChblNw2OYhUBJFn3kFMmGuQqoLMHCCzIwwUM8IA08BnJ+of1CnlPPh3IPrcwom+f46J5DX51ArF7U9oP0npEzZ+P+LfrDfRUGR0fsT6GivkwB6Fp6VT6+oU72nWvkCLMSCVihNRilM+El9lJ43GnvHzCDyPwCMj8Knd+EjVZ9GvMQLx+IsTjKcm85YOJ40tTQQMH6I4qHLqLRQHV7jzNGlbYSYwP4DT7o7DZ3xCy6Vts95owwWu5fIRB7KoM3unyMHQ9E42lgf2iMweYeQVK3tHEj1TQislepD4BFQRAFpvd7q5WcvfAHLgx//Ty9XVR91e32izuVPHpYJaqrnFZ06MBm4bXDJpgb6YFnwD1xAo5y4dAUaogXsQ0SFwHAwZb8jCMoHKr5Js+6nwuAN4jIJtgXDcgSA6TofhdQb4pbNIoYvQRAHGkgHUIVjE2I0yF6MeZqFtLoYbix0gcXmIy8C5/CdhzeqlFqtLLk8XqhZAxcXJc04gpHMAqOUi2G+Yzy1TRjAojvH+6JM2sR/JjUAMCP8ypQKlTdMJXsIz6OirsfAIjMTJXUDBZIEQpdIROL7Q1cx9w2XJQaBlvVCzqFQ7UAJYllmnOQm7EqT8SmR7SEqU5dXcBzHLzJiBSfRmCjOy7GkzQs0Ehs2NT9C5MHpvdgQLGEpLlXFogZ+LRU2Qp0DT1FxWKzV1PcBCDfIFenVc4JLorvyoSZXprMQYKEBSJkFX6FZ1jS3mN9cqn/5XyvDLusMzB6UIJO+Y1x2X/K2BYHK7Zb8SzMiY8xg2tN00jZq6QI1d26vcWACKXgIgWifPEg6WdqBDxzv+mEZ1SnvZyDJnpO/jU1LzDEfaB74VmbWKf5SnwJXCUzgag66FU7TNN1V4nbbMpQMAsS/i2euGPPtl5RddtFOSkksG6FhxlcT1dg+LqdzB78IT63iPJGQeP9NBSjkrM8Z1w9wamJMcECKUig9ivXYAjJLMHgGOPQKVxIPB7yGbds0z+1bGDv5sWBdBD/x2c0swaA1seQbsgF7y+uYZb/2b62tdE/j5+OGjDNd+DyBIstu06ggmRwCWB3t6HQAAEABJREFUKiMmoiMRFE1J8p7IOYEllzW8UL9HDQyNfbB+plAxDv79nxXBF6/basEYsVcSMhoaqnWlXvCkpP2LYYiCRdm+5ErZ4Hlh7HYEwNYEuG5ubyOo9YG++gOPD7zf+Td/OsahYs+cn53rxctX+ua7b/X9n37Qn378QX/2b/38+U/68c8/6scf/6QffvghAj/ffPONXlxe6my5UkPwqqYPObxwtqeK04WXM2vAernGP3RIlpwC6y7og+3W9UL1Yqmqol5VKWEn0U8ZpsqMSNjrC8fzGxQDYByoyLy+OssDutkjOwwo80/3wEaK3NQor7J5mZE2IImiM2hSxo6h6MOIFM4ENWX7KnvWPd6cYdowqWvWkRlzRp5odpSGaJ/NbAVzVHsCTo/oHPn7iOZ90dP8+KTWZHjuy+BzWR6Txmni6S2M9d3SCCPP+PMtudYcbHVe/iV0sVX9EhNHdX95/44MPlos/heVOV04n86P6xyXP23hWeN5BJ5H4PQIPO+m0+Pyz+MyIz67FMjKHKZSykopFbBn0EZxAfTT3G+QUTCBJEkkWa0cjnt1nEZ7dApIIZT45L7jkL7RelNgC245ePr4ZdOonEw5H7JDlzbcTtAWz3RMZiVl+mJIGMgcJCsgwRPQ94nze/F1hw/+n1Bur28JCN3o+vpKN1cOAq3lg3HnrwzRng9XvtL4ZGQcYAfmoFOvLGW0QY4bCAwDRXgUugCKv4sUzs08cdmwZ7nEasHreT72yNj8vT6KMBkkR0dceRLB86AaLAOXteB8VPIYzUecT42zYaVcn6muLyLwsyIAtFieQ58z1A2VqefLLuBAQcdFsHMQKP7kxd96cNuoTW3ShlmA5wOHEWKDY72U0Ko08oxRgwdrIBwIm3fNdIGE0j5lbOWqwu+FFlyammaBzwCXorrKqoDMPswpiVSGbqgOJ3iJ8rjX5ItyL5knv6DNMvTQJHMLYJAUdOzNoMgGpQEFo8dA6GCk55IkcKZR+1bh/8L+cmFcGCjb91wl/AdqwHROyjQ4+SYVP+EpSzGAjF9sLfDOAFsIc51VNxVj02jVLLVcrbRcLuOiuWCMKtvARx428p+Vrgkq77jgdgQ1sqQSBGrU1LUytjI2Yc9SlrCj4O/pjvIcQm49A7UtCx56FGfpfgsz4Yz0mhq7Dl1BG9DAi7BqTFFTnNIxmgAk4AyE3Fn4BT9qwvADhnFk2VOY8SnF85JnXdtt5KBJt8OQ55YJyIyltVHDUgLlAZuuKI+wgB6h8DrvkTzSiWk1ncGm6R81/E3ITAOei7pJ8twGsFZyCFBC7p2P+xRIEPFYgFSsHPui2atodwQDW2DjoA/vKdvteggEbXi/gQ7+LfRGLWtE6IrgDc1JBEY2BHrWN7c886919f6jbggC3V3dan27VksAqGeMEu2naLmX2AsMF1hwxfMmK9Y5a5Ikg/ePGAGFonhRj3yeEoWkRP1KDQEfr/PVqtFiyfOgqpVZt5peDEbY62S/c06ThK5AMxZWQZqZC4M8L5R3vH9t1lvFN13ffdTr1+/07s07vX//Xje3N3wg0mvh/9Xr5Qt9T8Dnr/HnXn/RX/7tL3LQ5zt4/pHnlxHweaHzizM5WFXz/MpVJZqg/TGlkQhvx4L9reuK517N3qzkvuWcqZpHlRMYWfY4UKdexLOgBmf6x6CVkY0+uyq2krBnGmDOyBn+ooAlRjo4Unhm/gjmmy7YuqaMcTFsFpxjREsrllqrQOXiCFFj1DKz6OypUnZ+ime+a+9lhXJuKPL7+WOy+9oeBfcZIBW5CQOlGD/TPYVflp7ml9uiHStXAwbdT9Yz3JfsObs9aepRdTfo0bbiHrtUJPQfopgouWWGKCEz/SCE0qH0uMoJlcMKU+m4ZhGc5hbZ/fx0a3lYs/f1vwJn5uDp1r9CG4OJWVMD56noy2s+tYVnvecR+Fcegecd9jubfU9IHg5TmQNlSlkpcFJKUop/Upy04tDLm6ExrEgohc6AzYtLI4eHDrAqNcwWpggA7eIQvr5ba7PeaL3bqOVCwv1DD73yXJCHEu8iHYc4g8AFUEROUryXJRVEf6qcuetl5aoGV0opoSy6BcbBHY622xbf1vEjs9c31/EtoDsuBZvNHT5uuGfSaLRF1QOHR/6AjVDZp8HnieGyL0cTYyLuVZ0kvzVhH93miOe0eQPEZRP6HkbfnTkJMH2rC0AvUjeObJTGbDQ7lalaaNpkTjOXg7puuBgsgQutVhdanl2CV6oXjWJtM8sdt+FYZ1z8ut2WufQBkYk/aHUyXpoQawPIoi3AucDxLQurjjBoFzRp6cB0EZYcFdtM7LvFoo7L3oJLTc3laMFlyoGLKqPBus2sU5ICqJ1mAKlyEXU/onSQneZaZbQCzbpneEiH2i7FPkbec7s00Jhc0z7ZxwWBlcWi0qKuVHNRravExU7sL4FNJ1U4XiUJJJDiRaHQJfdzomM/eQWAQkVZ2MnYHuaW4M9qeabVgnnm0lmxj3NOYbMniLFj727jss7ctnjP3OSc8YvxzTXmMEhZ917wq6wMCK0CcyXk8DsguIPeVA6+dUJKtqcrSiXhTCEiLyXrGYJVsn2FKB9JgzfP8tT2XLM8V0obh9ou7Xgml32wI7DNHmBfdBEw6y0OGK3lGF23khkWQwU2JDFgAR1ruNA1dZFpBPuR4FHPfjL2mflSVSnXhlp1zbywbiwOQNtrgM2pCeCVZFuF2uc9atTA/9bgvU1wd8f+bsG9MUHf1t/+Iyi0AVoCQV27Vbtr6f9WO+psthv5/ci/+3P38Ua3Vzz7b++0dUBxyzg5Ksm4xX7mQwM2Cy7s/TEV4HUNkULB4zmHoQpyqH2iTDVVOWvBul6tlmqWAHRN8DNbmKX4tiTo3rxaBt+JbWoEJIaTsRWAXTGPHX3wBxzXvJ+9f3+ln1+/0eu37+N/NjOvx+clbb/85qX+9Kcf9Nd/+7P+8v/8VX/961/141//oh/8v3x9/41effNKL1680NnZuVb2s6GNmMOZI2L6BgBNKeOLoWbeA3JNv6hHmpTwPAMIYCEY6lSss9w0qgkE1+Bc1cgT4HVGe9PAUAduzBV90gg8x2Sm33OMzY+HDRUnPFU0EV5MWWW7BotGPNIuH8JYUjFgxQksmwrHBO7sWWOh1DgYF5TCbXB0h3ZCK5MbzH8ERstW4SlQTLgwAgqkA75X8yi+h2m28FJBkZueBMLF4D6cDbo0vBtbNsswlh+ujISK1jOiZHICl09Ch1tjhUEhCV4ZbbFOUrDRi7UTha+SRbdmlo68mEk+RZaax/Y+VeuU3DYMp2Sf5j29ZvH40xa/XGOcvy+38FzzeQSeR+DrjsDTnxBft91naw+NQBwW/LDMStA5++0uo504NiaR8Rao8ur9dlhI58lCEyMkKQHkkhL/FK8UuZRSigP7ZruVf2sggEvblk9kuwgC8bZA0viaaPszwl4YByBnM70qxFk5Zw7VtRIXjiplJR8goTM4IUvKitfQp37XcyFoOfRvdXe7kQM//hbQ3e2t2rut4tLEJYMOKMCVh7an5s27B0M7wTdtwESUT2eP2ztd59fhFl8Pbc94v4KjByZnTWmcL5yJYQ9FFJjLzEUiEwSquRysCACdn19quTzX0r9JsSAIpEqtgwT+pN8XPqDznxFhKw6IxkCx2zG9YRyOE22AMu3MfYD1QOpUaiCeiOOaCEh1lePSt8TvpvGFuFLF5ciwWAxldDJtp5TYP5ISKWgIaYj/9KYAWSzEE2h6oU+airGrXQ8bA7OUhsKAfG/qyQwMDO1ZC8BWRWSnorGUkhL6BpsNDJEhECFL+zGRBjoPGMaQYvyZEGOzrFFz0fN41IxL3Xh8FqpSpbqqlNnX9qnjcr7jmbIhoNyCOy78DmrYxoKxI6nKUgXDsNtBRMqCDeXcADkllzPeKMDsDm2DacOcFjLzRqgGoqL2SA+sz0L2Yl9hXiq0c0Npv1DTt4YmnwY+y7pjcDuCPuV5xjULWoyfe3nQW1cJSFJOyswihDSMYjdgEWQo4F4uorcOCnXod9QyyBOADaWszDzmCABV0EA2LwvVAligEXL2IUQHCFuav4JpuYmCOzrd8Xzu6Y9xF3jLet3KAd92t1a7BRwUgvYa2TkgRJBnyzP+9upKNwR/bm5u5N+n8zN/x/OCZazE+seQDKkX5RQeJUnJmRDhcU8EpgBK0NZHJKGTUgIZokiFnmFHD27OlSrGZEHQp1k2ERCuFpWy62SJpPJyfws15pYlxnAE8+2331uv6cvH99d69+aD3rx5p9c/vYV+p3dvP+jq47Va+lcTTLm4fKGX334r/9jztz/8IP/p18tX38j85fnwrbslgR7vOX9bq2bOaDMDyslNBozBemPZseCSoZcz9cHexzlXytBkTiiI0QskZbABVBIFdK1fU6+uF8oVAJ1ThQpnCk8SFEOpFP7MeKx3i7AymPaYexwNc9rlI+DCn6lF8+TFtZIHF7O2CjpKlo56ByKbH3o61hzxgd6JQnbnwotBeG+Qzc/OTkA0HPyHNDwD3kmDe6E7ZVT3SGkc50nwGEFL6TH5YzIaPBK7u+YajkTh8jDNkyirmmgT8xKembWH0Wg8B/fsT1I2ZEDRQTQVTygdpkHlkPmU0omK4eqcP9LHAzDY904oz3UzoraJPcxYnv8RDhVQIu15c2o+skWp5IPOQQHe6C/kw+m40sOa8y1xqOWeHHJK6dj2vDyntTd90mfrGorV5/x5BJ5H4NMjcHIrfbras8avMwLl4e3D1fi0yynLZ6iUaDEyMAfgcgBQHEPkl2XokOClAZhe+CQZSmZlBWmtjou4v4LvP9e45VPWWw6pdxzCWwJA4k3Mj1SQppcZLmDaBzGThsIuucvHkDkg+rBYc+GofHClcqJv9sHQ06eOoE/Pm74hzjbRyU47Ph1e393p1oB/NzfX8c2grh3aC18ik0DHbUd5UA16nlkfIM25fzz6of59YU/m5ub0sTnLDIXvUWS9crmo60YNsGrO5ADQ6vxCzaLRguCKWNAd8+wg0JZP9LebNi4/cV6zIRs0QHcsPlKc5Yp1ppi1M9KoDIkKVrwHgzgQtYa6UYwMHhiv5TXaNDXBqoUWXGy8Tuu4CFaqWbemqyqrwv/YT9RLhrHAeu25aLKUNV02J3loyqqmYJOSUuQ9uIfap7FkXOyNsl40AYBHIQrFzqgzwyj3yM3ppk3liuaIdoWvAIPPCJqYwPoeTjN2IWSsYvxqWFn+ByExHsbJmTjeEsxrucxuueBvtxttCAK1DvIREOgMtOVnyw7jO9OGaIBGaEKUO8A4TEaGDBxi8D7BrygZog50JPiB59kp3lz+NNo+FHjAXrl9PGDMNYso+sgYlGA7I8Ez1+u99HucI2OA/VJqObeNzEh7xE1XME0bH0F22TojoMd8ZfgO/HhN51kAIVuGtWx1xtP+hJ/wHkvjSBRdBsD9chCI9SewoXMQiHWwa4gO9OUAABAASURBVNfqCQruDAR9OvcbfgSEWDN+1t/xnL/68FH+E+D18KFEz/M+uaERGBYvaXrEOk5KaQQ89Zp32yNYcQC0Bl30EkBiN6lH18XEGMR+Xyy0WjVa+rnFe1byoBjQL3MUBEu5LxD2kzL1s5IEYJJnW687gqHXN7f68OEqAj6v37zXzz+/1euf3+n9+w+6urqJP/tqFktdvnipb7/7Tn/6y48Egb4nAETw59ULnV2stDpbqibw6vlTVrzKmNsjD4wHZaRDPGXW88XdDPvouY9+8mzLeTA2GrUSMHIhZwku+q7jAKJ/xyvznHRZ9N2K4QUZycU9UNXe7UEK1qgR69z96IJ/KBuVBoywAnAlGJCBWbZ78zZVuIe84Ec2SqO9qYCRYs86BiQDQkRhTEUrSpYbsORdB4I9k8c+gBUpFIN6MGMbjbJCuk7MIn3pR1HBQzMDKrxZbr4hfIoBi9JM42HSre6l81KhnRv2OqYKJx7rLg6QcWBs2dgwiOhTh3QoxTow3Ts7AvMMsAkKRqWZoTJWyKaELyQXRzVjg3mfBCsaZoo2ZygshIwpOUX3EDQmnoP79bKvMYoP8ZHcRQNKfq+c7AQvMiSHyT7gSmGishsnwH4U7pCjGYqJMnQMIiSpi+cYld0g9UzBPkrmjrAX2dK+ZKrDivUKzSSbAEYe5FFyDbOsMdIuFzC3UKfzQY7fRT6US2HIvUIMQ/EZPY/Av+gI3N+v/6ID8c/v9uFUZB7ODv4kDuop8ZA2POQkMjT2UgopJZFErpSyUoKagZTklw/4Gw7im81ad3e3cnBlHQEgLiQ8RC233jEcvM3NnrEmDQf6Warpj3+foIqDdMUlOiulFGDdngO73+R6v/Hz3u6yf/TW70UtF4T13Ub+TYg7glQ3fEK8IRjUwc9Uti8jUHw43XOsqNpGof6g+QP9+iW9mY/JnN7bnL010z6J9/bIQyXmwxcLoKkXWhH4cRBotTwnCLRSvWjQq+Li1HJIabnctQ5GMv9hmfWCgsLOsQOsS8toEHkXwCkDrIAiO87t2wC2PQF62PfFKPNpuv1a4uuiadQAi0Wt2sAFx2s3V1mJS05KiYqkAQncs1hZxjCDApPgC2FKSSklSQBJn/nqR30T3Cp7xsDgPeK9wu0VDQvlFgLMsycKv5CRNHuddCOjQP/Ip0RTha7E+GZ5DMgLj5ZcJYEFuImeOdwRtC3BnzttueS3PF86LvnyRGGwHL+Yj0hkKq+qIMcLClh/5Lkhw1ieywbe3tLAOKEzSr4c329ltGWJYSw/hDvWPDd+1j+rnfHoCI6IeSqdZhTDCDgMRAHdsWxmIpsPhumBF2ubIJ0xM6b49D2HdcHLeaG6AtiXNeu6BvsCb5lsBsu4RP5wGtSOFIqfZmaCSrZdLTJtVZhOsu0uvOgPZ4VqPft/s211y7P9lvchP+c3vA957ewIJu4Yr50/IGAIetaZgGSDYM2hF8PoDDxLh5xSipwNO+6fwOxR73P73iwWWvAs8I8/Z8aJoYsWR7MxRvg+lvedyjFX9tt98J8vf3h3ReDnvd6+e6uf37zR2zfv9Pbte70nIOT/9KCl/1Ve6PzyUi+/eaVvvy3/29fLlwR/Xlzo7GylZrVU8YNdwvSGM1nx8vPLhN3p9o6YFWB+EGQ5Z9XMT861cq4AjMHL0oma5hoQHiR41B/XTk74VGUxfAdaUyGbKl4E6WKAeb0YsYCJ1ZlyBjD3e88oWxRwaClYR1nGanRqXu0+g1oHCq4Fb5YG8YAQzNoeBz+4I7/gkiMYk38szEzA1Qz3Gts3MtYKbHasuSiRucD6je7EvoKn5OwAaErzNqJ8oOHCyDU2mHcI0f4hi5K5BZkyUDpMZgL3rZqT0I1ZApPQ09SXKNCjvrifvWM7lMY00iMe+U/H9iC0HzBxzHbZoDLoUdVZ2Bn2kMsBnp9CkM92pZUnKNZQOLS4Zx83ZdUTYIMjuwpibiIYUwuj7oiRQs71Tfvsb4yUNFDoUdineCO3bIS9aE75bL/viHXn0vt0jJbHzxDifZ3Su2Cezk7UCXuntZ+5zyPwLzsCx9v5nzEQz20OI8D7hyoOUcaZtzwf9qoqKcEgl1KS3xvjoCpeFOXLmjFAgnmYzHO1lFJUB6kQilePwZ4LW8sh++5uHZ9ExuGbAEtLgIWTLAfEUI1s/xh2sSyfOc8cg6XiDYcwUpD+pHC5Wmi5bORLdVVVuJ5oXb6nkklZKXQLs1PPwc8+bDdbbbhArv3DoAb7Bq/l0uQ3KZoRlQtgwR8KgU6nmbMZDev6/WLGhvtHT9EzOvFUjOqJNNYOEWvQA+x1GeUxY/A6T0BgmOBYMOj7k+G6qVU3DZcXPr3278acc5FZninXDeaSuPcwtzttWX+e647ghs1hiSnFAxKK0OYYykxlt+OilaF9gZDpByGUIysWgjzIMheahS99XLaWfPLfLPGbcl3XiiAQe7PKjAB7ruyjg+oUetZyAQqREmt61E1wgjbPNLBPlt4vBZeMhND7pWdL9sQOuoCOoJnHbHomoLVPHJjZ20UG7Y3lC8OgYI7JHePXMv479nvPnhN1zBd+ivGny/KL7cZ8tWr9rZ7NHQHjtfzj8f4W1456/t0u63kKdvi1iyBQq832Vnfs35ZA8xbYdS1q4ywMuOrE8MJ3Mq/DjPFYHrF5I5g3ArxqRo/kgHdYG8gDRK2D8lcrxMF4sBYdYyCHYlmn5Iy7n19dGVh1jEspj323d9AxZ6ap4zmc7JjwyrDtAZuMgI/LFdPHoDCBPWtWzGcG51Qp1nS9ABtqtmxGN0nkHQBxMuUZ1zWsP7HCxciwJ2yzbwicVAQbasYgWzH6zPyDXUwxL53afheBwtsb1tUN64X3In8TNb49tt3Fe4HXce9KkSWoOVAMvsoIQfdQIyA9SlZAytj2PHN6MOrKbNAqZ9Xs+0VTx3uV/3dA86XoQaDBfQ2tgUsKPtl2u+XDlPKNn7ev3+kfP/2kv//jJ/3P33/ST9CvX7/R+/cfYw/lXBHgudCrVy/1w/ff6Ycfvlf8ydfFhVY8h5RqRqlTy8PS+7RlvdAEDdofAH8pzBI8StYpQF8pe1IyujVzUsfc1/Sl6FocM+cKLriv6AbpLOiiaxVWpTUwySpAVjHHFf2AgXaSeIbEWiZo13lg4RaZCQAVjXyK+2QvDIPPJi0MHJlLDwLe0Ezk+Gd/XWcGxXkxoIONUVaKrlHeS1y2DBwoMgpO1ppj6C46BDFPo96cZ3p8OMxtmn8aRu3J53vVhrEaqmf2+UAyBiNlXMbF1JEgWM4y2QiQU7rX5CSB8JiCPjdVVLjfVunLOAcj9m9uTSM8fQ2w6D7qG20cpBPKPgMe6ERhr7inQlCyk8wiinmay+2my+yJQeNRZNVRoQtjY+lx7LE8qTHMz86TjlIGZDqUKZCCJJu3TZFkjgESX2aqZgDISBB7k1FwZu8RRvvQQYItCoAReMhG49Y3DOyxxoiDPepGYbRjbDBz2jUUCs/1C8CKNNcJxnP224/Ac4v/xBE42Eb/RD+emz4YAaaFVPOkzhWH80Rh9qY+qXJYNTvBMIBcBPkdBxQpwUvK6BbKuQQzwOfejqzl8ucAy5V/e+HmhovdlgNnq/IcdvvDW3F5lgrXZK6Gl2kfLvcCcxAO+jWX6Ga5jE9U/c0KH0JTSuppIA7f0K6fUqKSuNz20f5m7eDPhsuBcRt++VKw4cJqn+OQyRuTk9/Ih1Z9Xgg7n8oG9z6l9geSjyPwmS57IEaIqqMdsCc7ePvMqh7zPeeQolYwsmqWRK2aC0fTnMt/ErYiELRoVqqrBlkVZrwGt63nHGA9mhltsMpGW/IBCmZZiR0SCiTFqyc3gJ6Qpmoz3Vwl1c1Cq2Ujr1Wv08Y0a7dywLLK+JuUMpBccWzPuI/rTMktGwA9Umy3MXM5pK4WxMgZcTCLOmQylRKUog2Plb9BEmvf+4dxiT0UGs6KFzbfRQ0oxpTcwgOAzV7rCMBttfOewpbHpmN0M/NOj9H3DOTQ67Yde7AloLPVze2d/Oc66zX7k4CPfULZU6cOOw4KbQkW+bmyWd/KQVwHgToCHSigSkuYLvNJ0TWnTYyMcgdoAuuMUOT3ZASSRo0ic8m6xgV2J+0V2ZfnbuMUDBYrMEB3Ifx86xjPlmEoEJd6TwbjpmHOugFHhaBtX3hv3IspElN0gKMQFWiJJNaqWD9JNA7k7L1YK7MfvSczgdicK+wcBgPEi6VF/sRkv7N1M7YMlRr2ksHtVAQdMr7k0CleJpVXT0Mda2+72RAQuZP/FPmOIH/8SDSBFMt26PRug26XWuQYSPRNE0geQg9VXzI9/kKLCt47IOr2SinJvi7Y8/Z7wThVFeNlx+074NHX0aunbMAD5lSs9a38e3UfPl7pzdu3+gfBn38Q/AmAfvPmLQGg9/EfL6SUdX5+IX/b59vvvtd333+vV9/6mz+XWvCemRk376eOwE/LOHWMRccqoEkJfww5QxiC6YwyyL5aH1IW+303R98aGZd6Cmu2Gfo26AqG7LkstlwsgBZpVMv4l3OlsJ2LrsU989UNe91c1DTWEfNjnWLvU7k1Dcd6xzy3MugEeShn2Ohn6aXzmKiZelQZyntkGwZFXTJEpTyvD/NXS9UJy/bAcEL0MOt0Bx/Wf0Ayb7eM6QOKE3uo4fu2SeNJdoqwkvllR5nag3kGz4e5hTb1RTA29YnKh2rjO8gh99DE4JcHiEXDkybEIx62SfBOZcUyeSSyccwgT+kX3myCrUfb3vtBFoUhT/EsyGzITJW835SaXtSdaBM2YkxfysibYQjm/Qy7I7MT4xX+Wx/gw6JiwxoDTPrIB5Z1Yp9S1/2Y2BBWL75TiHRYL1j4SsuFfM6fR+B5BO6NgPfRPeYz458xAjzASGPLmaebD2iLxXBg52GdUkKcykHVVPCyUip8WByryHnvGQ+1lIaUlAbqEPXYk3Zc4PxbCyUAxCew6zWH2A1nnHZS993MD+XCyAVNeSn7zcQQbPoTD3AKNReA1WpZvgHEodqH61Rl2g5n8S0ppayErlPP4bH8L2Abgj8bfNlqi09bXzYdFOJi2fGJaEC8WdEYD3zXHcH+ZgoPAaLn9OgIMHKk0yqj4CE81vK8SDmzjrkQ1qszNcD5GZeb1bnqBReRvGCdJbWswS2ByJZ5bT2nVC3W02gMzHphbWgAVpAKCGzowSO4TJV7qYPjlWlQrBpzrJ25yFR8+u9vqp0P3wRaLBeq+YQ7e08CKSWVhYovseM68kIjGWQg/0ItEp142USxETUONOacVJSQm0qyOe/tCAIxRj4YdVwMXTY/FNA+TvYu6h4LKDtw0zLuWy7bOy6YLeOvGBWE9Jc8SjRHoKiNvbjZbAn+rAkGsS850HV80t+XQbQ6+r3s167daO3fddncUW8t/96Y25JaVUxuhWZUmLBLNjSHI543tlkHMOrDrIDBXjdgc3ZkX/9A6HYxfJROcem6DZA3AAAQAElEQVSuFL5ZGc9Ywy1zZ+i4KHfQHYdlgafxt/984l3seRZNGRcbzvfgFhLFAU/fSqDMPKZMICOxltlvdd2owIK9CeBYZucoABNPTvZnr0wzqnlfapomAkDxp5/NUk291CICKRUtZCUUM3runvvtvd+y/tY84zcb3nt4zq8JCG23Lc+FlvcnRoYF5jVeWkzsjCSlAZRY3tCBFXRvui98B3gUr6Ij14tyX/KwjWXEOWdV+FoR9K1438p1lv/Z1wLoRS0xdqlQbA77f319rXfv3ur1m9dysOfv//gH9Bt9+PBBV8hub27lgKn3gFuuCcaszs718sUrXb641PnFhZYOkFeLsG1fcKe0MeQdvbMfXcmCa9pe4UaUDzN7D2SewbRX+/23qbFfARlVAygMgKc08KOc2c9BHGSZOSw+Yp8x3dfo1fU77YDO/sYwJSVGkkz7l0dhXxrrF3zPoaJotqkRm/4UxMCMFYw7Rq/gg6p+trhxw0xg7VJ0HcnP3SiXohR/nhQc97AQn5EfNHdQGIwc87ygD4dO83E9VrfwPk+PvJ6o/US1BxuaCfam9tRMvCeP+z1JxsmYGE8mxhZHXCoO9g5Q5yd0EUc+CIM+zGLJHbIoJeA42YbhmF/Khz4V3qN5mIrsUbXPFj5o0u+sD1hjEMpeYQdBc1S4rzh0cECTfN/cnpqEQdDucaXgsz/Z3QM5oLmNOY2NQeMZPY/Av9oIPLB9/tWG4ffR3/ljyYcqH0IXXEZzxeEqAxywwlO/AfI+QhoOG6ZCEpnFPYeunkOCcTDJzAeVRAExdFLGri9wPpheX13rBri7veHT2LV8UNXshRezkjRfQBkf5wz3h2e+n8YcNGsuBCsCQGdana8U3wLhIJqoY3BdH7hzxcE0Fas7KvtS6qCPv2lwd7uRf/vHnxBv76C5hLbtVp0vrG5s8KzUpoDtQw/h+Y1h0B2Qmc9wagSmgSyjOCsW7YFxvCYsPB5bz68vnI0vg/4m0Pm5VsuV6nqlzKWkU5aDPi0BiJ0vxpwUODJgKikP7XjqAiI7bmHv46gu9kCAVQ0qL5OnwA15/dVc+ppVo9U5sGzwsVaVs6oqK+WklFRAfnW00tOMLfYT3zqWogrqA4arqBSBIZCe9kryP+smZ7RFYox8sPJYddA9F1i2CwFVZEXrwdze2Fsr+PmwI+CwIai6Zj/523Xtjj1lY8xJBhSguPS08AMm3V3wbVOMkXUzY8RI2bxa/xlY/NkmzxPw3eZWrfcsdrAoVSRDtrq9GmD6Jk/HbA88qKhj7Iua8QSubxh0sSnbCAw/aGRTGUvBQ/aVEtYfsNQNIziK6RP97yLo0/L88hgaCLabH33qUR4tFppa8PZ0x8oTkGPsIjtqR1jK8AwV0wOwtjPPXe/F7EAQkHONrMa29XJgaY5hzZNFUT70z+yMM5n93NCGgz9lvy949i9Uw0uWByRZv8fDjuDhbtMSKOSZTgDoboBtBIA2agkM+wOKPtY5/ScpXoncIEYBkn1iUQ8eGGaOwj2LzZmsE4CYN8IeKUiIVOWMr1UErKp4P6ok1rR4jT2GZMzcA4PYAyLAudEV752v37zVTz+91v/84+/6iQDQW8of3n/UDQGg9d2aDzSYcxpLqdKC5+Hl+aVeffONjM8JBjWLZbTvNgpk2kpSaaqwnONM5/HzmjENNnsC9LP9BjwnHv/MHNR1jf0FwJxnlIYKmLhHmRH8wbbRp65MYbFnTBjTjvdmzxukEn4oSV4jgnbTtj8BFTuRwYg2Zxhyn4pKKVvREKWJoHRIlxI5e86eTQBrouOZQtVIIWB0LS10TDIyjwEoZMYBqMzdCt6DWfWgxDYsNc7DWNxX7gfWiIfiIyiNsokYGb8c29dfbuVxC/fdLn1n2KnoXeB5gvzqqbRQJru0M9JuquyFQceMCe57bNFpriWH8KkxtbysD1OHdcdS8W0sHeOx3jE+1vvy8nxUOm+aYERWhtCmh+YHBOcUBXtKrm+YGM/E8wg8j8AXjsB+t32hgedqX38EKkz6kNRwWHcAyAc2l1NiungH6X2aQielpJQAaCe/JfYcLAN4RgZ22cIBQmegNdmB4gG94eDt/4725uZa/jHOLZ/Eti2XEvRpmbykOe0neSYzL3NgMYCKonPsGtV8iurLgAM/q9UZn3KeqV4s8D8DSbmqVBk4FSZAvHzo33DRXHMRWPOJ8B0XSP9PYOu7G9nXFr7966ZDnZSp59zjVehg3MuKWwwSvmuCe2p/MMZjPX6sK0+rN46WLZUa5J6rAWLuLRxg1PebfxlvC7LqppG/BdRw8VmeXRAIumAtNPK8cceT5zS+CcTFr4NhiCkqGmW6oE3gQcy5XSgEApguGwqPVQ8PyWjGZNCTj+agk7mY1LHvGp3xSfwSaBouS4taNWu4Qm4dth3rFruxhzoCL70iwJMwBJAgesBpxKaFnp74shWDqJMASf5GA3u6i4BPz53EgQO3j0z327Gvck0c3kv3lKvs2OObLZdv9tMW7HLXznS0f3VMpOdn48AOgSLv0Q5/RBtJUsp5oBSvHYG8Lc8Vf7PD+9Y/NN+2d8ha9ryUoahC7sRsYD8mhmJ2gCYKHTkyctj75MpRGmXGZhgbCu3apk7DqHda+jD3oXrmA+G7a0PbT18uA4te2KM2Ap5drG8CAgThgvaEBFAv8DgPxp7vI75tMuIeyHEcrVFs0b4LsWZZvxXruF6yjsG5UgY8A/t96yc5de6lDGcEyCHZ9EBOqGiRO+FQBmhoJq/wNo3lCH557a15r9kQ1F8DG4KR/jaNvwHq9RPrkXXhdcZwDXWxkYAoFewREtblPSKxJwFjoCTrGUppn5eavYyTUpWVqyqgBieP3155oPKEdwQ53Af/ftGHjx/15vUb+Td+3rx+q7dv3+njxyveT++0vttqs93Gt5lYBMqMzYJgj4M+l5eXOru41JJyUy9C5gbcCmommeIEH3AfJZtg/4NjIiIrvJAlcoOoQ3/oQ81zra4bnr/MP8/gXNchI0O3JK/MQs1yTJP2jChEBs9jBnLCWZqhQRc69cxZz3NK8XwwD1EopFIgH61APpqeqleMoE06pGHgz44R2hkDjBwq8OFBzJJ5LhobTBcopZIXzpjv+zRyPo0ZsAeVkFUIQeSz1D/o7UzpE+SX+PoJk08WD2NnZHhyvacp7p6m9mmte77BIJWK3TAHE2MoF+lBzgPLz+Jxrc12i9jQB6r3CnvzIRqXwojNnNMuFxhGgffecMx2gmWiaJT8dO0i+zp5tOi9BuFR422OZxaFmfm5F0FHVhRmJIx9vT0F+8EUnX5Qel/wNKv36z1znkfgjzkCh/vrj9mH/wVe8+AhzTviw2HDIW25PFOzaFRxWKuqrJSsNb6NRMEMjq4jL4pR7jl4TVA4kceBLNSTEuqJ3Ho+nN7e3ujm5jY+yby6vpUDMB0H3M4PcXSndFDOE3siYMUDf2DkXPMpcK3lcqnzywtdcOD1N0AW9Ctnn3S4PtsnwP6IQ3zHm2fL5XTrIBDBn7X/hxh8urm6kQ/bd1wsWz45tn/xRqdMaznOs6YoDBxTczga7En0EH9S+IMQ7v0peMz9uf59vcORsa6msXXJUAbelAEbrmQYSdPcZjIXnKa50Gp1ofPzSy3PLtU0KwzWHA6klsCP113b7qBbeK7YRXuYiuQWDHGw8uU6FkDRC15oYXLA0uHB2ZqTaCCCh9FcZfxZaOlvqp0ttVpCN7Vqr1VkmUtMzlkJzNbBco8FaicppQRISpFo1jLxArMfYUSCcS9RZeKZnkMIYGAeMmHeAIlZcrZ0D0DhBjly8gQ4jdh0AJXCFxf6CET4wr2JABCXVPZbS1C1G/c4fdV89N3GASQbYhxGnJU9NnA7TnxbLr1r9q9/XN7/vfeGy77nttsxt563aMcGJV/QHIbI1HUquMhc7qx/DywZoWiU0mE9S+ZQdL5GPrYz4tEm5egAeGSNmGdbF2PMGDBGXe/DqsG6BuZo7KfX9wgxQqUXCvlo0NjjT4NUd+0ipszc5api/S5UZ4D9l8E5OwBQi8misvVAMmYGsOESwoLILdE4r5RLoiXP30zfeqwAzDpPKmUsUTcneHngUMd7fUtwfx2/J7WOwP6GIKTXTMuz30Egf+Ms1iJjJr94b1Cs8CQdYLEHUqzDHr5B1gV6QL2GF/VIqKiAC+LVK6Wk8BE/U4Lmvcl7XbLPGl4jDabvG9b3Ne+Z7z9+IPjzTj/9/Frv33+I99Ete8nvT7YZlXtyIDH2NcGYxsB74nKxkoNNYmxKXxkc+uuZpgbscdxcAtDLMyj+4Q+ikmgEwjp+brmtgsucm1+0S17qUyH6OfIUSwhPLIAeKMSxUul7zFG35RkN8Nx2kM7K1uwI/rgvnQc+STnGMykRSHf7UpJfoTsS+1bEthDL3cnSCWh+ou8TtjZyO/wCsOme+NliPILLlo7lPXb9uR3KXKaDQ58pkTy+wYEeE56RmCypkkyOkqdj1zKUGvkRK27dUDSP8zRjQJMmxt78xPoU8QVVHjE5ej3ionpYKryT+bwvJxV+XWb4STYthWgORuAx8/roY+WZY122M6T5oF8lzXwYSK9vg9d6aZKZJAU94ij8epmfFWVvfUYb93wbOjSZmJXv6eqRXTMZeCaeR+BffgRObJ1/+TH5Jw5AeVSqyvH184YA0BkX0KZZaMGnd5kDX0pJ4ysoyvGW4swwCqH7CXoOxgaJM5n6ECj+EiUlrKQcvC0XwFuCLNfX17rmU8u76xtt7u44RLUi06MvVtLskTy98UUdZPY9c+j17wD5q+4vXl7q/OJCDYffOPjikw+TO94pwz9XxH8j8/3pcASmrq/03r+ncPVRt/h3d7dWR6DAejQjH5jclgoFe+RCHic7DNDkrHswjvX+EGX382s5Otg6NRTmGViLOgLXMhx74fH1gnC1mBfWQd0s1azO1JxfaHV+rmqxUk4LqmZx71O73cmf/LfcAlofvmMtjBZQG5Lbm8PABlnXADmlMGJXgmPpHKQk98nrZ7GsdXZ2ptXZSs2qKZ+aLyrVvrxUSYlGUwIn8bJdgwRLZhk0vGI9IyYNHJALJ2BeD62DlGyZBkhSZCov2zHFHnJ/TCo5d2YwXSBUIytl5x0XtzWXbl9kHQRac6FtHfRF2ImOgj0mCtrlY0ChNCg/X1wKyEnue+tvC2HTQaBbAsz+FtBmc6f4H8G2LfOB114kI8DhgYMJ+OSlNWjLJxmCg4Q8ZIXpQ2+hnFtm/BB8Sv4L6oXPru82Ou6FBdu/jrW9Bzih21sZsB6IzpMgzC/QcaHeAyIrGCC7AZehoODEPs25Yu0uAnJeKOc6QEKBSh3YgIky9JRDFgx0sIFamB08Q9IPupCW7AWF7/5w64kgQNDFYvZaQbdD5n2+JgB0y3Pcz3J/23Mb3wBqeQ7seC4D7P8eXa8luu5EgwlwMh7AQR6zbN800EMbNOCgUff2SSmJW+RC6wAAEABJREFUpOnVFyqlxFtwUq4qJdawlDS+cozLUIo+dNrivz+U+Pjuo969faufCQB9iADQTXyAsnPfsZGo29snIKesCMbxHr/w+/uioVyhUdry2HQECD2smr0y8xAALw8AIrkEIuEW4wbhZH2fHYC6po3A1gWQWWUOEwvCdkr7XUFWJBBZGQP2r2UNt7z/Gjpo+62YIQaTOXMQaHIGmzlVqoHMeqSzWEkAicZIQzu0x5iRU4ZLQuMg4f1BeSqg2411wcKCYTfQIYO27eJXVECr4OAhh0EqPNc90EfiVNpEx8TsN4BcNAwSk58PRx0cx3xv6BdZx8ww7lC/mzR2iTeRkSy+sZYKEflhKVifkR0N7GfUDFWvDYhYD2DxbNqvBTOOwH2JOu7RKc8f8+cx2VE78yJNhX/gOfvAz9H0iA8Uv1bBDgx3mrnJT7b5SYW5tWf6eQSeR+ALR+B5p33hwP061fZv8z4gNRwOl8ulFk2jqq5VVUxX8qWK1sf3kgH7cEyIJ45eJUPHCXk/AcRMWI4ASZhUh9KWTyvvCAA50HJ9daUrYO1v2XAj98HJBynOcEYq72l+wLsRIEi/7RjGMjgSflMx0wd/0+PyxYVevPhGZ1z8lwQCMpcR+78b2sEVLo5RMfCOA+bdZq3bu1s5OPXx40fwlXyZ3GzXan1QRj2Lf24qcBBQCCJRHkrharwbDr6GnG4VAaWJgP4XTx6KOYzDYR70OKrGFCPN6WCQWd1rpvMtUrXEnNf1Uk1zJn8TaLU6B69ULwAuKVIS067dZqe4XFDoeqwYVF6n2jnFK9rOk7MBrGlwccSmaYNLX/ZaXSzk9ekg0JkDQctGC/gLLoY1kKukzOYJq2SQGkHxGnfkuO+MQzBkLhuGohFFTJkKMJ3kfxSToICclIFkoEGS/KIqqOQQkUZZFGLv26dSihyb3nsdB1lDBNsICHVc3mKLhFImcCHl7HECSBSQmOB5NPIZuqhjrBz/OiZ9h70tAab1+lY3EQC642LMvmVuu9i7rtDxST+BZgy4hHHqO3fJMNLGBvPmYN4I5gtLLhfa1H14THZf+zRntDHHIz3UYAwGakDIzQPc/wI+KHvukMU8ebxdBqbLZV/6RD0xWtZ0L7tBP7YWLYy4DGCFoUoRbGC/ZX/7p26YvhrNHPbCjrMAz+kRuIj2yTTJBgLfPOfu04b3kw0fKrTg2MMECGzD/nbQO573u00rB4AiKLhmXfB+47XioGHosA69Pg2QQ0+TzUgEUgoBCd2zOwpIXaJvsfjRBfcoGkCR9nRSSoC5SUGTk3IMX8aO131mr8GUXy77DXDb8p6Ezx+vbvSRgM+HD7wv8f65oQ/um5SUqK+wpHgv83ub4pWUkEUr04SFYJYNYzpwrOu2DcrIBojyoDMhxNapc6Xpmz91pczzK+faoqKaC3I+2ZnxYklYeABwY555NvO+7Pnd+c9BmU8xr0IsJsvz3INdNZFlxjABGT/EmEv7hjwfmNQceCTF/VphEAMkj0Gpl3km7esjCjU3XWhTXeyS3fCM8boMJdujoQ68G3A0THmUW2ZeYPiuaxp12EFFMwfZkTuW2QtjTIymo/hgdmBjKOQBzyoVux41w0xgMjk7BacE922fqvn74LnXfXxwWfxxuVBflj/S90kEQdovVRcOWzvlhXn7NdOzZgyH9bQ3eiz4orLbnCrydhKrtCxY2AdSypnW3ReAPQnjyB34wZxlJ1gz6QNkdZL/mKkiK/nJymbOuzOnLXuG5xF4HoEnjcAndtmTbHyp0nO9R0bABzUHgBoCJM2iUc3BveLSmVKKWj15gZ6DZQcMDJCsAqTkTBTR3J88FS9EsjwKUs8bxZZP6tcc2B0Eur6+kX8LyJ/K+s+sWuQk+SBTnredyaF2sEtmoWGSzIlOdVPp7OxCL1++0KuXLwkEvdD5xbkWi0Yp82aRWJLJzkk+9PccIH1I221bbfxJ682NPny84pPWD/G/q7zh09Z3bz8QrLrW3d2N7KvCs06Zf0OaOzHRxU3nhsKOPhZyyvFoov8IhP39JVDGb95Tj49hzpOHdmActzaXWcVyrGKChJCZyVxCuIj6t4BW/hbQ6kzL5TkBoUY5LcoMMvcttwB/w6usvz74e4uYopCZNAMtUPK8uxUDxamG6aJhapQWC+YAxU0IcWFOWq4aLc8ana9WcgBo6QBQU6taAHUmIJvks3mSNEIQmr96Cn2sZTIdgkVFDnWQEoYMAotXSqWUwVXK+Of2K9VVVhqeCynp6GXbGiwUWgMKJvopJWU6UXEp8zPH9sqlt/AtM6iqhSIpy/9kA7kKnrrEAVcB/ukgjy1TovFl2vO4JhDgZ4t/xN1BZu/XDTz/T0875pnb2lDFFgqZC9rne9Ge98+mGAYZDvw4dtTlPXTyv5ZB6xk3T8oosxHT5pk2LuAaYgI7g1XChmWCsu4MYuByma9UKbPXat5DagIAdfZcAswkE0ilDDyQQhTZkUJpN5gWG6KAL0y4Az4t7yUtQZKWOQ7wt8ocwLXv6HQEBjcODN7d6e52zfN7rbXrEBTyN4O8JnyJ6q3L+1e02Cda2UPPOuyDB3tKlrvAumR9Cx0FFiNXQH7BSykVUTKjACx4SSmnwnAOmeljhpeV5G5s1lvd3tzGhxHv3r+XP5i4o+y+8+hSxf6oq4WqRDCqp13ApsIJbNiOyz3GdoxFRyW6ahYzkwCVV4yXmGMTheW6BmFHRy/zs9v2XM/nnWcWKyK0x3YwSjlraixDw5nSvAhtD3ZU6gj0bJirDQGgzfaOgO5GLeeH8r9+7egimvRHULadaTulpFxVyhmc89TmOCwaXvatizbIKZDYI9iznGqqxNgKO4Zc8CCzWNQ1+NxARZLttMSmjoDAUAfsgE7IaKgbQOYBtmEdjGDSPhjcmGGg84DNOoCH+AdK+0JxXu4cvYp+xdjtNR6k0ol1cKichmLBY1MD8zQalUZ8Wuufy40h/rUcnNuFJj3Y2fBjJh3KLCeYFEgsIOgvS9UTq3XsS1Y7b6XRYNQyZT+Mg8Giiq6QkUZWwV81L9bDd/Z7drtV5LSCLHiQJPtmv0c4GKsKhef0v20EnvvzOxgBduHvwIt/eRfuT0Pm4Vg3DZfipRbNQnUcnCqlxOGzH45MIJMFOvVBlMFM4l8SuYbXoBylpJSSyJTiH49b3iFaPsHzoe6WTzGvb651dX3Np7N3atsN5yFfVvyYFi8wCeIgdRy84gAFxuJeRl/GQs2B1L8B9OLVC70gCPTi1SsCQBf0seHAk5VSClW8pT8K8EWh5YDsw6Yvjh8/fNCbt2/00z9+1t//8Q+9ef1aH969183VbRxEObcpXMBS5k3HCXJEJgsc9OGggPy4DOsPnb5uf/LBWNj2DCBZTpNGmX5mIgjX5ELk2eAimnOjul5qDAQtl2eqCXrWXFalxLl7J1+O2nbHOtxR9sqgAckWyAsNUebcxRGCeSqzD+aDSWEIPK9WV7XqxUKrZaOz86XO/XtAq7IXF4tKC/ZjTX+8TzNrNicppV4gUZR88SF38rYs5Z7iMQws0KlU7CUlhCklub2qyqrqShU+5KqCl5SyePXK07dFKCZgSLgGNbRdHFJCnuhD2OKyWHFJC5vYzvADRFtVxi4AneEr14ogkQ0II1juBuAuq/imFmUnr4OesfAcbrfbuDD7Tzf9TSDv5c2G5wsX/o5nj58d/sg/uuLKJyBkbswycJRNPwiPaYyyET9o5GFBtRflOb1nB4WrgSOj4L52XJD9zBQPq44x0gh2xxBl16BCXDKZP2PLjJEjUedBBjrsWTszJwlncr1g3hbyXqqZ07puKNeoZFlH6NG0DB2cOYjyHjR79TN6T+aRDD869uqGZ/E2oI3/9Y292wMh38lrwe81W4JDmwACCAT5WwPP+g49v58Z3EfZ12g6aXxFcSwERuY1OQf4rj8CxYOUsJsOOEcFNrZHS9N4FHlLX/zNpRs+kPCPPPvHn6+urnXHhxQ7BzNtN1OzYmQSMASpOnCPTIDpbterBTZbnm9Rr4/5EC9qR6uF4R7ADJQUAtuHJWxlQPFKkvkBlTLz3jDvNThn9m3OoeUsTJkIgE8KUgMxImODhcyL56blTNAyr3cE7/wD3i2BvN1uG+eELp4vPauTvlBnfFbYh9rrMlW4mPA4I50nPMK+qGnkdjoWp7G1kBoV79wPgASv2Ck5RRRZaUG4bkdgKoCDQZQDt+q2WLeMxhwE2o58sOkx+NMxL2iyz6iDP/ZPgWliwqZVfCsk+eQR9NPTvJbXwEFN+qZ4yMLtyvhCPTmlJ2t+bcXdIwbdKYuP+jOyER1J4IzJSoax/JXxfDJselZ2j061XHisGNaVmKMyXZSp7/UH2qewF9me95Uot2XYr9ViOFobs8A6WrdF72vkYZ5NWrDkx2Emy1lTm2W8HmrNNUd4SOeZ/zwCzyPwJSPgnfUl9Z7r/GojUIXlzEOzqWutCAL5x5KXq1UESXyAShxKOSOROqC8NSaOUyklgSRnkIFNi1dRg9DImbD8Qt7zZuU3jA2f6vkwe/XRfwZ2o5ubNQd5Dj/Tk/p42QzlUQ4m2apEPwpR3oZq92l1psuLS718+UrffPONXr54yQX7QvF7QFxaUsKe/THwJtqFXzttCQKs12v8uZGDQK/fvCYI9JNe//xapt99eI/sFl/v1PpC6U+cqX90RivujA6OuHAjd5UgyPCE/I+TTvt7opMPdunTuqfbwCBVPXbdwYAXba9ncQExdLz1o0qFLPMza6KuVyp/BnauZbMi4NkgG34UmnnfcSksc7rjTNWzmNxKsYIhEjx2g4AOgCHZmSAeyIprgzANeEDssZqAyIIg0HK5ZH2utCQYtGwWaha1KoJAuarwMQHSvrZb3/ui0ReNr2PZUB4uTbYzBxt2Wext4wyuaDcCVOCKi52fCRV8Umkkoj29rF8ye9E7Q94zO9BQooJtNTxjLi/O9fLyhS4vL3UB3RDsyswLU2XNMpQ5S7mmv5XqesHzaKnFolEF1NUCfq1UMaepknKinoE6ciCv59Lfxjc8brk03l7dsVfvdHe3Zq/u1MZc7efTtTAQaU4L7112/MM4FB7JisVTmqd4jxh6VFRasW+i6wEH+pbvoaMP1jXu4hNbz4flVJrcGnh0tIs15LJrGRugXYVxs9xA7bDMRJCqAM9LnRumbUG5DlC2kxl1B2KZG+YnKoY92J9Mpf1RLYt/GYDRYch9ajc7nsNrYMv8tvIFXOxjy/znUS1BPwdQ/DzfbjasjUEPnZ3HhH71PPdL172O5iDYY9k0DSfKJLkv8isKEAOeu2x6BNeLOoMeNe4lRKSJ3dG6v9HkP0n2++Q1QSB/E8j98XMKsRy48sWvJ7hDgbqJVrKqnJVTxXh4P2z5gGUbe8A/gt0yZg42MIToz9I4L8bBxnnTjBGJvdlTBR4tWOxveNUNz6mARnVTKedaZBajK8AGKOYBQChEPs8sLi32WhYAABAASURBVGXrd7TVyoGfzRD8uVvzXrtdE6T3/O3U0uk+5s/+UAcDiWdB4lmV6LfpzBgkIZBfWYl/inIGAWaPgAkS7Y4MY8YQVDShIWwTFim06aB9BYYAT8dAFWixBZ8gTzeCdQg8uuzAjyF0zTeMeowalUluw00NGHKfcGZf+CyKnuz1HzCD54OOx3cgjU65Yv4cHrA5V/nNaBpyAAV0mJinYMT7YVCHGd0mHfKi9NgAfF7Hi/Y+P5iXaOtEVtRDMCNZMfjlPtlpP89Co2RzvcL5hTlN2YLXLhsAsjA4Ok30vM05jcJXT6P9wOz5skejRFvHGF9JDFhxHY3pkWD6GMbqx/yDcnVQei48j8DzCByOwJO20WGV59JvMQKLKsflqiHws+QCujJuGlVcynIcmDj08SbZc+ASJ86UkvxKyEwWnEQRMViCTAEjVbCQA2PijWrDgdy/AfThwwdd+8eWb685yK+Hg0+O5/KornmJh/yer+FZ7qd6oS3zpbKhH6vzc70gAPTdD9/r2++/06tvv42yA10JOz192tG3ljdPuknVBIizdM/hudPN7W186+fnn37Wf//tv/Wf//6f+q///C/97W9/0z/+8ZPevXmrq6sPHK7vOLC2UVdZisMxh+Gacay54GfaKj3KRYccFnlJxftC/+a5G38MDhyy4sgwbRjLT8X74+VDNfajdKRBc6U2xJFIHlAgxhosJqLrfPm0NUaf+Wi4rDgA1BAcbJYrLZqlMgu549DU+hNYXww5yXSsBxZiaWFqijVROPfz0CmeWUhrRrjgtgspdoWGV0d7HWvPbtZ1paaptSQYcj78RlGDn/WiVl1lVUCuklIGkrDSx/okEyv1ETghghVxG3BJbMSwSWnAiRYybVU5q8a3AC5WxQf3J2n/oj6Fwim0fYrhoH+YUkKY6cPqbMXee6mXrwyv9OLFpfy8qWlHwm6c1EvNDK9m7zTMTwSmmaslzycHbz1ni0Uj7/Gcq2g942+yjS5xSdwp/mzmdq3rmytdX9+wP9fsz43KN4B04kX71HdehHuqlE/l1jEUmT3vsBF9mbCG59MhLjW+JHcrR/UI3hTr8A/EPUsYhtcyIvXQxnhUvO6jFBnrUcyX16Rx8MYMZdfssEOitksIc1bOXqML1QTqArKDPxXCSpl/ZSwoBm2cyEaAfGLK6NEc+ZBwpHPgnQCBgyTtdqsu9u3Q5xbMpXq73WhNIHDDhw3xZ18E7B3g9bcueoImPf3u/eCfDYVk/8RrxB6RQoeaF/QAecAoDwk9lMLkgAcBCBn5mKwz0m4haDpJYozF3En+c+k7/L++umYdX+v29kYOZrXbnXp/y4ep6OjDrqe/YUBKiZFPlRLY/fOfPq43W/bARne85249Vh47WqG65q+DMgUSWvjiteExN4MKGSf9XGjqJc+uFcEfrwHmnvc6TXON4pck2mgJhmw2d9rc3XImuNWWMfCf8Xnuup6+R/Cnk2k3kVJS8Wnwo6L/Oam4khQYnxOQ8dG6yknjiyYhnQMkCrOU5fU3Y+xJdDvWmRgb4XMHKP7Mq4VlQCHK+IrM5wzrHwD8jvoGKjHYrsPiGUZ+3xgUjtAFPewQOg8kqs4k1Yx+nLQn4QpqQYOlpE+9Dtt7WPupeg9b+KUSj/dgg73kPo4cY6YmhKbHcQjGV8qm/jMlEx2NjQ0cFI6mfqqBa/bcMNb7Gnhv/5Q1j40h1q0VwtXIdOhosvQ+PG7+SJ8BOuJMRW8KIFeZZgHoKoMrNAygz2oK/ef0PALPI/B1RuB5732dcfzlVngozo1kLlB1s+AQ12i5auQLWdM0qjkkiUNV6PKmyPkvSPEcTykpJUBJAotXUiJ3MjbogCO/hvemhCRR9iXtisCPf9jSX2+/vrqJQ2o5RKHglJ2dAPfjSMYRa1LMyGv6cc5F/wUXzh++/0HffU8QKAJAL6Of1rFLPnj56/T+SnlKWYl/PQfqHYfMu9s7vX/3Xj/9/LP+52//o//4TwJA//c/9bf/+Vv5s7C3bwgAfcTv27hgcnorb0CLrHpRq7YfuWBIzUHTy2+Yc5gEvyExb/+IdvHIk0OWS4aZUoY2gPbJOvNZ2ksK5QqZ8SulyM0yUapCmQA5mSynD5c89AWHhbEibHQcmgNJnotmIQeAVudnOj87Z92vFH+2UmUOURzfCQK1Ab1aXyqnxT+YP0BeQbRxwBsKexewm4BRjzpzGY7lnOU/A1ueL3V2tsSnM/bkkuAsF5oqxzrKXFhSSiovbBz5FaJRjJLXsAYds0dARBrr917tct1MVuWkqspAxZgMMJSrXCmjk7NCv9juVTAoAUN71qtyxkamHwv22zK+jfftq28Iwr4i+ONvAb3QigCPAzlVJTn+w3DLrxx1a3kPL5dnMR7LZhUBu8ViqXqxwMcFftQSfkkYoI692W47lQvvWlc3t1ycea4QDNpsWrU8y7zf3UY0GMRhlkUHD1mUzDNA3kvmG+4JYs4L97S8yD4/tzXDQzU9lkXWczZno7DGuvDGI1QkY94xZwHooKzovo2PEIrYCb0uVKSkzLhH0MfBn2ahDM65pv684kjPsdABsKEAPfmVQ98+4A/P5wgCedEwrzaSczLSjkv1ZrPV+m6tG9aA8RQkikDYfhySbSaqpSyxvlOiQFK8TBhcMB4AlFJkyirYGgEUy57Yt1H4LhuQ8v5CThCnV2/fPUX41TMHXp8dffM3mPwe6YCPP4jYrjfaEvjZEaj23nbztuv3rWLODWcJQaIvhh22t9tWG+qub+50w3usvxm3JhDkIFLHc46mNb6oPZKxWkT9ArAnRXYI85wjQMseBdeAy9n8uSp0SYNlkM0U6EobVoBvZDDXfm0iaHUrf/vnbn2rLT7vmOsenzqPD4GXHtp1PO8VD5EA3ne9NpVt1GCNRBG/a+NKYp1k8S90FC+GPvyxb8GIzDpBkI22IJ2oYF9lzHrrJrCFPXg+x+DQXqel2ilwvR6ZMY0MCCrSkQfB+7ysWIhuF5LqEwHtVBrt2O8uKRZXUPss7UlTpYapIzg2fST+zYpeJzMnZ+STXHiy/pf097PqoByJbO754OCA5pLfgO5i37Bo77XF7hHb7Ih/5PuR9BcXMR/rOwzZAxhVFD6doXqodI9xKH4uPY/A8wh8cgSed9Enh+i3U/DDcZoQCv62ioM+vmid+RtAq6VqH+YrtDhMxjkgDgFJKR0CGvA0wCCTlDS8qNdjoBx7zUscxAw5Pql3gOXq+lr+FtC792+5rF1pc7fhvcSHI/HekQPIXNCQgZ3cuvEhcB4rb0iwfSg9P7/Qq+++1fc//El/+tHwo15+840uLi+5WK6ir4lx4ANV2u01Haip78Nby0FzzSeQHz981OvXrwn8/KT//r//rf/6r//Sf/3tbwSD/kc//f0f8d/yviNY5L7cfLzSXXzz4E7+BHcTv2VAn/gE2jYxfS/9U968o9HI7vnzMOMRfcaRCaaq5wYgyQDnoWTxHEJvZLgwNTccNMyLGR4EgSJDwnqZ6hLQgU1SWROW1cz3KgIPK4KD/oZY42+WEFDIuaI+bfhywafMbRzoWblczDoOkLYxNjvR1IjkNqOjKYpBFupkPqoXuz1DllVxiT7Dl3P24PnZSmfswwZeVVXKVVZmbBMXF7bg3qabA1JKSglQCpkviL5glsN7L0QFihRRX4C96Ro5ZQIqmbGpCbIs1HCJqg1VBb9WlbNSlQSSXIF6YlymdiibnfAv15XstwNs/rPL77/7Tj/++Uf9+S+GP8vBWAdl/edfDvC4X9zrGFqPvUG8snKuCRyd6fzykoDRK32Dne+//5O+dzD3O4K5lF+9+lavXr7Si1ev9PIFOOAl+i91eXnBGJ5puWxUx/zWohfYzRJUFwAJdl7AskLt8zlvTu81CmXZCCPnsFy4v2beYbxANy1SnmmMLgKNyLQ92zMYd+aw1LTUkMgGLQRMt6c8AAGjxhyxPmou/3W9UARRs8cYPlIBVEN1X6YA2zYNUSJLwAPJaiMMKu6W+9bxLG3Zq13AvqXee5UF5R/0X6/vdMP7i5/B/ubLDt3eBvrB2ISSWLqSF3dK5Eki1/RKjM5UQFLkKYENFhlTPCTd0BwsLWXvnY5BteeBwy/mAf/7tiP43Gq73fD+sZH7sfU3d/DfFoQHhrDk91iMgJThJ+cpS9Dm+c+9HAC6urmWP2i5urpS/CkZwbGWcdLw8iyJDe6aAyuWh92KMrI6V6pjvo0r1Jlv9rvrGkJvyjIUQD1cEsqUnXB2WogjPeB45rbabPy+eU3f7+T33i3j0PI+LGbBM1HGaydj83Ki9SoTMK9Vm3abOnxlJrhOXqcVfWiU6UfO+IdzzgU+cGuoPvXfQhcM0LQu4VMHbRD4IbDca1bTt4HgYMc8g6ADsGHylJ3i4+AUKFwHP5Y8qo/JH5VRuWctFp1YaYV8JD/08bD0SLVfRYT72C05RElHxcJ8JI/J2FfaU4/U+SzRIxYdxY/29wbLiJKTvF6nNRDlvd6eelCwV5lT1bzwBNr+RRdYz6iXHOJE+kxPTlj4TNaTG3yy4mc68Kz+PALPI+AReN5hHoXfIfgAtOCi1zS1fPk8OzvTikto7cMRB6IkceTq5YMkpFJK90HmSYgClHT4cmUDXItSSnK7Ow5P/jTSB1IHV969fadrB042a7UcgMVhSPhg3WwMOJmn6XW4tHyYMljs9yUf8s7Pz/RNBIC+IwD0o/7844/xbaBLLo0rgkOLplHinbTHcf+2QMuhp8dASpVSsn0HEjrZ1w8EgX5+/bP+9rf/1n/8+7/r3//Pv+s//s9/6N//4z/0f//vf0VQ6O//87f487Cff/5Jb969Jbj1Xu5j+d+INvSt5QNB3ir95kk7Umljj4P5VTO3cNJgCCI7KS4+nRJ5dE/w3acj8HzQW8635IMseEf0yLuHWQfUJHd7tBv1TD8E7k9WhxjtWEauQpGUFeuJ9d3UK62aJcGKlSrWQF0t6G4V7diH8i2gNr41QsV9wjzLBd3CijYKWXLkc96cLgopEGpgpFx6BKvhEr0k8GM4G76ZtCBwUS3wuQJoNCcUDdR0HbE7RxKJisirF+6AzKc0yKC8Fy0D+4CflBiTpKqq5H3f0KYDJou6VhVA2xVyG89JRqVdfGe0eiDKScgSdjJj2uiMvrx49VL+80sHgP7y5z/rLwSCvv/+O718+UKr1Xm0p3hhy2k/UfLebZqVLi9f6BsCtt9++70cTPruh+/AP+g7yt98+y22gBffEvR5BQ0QFHoJXF6+1PnFC52dn8c8u28517RmyGCnER/TY3mUGxuO+S7vIVvFIGeGvexBygf9B4WfI2AAj9RjOM0O8KSbKNjUqD6nCy8VNOZDVxIdNGTGMVeV6nohB/xq1kn2t0ZZHxLPS/TnNvc0gtEmehP5ZGLwnY752z88VJyi9mQ5ZDv5Gz/+9svW3xwhWNQTbPF695bxGk5R63TmVkbJnA4WHnfnAAAQAElEQVTeUNE2ouzsoGCGYVZzqGOuoWfvOXjR29fRLxzrDPBaAjPF/63WBEPWfCjS0oeOej06NpcSOU3YlsF22YDK8FNCpqSe97Idttb+TTs+kPD77PXHa10TDPI3azps7geQfS6PogFrTBoJwinFM8JzXBPwqZl3f3BUM+d1ph6g4TXVsRn4gbBrPKjIjww/Yw3RflTqYAM8D9t2G8Ef/8nbBt8NPecF0fewQb86+iWwy4l2Kq/HqlaFfzm7/5aMNfAxZdWs07puwBXQKOcKyCITuSAA4UcgMjuGT+YwL4Uix0cNZWPXgDvpu3wKpv7anmGwMdbton9uczAF+nQa9D+teEKDcSkdP5Sxrg4ZlMw7pYtoSsixOA7jxP6tiV8yIp6WMndzr3+RxbmhezRL4P9n7z0UJMltdN2fZGRmua72ZqSRtOe+/yOdo11pRtKYttVl0kRG3O8HI9KU6e4x0mp3KpsgQBAEQZCMIFFZ1ZW39x5wf4ZatZvj4ijmINKwbrX5eJo2hZ9EhMIva2Gj1124ylZ6K4bPXDCEKrJIsSLQS+GGtbD/mcld/iL9HswvUnDf+N4Dv3kP/OJt+Jv34D/JAZ6YzIFpwqFoejDRAcGSGZcuX/xy4cHNWyalJFJY4MNnnFGilCJXoKSUAFUQWHw4r27FKaeApJQS56Ze/vsN8/lc5x8/6t2bd/p4dhY/nVxy6HUQiO5pMSSMxSLVdwiFgV0Zu2W/iuqDO6NgenBQL5ERBHqmpy9ecil9psdcHh+cnurw+Fj+FkguBY1psDdhYxQD++A95yDq/4LX3wL67vvv9e3fvtW3334TwZ9v/Kthf/ubvvs78P13BIB+iG8LvXv3dggAfYxfRVhGcGvJ2FsbCaaPIe2PYGD+CuizekPA2W2AAWaDqt9NaCCrjytnN+84GAzggwLgg+8uxMD3+C2sHeBi0nHI3gJ9IY/i3Y4qPdpXSzVHvBLOq4Cbu2TIjMDrviHw42+/HUxmmky5GJQJNQSBaL9e9wTr1jVYxyUNlpsCaQ+sC8ZgWs84KNEZyQTgdPexzHptoddqw16cYcfR0YH8LaBZfAtoqgkXrlLoifWc2TsklFpnrx7benoPgI4FzMazjEGYG5gWikoTvVJK3HtyBGzc74TL0WRS6KtRw15wP3Sn7Yc20b6HZVDoaEqj6XSiA2z1H3Z+8OBB/JqXf+XyxfNn+urVV/rdq9/p2Yvnevz0aQRpLNtwecxDB/aBAedr/LjO8+NAkb/FN/4x90cEd7x3HxsDp4+e6PGjR8ATPXq4hQenDgoRBDo8wb5DLnwTxtsA4W26AvvQHQA9dhw1mVwDVLpW78pVziaPKmcAacO/i4h+76r8Cfxw3I68y3XxBbNjbXTMWxc4WNeyOpcdl+loqlTrMxjoolxpQWd4ORf8WeQgXdOMfqWcG4XTtP10GzIP1IiHYqAU+ecy6+oYW8cPCDrbC329TYyTujV1LUEDB0BMC557SSnyTbM6eu8es1yq4NycCvulyqu51XlEu+CaHp8LnyuwORXcu6meC5TtMu6w1WC+oevWWhMEiW++LFc8h1byOHrGIOYgEh2nlJQSPYPlD/vePtpYC9/1brdYLOMbtmcfz/SBH7acfTijfKnlahHPOLQox9wmNBlAVmaAFBNb553nA88Kz73LUUW2EYMek3Wadl0A43Qgq+XZLmiFf6qEix3P/ZZx+z25XFxpuZjHt6DWzKP9Y3Cb3v7h1tmB3dp2N9hUJuxvnl221ar9OKz17GGvWZ5TDc/YppnKOGfzbSVAsuwWvJKGEsaTMBkehq6Bbvw2D5gKBC0BcsdGN6DWowFx8tBhngUpGwWYtwvBJDMPdFf6TPX1Zozcvzhb2QWP4YsoXNPjs0/wvyi74cQvavWvFbo2wC/qnHH9nGaf0H1T3e4a2Gm4K4gZbFJSQiCDjcwED8k1A/lPQzbJr6/agUtQA4LaT/vm7dd9aal8RvBa32ytzzTYr96YeE3PnVt5v/l96d4D9x74hAc2++sTMvdV/0IPdOMfwOClH4egSaPJ5ECHBEsm0xn0JC6GpWRlQBwkxZuF8yXHWY6XJqCqyVS4MmSgR1wrFWI0GYspJaRT8DsqV6tVfEPm9du3+vDhgxxkmV9ecehdclByK2ywnRxAhyRj1+wDy4w01nU8veN57rYcDqfTQ/lbP4+fPdHLVy/11de/1+9+/3voV3r2/LkePXqkw6MjLot17KNum+5DUI+tHSfKloPnip8qR+Dq4kIfzj7o3bt3ev36tb7//ocI/vxAgMh/N+gtQa3xoD2fL7SkXT0AY128pWxhBedjn78mtl7DJ3WOfrsN7zTElTJsWdbMWMLXA/a4gG4PWuaS+g3P5V3YrRvouORVmsYk6KGfbf87VPwxXCG3w4O0haCdxCBzI18YfBGYst6nBC+MC5eDcYC+XHiuWy4Z/lYY08+6Sxs9aFHIViL4Y18VY68JQ9Rus8xFa1tihVFuSlLDZdq/snRIINbfoJlNp5pOpuzHhv1Y6C4pIZuiMSuS9Sigx689l0ODYm+GAPtMAeKTohF9eSDQLpeUVZqihv0x8TOA/hvKJSellGhV5R1k6tDbA3J7apwsZ/npbKbjk2OCO6d6QqD1+bPn+urlC/3uq6/01e9+p6++eqUXscce6oix2e9uvws5u0RWCReUoW2bg7j+lb2jkwcRzD05fahT9qu/AeRvAj1+/DyCS/71sA08fqonD59i02MdYduUwLb7zblBN/1ogAIusJzWWUx3Bcq7U4cUnN20y8nK3U55aDig3UZbukAaQD8n3aV7w2dN7Ol1BUC6wa4Mz3elOnxzvXmCl5mPnItyAfBjYzp4jTJY8cnkW8i0g1HTnoxZlgOHUdv+4ewn6sMeZwE9+xxmjxiIxwKEEwVS61/h5DntwMEK3LFHXCulsIblrc2HNc3WYVlbWc/2MXbtSFMmIWDmrRCWOzNYAp1V3g0NZkqxpci8j9bY2DOWLuxba2OiFGNbrlqtlgDY9JqAkdtRrVCEnpSyUkqA4tN5b7o7AHbwU0pas6iX/ADjgveV/+be27fveNe+54cSF1rMV2qxwQrGucouBHS4FodCe+o8x5nnQzNt1JgBX3jUUhitAPNQQDJFe5DHSdCnBnh47hPo6VyGTyNVVWiB1/KOXPKDkhV4RXCqdfCHcfl9Ivza08bzucZmZkiJySysx1KyGp5jtk9JtNDwYVTINAR/pjzrG4Plstfs+CwYRI3qcOMZ4PFgFWOAiW2CEti2dMxHlN3G/BEQdbuAgcdTBS/pBkTTIQt/MbahuIOwwDp3ONt+d5ihYKf8E8ibTVlAY/s0ECMeip9GaCQpRpzuFL0xrDslP11RPl29V3u9z+tl7aycvYb/xIKnfWMHBGlYObVTu9J7JONP0zIOIjKXYCWwhk/lD4UddDv/du5OM8itzDb04zVu24W1o82I7qRU6Wp8pX/l3P1G/xjiPem9GV24whCFMduOojprpzyK/Er4n6f5VzLwXs29B/5FHrjfC/8iR/+cbjIP5yaXCHwcHBxpdjjVhItgKRyQOFjllDlkZcXHBzBekD4eQELBdQEkn7pSUkpJm4/rDEr8E2CcJCjRuufkveInkx/Pz/XuzRu9+/BeH88+cjC9VMvhV3yGnqE0PLP9GqSI3eRDGqVGDDse/l20yRz2Dghu+ddJnnAxfPaCyynBn69+/zsCQF/pOZfVh1woj/xfU3OZzYzdfxOoH9T44N1zQjesOZAuCFpdEdC5wG4Hrd6+e1sDQD/8EEGg73/4Uf6fw97Bf0+AyHKLK36iyaG29X/D65fVBoZOQP/Oacezw0RUa6ubyT2eONh3an1IDrodaB9iDS1nBoPpLwMakLZtKJBoy6FDG8AWTNiWowBzz9RB2nUG6rgYZC40vhhMZ1P2wIH8v4OZZ4k169PfRAvw+CjTCr14I9YfWAZYm+RVUy2pLGsyVfmj9IjFXqh0jkvVdDrVIQGpQ9brweGBDliPEy4vEy4tBVtLYf3bbomW8i7iXtSrxz4ymeMtWCEpMFLmUxkppSTva+vzt32mTaNpw6UO3eaVJoutL1oLUQB590mhGKCLgTYOUtneY4Knp6enBIAe6RlB1ucvnusFgZ/fAa9evdLTJ0/04PQBYzvi+dLo5icrh08V86QiTSZZk1mjGcGbQ/QfH52g4zT+7s/po8d69Ogp/RmegJ/FN/uePXtB/y+i/OjJUwJADwk6nYaOSTNlXDlAJSvLH+cjuDyAz7mGoWhkKQ2tXK70qAeOpxogiTu3HGcPmqq7ksd5Z90dFdbpKmPvhOqxap35u3A7d1ciUbDULq50F0Et1wHMd85F/uZHw7znZhJ0zo1EHRkpowtEnjP0ABsa/phse7V74AQjUdgB8wxwLeslHhArpI48qsiCj2znFxMYViRryyLHxgLkUpSx34HLkrMSAFs5pGVJ1U/dr9rsHZcB6zcPnIwNqY929KJ9QvWDbCVq3lPu1r3W7Tr+p6/1aq2OgJCH1SPiMThos+YZ6vdNR7AhLja0c3eIKCV6A5L8zxwspXE/CFhUrkPG+latf61qET9s8a9bv3/3QWf8wOXi/KP8B6KXvNM6L9od32nvwzrHV01Aw14tQN5IuJnBjC2XEhPTDe+DNv4W3rK+E+DL4EEjZrrDHyFDAGi+mMcPTHp8ID93GVDH2DyWNcGfDhC8bHtKI38TsRh7jTLu8Jf1AjllNaxXf/NwyjNgBu2Ad8lYSqqTb0LxqW2H0Qw2dthpPjPF3vY3eKkf6kRdNAwMvxYi32qN4l5WA0Nd7X5TQ3v0jv1BUtMD1xJi1zhfULyr0WDlLdUZX8obBO0JyICYB6NbxM3+IhjbjnjTqHawKd4gXD+A5/5G/Rcxwrs7krv+9SjHqqGjsfhJzEhInxT5XGWd7M9J7dWHDzCTJLHXPVde1jLDoM98kPlys/clN6UN8Zm+/inVnksU23fYEcgZrDsTYxYOMjLcKUcFKsnv070H7j3wcz3wuT32c/Xet/slHti53Pgl4p+yn/CT8uPDI/niOZtNNeGglAsHP14sGYgXDO/KruehG9Bz5PEjEuYNW5JCXkluSgFc6U1Z4qeTHT+FnMvf/Dl7/0HvCQJ9+HBGEOhCrQ+MPjwOD/RAdEcSHdPaCftYYZm33gji4e5kecv64CbqGw7+06OZTh8+5EL6lMDPS331u6/kbwJ99fuvCAa9kr8N9OTpEz3kgmm5B/7WwYMH8q+2nDw4rd9AODmRL7yHR4dc0PETB8+Uknwu6jms9hykfYDvOKDWw6uufcKqgWd6IP+NEC61CzdQTTO3UjXHdjuZyejAFVp1HNo75q01b6BdrvWdKo0cMp+ko63lDZY3BugPJeTu35aAd5BJAyvDCMBuEoSb0c4UjFgTUzX8VHhqmM00mU6V0wSZFLJrLmpLgnYtlxOmFj5taSdu7jknIVxBiQpFA/3iWwAAEABJREFUG20EgxUZvckQBddD5CyWJdyMpSCr8CVmMptqGsGfQ80IBM2mM/nC4vVbSlEhEOS17iVXe+25C9kHvcyzWcYJYlPPXCQWqPkF/mRSNCWwNJ00obsQ9MkFO7jMZoQyNk3oZzaZyBcnB3n8XDg4PNShgWCpA6bHJ0fsiROdskcePz7Vo0cP2V+nBGoe6Ai5ZtrIunYGr71PkaLfDc5Rtkw8oiJzaYRMg6ySm5irhuCQn13T6ZGmAQeKMn5rmqkmgGXdB41QkuW7Yw3OoOuGfkQ+kWjBUJxXoS1VyzfyPf2flb7R/NMMzzlrbiO0qz9jJxXMI/k20YS0LW8ot02bkglWk1cMZAnIuch/SDcwa8M4o38D7pGyBhj5Yq5My/UBqCPdsOMGAyFS7HjXsYY3e8tlrKN6SDC8ryxjjmlj1rKSnOR1XXKWgxilZHlN5JyCLz72gEJnT8kJ7Ge4ecYbcF0FVIdud2PCOKUkEgIpAC3sT0hSUqKLnjW4JhCyDuzgTDxfbDvQ8f6IoA/99YB41xp7SD204PUA6mR1QxZ6ze+R6ak3wCT5+QCgdz6f864907v37/T6zTu9ef0m3rkfP/LO9Q8pVkue31iMO8UHL0nhmE71+a2K65Mw6iwTIshTG/Utz26/v/0fICyXc82BJYGdFugIRnU8+y3rJrWt9be881fhkx6ZnqAYXEScYz86134O4whzUkoqpcjPxtI0arwmE9oyFgEpFxV4TTMhwD1V08yAifKkkXIWj3DFJ8bqbITg8ohwGZo5YVCY24LMc+8VYCAgoS0gCmQ3yjDcZQD1KIt8m+FzF1BP2qke+K77Yig3JEPnyN0rjEzjPmbVPRrM2ULakkFZwhCFz2eMfxS6s/tRALwjTmlIMEnhZ+OB+wVox3Z3PoDXs/fSnoJBsVt4rjZ18ElRDO+OheBcz9zBwNshB06gTzYPiZpFX5XcyfeVZj8EBmPzjtSd5J7QqKtj3+0suzsbbysyfZLkvWSVhm0t7Chc55o59ml6hFvkRrG9d+goP2DL8FyziHfkwB3QwHHlwInFE3Sti+ZRHjIY3u67TWANlV+Ofk6bL9d+L3nvgf85HrhlZ//PMf5/naXxZNp9rTA9PMUPplMdHx8HHMwO5Qtxw0Ep58LzPSulBMhHYfU+gPGU9Au0B28Omrc4KyXaCTA2mA6QUkryT/L8v4F9/PhRDvy899fTCQRdXFzFt4Da3V8FkjigxACghpQHbMQ4cm7CXqlWOAjRctg09g+0MwfFKYGbEy6qT5890ysCP3/44x/1p//4D/2f/+8/An9N+Xe/+51evvpKL1691IuXL4N+Be/3v/+9vv791/rjH/6oP3z9tb7++g/6/de/11dffaVXyL9E1vL+BsTzJ0/1+MkTPTw91fGDEx0dHXGZnqjhUmo7cs7V1jD12rg8nl8DrHYXfpFOK0IBcx4zEUVepJS9FioP5lgGm3cT0PGFyXrpAelBLyvAh+7god8YVOuHOtcH2K8Ay4L6mixfKVYIFTk3sdbrr4EdaDqZqXBhYGasjUuaD0ZrLiZd0O7LIPSiAVUmDJBKzu4EuqNu99BMLzDJ4QuVSQ0XloPZgSLgQrDy8OhAs4OpymQada7PpSiXTG+JduiLyx7+YXcmAjhsK2WyTC1C0lhPHd1xaar9TCcN452oIRjUlKKSU4inlFQomz+ZTuUA0IEDUsAhcHR8GMGdY/bR8dExwdEjPXh0oocPT/Xo0UN5vZ8+eKAD7J9OJypZ9YPjqv9ta2Vt81Fo5FDmFEaKIPGatmONlJUZSM6NJuznSTONYNBkOmDKhbpCnZBzu06DPiuEsWdB8KiHX3P3YBhL+zRi1hZg2rUV1xzrKkGeC9km7fW64f58YrRvxKMllEkee2ZGM/NqOgzOo0ySMC4DECQq4kZsgwsrydiWwad9zsY8W1mfTTNRxr/Njn8tKUQqztRvoXFwkfYk+gmJQXRsAM/krgAsYbvi48ogYk8GFaykQZFcUZ8Vkt9JIbPr7gSHdZ1KVjPxOBoV1njJWcngetVPYvQuGlcTeiUYUaaOHhC0csNYJyESoPjUUm86Mgh/rRRFHfvRtq4JZrQENVZAT1SyQ7frbH/nS01AJ/M6gjoGv2tpjjKnftsfzKhjnwSmLICE1h7hPvaR/1ets/MzvX/3Xm/fvNWPP76Rv6l6/vFcVxeXWvhvDvG+7HAoM8g80pSEWjhwIWw7rEg5crINIbm+Q4cDQA74OPCznC/iGz3+NWj/gAAhuUlAob21uw39dwR/OoI/4pwhxi2PAF/4V/vMt/7edazL+ObPxM+wRn6GZdZnhi+051zgTeL53kyNp/G8yK5zl+x7hmNqA55R2RZAVLovRk2pqwGh8dtY1FkOVZu2JjIDMuzyYblqCzBI2/KGqj2539DNuF0V+kx8DkalI74mX8c2MvdLI7f265LXjLFiKGFDqmXnd7V2XYV9I/ZLVSIUD+SIbpMLXmSj1C4eK4zLbsWWdtW2xFxuR7lhxzrTsJ9owD7VzidvjKUunLFT+UtJVI4qdv0a7Mi2tV4hLsXyM2FAJmFftl2GGMXW4qLhg5yQG0rhh5He4F0DNsxrRPQRyqjIPEcDVdUjG5bTtaJZdXmb2ukr5CIb5manzqK3wiATiH25kRn0bMp3EtFyp3bjXYzwfqfKIjx7oG6kqOKpgDB1LoF2vDpqM/ce7j3wW/XAF2/H35yD/jsGvDMbZeh/wgPdPzV/wKXt5PgBQaBDLqAHmnCwyhym/C5MKfPqyEpu47MBB7Ce0yVIhuGsIvMsYrCs24osKZkVYGqEnhfvip86XvHTRweB3r7jp5IEgT5yIPX/nOW/CdBFEIjHrN96fs4aQtOYZSnbPsoFGJLFDBH8iQdzRqzhQnug09OHevLsqV4SuHEAyPCn//j/9EcCQb//w9f6iiCPgzovXr7Q8xcvFX836NUrffW73+sPf/w64Os//EFfIxtBoa9/p69+/wq5V3rx4oWeP/WvpBAAevxYDx+d6uToWEcHhxxGDzRtGvmn0Jis8cMIIG0t6FdP1mv4MsXVljtkUUOSD8bMSMWeF/wbPOj64gsp6pGChB30HVpvYdMInbQmodFFl1G06WdDt+i2zACWC40dazaIIQsllY5BZjVcGJrpVM10xtwA/uYIZQfoxAXCLZYcAFbA0hc2Lmqxnqige20/oVCZ/SLWuksBmTWn4RMbxcOxnS1MlNhWC9pSy2JP4YLdlIkmBDIa08C0Yc2wH6fAbEKdYdrI5QiCTKh3W2wu2JDQXlPP1uzFFlQmKzmrINcMkEsKPlVhe84JnUUzLkwH+OKYYM9JfMvnSCM+cpmA5gkB46PjAx0czuJ5MSNQNZlh07SoabKyPNZWKy52a6DzWHEa9y5qSAXYTW5g2OW5zVCOM55dFuWMvYZGecLYJ1MwkCkPoLDACgE6JUVLTMAwSOsyQMY5zhhAuuYFRMqhZ6sNFslSI1AcZEwFFHIDyFKgXyFZU6Yn41HdLg0vU3YCZ+YyZ+QNSkO7JEGRkVJAzgUOgJxUgifkBXeLqSdgkpuJstci6yfnzBzAB4eo6qfysxqvAQP1I2/E4pMBFNCNKYMZhoEOlMwY1Ls/yugTnKiO2jqdvEog+uB4Wg1i9TvxYooRlZKxi/XCWBqPAZxS0vjJBEkr3cvsCmlLU5m8Jnn3yR0CfodFP9GRBlm3ScHuWXA98r3qB1Iu+znmX2dqV61anisuVwmPs6hkAzRGZCAN+qtStJEsTy8SGSJKKQFSTrBGUP24zxZb3N9ifhXfBPL79nUEgl7rxzev9e7tW/nXsB0MuvIfYvavhi3XPF+Btq8YHZ2fhbyXW8B2V2jlgFbbLgn2rAYwPYe/UOfATrdCR6f49acssG1jpvx8MGxk1sgZqMNhHZu/p0/7y+MQA8z2T2k0Aewrl5P8LytR37D2GtZrwzxPwROwnxXKmU4NIM8lQC8uAAMF8vMKCyJwFgFojxtZbQBxJ1RZJUi3gUVuA8tWfo/K6BBcOZQqcWu+bXmj+hNVVXZHs2VteK3YyXdkUpIM8gfaaA+u8Tayqm62rPsx/gTsibhg2JO/wdirvVHYGcKNumDgc7DFmFaoL0g7virXxK3nGmsoXq/ZjiOzWralQdzoDoNCE1kX5wivTgqW3wHrS842vMyrbY8RNeYYovCTsoLVEo9NZfxhUHDynpYoRbbHvlao9tsPteKWBlWkVt+Zb4WswbAVdZ19ZY5psNEGICKRUbXZgBt65I+nB1dY38inTBWpNjXbANtph3TxHu49sPXAb4Ta34+/kUH/+w5zmI6ChSXHcd+HIl/2HBTx3+k4Pj7R4fGhHABKKSGYlMEpQ5PEJ16fHMx8GDP4QUeRg62Avh5VaePDQ1KSTKt+LJ/Ev2RbONbSeM1PQS/5CeQ7gj/+g8rv3r7R+/dnury81JI6cehCjENhpeoj2O3ROaCo56BoDFeCn/2SargUAuJAKMoj+CIz5bJ/cHSoEwJCDwnWPCN4E0EeAjtf/8ef9B9/+j/6P//nP/SnPxn+pD/+6Q+q3/r5o35PkMjf/vndV7/Xq1e/11cvv9IrAkYvXjzX06cEfx49ItD0QEcEfw64TDe+0Lv/MM4ZBhr9M8BOMOC3n6rezW4FDib2e0wCejvKps0L2jzA/bls8GztgdsMMpa7Hdz7WDPS9OK2BtqHbtOA6S3UYJD73Hq381KoCpGvRGYZAKyLhmDHdHqg5mBGEOhQzWSmXGasn+LhqWVNteteLZedJZcQ/yTeakbLqj7n7hGdnmPDttcNVe3kWsEhzrRbjeC12nCpmfqyMp2y/5qApmmwaaIJ/CZsnWgGNkwmjSZTwNhyrHHrSZjS4yd5J/pSm6TM/i1cghrkCic4g3nemoZMVkqWdR4Q1Dk6PlQN9jxgfzyIX/N6QJD4IXD64DgCQv41r9kUW2mX6VOMq8VHS36S75/8+1dO5vHrHyv5mw6MXLJdBUSyDzuXDbUA18kFYyutuGRow+BNSwRw+mqZI18So4y4MSgS1RyCg5TnrVK35eg3m7HEgxG6cqzNYMuNbwfLGmg2WGjq14JR86jvennkG7suYUNmzgEPJvyW5E/1gfmGAgt+BpDLmbKB1uIZrQGbb/D6NM65PlNz6BUf9wlQJo9+yUh5ADS5LiorTQXtdtJQVzm7hQSLMkmyvkRTCgkIG6Weddex1j0z8qevmd9J1MrLi6ayvV7fDfulib2QVRh7SmnQVNtRlCF6SIJOgLEVV3CfcgdDEIg3mZIEJKVUQbYJmZDV9uN3YNevtebdtlq3BBnWclkYmrAnvs1iHdAYuG2IPvfZGwdQxf5OIDpVwuCUkhLtDEpUGEBCvsfWzsHsxULnF+d6/+5t/L267/0fF3z/g16//lFv4t37Xv6j0VeXV1qta9DGz6sWew3LwCueiYZl/bbusgWvIvDTtnOwYTHItIys9RSIZf+7JQIAABAASURBVBDAowrcwWPWWJQdz43WASCw6Q7/dPYNfdlP7rfjGeyhlFRU/AybNPLzLJfCmLNQGJDpJJdC3SQg186Eo+VxGNYoolvKEHsJe7DWskStVAU6OPCHBlCVT3n4/wc09h2YUcFAKzaR09j5ANF6oHv0DGQIDf2MrLvwoLb2cZfQT+PbH3e3SLUqDzhKu3QwIsux6ExmhRsgu5GAvjMxZ67Lo2yU0TGWXXkrWGaoKAP+JOrD5x37QTw3BIZzS4t0C29k7fQ5sn4qtgrDl7Zj2XS7ayRsHxpv9FSbN8Wh+k6Ezht10TiyG1W7DE/PLuiOebImw27bOg447B95TBsBCH9Vn6r9dPvqDD2MgVTFaV4J53sFM6KrSuzmtL6mHk7IXmPvNvrF9L2Cew/8Fjxwyy78LQz7332Mw5sSlHPR4exApycnehDgb6scazqZKqUkkQw5ZVCK16UPoL0PtgHiTGoOWIDfpkCyNO1JpgJojERNVRv6fCjlJ6CXl+d6w08j3/z4Y/yNAv8PWpeXFxwgl6rvCR73JuLpXHUoXjo5Cj7U+YAYGE6OtxMSgZG5hn1wjL8hcnQUF1x/I+jF8xfyN3++/uMf9cc//EF/cuDnP/6P/vTHP+kPhj/8SV/D//rr3+vrr7/W74dfC/vq91/p5Vev5G8K1T9E+1SPHj3Gp6cEgI4ILBxwEOXSZBuwLdI4lr3xRM0vyzb6NsQv0+fWtnXAzALzQQ6PXH5/O7PfLWK64prjeXnYhpiuYNu2u8ACY90u7d4A+nUfUNUODIi++Qmy+TBB1FouwEWXwagbWLSiEAZhIXugyVPl6UTNdKbJwVQN6z83E4RqIGjtIBCNW34S3nL4cp8Uq1KkdhMa65hhmgaRtmPCGsrbpuEbON5jmUN2ZtPknFVSUckNscuiadNoAkwdcJlMNAGm2DsFT7gIFS60hUtPzom9Jj7ek2xEKNQpl6wGmQlQgFySQjZJNIEWfaUIKB0w/qPDAz04PtaDBwDPhZPTEz0wmH5wouPjIx0cTTWb2VeF9pntzcj4KX+7XnABXGi+BM/n7OE507IGRh/sYvuBdszIJt89eeWMXVm7n2hNVuUVAR43WStD78PYLuZqLNyF8ZGr3JvB9AjuK2iCTXE5HHEwr2cZSxSwW3Nd527dnbQHdq1yV8+WNpVV6DUb8JtywYisnAoaMo4GoJzsD1wIWZRpJcvHyinBo6ES7XNuqGpYg+AGDJinkBWfDJBAJDejUDVDkKDRnQNob33oaLiUZ3DlZ23+hdxQQrZx2esVW+KZTZuGssFt6aCmGBCzxN5koPCSUgKRvBNAcjGlpAKklJRSBflDIMXIq5gXmkkJXvxaJStbu8A7y6uuJ0ihoNlnvAurDM00fGALe/yudF1KKSo6ZB2wXPPeawmWtgQ6/DxxpcdUGvY3+2piPGlUDKUwDwmbpSR/GBV6SGFZ2ArbXRgsZGxw3wHYalv8d4fm/HAlfh3Mfw/I/4sl790fX7+Jd/D7D+90dvZR/mbufL5Q/KFqAjF+v7YEadr4ls+SPQ4QsGmDt2KfLwkCwWNMy+UV5QUyK+IoK4n5yexxplMxp1nMOQbDsy87nhtdjywg/NoR7OmBdmW9rVb0s8Z+tyglqymsJdZCAedcJAacQ2OSTMObTou8ZnJu5A8rEdTJvq/+rhzbBrfWYY/pPcD2aDPUWR7hneSeRxDztFMlBuoiOnBCpCh61ug++qEOEu2uMXjhGP88sK6f15JWP7txonFNw4hr4YvyscWIv6jRrUKhIbJbq4MZQ4wsil+Y/eQGN/Ruzcqbui3PrI73F5iuSPGaMfZa9TrxAmGpbNdQFBQrLLPmnWi9TXkgBzyggblFg5qqaMu+SaHA+zc7G3qtjVj71FV6p9mGR32wPRqIAUENaawfitfQDfGd+ltej7U2+h5d9SkNVfyu3PpHqDKD4lq4z+89cO+BT3jgfrd8wjn/HVXx7N50zIMXxpRL7zGXugcPHuj04SPgVAcHM+XE9PksAvTD4SulFPxEXUpJIlGtnpMoSfGBZ35y5koOO66Pgy96esqWS84CkpaLlp868lPJD+/5SeQbff/6B737cKY5P4WMn/7xDMdUpLFJBshIVICdGyDl6kojRwqes6DJrAjIXEJ8QPSvwB0cHOno5ET+JtSjJ4/15NlzPXsBPHsGfqEXL8Cmnz2lDkDG/9NQyBLseQScnuK701OdPDjV0fGRDrhET2dTuY94adKnzdhCtXJb/rWoX0sveuJ0wPED7IOID7+BOY0YU3PDaA9zBM/FDYE9hjXsg2J9eOGMsNsA2dEWbLA9IvgDFxJ74ZmmEJTIb4L1sQ4CeQ808mW04cLVRFDlkEAI679MJC5eHRGSFlnf+bmTiBiQAtsO+O4VtElojGEPPcBHglRNgSCJi6FoTyUpKdNHsBl75wsQna3BbCyJfZa40Ni+CZee6XRKUHGmGXiCvROCQE3JSllSEh92GPssoSunpJIza7AQNCoqyJWcEMO3bNi+IzDjfrjsZviF8VrnVndDu0y7pJylXMQFWgo6iQ966MffLDC06GvHC6EDQL4sRnmJz1qGzCgZGzltnUYKDL+egM2vQHeViA4xIEoVhzjNwq+qvKjey8wHSDdEzEPWyOOKC2ooG5Xehmmwl/ZltjqqUOiGNAb9vLR/Ag0dmcFsdW6pWkk5NyGR8ZtlxdxGnf8WTeeJG8GyhaoRXHady2A7hjWUI+gyYd6LMs9N66UQ3qJxTTmDDaBI9o1kjqvcxm0b1nC2fTBdNt+6AhTSkHkAxoFctKFdgz0N+zS7PWsVodoT6732FkVVLUksdG0+9sEAKSVlIKUkkuLDfhBreZzDqqNHrq5x14l+Kgw8tzHQzvvNELrI2IVwLUeBlFIiJyHfoaclqLFYLbXmYdL7eaBMYKPIQVXv8cPDQx0eHOro4CB4k+mUfVgGe619rZ6926Or51liTthIr2FHdOf+KyQGlHOivWt7Hptr3rsLXY7/RTwBIH8b6Lt//KDv//EPfff993r35rX8v136G0EO6LYEglrsrnt8ScBnTpDHQZ8KI7/jIdlhU/gy+pU8z42MO2XqOj+3VzwTeEZ0wJrAUcuzoqeu71s5MLZmk/c8U3qw8FFJWQ3POz/z/OtfDevSesWnAyLlrOBleoMO3pChios1kvRBYv1CD3WBXIwK3iL02Tk4Byh4vAWMaaWAaMFYKq45g2UendfyTm7dUSQb6Q0eCep+Qfq8Fj9MPtPBLUpuHc+ums8K7Arv0j+74a6SPbpqrPlehecsxhYZu6TifZmx1I+EWwVsGD+T+FRv+yotOcJQQ5EVSQECa2IZUtpNt414t/4u+me3oyHpLrXDFtlajdl3y0ZNHVuQPzsbLLKqn6xjaHujXbnBuWfce+DeA5/3wF076vMt7yX+SR7IHI44hKmEfh+UZodT+Q+6npw+kP/3q1OCGP4fiOK8ymG1BzrADVJO0gghkMzmZWo0vjQrzxyDm1bgZbDuObQK+SqbUlZKST74+dfAPrw/46eQb/Td37+Lv0lwfn7JIXPJ+auTbd0/z6GPDiLnjdgZKO8mWPHe8fvAoExtgI+mqnVUkFTrMv00anzZ4MDtg3gDbqYHCtxM1WQuJa7HGNtUG6I3EtbEwXEHY4RtYxAh4Yxe6IfctpgRnQfxT8johHSnYg8+gAxbw04wCf8wDtjmQYHIqYjxhMJaDhLpir8kD6U7LXoaVXANhZ1U+WLVbEFbW6wFm+AEjwwOWuDZThAs22kJ1JoREnbKAFwsM/PaNDNND6ZqJnW+c57QoNA+EcBQXB5a2ns/gOBTTVeogxhWglVGqZZr0UL9IIYtQ30g1lGVFPo6+unpZ80PwrsYcWK/FS7dpbAuJ1NNAAcWA7gMTSeNChehkrJSKBR7zD6TMnurlKyJgTU7ARzYzUl8evmn6j0XSArKMBv6mTYNAaaJrHcyadRw0W5KCl0JmdzQGCx/cs+YGBvO6LhddfwkP4JA61Xs6Xa5rJgLXsflrvWljxZijwhMS8VP17mXBA3Pak0Lmw0ZHOAK5cgRD+ysG3imZRp5t9uCuew112Xak4KkgUkV92awRYYOK1zeguUCCrqQzyMgWZ8kKPunJPc6KjZtuKtsfq3PDDDnRpnnfGauMpRYHb12Pp1lE2sOTFCoG2QU/MJAaZ+Lcp5A17LQSQElGdimLMoko8q176DKCFmoAoyBSVaTwWqUjQ003tAu01ctV5mQb6aqz+YSODdFYlzuzXvSs6fYNRLqyGrqRx7FlBJ9GrJY1gG4SP62z6ZtyFur+PQV2CfW0zPnsWcoCzoFtgxi0Q7sItD7xQcvwdokiJ5gxpq94G+4rAmq+DkFmzFN5H3t4I9/gBCYANDBbMZ+nKgw3oz9QqF1V+jY7wPQl+sEToCxvx1knFKKcacUjWPfLRYLAkCXOvvwId6733/3g7777nv9/bvv9APwmqDQGT+Uubi41GIx19LBnwjUtLGvx1/39K98BrDHO2Q6xiZ8wzTSp5hrgGeLy4oPvkWm6+rzoUNn1y7Ur9fYRVCIZ0lP/ZrgS+tnRfg4KfNsmpSp4rnEsy8TpM+pSLuTbdWbcsIKxeNmzTPK0MFBhDa7ua11udY6Z2PAhKJdJ2yiHYzaLkSdUbwlbWu21HWxznpHcCV0dGH6TtjVt0uPDXafjCPvCzFr8gslb4jlG5zPM6JNZJ+X/TkSXhW77ewtQ+VtqVr+VP5TZD+l58vqorfIkGdNxDrxXjYPgOUKoKaubngKdqYB8qekn9Fko562t/l5XMddCNY8yCHbclAw8MY2Y/HL8Vbbl7cZJXf6H1hbTlYZeD/ftlHBPb73wG/PA9u99Nsb+7/3iJkZEg+4zOGsHjqPjk50evpQp48e6vDwmEPWVLnwCOTA6IOm+CReNj6ApgSV0JDkVxM12wSLQs05AyPQc0Dt4zwFQQoumjRA4jC51nw+V/wx6Ddv9d333+kth8+PF+eaL+fqOCTLh7qcncuf+tjvQq9pg/kV6rXMvBHMr3StC30wK885uq0/N4pLhi8bBH6mBIACOHxWPvXZlxKD24yaVG3hDe2XdmvMT3d9GHaZYhWgz80gTO8XgvOzM6akWmNiAKPPKvT4MQ85U7a3DgYehrs8ApwqFXzISG4VxC2Z665D1aJYPXU9uKFNNZj+NLjNAKhmFSjs5U1tf7NgKHJo5xJRywhRB9OJIIvFW9YdsBkHc8kFq5nO5G+FTTz3MwJBDgb5spELrgWYr9BG9zHHbh+6B4ujcqBHPjyPK8BrLKpdMoH16GgJmvh/6llczbVYLoCV1lyoeuoslVJSom0pmT1blHNRSlnxwZYazOljfyX86ppckkrJQJEDOTloKSXxoZHti0tqB69X7O2QKcpD2wRO9JsyTTbJbQHbRvsuvrrTR9+CbrnAtf0aP+NfxrAMaJmWNTzGS7/dRpeJbcm15myAvoNZs2maAAAQAElEQVTGLu3Y4BYG11VMZXHpOphvkDL19oFB1kd5K40WXzbjDmUrKrBSEKEOmytN8Ubare8wcyzfENSXc7B5I3yd3i1biHIEbhgjvQuf5ZxAGfBzqsDNcm1YRkaKveBh2eKeIFAfOgpyCflSYfOsg5ezpKTNx0UXwCRTolHFVgNlvptlMhL2WCTLc2CeYO7JWIF5QNQZw8tMXjx/pxM1zURT8LQUJQcWUlZOdXZ6+hTrP1BkA6frNO6ljM5Cu0KAs/i5jp5cslJKgJTcvsdDfYuPWBCs5R4gQoHqnvoOQC4BGTAGgum2AebDRKcMoil8v0v9LF2tWs0JwCwWS5luCZwgIu/T2cFMDx480NMnj/X46RM9ff5M/ttyT5480cPH/qbpA50cH+tg+J8CIyBi+7HFvYxBHyU5KeGcBJ2dgVNKSimF6Jqgy3K1kp89F5cXvIPPFP9T2Nv3/BDmHfQ7nZ+d6epyrtV8QRBoWfcx9voHNxXWPEvX8Fv81UosKn/LB0I2qUIH3VGFHIHizsBzriPw0zpAzPOv83ueZ4cIRnTsxQ7bTAu/eQyFMU54Fk8I/DiY3TB3ORd3A3jWxnc7RXpz7oCm/c30q+IucNTdyLAP2xEgZywEfgS4neBUcCPLGQ+wWxxpcO1zkLkDIYZa22SBHtr4OnRiye4wo9VO+ZeQ1mVw18aG/ucprBP9hW0t/IWiXyLGNt0ViyLrqPIYE8kjjGk0M8omPgfY+cWyn9P1ifqdPmx7bINRnDpWyMb0kV3xz5yr2vgX5Phl0zqPu23DweQNHcQoPuAb9SH0M7JQFBmNRwxpJ4I+nwaDdgXZbCXKhTtSEPfZvQfuPfATPZB/ovy9+L/aAzzlSs4cLiZxmHz48KEeP3qiEw6fB/4VJg5bKSeOX/Ulk1T/ZQ6PidlNKWEx9a42HQBrJ7mqR4O4KJo26eqgTQS41HMQXnEA/Ri/BvbD69d68+NrvSMgdM7BNA6JDqjEa5AHPaerjrJf6gxBDQf6bGLnVeSDm1+clqFFtIxqbK8YgiQKm3qkTLtNhTAQEQStHzRwotqyAbZnB+ohskq6GV2EDrwdTOMKUfz1Mtu3C4PmW1hh/5AxagQZSPWZuXhuHI9rTYOjfqAtFbBRjoL4y5hgZKMOtdtU57mLRWB6W2MV29IOtanY1TnSlkMPB72O/joCPuF3LhKmbWuUbS9NQD7Ow+pqIAKGZajinsBs5Kma6aGmXMCms0NN+On7BDo3M+VmEvMXsmQk0S29YgOF2j90cDrFBQi+fTAOIeeMAKWcFOuBklPHac8/TZ/zU/YFAc+FL1pcjvy3LzpfRNFDK8X2IvNl1YUeP65jDGvFONAjeAn93gslZ5WSZfkMj1iOmynRqb/xkJG1fOxN9mfQ1GG881ugpx/3BXAhbt03AZ8QxMCUknKmP2jh6TYCPyvFtwOWV+B5fKOvZX7ix/L2VZFUogHELYk+9rgbUQj6qn7M1rQnVgs4LmqMK0eb8sgzNkj+Zk/9RpBl4cUlNGaWVpTJ99qv62V3l+fhuDXWGf0KcJcm80fY7SbjkiThm5wLCIAj5r9KZRDg4ch+S4P58OrKUMoN7SbKXLQbgqI59DS1ncUMlCKZHoAuK6sIzQY6iecB7JAhQ4hEZUY/gGSGUSmzK1XzsU/a+fmOLU0zJfgDsB8bwG1RQQckr2E2Jb1SqKljjXfwBBZ7CU0styx/k7MpWdNJUYPugn8y4H0xynrv9azznn0VmPaKNSBZLiVjgwmw6qc3giXAMi4GYF+PjjXBk+VySdCFgAr73HRLAMS6C0GNw8Mj+du4Twj+PH/2TC9fvNQL/0ry86cEgggKOQj08IFOTo51yDNqOmtUGEd2Z8m994y2o/teKSeVlAYXUZaUEt7NWQnIuSjxzy5aE5RaEJS6urjU+ceP8c0g/+cM8Wtg5x81v7rUerHiGUBwhH3ZbWDYB5TDPVYmyavLIJd5NncEfdrxj0TPL3keXGnJs65dLyJ4JPwsLJeVYLdSUsbGwjqcTBrNJtP663DgBl4p2G45ZMQnKdFnlsDi0wV0CrPISEHDdg+gKgGxTQjRAhPITQMUqLcsaGhpqvIrFWxEaDWwKQxVFdmuSo25/WeDoguY11vA+uL009vutNghP99hulVky91Stwr+tzP7YX5uGnJzhm7K/HM5jlp4MgZgYXiNbNYUZXkvhRGWCeKfk+05YyyUa33Bv87aSPw8+25rdRuvdjPUDKjyfmK+Zz/j4QmyZXk+Rn3Mgv0/Fo1LVjGuzUzdw70H7j0weMDbYiDv0b+dB5idzMMu+yHG4SoOnacP5b9rc/rgRAeHh5pMp8ocwvrxpcO7PaWklJLcVkrafpJSShQNHEDjsFtxnOmoGRNVIylLR4H3sr8S74PnawI/rwkA/fjjD3r7hp9Anp9zcfSh01Df334Wt2QkmmNNbuKwmH0YZGw8ruGTeDmQOJ+RBx8e1juZopFGGgmurbREadUNHUI7mYWGYpDICogXtXH0tNuOTukAC5UzOUXyTZ+Dqv8mVO2s47BfoUh1PJQZDznJclSQbhoK03IB1FIk30lMbCwA4x02JK7AM6Mr3PAWsN7wKWbQxhKgIblkcLHqr5aSu11cOqBpX8cEDT/miuBhCwQ9rm/WTuYC1jQzAkEHmhIE8q+DTaZTlWailCcsl4LBgC1P2xFkl23GaA50vfxAMP7MSs85KSBko5afnPdq+Un3guDP1eWV5vyk3d+G80/lOwIMve2lvfhYR0oJKoUGsZE6ghRroEOHx2KeJdxPKUlNKfKvz5RC6yS5uUGh0z6zwYD7QZ/sKwk7nYFDjnqwbRkhAk9cjmXf5T7sYQvSLtEQLfA76lsuuDEe4+VK/jZQN8xLCDrLZAXYS12Eljp4I0AGj04UHZqxAyEXvui4S94CjM0ytYkpQy1hcRA2JWj0BKaNmAdDB96DsY6nhmVxMXZ1qhhyDH6E5p+SVStutjB/ACML+IxqCIeYCeRMqcFNhqJcgFyYe7CSWwFJTDlmZ2bWPAMyMYm0o40DLLEX8lQZfrZegzLlHOtqwzO/SLlkMm0BssM/dc79/Dbg99q5Nido2suAbgFI4F3mEDm3pYAmEjLZgaDpTI2/BcQPKRrKmfF5aG7XI9zF+qMUa9oc2pJSSioly20mtJ1MGjXGse+LGuqy9ym4WDZJyUMCw1aFXhEAkpTCey4rPr37AxBXomESjeWS4kMVfu/UEmxxYHSxWGq5WmjN3rDNGdkpNh0fH+r09FSPnz7WMwI/z54/0/NnT/Xs6dN4Rz8a/qdJB4GOjo7kv9s3nTWMBcAfHkczKZo4uDXJyvCSx0S5gd6F5EFhWEcAZkUA6OLyUh/PzvT+/Qe9fftO7z+c6Zx38BUBoAhW8dxkEKydOj+mO88TvhCQGalXVWYOXKeY/15tu1TLOFueBUsC3cv5FeUrxa+AERyKb1hFWzJSxi6vp1I8jokmk0kEgKbTSYwz56KcG2V8JnKagNJIiWVQuw/bXGQ9wOyAsSR/buxTS1RZy+0DDTLdgLZpkKUfqx5bIzbYgv8RrvnQ1k3guQmI1AP/fWkwJwzwtAXxkzKP9nqD23jXZX7d8t44UO2yIeawEp4iam4mz9uWizAp2m2Zn6F+4Xjd3wj0ZBIUJtg2lwO2iyaqb2Y37XC7m3J3cKJ5ZAiMGHJIpezz9ku29PNrebfNddvG8oiHbj+J/PzZCvyUlqpniqFxGfAW+eUKXFOZVQaR3ZEMrHt074F7DwzvvntHbD3w70R1+w+wKQfqk9MTPXn0RI+fAI8e6/jkhAPXjENWUUopgIxRJBmTyxdODR9EpGDq5ofKRGVKaa9u91Wx5uSx4IB4wWHzPQfPH77/of462Ns3OvNPIOdzDpH8tJEXoF8ze4puFHK86P3cNri64p2Wu8/uoHclBjn3ZfYIVnQNXFVZUKTomMwqA8hyzmrYEsaQ+ld96Jpeb+nNdo5s6BjtgONl6nEzBtMGSKQRCGIXw47kmbwJW0n3YFDYY7ui2S1ZbWPZLQwneaS3vErBCpuM6Z81pAE6sGU0jsVypgEH+FouPK1lKJNQYKuYpaZRM53KvwrmfdFMZqpAAIjLSC5FuQBMZJ3PHG2dQ9Qv0FghAzEvgIzE2MlrUte2XP5WuiToc3VxFZesc3767kuhg6Ftu1aPffLlbAOdur5TSzBiDfh/9an0Ovhssbjg+pDWYKNx4iJlu7z1UhBSpmBIKZmjNb5Y+xs7y6UcsHFAypdB98Eml7A5AXIH4uPxcdnrOD5t/Yz/LTMC/m6Rc9Bnyb5u24Xi4meaIJAvwbgIZUMq7saNJcyBuVMbARlYNgSUBxznsAKjIDvI4CF6do4eKGpvTZYwWMoCph3gwRnqsLuzjb603gIdvK5bIkdAg3kQl9wKVZPzgBuXy+B+YVZ9UYV36CCd7YJsdohmfFPXZVLODVAUvJi7LPmPQfdgysyY1PGsBIyFQ7OfVJm13oxQ0IEeAgcZfRRIaPT6d0AhS5OSVTLQoAGs4WOf4iQSFP60T6GYFedSRi7TNoBS3mmLULRrCTiENMKub9ifU4IAU/Zog40FyP7bVIyHwZB6tswaAMsjHIH+clKijzIpaiZN/JBjOgXPJgpsHtA0RWWApiBbGFtJjFtAip6SDRz104V7o3M4FCSlhNwA4sMWJpfW7N/1esVeWGhBMGTBe83Y+6Sjte2blokOZgc6PjiM9/DDh6d6/PhR/CcEL18818tXL/TVV6/0yvDqlV6+fKkXL1/ohQNFwFOCRv4Gkf+HyycEjZ48fRLv9ie83588fqInj5+i76keUX765BmBJcD/+cEz63hO0OlZ/Dr40QnBpcOpJhPmP5cYO+6LcTjLzgBjAySJvej9Y/+wkTueY533i/e9vwlI4MfBnyXjXq7mxFbn7Hf2EbJMuBIaCn4r+HxSGvqeDGA7Jsr4JuWivDEkQyfAOAtCCi2KD9YwLeQ1BW+TIV5pKm2vAdtpAHuHR0mDbKDIzESGFM2iSIHkcgCNLIplrh1KKejoBqEuIFh3ZNZwRxVsdwcaEpfVgfp1UF3LX6br03Z+mY5/ghQO2vra+j2multdMphjbEDcy7DOigtm/othY28QGEESzwZhVZgSZbGeorTN/uVTQIekG4YM9m0N+yXUdWXbsinD3dptHLVGtwFVe8kyO4xxN414p+oaSUPSNeZ98d4DWw/8xqj77fA/YMLHh+dsNtXDB6d64r87wKHw0ePH8XcIZrOZCgdgH7ZSSnGsSqniKMQYe8GCGvhQipdVEFISZ7Kk5MN3ogj0QoIsfmIKrQQTvF6vORivdHb2Qd/98L2+/dvf9MN33+vNm9fwPlLHYRG5zyUvPp8PAyxsAlzH6yOX4iUPSxrqAkN7rDCjqmaWH4F2lTnkPtq5NxdHDF07gtgms/w+N/g9HuVt9a9O7Vhzi26PBzbGBIUxFUMEG0zddrSU8BgWAQAAEABJREFU4e8nJjDm2Xi/ZixxtYTcbeteXN6HyiV3n3FRrHS9iEPjMNN10twWtZFG2ngf3IqbBU2wL/TCAbdAR2ClM/bl0hgIdTH/UzUERKfx62DDr4QNl8341ZHsyxDzngtLxpDABnjyx3YY02/4p64mr6uA4bTUrvv4FQj/ZP2jf+r+8VxXBIAcgFlxWVpzIeq4NdY9Muiy3eyRNcGOFQGklqBNC7Zsz8VSSdiCHd6zQCmNUkqA7ZHYgkAPSIkCST1j7/1tHXQtF3MZfCFdcTltCW709JnFhywNIMbVY5/r+uFvpeBdCVkyhGveoTcuu+iez5fsX4JAXAZbAk2d5xn9TG3IY7VUgowM9VozTkMwyKLa2Qjw3FMHrlBz8ypQ4Q4sD7ldj5aDQV2HDQGrVi02LYdfU5n711S4rM6By8sLAnUXmoMNl3PTVwTLrhjTXC1+W/l/dSIotEaHCAhVf9Q+nP9qgOlMwx3qXJMV64x12jRFTZ4oO0gyrFcmXnVBZCX+UUA+SUN9g2yFqaZBT1X1jHrBTYNOcM5SASLQhWGspc348YPnuMW/DvaNEL5mXgXQQvWDDhlcqtj+69BXwXyABZtzo6axTRM1U4B1nhNtSNbXsWdqm57Z9b6hnVOSUkoq2OugzrRpNJ0A6JgBpifgBt7EfjOg2/LFmLEW+i+hR3zQTV9iLwQMxd48+slASggjKQ3YMozJe3fJHlgu56yhuRaLhdarlewvhqEyLfzwZarD40M9ODnWw9NT+Z38/NkT+dfCXhHw+erVS331O8MrfUVAyLzxV8WePXmqZ8+e6imBH8MTB32ePlYEgvgBj/+eUAD15j1F1nr9TaNnz5/LQaFHDx/qhB8CHR0caTKZ4jfmHB/o2sesDK9CzAAlMOPs2MSd1wH7vyUAPH77pyX4M4/9xd5h3/TUM3ja9coobHKJ/hx4mkynmkYQfqJcGua+iJWHrPPBr3BEu5zgGY+A1CblDXWDiCpnI4RER74Lci/waqInCDcQ6wzSoiBzDLINUaYUNJiyxQyQteFYGHFU/NLsDmVmG36p+r32aa/031W4fVhbbqV2811L2ZhjsYqMpQHfyhzqfh10o4eBURH2VeIzndU19hmhn1x9Xav3KEt6bz/cUMr+v8Gjxajri4YTCsYWLvitAP7yxgjvtqd4R/J4blTRD48w2A4BUYD6uem+3b0Hfkse+LJd91vyyL/LWHmOkeqhJWzKHKpmHDaPdXL6SI8ePdYTfip4+uARh9CjOIglDmTiENsDio9f+onSLidFzTbrg0wpKaXEeYglAZaS/Ok5OPuwbKmUzOu5r6/li9SHszN9T+Dn73//m777ngBQ/FHoj1y2VvXQhIIs9IFjIAyoHvohzAug3k91Q5Rr5vdSyEbDysM4EhpDdmxXu7LGEQZp0ChTsV+IGu2h9u7kFxhQjaADNAd9d4u7a2gbY9jFVRqrKvFF+dDedqDPvsEwzuO2M6hBi+UGkrkbqS12/XXAp/hlm1dp92HwhbslgNENYNowljeYS4QALMIg+sBWj9FgjcYBzswAdkhKXmW7gBq4aGLEWxpWlMNe1kL2JbCZqOES4kuxL9LGTTPT1PyAGfunYf0UlgC90s56FOs8SYHha/jQKebLl6Grqyv5G2+XBH/OP17oimDDiovgGoHeAR03ib0h9Vws7bOOE8kGCAb1IeuxSRZNObFnDVl5oOWPTRnmzXKFLFjw/KtkDiYtCfrMCWbMr+ZxMV0ulvFtI0y2BjGV+9g2OYgWdvT4DklSFSLHto56X25bAj9LAlset7/tEPPseloheS1ZCbNNvaj38SsESuR7mSUrA3lkXR7BfNPWEcEfT4PBFcjWIATtvLYI3thGB6fCxqUDPJc16BMBnwuCQB91OdBz8HJ5yTPpCljIbbv1UhHgsN0G9zH2FfjnZBuDh8YuG4YiiCUhDU4qOTPvhsK6nCh7DfP8NpYSU5gk8gwt+AmQGhnnPIFVot2UNT6u+yZ7fRusdwfQZN96vRpW+NGBniXBtCUX+9brh3m3bzzfFexvYOObUCIV4+yMZw9amTgSNLL4kkQd6zxn5QbImeBWUQ7bwMryp2M9e68I7GSeaxJ7IYacpCCL2CdZTWk0mUw05Ycds9k0fp3Kv1J1eDDT4cEUmMGb8i6cajppVOi7ZPHp2ZP0xj7tR7CRmEgF9QnYpiiR0Ures2smzfthMV/oij1nf/nv8JjPoCX6yIyxMH9lUrBvWr8VdHSsBw9O6q+I8YOap/zQ5tnzZ/KvivnbQS8I4Dx78VzPnpkHgJ8/JyD01GB+hRfPnuv50+d6Bjw37W//vHihl8CzF085Azylj4c6JgA1mx1oOmVt5KLrnwwDM20u1JAcCGZ8HkdHcMfQxt7necIzbrlgzywuCXrN1XqdrFfqCBbnYcJSSZow7pgX5sbY3wbyszelpOwJ1PCBtp/My9iXWUg5Y9UGkDMN2k1IhM3GQexWXl+b1G3lMuJRgjskL9QgBz79mQo7dqUtt4Fu24t50f7z2bDNPy/4WYndTqFr+myrzwl43J+T+fXrO7wcWwbVDIR8m1zua9FkpXg8uNDXOTA58oMzyG94v5i4oWCvS2rv9BuCpLCqZgiPyRUjfQ2Xa+Vfo8iy3lGDxaQdRiWxaWdlV961HBE4zkeg+JPST9sFOVbHbR24f/i3jGPbA6OhwM8r5PMX0vfp3gP3HviMB27ZUp9pcV/93+YBH1SmzUzHh0d6yE/+Xjx/oYccLo+PjzXhp38pFX4aLx6AvbjzhZ2JPHH44jwGBZ+3Uz8ehEOIl+jwRynFwc4S0QZpY1BNyPaAC9ZXivta6+rySu/fnemHH37Ut99+q+///r3exd8EOtNyzkWLZ/f4YOcR7eYV4JvIZDdgqNPmhbBhID0kGvlFN+oeuIFGaf/GRDA2GdK0q3pNZLwxVI6NKAYZGYVNsjwF83cB1q0pZMhIt9UP2m6rGnhjw8FrFCtFDi0sry86FypQM7Q1Yl6NAmq920TxtswGjeB6LknW5z46ggOdL40EgHw57LoVF+n1AKa5GHCR6ALoi7ZWUfujTCHHtw8ghuSuKlnrd2WDM2YDNtqFWBosgNw0iotvw8UHaKYOBM1U8T6dqc9cWHIudG0LDJC7KTph5IzBY19xIXIAyL/2dXF+ofOLc10ReGmXLXsMH1s+SSSNn5795bYO2Ky5ZNVtgyxCKSWllJVt+w6kZH6vHMLIBq4aqRFbM/qz/5eLhS4JSl1eXerj+XnQSy6oKy5pPXMVrbznRUtwB6PFppa6liBQ61/3YK5YQuFGkWMKUpLn2pdAX3rnXALn6F3O52oJEnQEDPAMctZogBxTFCMbOVa7BXdmKNtqU+MMxJRsGOix/9etHKhpHZwYvomxDHu4mNo2Ajtho4NAhuBdaU6ALH59xdh8INot5zyTFjuBIPRjUx2TOzfQt9FPBtpxAB0DPOO4Pq2msA6aAF+am8J6zaxjO8PA/FHp2UFNppSCztQ1yEUb1nTTTNWwD8oIuVGZZJWyBfnD6dj+9Dy2YyCNi78DfZ7vFnpcGx37vWMOcM8QtMrWAIwYckiW61jnAV6ouMJSmUWVc1EmGNPEvst1PbjdIN/vrHOxVhmkh2wJkyrsi1KyprSfTSaaOfhDEOgQODg40MHhTIEH/sF0GkGQhmBMzvSHPe6jH/qzjVFmP2y7TvRloFv6I0GwFxDo2C8rgr3+9s+SfWDs9dUSDPHeRgpZBmxH0V0yNEllWrB1xg9sjvTg5IEeP3pEsOZxfDPIgZ/nBH9evHyugBfP9Jzg0AuCQi9evgzeq5cvZHgBtszLwC+i7iVyzweIANIzgkAPH8kBpyl+KKURZqh+BttqQa5wnWFk1THwzAkfrXiuAzxLluyXlYNePG/W+KBjP/a8Azp85/YZr+VEX7moxNoryhlQQjXv1qFrI4VuKBKVsh3OMsQIwd/JLGrYYQ2kuQZb3uN5bGeea2Xlx9RXhoWgMrCb3KvLW36nKmoNXid+LpimAwt+GZTrYqOW0HS9kvJdfKpuTR6rK35qO9psh3q9QPlflT5jN+vElniN8cIzWSdlM78ev6FW7ed7A9yv+qeUdscy0p7vn9DZjfXyE9reKZrZVfuV5Qan1o9W19KY3zKG2wXHBuBR4FpbvxOpvTWVW7mVaXU+wBtXzrAOxsKAqe/8XgPvCfDu6saXMaL5jvFTdZ/uPfCb9UD+zY7833ngPMxINyz0wW7CAe/g4Finjx7rGQGgx4+f6PDogZrJTCk1PmcpDi9+R3KSTWgBKWUYqeOdugb6DVAtyxjDBSFHrjRyFa9ezsK1DXWJh6kPer4sXF5e6sP7D/qRANA33/5d//juO71+80ZnZxdctJba+zAonsvYp4BNHfxKsxwHGkoRMxhfAtGwSsn9A8YVWXqsq7iLikqH3E75+uFw6BKjkHfBfULWZN2GWtrmFtyW9ihs7Tg1biRMGAYhjsZQZtyE2g4+qRpk6ylgAol2TpTRb2oDZlEw6pgxY4qfSNY2AmJuYLt3wQEDDvzteDEkcFBpLs5xQdzilkt6B7QhywWCy3ell6p8ZNHV0Q5G7ZC+6jCi8zpceBmoBcRupI61gzzJU5qZzBwXzEZxyYzL8AR6Hxz8abgs5zxR5jKZuahwW0F7A4x+8DHBNCxs6Lj8LQl8XLHGLz6e64Lgz+XFhfxtgDWXoc4yiEopkuLDLmKzrDmUrAmy9FyW4EQNUpaMblPOSon+uPSWkpRSCpnIeimhg2lU4p/iAxOev7kxxyb/bz+XF5c6JyjlPXiFv1eLlVp+Qh/izjxG+rCPHRhaU+c9u2YebbtFJGyASOCQQ8b1y51Ai79p0xKAaT13jEv+FGcjMCduPBY3tCdphLGScrTt6BHasv7bQGBcghC6wq+sF/rrWDMt62rJ+BzUmc8vNXegZ36hOfNi3pKL+dL2cmFtBwh5B36i3YJn0RUwJzhEgAgdrveYOoJa/obR3esNk25Ntt0VxoZKYz2EyxUypeupMPKsRiWTZ6/bibLX5g7IcxfQMEU4DLrPudLJOCtTzqz9zBoKWuOHvj1PrFGPbb1eRgBviW/mjP3y8qMuY90MPoRvH7f42usC94+KmJUNeZPI2BFjsS0JewC6Fh+jqscUcpYNOxNyLhsnpZQkkuLTk++AfzBBfclZpQDs22nTEOCpMJs2mhHwncwm4Cn8iSaTpgJy0Ya2qKh62T+8xJwA9yNvMeqGdA31yPty0RL88DfuLgm6zllrKwIiDph17O+OC6vHOYyyeoM5nTKXU97VR4cHOnlwHD+weUwQ6OmTp3r+7JkcBIqAD4GcZ8DzAV48e6GXL17p5cstvKL8yv/L2HOCQwaCRK+AF6Zp528HPeYHQsfHR5odzNQQfMLJ4kEJMChsVIy0jhlOTbxg67sIPoPo/CuRPPPa1YK9stDKmLG27CHzevzQ8XwIvWjIuSgzJ0CVVvYAABAASURBVKUUNQma80dmjqkaUs/6wTNOwMDcIstmikDOGd9BkyiSb1M0vc6MauwOHBJQYxny1mQl7gegP9Gj+zUOcfvAMDwfO9MGRuEUMr8oG+20kk/djF2/K6va/Yb1qXEmN74J19l2xU2pfxFnM5Da31DE1VHuRyJK+xmv01jJ+9yxNCgai78C3nOTC4Ybeod+BxTVu3QwhuzW9kPdF6EvVZBVvL5DZ458k4VtkQ2sgQZdkxzqb+cOlXsIFZuyacOGsUdUnTUXlu5V7he8VW5RtI5dUSv83vWy6Xh++dVXuftqxr72ufelew/8dj1wvyf+Hec+DiejYWUkBpxVOOQeHZ3oof8OEHD64KFOTk7ln4RmDp9KntYkTrnxsuzJOcvWciUU/0MKIoNSUD1UOLe8/KaFK2QSYBI1gcyLgxMHy9VqrcurS7179z7+DtD3338v/2Ho168JAr3/yE/c5/K3JXyYqo3Jx6fziGHlLkfAh1yGeLabDwhOhShEqVLOQ5pqj9lg3i5c57ls2JHBDtLY5VBhGYNVVzxUINcBY8n4er15FaqktdfybblrLWeIw7XfZJseXIsNm7LpUUutc5ugmA8meayMFuaPUCtsq6GWtjm9I+h5ajeBHy7hPgxzMfRl2RfENsq8em/B7XLNXC8Clr40APViXnltu1DnQAL6OsB2y1Yy3moRBgwG1TJjNQGQhhojbDXaAGuAPZNZ+00uariUZC5gDZCbRpmgkOtynlS6mSlPgeYAbB5AO8XCTpiUCaT0jGOlBRegy0uCBqzx+XyploCBDxk+pDqmmtkUFSTfZ1JKoUbw5Y/3m8F0QFJKSQXhDKREWQYpg8UnGQefglPdlLKanjn2pXS16rTAl7bp8mpBcGqui8u5Li+XBEhWWi1arZkj39eYTtEs4m5uG9Ci2O4Gcrb/oleJuegIHKwJ5PmS68vfkgDBkmBKB+4IxnT4wIGFzNxtQRw40VlQaEQdiOQywGUT5ZTFOIECOUCGdOp8AR36dx8OOPlv/bTY0tL33OsJOxz08UV8HoGgOXN0xWV1rjUXVH9bw9Bi5xL/LKPNPC60lnfbJZf4Jfpa9HYOMtGn+//pwLiujzPKu/w7tJaMH1ib2TBRk6fKXq/Fa3ESDsqxJhsUFMBeGrHpJOVMyrTN1fewPR+ewxHW9il7rY2/mbQgaHbBGjE4CHQOfcl6WeCflexv+0N8PAJQJNOGKIyZ+4YGKUcQis4pO4U7nRnMwCeuTdApZWXWtiElODkpy1j1wyLvvFjZP172OUsJmVSyioG+Si7QAPu8wJvAayZZ00lToWlUA0HIEJywTM5ZKUkyqH7oSt5UfRCVt8np3Pw1dSvWu9ebv/nnZ8EFz4MFz4V2vdL4msyMQgEbDftEpogNJGUMaSDCb7adcTho0ziYdTCJQJbpKcGcafCmmhzswLTSs4EXeDJRzkWZbiJtfM9AglEzrw9/GzPjX2/JDuw577qVOsbTxp6Z8/xYaLmYq2X/rFZLdayhzjo9NzuLwePOjCV5DE1STlmJsuKTxNQ7RSma09Y4GJsMOdObdi4YEN60dtlgnvE4rrE84l7Z1YYNQaEDdtJo95bVDVvG2NBSppGNBQk/bWVtr2HL+XIqlH1S/HaJHe449E9q+TmVuw77Oe2/sM3OUMYWdrOY61uq4I5S/w64SF6ndpVxmOSCidF6435jt0sGS4ySpr8cvrTVjpxJTMXYuh8Geuwz7IkMzojdhuJPTmP7EX+Jgp2+dshrLW8qHDmOCdnBLtfnUlC0HzHkLWnb15a6Reyede+B34QH7nfB/4hpjqf3xtLMQe/g4EiPHj0FnkQg6PT0kQ4Pj+VLb0pFiX8+J/QcXHyQ7Tmp9hxme7DgpZR4jyGVtPn0rudN7K/f+uDbURZ6lDIJSIkS4DKUKOec4qDkX5N59+6dfvjuB3377d/07V/+Ur8NRCDo/PycC4ZvnJmXUY4LSxyAcy071/hx/4CLmawCEpY1oAH2NvG8J23LUU8rkoIeqlym/VBSNr0LyFpkrN/FgznBCppg1VY3tlFTcwinHUXbflyxbUV3tYBs5k0G2gjYrFoYR+YDqQEfxoXVeFtXZXu0VOquvItOd2o3nYo5NNAH0YJ6IYDmsN9y8G+D16sloOCLQAuvyoyHZLAv04Av1UsuDQFc0FtftLm0t/B8uXB9N+jhVuFOq0E4tprjcRmqe1wZfDL7xS97Aw1dBeB5KnJulLn45WYKnqoZcG4mzHWBV1CITKZMAKgxRBBoCn9iABr0NeHHjjEvlwSA5gvNL3xhvmINL/ABY+Un/4q90YutRJshsReU5KQsBdbOhyqxZeRLUslZJQEaJalFXdL2n6AdZIo+qDN2tx3zssa+1bLTfLHkEr/Q+fmVPgIXwPnFQpfzFQGiTsRnxQ/F6vyig+WD23v16MDl0XumnyY1wiTFx+MjCNSvFnEB9B+DbZnLJfO4XF7Sfo4+f7vP89SpZAVkgj+QqKh8BAnqQtNRNnDjdB/1Aqqhb+rxuINOHRftduVL51xz+qnBGoJv/qPO7jtsWAzzsMKGtfrheSZ07EHwbUoPu8OUdci3sUaXzOMKMG7hs5/8Y8PQMdoFjlMmOnYSmpByTjuCKwqwLyoQOkQaffAL4PpMiwpUxajxtXFmvXl9Ngeq63Rci4XOWYfUdzmpy5mpL1st8DK8ETxxFNGIL/EzgyU+t9SKIFjL/lsOvvPfQ5rHN4DOCQRdasna9j5tWecd64kObODtgH+8LAKQ8DxHn2TVDsYETRWp2tGx2LxWQy8sBoWNSQn7S85yu5IoA5k1KEbJyqS9okkQ5iOfgUKwZA9KViHwUHLRhEBP04AnRc2kIRBkbEAGuUz7lJK1VbWR05s3FDSrhNwpsaYMUs8e6fHnijUzd5CVwI8DQIYFgZKWzdVR71ZiZFuonOt5znDISMolqcGuxnYHTLC5QjMbsPkEdqZAUxgTYOzxNQQKDa4zZMaO9prCJo/IYMcDwQNXCXKvYRZ4zNFaDmYtGdOK9RLfcFpcEQSay+WOwGrvSDLzg1doW1MOnzKoVJRTZvilAn5WhpZ5QBWPvENHx94Mv+HfMAteVF7PNuZChCB4T6bj+QLDdVEVmRkAyUUD5JjCmhz5yApsezr7gneTA6Gt33EG24h919REm212U1/U3cGOup+Z3WlH+hKFyTOif+3nTotvN8NzOdR8qqXrunhKmKIBzyfyf0qq0+jcMHaRqy93WWMVeLAK6u50R9O7G/ycGndi2Glb/TYy+vDiWPopuI6x5j9bybUOB6+qOvda5W2dxLwzItZN3cO04bEmy9q0oOHdp3sP3HvghgeuPRpu1N8z/m08ULCkQs5NBHsc9Dk9faJHj5/o9OFjHR4dq+HiW3z44hDWc7j14924Mw2Iw4xPwSklpVRBfHoD9ZbtOfT0PFBFOcFP8j8TyVmUUkryoc/QI3/F4fjt27fyN4D+9s23+st/faN//OPvim8CnX3kItkq+18mz74sAC5r+PhhDZDkZ3ddmJbdAeQVUNvYRB79teDcjQJosyO3S4r+A2BWKefWagWfBvd3XcLdoSoUBI1AYDJ3RXGsBnt0t4GlQgUyA81lOSg67XwwHSAOp9zCOkABMXMh6ot1OM8ODAg2GcYMmt07jJq6FLi+OPHkpi/olpXDAZjbMTLQ1AVtjG63qWVfrF3fquWi5MtkS7DHPz1ecpmYc2n3T8+Nl1w+l5QDLANU+XoRHw/doTcuzx1WV4s9AgypUwfh/lsuuHP6WHJxWUJ3vsRi2/6M0pL1JrHemomyYQgCVXoaPDJ0FzTjE7psuQisCK4s+Em/YQnd4o+e8XuPeD8hLLaBki9CBhhZtCeJcpDQaQe8X0rOqgHQpJQA8ekBpwFbzyb4E3zk+iQBHfPmc48DcysuofPFSldcUM8v5zq/mOuKAND8akUQpeUStyYA1AESMR2t173aVRdLJ/zMWKXMvwTQa9dxqaKeuewIDLQEgWqg4IqAwZUcCPL8Cn8X5ijCEgUNQ/DHazAzB7oFspCDH5jMsiFnw7qlOnS2MZ+L6CsCFjxXvHYMSwcymOu2XTCOFY8n/7H5NSoYBHbHeNCf6KcmxkG5U0/VGv0tsMb0VQWPEWDhUo8OVGFWbXpL3qGrsk21am2zQUtqCAAVAj9liR/B+IbOcDp6wzYJF6lQmwGJ9VimKnmqzHpUnsGaBnRpQuuiNdJrZXCKIJCDQfK6Yv3QiJQA9Mazgn6wosOeNf7xPC3nF1peftT8HLg8H/CFllfMI3PbsZ5pIgmL0JkBDIhyxc1AZ8QytJP7MTa4nWItNwRn6pq2Nk8JPkK/59T9dDy/cLIbIV80IahxODvQweEh760D3mcHmh1UODiibDiu+PgIGej4ez+H5s10dDijHRB4qtnhVNPZJGAya9APEBCeAA1QSq57zfstSSQgBYhPAkRJOx9ef2GyAz0L/LXkWXB1NZd/9XLBfluw75YER9Z+Vu66xXryjiLTBljh4oHG7TJkmBn/GeKbQARzTGfsDhz1RdnfsDFk01ke1wihI1e/a/PZM2rgmtdDGzNHvEPimz/sg7X3HgHYJcGfxWIuj3fFmNfrFX6wvNvRlH7kMQZ4CIl1WJQT4PXJus2uy1kyVmYHSj37gNgPurwfBbZOg25+kA3mbvWGHuyIcod2S1IgmWKxWnmQkQ18W+OysU0LbAZ9dUDLM79lzVZYY5/tpDF1FrsLrGtbZ63b0i+i6PrO9q7r76y9UZEGL4lP3qEpflEqo5T7HWHk/eq4Z63cNrhrPIqfmZrBsl9hTlBBGvSJFb4hP0Fg4G7troKgyXjn7Irs09TvM35B6aYudv9NfSEW2c06OJ560LV0O/ea0C3F2/vJsT7Humu6xyITb/tdhES3KRCp440ZzwBoHgSRj1mVHUv3+N4Dv20PjLvst+0Fj/7fDHygu8sk1/ngd8yh+OHDh/Ifgnz5/IUeEgQ6OjrSZDrlQJZ5Bva8SCVfWMlDXUopjmRR8LHMp1xwgpE4vBkgo43boUE0ARIgIUI1XLdLkuVTgqDsQ9Tmm0A/fK9/fPsPffvNNxEI+vGHH/T+/dv4ybMPWJyu5I/HUh/4LvEQJ5kyjIvT2DI+aJl2HYMDIUyCGFJIaSMzcKvsWBjwnpALFbqbrWmw1wllDVJuE8Ub2Vhjm0N4ZIySVjmC6wDLjlDFqoD96ktUywG1C2hx3/j6syRWxyXQ9OfBWqUkf+KFaAZQ+0FvXGiCgev66IsMmjrYIuBn6Fg30YbLXTdcJNbrhfwrAysu6ysuEisuEobl4lJzLk/bYNAivsmxJAjUcfnYQOiq4xM92sbRJ4Fh4Cp1yC25lM3pZ46O5XwlB4FaBhQmImcMItEiN8oGAqQNkPOE8ky5AUwTGBJYyDB8xrCSbV3EtyRWWnMx6NFtrxnE2FFMSiopKwXUmiT+sSeKIbMmA4pKzirFUJRC/vkgAAAQAElEQVRLo5Sy4sPeYcMxph61BrggKVEWkKAA5JOKSipCi0Te9QQIsGuxbLF3qcurpfxtoPOLK308A87nOvt4pfOPcy6u8/g1sYvLBXJzLZBdLtfqAPef0YOXVHLWBCg5RzAo4+sOX3f2M/5eDoG8xXyuFZdGz3e3atURyOmQVcxbpzJgP4kMDFCus4yhdZvVkvjLMubOa6HCfLM2XG4JaHSxRrDV+vsefygAF9gNStgaoKzxY4oRjMXAdb32mIG9zGlnYNyyXuPxQD7iaIX4gEVoxrZ3Dla1c4JAlwxrgPUcKQJBBIQ0QEHebaovbA3A3GfWWZa97Wf1AWMwzMAzdazFPtMiJzxoDRktprN6xikgN4zO2CCaIWkpdSv8iV0xT0Pg5/KM4M8Zc/6ROb/QyvPGxb6Lr4a5LUB/2fZYX9BVv/sa95FxBecSEyxGYxGNwZ8GdngLf3bxrFpjj21aUeNwFs1Kib/Zc3g00xFBoKNDAjzAEQGgg4OZDsFHBH2OgaPjAx2dAMbHyB9PdUC7w6DhO1BE+YAA0MFBQwAImBQ100aTWdHUmHLJmXUt4VJlibWTAHACoBLclLIoSuQsMW8J9TzrWqKtKwI9C54xC54HVwR/LnmWGS8WrSIIxNohSXSQ6QuClCuofjqKHfPU8ewIoEHgbH92BPnCcyFBiTlvWVsd2CXWPu0UMMqbb9r6jQ2mWd9oMVXB/Aqdn9Oseb9LWgd32X/jephHeSGPtV0v1cd+9kbo5CFlj61k5dKoTBolIBPIS5OpRLCKCsZbgFzBnUMabWHHjlgjjMF+ABis9sV7mvU8g8DMA4VNCrns3LBhyzq60UfWueeHHblrpNdq6+BywIoA8ZJ1W/3fWTZ0mfg0MPoQGHEUPplds/82WRsAkG6r/Wk8d2f4aa1+lvSX+2Bf/Xacppj7mM99mVryQAwujdj0Luzw1zu0bN1uebfNbbRtUX2GuJkBsQEpFu6mQMWYarOx9E/Ct3cS2yN6vM2wqLiZ3apql2l6hJvNNxyL3F7YcH8xEY8md9R52wPGLvMY+FnKf4Kffpb++0b/th74jRp2v+L/B0585sk+m810cHCsR49O9fTpcz178VKPHvrXwI405UCWkOk5NPX+kVucZhlo6pWSNqCdD2xlJWUETPe0Ickfl2HXOgokud44pyzbIwRcXnKAOjs70+vXP+rv//i7/vJff9Ff//ptDQL9+Fpn8W2gZTysrZvWyhAG0JB4iJOGwhbBI8XTnUd94G2lNW1LNyg3vA4bIWurEEqvy1HePf/hWlru9Ec9A+KoGQR1NVW5SofeIGs/NeeA6eO9D8JAfLsnDucth89lHEKXXNaW8ytdAnMu3oYll+6WC2hcZuk11IYXK/UluS0d5SpNThp5FddZiZzMIwbVKufhFDfqGT4jcpk158t0HKi5ALZc3FuCBysD9CouGSvNuXgs4S0jqLBQpZeMex3Q4Q+Pr/rNfWhvhK5r8dWSS9mSS9kc/xi3BELCj27f2iYbSltPRm5Yq0AzVQ6AzkWCVp4g1CDMRZvubPOcS95qvtSKNb2mr97jQyJST84GSTkp5aySkrKgJWXzKCdwBpdMPZDpK5eiXIoaoORMCxqEz1DIRbNfg9EbZ15IatErIAe4n5RoB0iJfZjwl7Qavgl0yeX04+U8fh3MgaCPF5fyr4VdEBByUOjyYq45AaAF41ouVloB9mOHr8QnY5Mv8xVESACmf/2DuWuZqzb87F8fupK/YWJex3pcd/gJ6BzU4eIo1rVYmwUwrtASnwCo75j/zgEUYDnq9a99QS8jeHHF+l8wNsOa9RWnPXyAL/Cp/ZpTwe8GfIM/8nVAOmN+xk85pyh5fKbRgkkdeg3Wz6R7fg3uSjc/HWPy2lpi8xwb5/OPBN0qLJcfWcMf1S4u1K6uGOdcay7R3gvVB9Fj2BA/oCQa0FHq7OFYlxPlZiYR/FEmCMR67AwNrVk34oKdpxOVyQTSUOQ5yoN/Owd+8N2KZ8Ryfh52LS/PZWjhtSuCU8xhYlgNOifomqJrCm6aiXJuBihIZFGoWNCGYgxrSHjNXAlxlrImVJOiNuPD2P/YE3PL/vEfUl7zPGDBojppEn0fEMwhiOPgD8Gew+MjORh0dHyoo6MDHUTQ5xA8wkwHhzMdjcGfwJQjAFTrZrOppv47OrNJvAcn04a+DIV+M5CU0ghSkkRR209S6pO8/7wN2ZJaszdagqQLxjFn31ywv+Jbdjx3vI+89zoEe5R09kouEmtT4ycrZsk5qyxor6WOhdCxpjrjIQik3FM/AM+FznUO2tinBmo7Gxe6rQ1iaNshr02dbAkQFlHooXuEO9b8St16pRXjWfF+icBPBOoXPA/Ybzyj1wS8vNY7nx8GnakkFdZOIfiYS6OmTNUwj9lrs0xYv4zbi4G91onPzrgp7SfG0rIeuhhbK4yiPlphZwdgMkWvpW1dX/lKyKZKZzqplPzphgz1UJRIKA/aogH4cOQZd8xBy/t0znqd4w//ip+xn204CpFQgo4x9RAG0F6yLXsMChnrzN8F2CrO9mDbS8es71UNBSTqwCjf1r/CM+5Jt3wqv+a3VP83s1iXzIvzzXwzXFjX7Nod966A6WuieH7LuWvcI3/E2xY3qNhnW24eptBrasv9Mmqvt9tM/zI1d0pV/TUfhQZza3Hss/NeGuQG3lCqcns5AqSYE+MgLHBbixCgcsSQv0ra3RtVd90SlWaz1uVDX7GWwF+S7mXuPfBb9MBtO/e36Id/yzFn3iy7sGtkw6FrRhDo6OhEjx8/Jgj0VA8fPdTJyYn8VXpfMKt8UkpJGYCSP36F9hzsAuJwZ46QMyRnAAlSm/oqo/iYNmjTJkSVOFSu5K/Iv3/3QT/++IO+/du3+tu3wN//oe+/+07+O0GX/t97OHx29cmtzYdn+OcX5PBYR9YUKJrjKsmNDcH5smyjw4pGGJqORcsMLC4QpnJ0VTOXkfBYxgawRjOMDbBIyPmliWznAEVgeGC/tTouGsHnMNrinyUHUoMPo3P/HRT8FrT5XOY6ghKyPjTX5J52oXL38tFGsLvdq9sp2J8VEmP2eIFRNfOs3Q+6doumo60JgBFiZq8Om33oXzO2tcfApWPJZWPORWrpwIJ5QOvx+3LA+OwP+yYAXU5b3XTMIBw8urq6JOhxrvdnH/T+/Xudn51zCb7iUj4GG228W2NKNMMqMINTw0luyiXYF+P4dhDj813K31BZYcPatnDB8+VVKWs6nXIJPdaDh4/k/9XnBcHXp8+e6eHjRzp5cKKDg0NNmkYZvcnG0m1KiXKmr6wCnVJSyhUy2NblVMuif/njG6i3mcHlgKRMPZKSL6oCUW/zWtaPL6MrAmtzAmP2qwM+55dX+OZCH88M5zr78FEfP4A/fiQ4dB5wdXFBsGCuFv8TdZH9HZcvodyXtJ7AjecP3ZZZEgCpcImPuTTSrmPe1qxrg2wQFytCK1iIryl3DvxQb7mYY3R57tox8BPrAF1g99FS39HnuAYymnLO4cOGS+gG8LPn0JBzCv9kfCRog9tkZSmTwyPX5sPYPFY/iwJiP7EwSCNZZRkDay3sbheM+VLz5TlrzHAWuF1e4LoL1vkl/lsA9dtADtLQtbuvqmwLP43uAKmBN8W2CrmZwZpIZaYIAGXqvZZKkf/mSzOdqJlCg11lVR1jWOH7RczJJfN4DnzU8uoCAC8u1TE/wpdo0wx9R1zcD6YzGaZe+yjL+DHbHmiMkKwcyCVDk0YM6YRHVHCSa2k60DhunGP6bJnLpb8JyMW6I6hgWzNz0xBImPH+OvC3fRz4OTnWyfGxjh8cs7eOdHQCHB9G8Of4aKoKBzo8AQgObb4B5CDRySFtDnRAcOiQOgeQjkds3dDT6VSTScGHRYVxZNYB283DkPd1vAuZXy93zFNKWRkoqSiJGfQ2aHvmvSXwudSCQND8cqXFYqkl41ryjGjZf7xWvZzkwInVtWQtD5MOP+EZoeomyB+ej1wwLacRj20CUzPyAyMfxsKnDwZhJYB76ZQzJHK1vz6Q0CPWSoc9LQHDjvXQEqRsCcauvKbBa/bo2jKhm3ZJ6Eqyz5pS8F+jZoIvZxMVA37NlHPTSAXIRTQI6FQ/fSBKtgkai+V1EP2zbv0ec1nYhaeRcHIr2pgMu1FJcTMk+JmZAQ1jg6LeonWc+Ad9QcO0PzIixrXBKAxGrsUXy/kFP2i50Jz9slgs2MsrdeFbZKyD9nel0LtXGb3tcWoB/7BTKm2ZSo25exrpEZtnGMsjTsxRomCwJmOKkVwOog62kr8gvyMm/oUasT7vaNgat98eMdzsNPCZQwKiteDKSolxVxjLt+G7OrHsjTozd4C+SFvGbsHj6PDqwBtUDWjbxFQvxkJmOmzezlAsK2qjylmoIyO5OMKtel0ZcpG5dANc4322W2HLd7ustO2z9K7klr7e//Vy1XGt/bXiVttPoT6tZBxbxV0cN7xXt379dPutJd6PLt0YmZn3cO+B/9UeuF/1/4OmNw+njFIKZ6wsB4EO+enp6empnjx5pIcPfQF9oKO4gE6UUkIuqeQcGARPnHf9wFzz0OTxyROz56Lp14D4JKWQjYMv7ZOqfG85DoaBkTefmtDVmw/PZfNT8tGk14JD/0d/G8iBoL/+VX/+85/1l//6L/31m7/ou+++13su6pfILLlk+3Ht8Rma3GBDFm9ZehfvGNvZxmGsww6I4DMq5Ewia2QlBtO/AlirwYYY238jPdpmW2xSdBdE5/N7FH1YDYIROAWNfR5Dx2XBB9+WYEi7nGs5Ahem+Ekkl6c5P7mfExiZ4yP7cuGLFPwWcFt7ZtRr2wzRx10Zfd9V5XGNddZj39q5FSdIKCo8P6DN8N0/syPFAQe0SfbYUOCA3bFG2vU6DtWtD9uMYQXUcc3ln0LPHRCCt+Tib5mWNuGr8GvVtaNV0Td1K4JIDipeEND4+OFMHwg+Xlyc65LAR9XFnNDcbasLag6L5HFxqeEC0+SJfDFlsNjZa7VqtQqb18NewUtJmnDhOTo80sOHp3r69Klevnyp58+f6fEj9h978YA92SBTuOSmRAMg5aRc6AtI0AKoMVJKSeYFJOSStp9hX7HRVNm9cKeLWxmo3kDmvbwm2NJykVuwtq7w6dXF5RAA+qgP7z/o3ft3evvmrd6+fqM3r3/Uuzdv9PbNawJD73V1fqGrqyvW40KeM3GZt6Mz+g1injt4LXM0Z60uWZs1eOc1vMJvK5os5cCZ/ddxqfQFs23nXJwNV6pr2vgS3hXlRfTnObfujj7EIsv4yM+4aTPMTzPRFJ82U+MdoGye526KTDNt1DRABgIXZfPd1mXT1DEbjCoxzg6bWzAQ+5Iyi8urxICQ4s7GWrN9Sy6t3q91HJfYbzgHGy4Y0yXjuZL36TqebWihLSpDlbGLxsHIWbI92JWbKeSkAkGa7G9WAA3BmnIwUcNYp9OpPL6caYein5cnrAAAEABJREFUNfa4L8/DPJ4Z9E9AdBmBtTljW0nsJYvbRwezqaYHswrobZqpMn4JfdleAYwBXh5hIgYOeED+g0YxAMYWrE5YA4Xv6KuLPX6l5cpzDsQ6qP613KQ0mjGOQweA2EtHR4cEfQ51QiDo6ASaoI2DOIYD6BH8a2OHJ7NNIOiYgJB/Fdpw5GDQ8UxHhweyvmN0Hh4f6oCxzmYTfFbkIEZhXZHC3rhfssd6NlUAdGKnpUSeCsswMybJgZ2WAFC7XDO/K95tS80JEswJBC0Wa63XvVChcAktmBa1/Vrj86uLSiqcrNK+NR7KeA0KHeTVo3DiBULJcgbqnOCAyOmk814BuugY3h7uketjnNUwSwEEc3sHrLyPmac1a7TledEDHTqFPneXcVIm0FoK+2hSVFiPhgnrp5nMtAGvnVLwVaG/PIC1AIy7Q18Ht4OW7QP72b6k7zZgwXNjrhZ7qkwfNmdUkWg5pg6CMRlBRYIOkwN36ti/bcASukXvijlYVyAgDYEJCNsOgBZq26XmvGfPCYJfsW8W/KDF+7vl2Y9w2BJ9ke3bA2NM8U2KsTBIuZuRJfvGMDIGmbG4gzfNINhKOzUjiQ9GcoPThvpy4m4brIPujW6BT7fDrUObrYZPt9jKdawVsQe9DoIOTd0wB1u5YN+RRaBjU+eeDWYYG8QZzdgw8o230DGILZi/7TtaRbblWSJ7wZoYIGrJ+liglRlkZJSpI9+m6+XoIzKpDBi7Ng2uy28qBmJTvyFoXen9sQ3yG1T9PfYYj6GxzswBjEb2rXgc51C5Jx9m2ArvsEEAZHblUrgrDXoty4D2pDwF2RkrpmJXWyMQDSgbG4IcV8vAgHef7j3wW/HA3p78rQz6f8M4CweuCQeyAw7QDgD5W0APHz7U6ckDOSjUTBofY+WfYo6Q4HjsviR2PEQ7ThfGLssvXiotk5ErJXOgS8F2fTe8lPuQ68X5mDpKHOY6gALv7R4Nijq3WXBBPCMA9OMPP+qbb7/Rf/6/P+u/CAB985dv9MN33+n923eac9hquaiKJ3nmwZ05cI6XESxQfHg2+2DXhc2WDK6UjTdSLvwkQO1WPnRtixsKPmbRl/sBKNd+kUABaSB4wUAxDFLluriFyqtjaDmcLrWMYMciDp+XlxcELD5WOAdzEb/EN+Yv+En+nOCP5Vt+2rzmYOq582E2zHGmRFcG0F0p5FyJHHSMiyKjkscU/s8N816Um6T4RgWHe182m7g8FwWdkXE5I5cz8gbqSlaBX7jIWj5DVx2WA1iz2R3Rp5M9Vv2x1pqLgMHj8ziXrAlfalv4/tZQF5eDduPbTL+2ZTrFFmjr84F9TvDi/PyDPn48Ay50fn7OGrvAx3P8vcTv6GAdWd7gptaVc9UTOGVXac2tryeYsmZ9s/wlhHNpNCPAenr6UE+ePtEzAj+vvnqpF89fyt8CeuQg0PEJMjM1yCbaWFlKiTNcQUVWSoD4JECRKaVEfRJ3Lm0/3k8AacszZYYB2t8CMgn00La1ZXz+9pJ9uLia64IA0PnHc31gL77/8EHv373Xu7dv9YbAj/9I++vXr/WGYJDrPp6fac5PwNeL6isx9kw3OfY9axjdnS+PXrsRbFhoHvSCgMcc/y65dK3VxTcMWmjAv5ZHwMjzOnegk8vWnPU+j/YECSjb1hYZ66axok9853VkmLKmptOJGsC08S5Mvdaoa5pGDbJuE5ALZfOMaZ8BZDLynneGFqnjWdhyEe4MsdYYK6stDEHC9ni9tiG3Yi0tCALMdUUArO7TS/buZay1y/kFQYKrkPH6xSk8tNwasP/QW9e9Nr/qYVv83GumU02nM00ctAg4YC1NgZkc2D9g7bnecpgV/g2/4sPLy3P6p18CE0uCQh4TLozxTw+mOvDf2wGs42B6CH+inBsgoyoB7E4amCeZZ4Adyf6AW8S6BsPLAANT58CBg6X+Fgn+qIGoufwrlHPKqwj+LLngr1hFw4GbhR5jNi4JnQVgnoqhKBeAd0GiLpdMuUJKRSmlCtQl1zGXhQDFlPfhbDbVAYEfB4AMx0dHOj4+0gFBWY9/EmukKDPOlBIz0avvY/Ns3l8eFj3Qh4AkCWBv9cydg5oLnk0R/GFvLQgALdkrS9auwetjTaCoY98grvreVHzMC2LMsrDDBXwLTU6BNYJVlaYIfzMVI029/R7gterAhnm+qYUM48HTtI6mIed687CLCZP3Z7teKX7Va70Es08xuAPczkPOpagADb4tzMt0ytxMDFM1XqcTMOC/A5SbSR0Mft30ziBIoa5z39hg3BuzZvys9zM+/Ib/OtasGE8ebMi2PqMWDZk2IIZijfRgNAIVYTftjGMPs49b9LXoM+7AYu8qdpzXIFYMvnC916x/aOBvQl7x/FvyQ4U1756xW8ygly9Jt0kWj2Sncd6hd0iPx0Wb57GMnZtneqyP8icy3BO14Dt6iupfO7N5mG1LQ7WHEcSYlZEA2zAD5DZZg0vGBtN1/ivl3PxdMG8As02OeM/rY2fG1w1xo1tgo2ckOjRCR/AbeavyaI0NsMaEVJCd602ZYYAOFBmFSEjZcUGP2b7CjcXRLrJRcOyhlnearalBM7mr3MZguicbaePdMlWRzA+CrItxZ/IKu3PSac0Zqe4ryyEePQ7tjQzBc93tUO20oAGZAUHdnry4Bp+5LQ+GahTPHxXI0Q/QoSD0RRbFkHcRGNQM/Ht074HfjgfGbfLbGfH/opE6EOAgkAM+JyenevLksV79josol9LTB6cc+GdquOwkDtk+0KWUeIQDKSulpPiXVD8cgnuehB0/tTTD7ABnMCrqoXraCejFiZnEE5SHuw9ebg9TqFZCn3k+5PmCdMal04Gg7/7+D/31m2/0179+o7/97W/6xz++0+u3b3T2/iwuUEsO1B2HNz/UrVl8RtpY9AVrSJnxDOQoPBTvQhYb4YZMhnMd6MG9mA1JMjUC8rYHhSQXAlxrO8NefGqRqIgMLryWw2jLRcIHz/nlVYz98vySgIWDFhe64jLnn0Ya/C2pxWKuFfIth9KOCzgn+NA2ZrXPsfQJ7LWAMAkhRkbZ70xfiDIXrgYIOjeKMvU1iOMyh38uWxloXJ/dvihnw0An040KvMKlILP+anvzE7KsJHR2XAg6DuCdfcF8t4xpydhWXCJXXBiXjHXJpcDQ+iBPXReHeHu6Q0/mojxR/HR/MlGDTdZlP/nXvxx4PDt7p7OzDwSCPuLXc825JNvno56cFfMZ2DRExjaDwK6tvfXyD3hLaehzppOTEzn48/z5K718Bbx8pRdfvdLLFwSCXjzXo0cPdcTFczKbqXCBUpLEpkjWCRafnnH37BHhB4pSyGj49LA71csjGNnOwShgFB8EFercNhi0GwQ6Y4o92P3YN2suXfbtnEv5JT/pdnDsw4czAkLv9ObNa7398Ue9JRD0hoDQ6zfQ717r3fu3+sDe/fjxY/xq55KL0ZIg5JLLY7taR5Aj1jC+nRPQuSSwU+Ey/O21XevnG9klc9syt60DQzGvGMpaiCGQ5VzXkue0wkTNtCjWEuspcG7kZ1tAbqjjMhp1yLIWmlh7blOhrlfL1bL7UKYfSfZNhTVBipagSieX5cnHHh8ojcwLYL0usXvpb7ewL73mVgRoHdS6JGhrP8yXV+gxcLlu0Ycyt0UxqdOatbxmXmGjGjuwpcH+BrunXK7jV7OmM00PJsBMBwT6HdgwnhLMccCLhmHvnACcnxHnBPouCYB6fj1H0Z+SMv6YskcOCB4d+O/lgKcEl6bNlLos5aLMPwgZ7JucIUkDgnINQAVJBv/6FwORGMvK/mBelwT45l4LXKLnrIcV/lkSIFkTIOoduGaqxZq03sx+iL7YI7mU2CsFnAvWZHeZnO1BDv4uKxRiT1GZNJqw5w7DV0c6OjmWfyXzmP16cnykY8oH1PudmQdFPXsqICYCXaRR+9i7saFnvzrYtWLteg1H8I99ZLxgT6383Br+ptaaNeI9HkuIeSaNajc4Mzcu2JYMYQDFTBjvgut2YbcuTHdH3kMBrDd3yLx0AS73TJNxy/pbAwzUbVCEC5zDMwM55kfYlpifphSl0qhx4KwYT9WUCVCUWVc5gwGF1VnxoZ1oHyzVz1BTWdjWYadt83PfzwLvp5Y11A72ikFlGpGUg8i1rdVt2nscLfuMMeHveJ6wBkMfcxT62BuBeYe4v4621m01OCTaOgh1yXq9JPh9RfB2RQDVc1llQzIy2xLE9cxuC96uxGhviRpnOUawK2Pu52Cj/HOC+/U0S+YwzUY34afacVPDDQ59bnl7hS17oNx7gfbUgkisTa87FuNuS8t9sdtCWbRA34ghN2nkGY+wqbyFsCUGV4HDYNMGykYBlQ6NzsyD5fXj5RZg3gjUbdageQ5mGLPmA0UWQoqxu2yZgTUgc++E6zJuPgqP9tjjlhthz6YQ9uJxbRTITBsgb0l16N3G5CpieUMt3ZpvDaom7IlXrTfbjUIjrq6ydOaFnbHCtNt57AbTd4FNuKvunn/vgf+tHhj3yP/W8f2vGpdfKOOA1hymTftwdMCBNy6lT57o1cuv9OzpUz148EAHhweacKlQShZVYF6SmXJJPCLBSf4n9XEg69UTze95CSeJR+gASUhJziBBveLDgbg3uA1P0J52opyoTilVOcprDnaXBDl8Gf/hhx/07Td/1X/953/Gr4T955//n775y18JBP0j/nC0L+6+wPgwx4k0usFSYTb2BAWGzcolQXx5qq8K57twW3tr3u+rdipe0bRlrD48+gUKIxQ0GNgQPDF4TqzB9rccPOdLX4b9DQEu0VyQfVGcx0XxisDPleb4ZmHgMlEvk1yWOYT6INsRGOkJFkU/+DU6+2SWPlnryrBtHFAwEiXGyxjCdtZMYJcHuuGQH0C5AeLwH5h2bk39pg1znwuXbS7mhUtCAjL1cQnHR9l6M3YafOgDOsboscaFgPWycqCBYNCSA3y9HPigv8al1f+o0LRpVC/KE+iCFZIDjr54Xp6d6+zDB529f6+P4IuPZ/j5IoIQHZcFFCGP7VkVO0epbdNAi3HQm0UlpbigNrOpTk4f6DF77cXLF3pBAOjV777SKweAXr3Us2fP9fDRowgAzaZT5VLkT0ZXSkkpJxEdZcTsNe859geU4kMV3TDVfUDPOutdz74y3bHPOsqidUpJJCkpPgMK2nvQRIec6Q5tHYHdNgJAK3mNXbH+HAD6SIDMf5fLAaAfCAL9SBDIgdrXgV/rR4JBb9+90Yf373QRQckrApELeW22+NH+XnLBv2TtnhPAPDs7I9h2psvzc/A56/siwHMyJzDg+fSFq2WOO+Yc0zC1w+NSxjcNa8UwbRp5nTUNF07TeUKZOWYdWS4HHspuQ1vzmpzR0wjhwDk3gclICciipwFAQ+rwdQUuk3EJBds48/G7xVAttIeOxv2nAp0Axcez1rJfW/+aEBfR+XwR621OMGhBYGTFs9uwI4gAABAASURBVGCFbgd/osHmGxtYlA1ZMWYu2w7QHBCoOZge6giYOujDerJvMpPeMbcduuzPJZfdEccFWugK2/DZdKbpZKoG3NA+NzP6mGBzg1C2JDSYweVdiJFSHSl2AZTnyTQkid1I/KfVwnuUYM/cwHNs880f1sWSoMiaddcx17bZa5emkhdvkowDhQkJW5KS+Iz18DFFG6AqaGN80BsnKZfEuBrGOtFsNtUxvjs6Ooy/K3Tivy10dKIjfwtoeCc2Jctd9N5b3lOhqFdCZ4WqOMFJKQmE6R0Bg7U8j57bK9bz1dVc/tbhHHrBeFcER1sHRz1e1s7w8JC8lsidMpkBJFxupBiTmfV30ij28A2gMUU9omC3AyHnSssZTDM/0S+zw/NFA/iZ19qmda+e+ljrjBVpGvWCJeGHeL7gE5jKKSvzvI41WRoV1lHheVbYb36mp1zCmKQc7knswQCNn6QMbwtZ209Hn71azjF+FrTsl3YICLesaypDNOeMjixWq8ZP2IxM6+eP29B2yV7zHMwJxBl7P8zhme8AdMsesXxHO4/dutyP5Rw8vfAfyT+/0BUB1CVzWPvv6DuGSOYW0TOjNb0Du8MKdmVU6WBEdr0czFuz65KUSRbtmLOdpWTWF0GOGcpfJDsK/STpwb6x7c/C6Og8OK/ZOxX0+zWxXxTf69qvcMkjADpgnLWuyF24dguu35YqhTGVIN+lKTpFE/hgUtXOWndVBepMeCwmR7NNm38LeA96bRrfrL7e8Hp522KsGfFYs1feFCBIXu9G4ZxKjM02eDPODefLCb/qQnpX9+eiMtHgp2SZ/ZpVMpaSxLNq2Lgo6fbWiLvmCQn/Pt174LfrAW+T3+7o/4eOfM2hyab7ZeEDkn+iecwh90lcSuu3EB7HH6R9UINAPAhzKSoc2ErmAVkMRQ28Bjrz4iJxL+04A3bgnuNCTxc9WBWSlDkIJ9VP4rAoH0Y4LPoQLb9V/bKDbxkDyhDu5EPxggPyRy6Hr/33gL75Nn4V7D///Gf9X+CvBIT8P4a9fvMmvrEx5xC35LLk8aEgUlaW0whRjpromd67AQamEU2MDJ0zJALtZfsF63Uzw9hX7XjIQxF9+S1toHlGOJNNc6MGTIqmPmy24+GUi5EvxZcEgCpccjG+1IKL8xXgC7SDZD68+if6vtT5YNxxaBc+tkLcT2+DHUE5C4NMDNAHNneEYNRZrORejvEu5xQvz8wYPJY9aPBKQKPM4d9Qx1nbaGhrjBIS8qy1plCfiprSqHCJL9MCnsiX2KaZaNo0Qedon+SP57zFry0Xaa8bH9DjEM8ls41D/EotPrEcsyBlacqF+ZCf8D94cKL4GyJHR8rYu+Kn8fb5+w/vI7j47t17nUcgaC771oeeEazPdOBYJ0mpKcrYL/suZSX2S8mNvN8mswNNDfQ9aaaacsE+ODqu/Z8cEQA61sHRgSbUZ+spWdmQ0ZOS/EkZDG2coVOmDpzB2fzieiRBYq/1gDEcUp3nDBXVgSsPktTLdRA0MZ/W7M2OZ4efH0sCMCt86vV2eXGBXz4SKHuv9wR66q+HvdWb12/0lj359u1bvXv3Lvamf0VivrhiTy+1HnQ4AOBvQFxdnOvio3Wdo68GgS4JNHk/O8gZ88ilzPPYxUVs/N9/8E1O8pqq0GhcI02sE68ZeHkLmfkNP9lXBtZSpj7b17koG0wDMg2IeqlR1NFf9rwqy/Nu8Ny3PMPasI3VxTokDxfWLNP2GiTKgOt9eV73K9m3HuucsQbgZ6/j1s80Lq3uh07dBOgAUkYP0DCOKYEaBzYPCOwfAcYuT1lLTYyb1tjmPbJkT7gvX1pb5gO2MnoyfmssP5mqYW0204OK0Y8AiXFbzn4A2+85dGMH5tSEbQ5+cVpG2p4KdnzzBx+xAGqAi8DPOcFB77Vz1oCfbyt/8ycCP157NHM/rOkCpJTC83BJrEv2W4/hHb43RAvWaix3TKCaASNqGuRyVPdJIWNsjSkrsV9TaVSA6WTGXp3qwMGgB8c6PT3V8ckR+/JIs4OZmkmjZLs2kKWUqkrynk4MAlMjf3qexfZ7S2DLfr8iYGDwtze9j654vru8JBi05Nm/5jnmIIfXl+22jj2IMZGRrsu4z4wdFSv8bzraWz6I8JZqW5j2I206sHnGFXp1MR9ce/CzkLGuzNirD0LZkFHjRJ392JSi4vXEXmrAORcZyJRyHgxLQ1ujPPCzLEMGE5q8JmwO+1pMbNUScLGvvH5b7w9AOMstNkA/pNqctjEm5KLNsL9ir3HO8DPN4MCPsfl1/62iPyspZB3tPYeX/ubcxUedsXb9nPK31brwEUJDsh0D+bMQM3NLu5+qFb+NWliTI/nFeKe7HfKLm1uwjqPmLv9acF1j9f/IvW6t/TDCT7FgV88u/Skdow2WMb0Fr6HMOnWNNupGAoyorfRaDplaCHIvsyIYXt85MgrXEo/gPQ6q98o3C1XC+f47rEqaH6ZviB1+VNRdO5hWh8eQTBhVaedWYDB9He7iX5f7wvINdfsMu86ajDOGFgoGkMboj/1oiHIQUXuf3XvgN+mB/b38W3TB//Ax+4VhmE6nccD1H6R98eKVnvvbCc+e6/ThQ/mbQLPJhMNwowkXgOlkqhnys9ksLq5TaB+GGx/wSvYZmDOvH65+Y/U8SgUkjYd3KvnJb8cR0vXU+aDIobCZFM57SaKm8yWdy2bXIsdhxdyUEofQtVYcjC85bPly+Y+//U1//cs38W2g//t//6/+/F9/1n/953/J/3PYdz98L18+z8/PNCcoFIdDDn90ECnHkz7Tp7APHHlU1ayr6Kfke01cMAwvxJ2ub6qksuNSZBt9mL3kUnTJTxTPzj/o/OwDl+f3wJkuz851xaXYf9DZsIzD61KrxUIrLhXrgBUuNtA5Fw53lsk2YIKy/RwIscB3ZmlTY5cNDhPuCrAfKyTlBsj4MqBB1LRxI3+DpwI81kpmLdV2NihJKMyshey6jEymXcgUNVwimjIJXLhETKaNCnKx5pChqQI4eHe+NHGZXXK5rT9VX2rOmlm2iwjcdBzcO9aXmBf3PJ1OdMJP+48dBCIQekIgxmt1tVoo/vYNwYs3r3/U2bu3BCg+8hP7C/ng3zFf3AhIdmAXuB48GUqSckI744CQoFMuss22v5lM1YTdDYIk6CmXyoPDYx3S/xEXztnhYewzyxXGWkpWRl/CRyMU6JKzEpfvgo9KsUxSCpzlcpW1Cd5vBvExHkGxZ1MCs/cyOMsf10u1nFSSlCkYCsJ5AJBYcNzn13Ig55L1+ZE99+HDuwj8+NtB/jtB796+01t86W/5XBA0ciBozkU/vvEBvgy4DB0LzxdrumUOIuDDnHbMWdhFlnNWrCX8MgXso4Z5bFgbdf002Iqg/DGuUGdKzLyh8hgVQtDoVPZ81LYZuoLr4AuM5L4O6xmBmtjHHWuBiynro6PsWjjYQ0+oyOwRr9sJthZsz7lICVCyKK5cy5f+NtbwItbaEn+43KEzhBhBQVcAtFVUyOGX6XSqA/zhtR3A+moQzoyhY469B6zTz485z5B2ueaZPMw3iuzHpkw13Qv+THHPRGQiQ1MK7IFl68/e4/QQ/VAVCZ9gH8opdYrgD5TLtqFlXPN41p3LwZ+Ly4+6ir9ZNmc9LdXzDvB4M10lesw5y/1BKkGKjwNnOI3EyPy8430RbmecVO+kNNBDwyhteQn/ZzpqhvGX0mhCEGhGoPaE58Lp6QOdHJ/o6PhQU959k8lEJWfsyCoFoG1KKO2FLc7WWOBbQq+UXAGf55PndkHQYsH6dsDAe+GCwI+/Uee9c0Ww34F9P9NbnmE9676jnexHNNJDpPipuN1LHJQFV6s9cEPIhhhZX8E6LG8cevpoFhltugBkwW5eyx3Va3X4taMdCF1OSTkXFaBJjbKB509OWWKsrttCpt7jL4oPIiRt7Pfvx4ZdrnWNseQW10HDp8d+29LxXHDA1XvDazmCNqzneQRPLwkwLgn4t+qGMVXtHlOF+r5dIbdSS4B1yfPGv566ZH6M2/VKHfvQ+846Rlijb8ncXDJvF5xFLggCXYEX8Na953wwNGf5n8gHTkUeb6XqvI30F+M6kht6P9F+7HLEnxD9fNXY/eclfz2JHbfuKt2Op1LMbK2mSKq081/L5j09Y2HE7ug26K6vgGtCt66SWBseg2G/Af3F2jKXttDjWqDGzGjLwq84OIOWAQXrF2SfVuNa4I45q91SX4lP5F8i84nmu1Ubx+wyR6/t8+4qFSoMoEjxegrqPvtNeuA3Pug7ttRv3Cv/A4Y/HmRsaubl4WDOQ4I9L1680KtXL/WSINCzZ0/ln3oe8FPkyXTCYXiihoO+D76WrzDVjLrppIm6PByCew5InILjECcOhHEupI7E0Y13Eqe3noN6Sr3cxpeTCbqLBZDoebKGjeB4iSVZjTp+otwS5Lg4P9fbt2/iV7+++eav+s8//yfwZ+C/Igj0zbd/03f/+IfevH5L4OQjAaBLtcsWVZ3i45ULZINfzZWIqtsyxGA7N0DemXz82Ac6ZcD7DTJ9Vk3IEpBYcvicE6RysOrsPRfl16/1+ocf9OP3P+h74C3l92/f6uPHD7q84mCLrC8HPgD3vW8APRq76MRDSZRwu3wgN8Z9ooCvFZ/NT5580g/oKz/8n5SVpA1o8/G0hri7GiDmiYqhWGVthCkwqfabYWwKog/K7iN4pm9CbYK3LEOLDPZayamgs6iwZjKXaK9LX9wU9qMHYzouTi2Hd8PaB3oO5z60u9zh847goifGOn1JPiIAc0jQxb/6cTCboj9xAW0J+FzJ3z47+3BWfyXsI+uJS2rLJaOuqXFd0Sld01C+EIdtXIqUMoNNCttyARfqM1CgU/wwqdow1cHRgfxtpCOCUbZlwkXTYyvoSblUVTmDszJjLfBj/IX9NynKpajgj0JAKJesBOSSlFOSXS32mzyB/z97f9ogx220aaM3gMys3rtJSvZ4nvnwzvlwZub9/3/mzGNJlmXZ8iKJSy+1ZGWe6w5kVlU3mxS12XrkLiKAQCAQCASWBKKyi3W45U+mKLPmMhnj5gl26JFSMaWklCqYpxC5fRIl6nkt99jal1pfhK6x0cuXL/Xy66/19Qys15fMbf9pnS+8/vOXOy7BdmT6x6ZXd3eKFEeQHUMrLnIbHAT9dqVh5CIWzo9RoWfOauhn09HvgJY8OPPBjqFMuUGkg6LH7jVY1IZASgHTFnoKUPQkUcVQSA+BXtLZAR7XoYLe+gyIdQEX5bomPC/6egFl32KlIzPJ+jXo6TnXNHYiFJWclRNAG5ZrXjsKbNM1dog/e7Mt2CeGsAONua0AaiA/JhJpJhtQspoWmwC5iA9SqevfSVsu77j0rtgX1+pZG5Qow9Q0C/ltH7+d1hwdB56bjrJGopwIOUi3nrmR53l2mk2jiGBZtkRGN6himKKq8347YsP4rpc3usXZcxtv/tzq9u6O0+QKAAAQAElEQVQax9+t1syH3pdubIgoYW7AUgCCDj7zFM5mirkJlrIEnq2fkuZPWAuZHruRZ88Q+Khh/sFl7OY324YttCiTsv/lLNtwwX5wcnKK8+dUp2dnwAlfjCywT8tzsSjTHs2KRF4/Yj1p/iQjI4/DkXm81bDtFfsRfQ0nKGNxg7P/DsfpNektzzY7hryWDN7ne+oMODvkDtCZcJ5YLO1EX6IfWH4qx/SqvDATgjWi2WoupgD+IYDC6HeVMdhGsA48owds47ZH9kvzwqlqm8TY0nfmcmGQc87YwZCwPJCMU868yQHkKZHh8M9qNH8ySs34QQqZBvcE1I7+0ffRumOXftMzn9cxn9c8G+f5XZ3+fV2DrmRZIWnAPFtgg+MH8LOBdbAlDWCdhd0tG4fOsLMNY+g2vY5Yl7c4ft68udYt4+b9LNYqddyEmzLsdY+ciw4gHeATOrPN6UT+SRLG1Ea2CX+YPOv7MyhmkYbvpRRjeMAffWKcDkgH6AcIDwEHVf5ZKKoRFPMExKuEpTS1PinlOTdR5gRW8eCgmmuIdC7Zp7U2MfXj+cCZaF/6gRjVP4xz2OvgOgavuQAkOG8A3YWH+V3BdyE/uOJe8N7I0CzPwOog8cyy78pA4TtDKe8seip4ssCv3gKxB/3qe/kr7GBm8zMcdq3louBLp50+v/n4N/rdf/+dfkvqPw27PL+M30Douk6HsCC/4BvSBRfVBYdk5xsOhLlk5WgjkQKcjjMgPr5uiQOmIXGIS6YRpUQEPvIQHygf/dAihUWuWydbPYCtuQz5W7eXr17pHzhH/vrXr+Qfhf4ifiD6c33xxz+S/xMOoj/rb3//u77+5mX8ecp1HK5vOSgu48DoC3zPYW4IYNunzcHAQ4scMQ8EdHJw+wapxqY9CjxAdhXBEYcQEJhdE8tgE2NVktvr6U84gPhG8SW6+tL8t3/YAfRX+vc3LtF/18tvv9b161e6u7nRikvUFkfY1s4f7MVJFulVXgLLRLUdoS1YAqA7JElOXSd0i8yHR9UujulWdHSqW7s4ZSSGn7addV/dvgG6qS7cpeapYBHWyal8UYiOJAncVeqcymrINIXLbSkqBi7STVfU2PERddANQWFbnD1rnBNbvt3tSdcc8p0O/p+m4PHF1Jo1XGJOcMCc+4LHZe/s6Ejdgosv9l3fLeXfAfL/gPUSR8Yr5t0tc8mXjcEH/pCDXtPbHZ11a7vQzU4YMbdh0QaH5pbLXE+dNeC098VKwl5ZDevJDteTEy6YJ8daLDpojXLJkheCEnhR2zU64oJ+fOo/GzvT2fl5OGsvri4iPffbCudnOpscSd3xgr6gj9em7WNHEJc7r0GvtQHZMwi6L8kjqbz+PMZOIz+GGsOMy59RdA86ElhH0T/mpi9DK19ycezc4TC7Zd7eYLPbcGDeacN4eA732KTnYOqxQgICGX0bC7t7jo6By7OFMlKPPX3IpIYml5gPxgV9B0rB/zBCuns0wcxj+zILMrY22E4BnTJ5AZTuRM0ydoRJmvUdwKMv6N0z9wZsYgjejBTkNszXrmvltDpRihL9SMqh9UjfB2zS4wyxHQ09l1LThDzFx1oYqanbdU5F8nxpaGuGjFxfAHrmf9+v2P/ugCX7yEob5qGHN9F+tl4t876r0DSLSccWoY2GbEgSsrPXmvtiHLrbjPZxGERKlCdojUAfhrV6Ls7L5a2WnguGm9expy2ZKxvmzdb6YMPEWB4CoqDWeMQ+U0YYDpvRAPwZSDkrpRQgZcWHsRjp5NZzjfUWc844sNlsmYt9wApHwmZlfCPzDOickNGUVgscxF5PF6wr/ycJZ6RnZyexrmrfRymUGmlbsu4ZfcRntBPBYD2AqsdGG/Z9vzXnP3G+Y10scQL5LaBbngM3OBa8Xm7sXHhzozvW0fJuhf3QDRsJGyCKJhl/I9CGQ2D+DAEbpgzOSM/FCWJemtfldnpZNz9LsJHIW3YFZKP/HDLmzErKTVGTPH87HGCk2KctDftdq8JcaEpR9nxKWcqADj73RR4UTKjLHwOKE3A/jGxRg9zPnn11zZ6yxDG/BiLFvp7zg/ttGwHz2nRqO/TYoWedjfB4H4o8+Na2CbB8K1RbHlh/PeWWf8Oedn3zRjeMnX/TaYMTyfOschI/6DqU+2Ev9j79IPcBLAfcj6A/WgAyp35MCYSfOniHAmiAEMJLxIfRYx0xDWAtmBOM9WBsdPQDYdbgB1b/XtUO25rwKdmJ8bM2Mvs+xZIiyuxNDrHG5nzw7qOwyT77T8Pc7uxAMf5BDX8w4wdJ+26mA1vXph0bHlQt8mP1AfEp+2SBf28LHCyff29D/FfofeYBYT1LKU7ugYt8GVksurhAfvybj/Uf//E/4n8p+vjFx7q6utIpl+KOC+oC6NpOThc4fo4MXJaPj48Ufy7m8rjcFJWSVTgEZ8Bv+xjmhtOMcPmUH3IctkYOaD4sOw0aZQnGDK9lFDIZgCSXDxze1lworjmIvXz5Un/7699w/PxZf/z8j/r0k8/kPwv7z//8Txl+/8kn+vT3n+qzzz7Xl3/8s776s50rf5cdLtUxtKxOIQ53PZeEwYA+nC451u8fCqELT938DoCMtveDa88HzvV6qVu++fbbPi/9ZzH/+Fp/+9s/9Ne//lV//ctX+uvfv9Lfwf3Wz9eUv371Mr5hXHLI3NDXkcOqsJVbsB0SCuUJnAelKFpE9ZrKB3tsScG9UHkraYfvkEp/d2zZwjZjgCy/kiYTPBTEQRphNQbZBfMZIEz1we4HF2f3rkLG0VKhqPEllAtH4QJiJ072xTRqj/Jc6pkjPU6fNeADuvGei7DnzmxH269jzp7gdPEF7xzHifG26ejWVkscbjdcVl+++kbf+k2sl6/iT1aWfHvfc8nA0HKnc25wRjQqyGrbVgndxACNXJq2zPGeC+WGsdtwWek9z7hMeF6Eur5Uwe8/Lzk9P1W0z9pquJSnYgPIouQ11bHGjnDqnJ4e6+ziTBeXwMWFfDE9vzzXxdm5zs6QYYDnCCdti04NtkkpiU4BgwbPC8CXFoPAoTKeHohBpo3ojSUZ3ZFqpm2hbzXQj4GLI0R6RxkSHUb43aeRcl+sbHO/2eGLru3li9PKl33s5nLzWUZmELqmUaG/HRfKpingAPRckuqbM06zzFuBvlAuZZpOwD5ED4gI9EdAAvblQmvxGaKuZTZCsDI6ZMYx506RTnkKotzyqBbhEA+CI/YMrIR9+gqxj/QoMLckNYyDx7XJtDvp4apKmSTvKAMXmwEb9zgrPWf7fqk+HEFrbZk7BgRTx7KtDcAcgxAhExvMM8A/MOfW7CG+IHs99F4HtEHHlLG7HR0N8yR3i8hnz3/oZGRbKBdYkZgbOW9QC16gCaCYJgnoA272+LMv22Ry/qyX1wpHB+vp1n82g2Mj5gPOnwGHzGBPVeiEmLeCLTvuqCknTJZRD6CxzJzJueIiNSNNM1+xAMjAnHQb237UlnHZYquetbjG8bNebbQxgPuNki37xoge9Ep2bvhZ5zV54fXFevP6Oj0+0WLRqqCH3/wZWCUyJKFXAlx71NbrirZHUgEDbfaMxYax3LC3LHGI3bG/3+IovcMufh7dYBvbp+I3ur2502a51hong+vTHQn93ZzX8QBegXmH/ODZpaxX2/YQcPi474PnBboN2GSgzwOCZ5A/5J0kosQYJ8a+YOvCumgZ+4450radDF3bqCnMB3gyPDln5nJi3eFmRw5Bts8ARQFC4uMA46MhZSFzAuOA+AyMlfXvsc+SZ+xyyfM84E6e896nbfMBuw/RT2ziOvT/ni7II0x6JbkPMwx0oKfukn3/ljPH9fVr3eKgW+NwivnC3id/LMASWI7OPgYzy2NlP5b2sNnIR/Q+yel9hbUslK7oPyf+DqUPiw/x9yrnfhpg+uA68H7fELaKSGwQ76wdHEQEZkx6J99cYD6xAiIlmucmu54QoCkipXMEkFhpzHajD2BieED90OwH1X7A9CD7SFNwsB/5MRCKP8LxU5Aw3X0xbhZgG63bAXtlRcx2n7sU057gyQL/JS3wkyl9f1X8ZGKfBP1cFvDDYpZ9iPuh4by/8fWP4X700UfxP4L95uPfyvhVOIDOtGgXauPA15C2aruOAzDAhcGXzMWi4xtR6Fx+Ww6I/iaw+CCYkjKQJB5dhlF2BtX8KB+MRw5XI5cdp+KQLJ9sJfiAnJRyBhIHMiC5dOSCtdWKw9ftza1ecin3/0D05Z++1B//+DmOns/0CU6fT/7zE/3+//4e54//TOwP+hzn0Bdf/klfffUX/f3v/4h6169vcMrcclBcc8HiAO1DIvoMXBJItH8QZdo3NKQzOF9BfMAiJtoHCwF65Ppgury9iz9N++bbb9Dh7/rH374Kfb766iv9DbAz6B9f/0Ovvv0avlfhbHA/fZn24dX6+FiNH0Q5Jc4Xtg0tZ9XPSIItBQw8yAY/UGkfg1EwyGyYUxWBpOToHgTPPco+MzA2QxyePQY8NWuAYQQOzBU5RwMqA+hAQA3wSnYcMIQygcJ7KMOaVPoc01ygLsk5MRbue1Hi4tF4vnERdJpS3kul4QH79zjQ4s0vLl++BA8c6FEo+Jqc1VF3wby2Q/PkuFPXtUEbONz7oB8Hf771fY3D0X/qtLxdxrfyIUd8kJGtB5chX5Aa1kEBlBJWw14jfaMDAzmJHsAv+lAyutJ2d7TQgovl8dGxjnCsdqwpyzBPhsd4i04L+I5PT3UKnJ+dxv/cd44zyG8weQ1HCv3k7CT+ZOXk+FjhoI3/EapRaYtKySoZQDcCyqMc/dQMUBR6GqEscFLKR+OkmaKM/q5fgfIooyZzZGT+9dh4wwXfF/11OH822uB82Mb6whjIaOh74WTVAU1XVMjnnGXwuGQmu51AeUdPohRQNSPJHCzR89N5404rJObWDALPkAHasZCcG9oztLI+hpzbiUZrE98g6lDT4VC+8QAulV5zA3OuD9xUc9MKMnIuId+pLIvivUT4sCcxYWBqej/i+L5zAm3Yo9YamMsUBo97ArIPPsXSdiUgw44A7O23b3r2yzXOty0X5YHxkZISNm0a+sy8uuf8QU/lRhUKdrANbJ8JivOZ8giqH6xTaj6cP9Zly76K42l5e8OF+VpLX5zv3mizulHPvLCtoi9JWMPykkAQ51kGsH+NwNZ9wlYpJxXPB9ZVx7OmQqOmGIpyBuiX+PjZ0jPPNjh2VjiBVzh5VjgI7li3ftvm+vpON29u9Or1G/nNvpc8R175zz1fvZH/vOf6+lZ+u8Nzl6blNR2OoPMzvhi51DnO1uPTI/aJjrLCepL8bLNDSDzH3L51H607eXltAKYNsS42suwVzoolzjC3dYezx8+0W9q2g+EWZ4O/NLi5fqM7HEMrO4JYRz31/YwS4zgANfVcAShzvgLfxWO/AR0Gp5QNOHxcNpIfoY/MU6cCD2B1DMbFxx0nkRK2NWSmBHOgaVVsc8bBXZgxxAAAEABJREFU86eQOm/IOUsqgFOSCCOiEUZAfFB+UGSRBvSp9RGI/lvWhPeVtd8EWt3KvwnkPTscQJ7/lNtmPbwDuEHsYUKZlEf6pjrt0D0BJmTaqJDNpp455D3/hjPHa5x1N8CSsfBzVoyrJn7Nn2FG3p8i/f0MP6p0VmJOv7+wnX475PvL+ME1PkjtmWmcmpnTKXsveV/ZPcafJzOrGtKz/I8oJl9dN0nOm80gr+3gJYp5WVPXM5ALfkcudhq0e9EPGLho/J6Q75nZt/leUe8rfF/Z99TmIfteu7nEjbF3sh8Ym6mPpRxTHiP/F6A9qfhkgZ/GAm+vn59G7pOUn8kC84GuTLtXfdjcb6zBmXN2dqbnz5/poxfPcQD9RleXz+Q/S2m7Tk3bqGQeOz6ER1rUcIHIpajlQNgtFjqeL5ukCy6ci0Wn1gd16vtCPeeb6cBoPRLycsrK3CJnSClxnEI/H9J8GHUaoKCnlCSwkQfklovmhkvNkoP0NQfnl1zQ/T8R/fVvf9Wf//ylvvjijzh/Pg/H0B/iN4NwCH32h/gfxb744x/1py/+JP8Z2V++/DP8f8EhU98Q+sc//h6/N+QflH758hscRi9xyhhek77W9evrSP3jtv62tqaVfv3aaeV7/dp1Xuk1F4xvvv1W3379tf7xj6/jz7v+Thv+zR+/9fPN199wEflWb7iEWN4dlwH/CdLu0oZTR+rlxYf5a4oZMqD4+HADYK863jzKwBWXDwV/sIGFDKdGKpHchLwjGXzIRaR4SFZwDIE2iB+pNch69C73wZvUTKY95B9oPWgRmetAMWcPYC5xmul847cqSpIvIU0uylwQM3REKjRkjvRcdrZxEdjg7NvERbq3Tu4TXA38HXPUb7XZAXOMA+YYR0vHvOY7bG24rPoSe8PYvGZ+3XBpXN5dc9FYIctveWBfZDTwl3ahpu1UgMwlSRkJYzqwWoLEfIfu+U+GkOW64aw5OdHi+Ag4VsPaSSUr5QLesJYWWqDbCeUnOItOjk9Zn8c6OT2ON39OcfyEM+jyXJfnF/KfdV5eXOj8/Fz+05WT0zOdUM/rdOG12TXy5blk9EkSXVBKCshkDE3OKuhQWOfFadCtU1YuRV3bBCxY/yes+9PTE/ktCe8lhmgPnf3jxAXnU8pFaZLRgJeU1DSNMu0koJkBumlZWVOAR7tPTBXm1MD4Cqipi5Mjqjg1RHaKkEWJDoH2MnoYqh7o0nTK1sn7WyYfgCZ5rl/FWQeD51kF4tBpC8KBMnBmN/VywCQr5CILO1RdqrwaWyLgPvltjZi3OFJwXPbGh7UG5u4W2TQSVVCflDoxy0AjJW8ZXHhdz38OueGC7IvwEHVpmYpNaZXpb9O0akgFDUQ5NzAUwOkecpvhdz9I5T7A4iYBciqOwLfsVb6Y9zhdvHZucWLc4EC9e/NGdnhsoA84ZcUazK6DLZJT6o7AwJod2LsG9r3BziT4ICujX+N51zF3WWMta8TQoH8uSUKO+Qb6vsUB5rd8Vjh/lnZE8Yxw27c3SxxSN3rjPZw1/eoVe3mkr6G9wTF0rdtwvtxpheNM6OI2jk+OmNtnurq6kNfTMWupYx01rIFE27Xp0F6j9aaeU/dRCa14ho2A9fKesl4t2UOW8psld3w5sFzeYptbvpS40S0Ohus317Kz2Xr6eXODDe9wQGzQyWM64OBiMogdBuE1hAk9vjNAzrYd00HTvBjnMqeU3wvmA2w/84/YUdSvrO6EaI9WGDSPRS6FMWE+xHohjXxS9vqNTmeJ1LNF/rgeeaOWVNMaD24EGAO2GnFY7cC2hO7+yjoB4wRRe1c2qOdM0Hut4LSxE2jNXOsZfztxTB+QNbCGBuor6oUE5bDPrJX1FhTkIet2eafXHg/G5RbHoX/7J5yYjKdrJ0cTYL6oN2XfSqrkQ/LblMPSnw733PzppD0myX03fU6Nfzi8yw7fJW1f/q4ezuOz5/xwrX4452Frh/heYl0Xtd8sjX3BI5h5g9OMIJk0aOCPsAepOM5Fgofg3A+Cx7X/QaIerfTTy//Q3vqcyjrnkb1T7BDfEZ+QJws8WcAW+NCVZd4n+AVYwA+KWY3CAc34IY3tTwsOsb4oXl0914sXH+njjz/W1bMrLpen8S1n4TKbUlaawPVzLmq4zDRtqwUOpGMupsdcAo+4PPui6sNx17XUb7VYtFwUK7SuU7IK4IMiZ0WVnJUDkoImPj5cxSGNx7pTSFKKf8Hjir5cU7blsLjigH+DE+jVy9fhZPnqq7/i3Pmz/ogTyP9L2Keffqrf//4T/f4/f6/f/9//1P/9//3f+mdi/nMx6J9RHk6izz7T53/4A06iz/XHz7/AiWRH0pf6MpxFf9JfvvyTvvzLn0n/HPK/dB4H0pdffKkvvjT/F/r888/1het+/if96Y9f6E9ffqm/4JDyG0h+2+cffgvpm5dx4bi7vcUxsZb7EN8o0h9fOnxR8A+o9j6w0r9hO3JetS3Eh5QLkgwcNylgGHmYcVhXACy2Z8pqnOaial9NHx65hMiQ+hwc+Dui/A66KCDsSq3BgLCey0kfl89ePbr74O3UZQZXgM3JAaTAUSdSWbgxN2CgX/uyuTRFvxouYKXJ9LUBStCYUYoPDfnAv+XCGZcALgYDh/oB/cJWYZ8U8/T4xG/MAMznBXO3pMxFpNd6tZYvstev3ug6fr+EyxoXOMuzbGuTS2GOd2pbAIeSnUAJ2YpPJp4AWm4KVZpKI9/A7zd//BbQERdLr6EGOR6zRL8ya6xbdDL9iDV2coaOgB20Jyenct5/QuaL6TnOn0s7ga7OdX55gSPoXBc4d8/OTljPJzpinfqNoxaZDbJLybGmkuMkeVll0oJNc0BWhsdgh1R2HRxtDbSmNGq7TuE8w3ZnZ6ey48d7yfn5mewQOnZ7XRt/UtMg2FBIDRk7NDRYnELL2CKTj1QSWWUlMIdMxLyf5jvDyrQfnIMuUpcZPeAPAdSLlLKDNNrIRW4kZy6vhqYjO+GRL+Rb5aBnCwDm4NlomPJVITKzTvuynJNs6yb6aflJWY3iM6vN/I58pMhg3XvdrLm8rnucjb7Iet7iBBIOFvNW9bM8NnTEpAro4vntuRkpcz3WHV0ImzMeTWnVMM/dN2V0QVh2KjMVZeMZ2aTEIXfwD/m6W4ag1IiqIIO2XKzDuYGT4tZv/txes26Au1v1Xi/bNVvWBt5RmdijFgl9Hr3vke5pLqFlGBN6hO2sM86eQlqwZTbQeMa+2algZr7QfeaGtMV5tMUh4H10s+rjfwb0lwW+wN+w717zvLjGsfIax9RrHLtvSN+8vsHxcqNbnEB38PgtIgsrpejoZKHTizOcqmfMc9YTc/6I+R+6FHRNogejxnHQyPg5FTMTsuLtIHDTY1xXK5w/S63v7rTEPkvSFY6gO+AWR8+NHQ44p6yTnUF+tt3B471oZE+1Toiz+PjftfLcaadRIMqGCuTjR6R3ZUw623sC1IV5DugPOtPmFBIheoKVk3LKanKrmEeMR5OKMvmUiyRDVmYsRCzSnJ2vOWNZ0wcVUS8yMQew28DzY0DXHZAXurp8hG6gY1FHWDxNmBPX6Vkna/b5eBOIueg1tHMC8RwYJvvt5aAEwfUNTCcNtGe+9XrNXLjmC5qX8lzxvFl6LluGmQ0oQPeMiYqRDuhJJvC3o13v3y76SSm1Ux8k8i2V6BTj5rpvFb1D7Ft8rvwOuMd7L1MrvKOJg8KJg4QghivK9qJMDdI7o3fd9auMGr+z8gcXDNP0HuIvnB7OidqKbf0BAplk5vf6kdeVM1ENSuBEhCAdRJVU4wPyvxb9J6oTM6G83d2gMzoeofev17nuP1Hpucmn9MkCvyALPK2AX9BgfIgqdWPbcxYOss7xLCHJHNoADtWLRRcXtourKz3/6IWeP3+hy4tLnZ2e6cgXhVzgdxg12jmTpJSyCvLatokLdMvFouVi2ZJvnToPdNS3/I7DssFlHW22DfXga0gNllVykQ+XSUn7TyKXlImjzO1mclwWrcuWp78P6ksOezcc3P1af/yo8t/+pq/+/BccNX/CkfNHnDp/0Kc4eMIZ9AnOIBw/v//9Z/rk00/06SefRtlnlP/h8z/g/Pmjvvjj5+H4+dOfvqxOnC//gizDl1MK/sVf9GccPH/CwfOnP36pL3AUhfPnC5xAOJ+++OILZHyhP//pzziB/qq//fVvOKj+oW+//VY+3N9xyVhzGdhySRs5/PpQOtKfkYvLwGF15Jvs0bjL4uLH4Z1T+cDBN0498Ap88PHCh06ealkS5gGyEqdZ22x/AM+UOiDHySFQd86aawbTLM/pDC6jlTlLOmig/Z5LYAAHZDtI1vH2Qq81h/KePgzoO8BHhQiHcnfNWzgw6xyMEY08rvfgfluH4EvMRS6EnkeN55D7jQzzDLRpB9RmswlnW7/eoquBFtHFbK53suh0dnQsOy3skOm6Rg0yRauue3vHxZBvgd+8ec3YvVL8uDEXjQEZ5lscHakDFsjomNeFixEDoJyScqGV6GxS/QxcmAf0GESJctPhQGq1YL20iyM1tO06hb40paiwRgJacPIeU1fMWcpEKScV6E3bqG2R1XVxYfVbOKc4Zs7Pz3EGnbGmL3QZuPPnXGTPgNOA05OT2ANOnOKIsgPHcIbz6PQUnoCT2BMs8wwnz7nh4pxLcYWQjePp8uICvlNseawFNmnQK6FfLkW5GLIa9C5NFom7ch/oT5b75gh4ELAco8LIYHvCQSm1ZoH3JcJD2UwLHrfd0P4BoGfG1g2QGRPjORfq2klC4uAGmTqhQERVmz2JPHPOrLWZTBtZjeUhK2e3lyT2M/mzq0jGuGV6rbD+e6+ft5xAZhpUclZRDtmIpTLBuuH48Jz0BTZS6wJk2mtgLE3L/JqA+Z3JC50QpMM072hZNIZw7G3dAiSotYpL3Oamx+G70nrpN1mudctasSNlxbpZb9Ya6ZNCj0EMr1zfVWcY0X2gfGA/Q1Up1k1Rg44N66nx3AcyeY+JQRaULAkwrqQ8pfIHU/XI7NlDt5utVlzo/ZxY3i11Z2fL9R163nK5vwFu9Qad/Wdgr15f69Vrr/NrXePM2rBHu9sL1pbfdos37Pw20MWZTnEEdYtWhXmNykqoktDBetRUMp5zVkoJI46yPt73b3Dq3OHwsdPnFtxfZKxxOG/YV3p0XfFMW/HlxpLnhPlurm/Q80Z3N3fa4IgIPu+t7Le2ne1rPYUt3X1JyjNCSuvEhyEpzVlsxaMF/WaC06mUsirXtKyUC30CWCd1rTQqpmED9zODK2ZnokJGpoEEOQO6BeDY2aL3Fv3954n9hrmzYo9mrtjJMsMaexhfu3yzlOeSaeb3vr5lXo0hZ6seWWvv81tk4TRdLu+0JrUjp2c9DfChxW4uirkR/UI9ggyefgod+3DS+Uzx+tWreAvohnFYMSZbnst0DNsl6kx9DEFIt0yRAnMc6D8zws675p3ce8sAABAASURBVIwbdoTvQtyfhzxhmYfEH5g/lHWIW9w+b5UNpj4E0wfsPNTBotgUkmkM0mNdmFimxMw/LYTgiPA+e+S3nkaB14amMmfczUzkALCYmEfs5ZQ5K+8fzK4MT96lc6FYWeDvCfle2WHuEL/H9BNn2OPfJ/HAFI+xvbP4nQWPSTmkud8zTHRkscw9UEEwPvgcTa4A94Pr7ikMyz7zhD1Z4N/EAvdXwb9Jp38N3YwHybRrFQ5pUuaZU6HJjXKz0OL4mIvgmZ6/wAFkePZcF+eXOoJecqmPWh66W3bKkdR2SSkpJcspHACzCrILh8IW6NpWi7ZV23U4iJDPBXsB+HJ9dHyk+sbFEfKBBeXB18gH/lKyMg/BlLNmMM1lrdso8JE2TnNRyRlIygkQOgEjGg84q3xIXHKA9+8/vOFQ/830Ozx/jf9J7E/6E06az4E//OFz/eGzz/XZp3/Qp59+hmPoM/3+k9/jHPpPfYKz6D/BDcY/AQ/47FN9gvPoM+DTzz4J/FNon/7hD/oMef4zM7+NFL/v8/KlrIMP/lscPgOnbR9idO8zitMpB4ct32D36jlo9sMGEt9X+S0g6sCges7hCRbIoDzLMAKEHZqkzAW7AXIGxyZ7RiFjJJqCRU0o1SeMhAwBRIzHHixnpiOIgADmxWDgkN3bEeQUZ4vtP7i/BujmoULIrBGSCEivWQufIUdBpUcTA7YBqZRJpxxzxk6R0hTV/u7rub0BXdZcpje+HHBJGNBFhmked9Q74SLnOXlycqQTv8nG3C3MrYyZXM+XMF9q/Wd+b16/ibFccjkfmGcNc/eIdeI15Pnd4fQsyMzUF+A0ewwyegGYiX4wvkbIN/A2HWuFdeC3fdqmpVqRx89yWtZTaZnzQC5JGVkeTk2fnLMy413arMJltAPseDk+oy+nJzhoznD8XOjSzhkurleXV+CXurq61IUBui+1FziHLoHzyalziSPngrIr18E5/Ay4hN/gtwSfPbuS4fnVM11RdvWM9PJSl/CfU9dvBB3hAGqxZZPRrRQV95X+5FLoBxBj7RkxMJtHgPGdxsXdy5RnkBwdzmAOD9Nk4gHUciRNtJoPO6GHkGVcyEYJEspLbSmrId9QQj5jc8DjkEkpIMCrxz60xni6F7UUDFLFkSWAfjeMbUDISxRX2EtlwoUVeg0jwPrv/RYQ6RDrp6eOBQO7SsiG6jBgu+CLeb5R4OhF88puv7SK9tEjGzJ9BSjEFAVwPst5IrGxWmwFmiSA1xgkwoD8nvW1trPCDiAcKUv/dg3OnxWOii3ODL/ZWG9D7h9AE/OoYyn0hBbSHCX0SDRdlEtRAxR0z0AT8wc6ayDnzEgmZeN00HmRKj5ZA/v/iHNqC2ywR+/1b4cCet7hcPF+fI0Dxr/vYsePHSx2AvnPr/xm0DX9sHNmhf7WsW0beX+4YH1csS7Oca6enOLkXHTMa8YgSSml0CdZpwkv4E2p5SN7+BZd1uwdsafcXuvObwHhkLJzIZwV6LlCz/XdSv79mVscPtbtli84bq9vZeeVnVg9PFt4RxxcA44Q60inFR/GJFIiLLGzStLhPwofDRkqfE7A5tGeU9s7eUxSUSn0nTmVi+dNUWZ8RH+VswJEahlUHvpRW/Zi76cbdF/zXF4yFtE/9xEHy41tDtj2htfXr/Wa5/brl69I3wCk0GK8bt+wD9/oljm2xjm0wdnj33vaIHOJ7HXQWQMjgH0831BFKfQzJnBg1lFSD98SZ9M1dr6Jt8Je4/B/jc1vZcfTgK1H5hWsB4HOHeTei1ZzPMLyzoJHeGfS+9utpYfraq73r0t/SC/va0uvCDvajO/GZCbsOOZhPyB8IIqyhA9kfjfbwVJkTVS+Ktcx+4JJRp0+hB09UUKGAPLOsCsu72R5vIAj5ocYamddEMIDWYeUIZ5iVSZ0QjBHGhHlQfmZo9qWHrVH1XF7b4B+ZnWexD9Z4L+oBXZ7y39R/f/t1M4cwgxzx2e8+PDGhlg4+JSc1XIBaJqFTs/P9Nx/Cobz59mL51zkLnV0dKI41HFw9IE6vnGbH7YpKeWsVLJyKRwGixqnHJRbLn1t14UTaOGUS7H/XMR/ynLMBfvo+AjZxzrmgmiaeVouJG1pVHJRzpk0kyYVyzTkAs6lDJ6Gy0DhsGnIpSj0oA4VpJTEvVzWteei74ObD/tvOND57Zu///3v+stfvtKXX05v7fzxc33++R/0hz98hhPoM3322Wc4fj7FEVSdOv7zsU9+b0fQ7/X73wOffEL57/Up+Kefmg/4hDqffoLj6FPq/0Gf4wD64k9f6KuvvtLX//iGb5ffxDeKPQdgHyCzhKqJWKpxPagNKD7yQPK3jCPfqjsd/O0lB9PoFGU6eHTaTlJGFqDAKo4t4tV8bBQ85KNNePZhpCZ1KKA48H3ZhM1lMFiOW4FE4RAQlz906n05pW81HWQ6cU1hJcD/MCAthM0p5ciq/Xu8BhyPhsyhPqesxBwJPcnvGZGF3IG5MMTli2+aravzXJjN3zD3TpiTJzhyTnAGdcxRz8WETDxwXFw28bsg/qb+Zr60cdHokeG2Oxw4i8WR7HhxXctLmX6lNKmRp7QmqFO7CU8zzeV20ahjrRTnmdMFaFhHTdcq1hPrqiGfoIv+5WL5BTQplyKvPUOBrwUWrLnjkyP5knpyfqrzyzP58npxdaary3OFc4fLbDh/Lihj/Z85Pav4BfmL83NdXlzqCsfPhZ08OHieAVcGHD6XdiY9v9Qzyi5x/FziFLrE+XNBXdvR69u6RF+Yi9bPjtuS0R0Qn4E5z0SR7SzGQwfzm2LRQSAwogw8CAzvnsHX3VmCeQ3wR1vGk2hZ5p/THZ4b7GgqYNzAWORclKkfQG2HAKTUlkKByDmqc9+YwbJS1G+Q0zDPmllmchmg6ZNrOkT/cYax5ocALrA4WGJtTY4geQIBhSqoRuyAHtAGz22vR+oKx7FLMgoX2s+MQW46ZfTI9E+ZRgMKZgAX4HwhNTgPIDm0qpElQnFbdlL3S62XK/a3GxwWXMjt/Fndqd+uMY8dVr5d1P3NNQ0D42wQqTz+NCfmdEPbBR0L87xhDjekiXyGbpao62gCS7UctJlUS3SpqLDuYp6xLgr9TqlRSvRRKf7Jn6iMnXEQDUCPM2W93sjOgzscRDf04w3OBz83ljhp7FwQrSy6Vqc4Vs9ibVzIDlPnj9g7Fl0nj6/7kdFB7pv8cWNTyvNzxJGwZe/Y0OZmtdEKh8WK/WSF08JOEeNL43YCmX63xLZ34Yjwmyjx49HLu9B1jeNjS307g3r2twG5tomdboPHyM0C9U/BQN4RbJldUc6gM4Dugmmsk9zST0MhJR9jZPsW7E9+qp+phwqyHiMOzX6zVb/utd6so8930T/3a6nba+YOjpfrN7fyn77Njjg7417y7H756pUMr3HAXzM2N/DHuDDXVjiUlthgbZsBtqPHq8fR5j0aBawJuknWKZFLRkinROax7dbLtWLsr9/ojf8Uj/bsdOvReUtn3BcdjqsnH3Luhcdo9xh+3swPbX5nix3y8+r5o6Q/6OSD7I8S7Zn8o0zAlrdlrxgABezVyZ6BCPcSMcj5uTj2DDIJYKfSYdkDOeZ4HBAe9Zw+zvFzU++NxZSZkkebxlyP0n8Koq1gCJNMAmNsrBDruZKcAdspEjUgHIZymHnCnyzwb2WBx1bEv5UBfl2dZTPjcKzCsIJmnkSL5ljHHGwv+Eb/+YuP9Nvf/lb+ceiz03MtFgsV+PkCc3oMJR5PaW+SON8ScbgVJQE8zFLJygYOiKU0ikM5l4+Wbw07DvdtQMfFdxFtLLh4u62j7kgLLrCLdqGuadUCPliXkFOU0bdCCjwldKlBRuVPqDNqe3DYXnJQvONAbYfQNQfI129e69XL13r58mX8adbX33wTf6b196//rr/97e/1v2uP/7Xrq3Dm+Ld8/vKXv4QD6S84dwL/6i+UVdqf/wyOc8lvGLm+/xzt21cv49X9FQdTH9D9jbTVE4fIXJGIUR/SVnZchc5crgacQD36+yLoA6psfT+0ANcNcGQJpBkhmEYlZzVNlm0Wl5FM4fwEpK52H4y0w404XyFP+mUlahqErQ1Z9TOgkqHXwKVz8KUzUh6vbiOeqY4A8vXgDE7lbEVJkRYyAyWK0ojo6ZRCvhcQdS9f5wHzDJk5TWkmRW/LtxjXGehPj019yasXg43icoC0jktdx3w79p8/nZzqGLxtixBJ6aiRie+3CO7uuKTczN/C31HfJ4asBv6u7eQ3XjougZ7XpWSlKoBRGwDFx5h1ciYTZXRtWA8FiHneNcrM86Zp1C1aHR0vdOx1YVh0QWvbVqU0Kujoy3IpRQnIbi8lpBIsPGWZVpgLLfwdetop4z8PO2Otn+Oo8ZsMflvnLPAznZ6d6gw4wWkU6ekxTqQTnZwA1DkBjk68Pjst0MdyM7o2yG8K7YHn0L9E23nSJ4mybADLk47iMxmj2sUxNEI2EBFck9xjATlmiKI82diEA8gN9YFc0CdL5CuAUwKB2sZJnKcPMEK2rgC0iDM8BArM+ACsN+CJZi3CsTGzUGlquyFtcov4gtQyMeQpRTKom/FakryO6hzt7fjx5d5rDKCEOpPhkETG7LEeWYyEDQAXvGLeJ4TaIdw0rRrGxuMVkBsaRQ/KJeOAU2VEzgDqaY6TBIw2VMF55Pc4TdZ2Rtzeym+p3N3h7OZSvvGbM6w3sXaSdQC0A3Rz/8gPgOVahWTd2iLr2HiOkzeem4TN0MdMqp+59zU3xbAk5lZmDsb6IK3zsihTtyRSIAVkKiVUSvRnVE9/ehwy1Zm11PXNjfx8MLzhOXFzfa0NzviCLnas2vHz7Plz+e03Oz3PWC/HrJVu0SoXbIpoOwxG5sQA2A40qMx6SCmJQNui7a3sCFrjwFje3sWfePkZtcKpZtqGZ9YaWzpv59DSdubZdYOD4hbnhPWyU/rW+xLjsMJZtOFZs8GxtMXZEntz7Mvs656XAdZkBuxAEJAyek0gJUiGuq7chUObGzetR16/3mpNW9Zzid536GC4sU63N7pB3zevb0mv9ca/cfTa6RscPYCdPjh0/Ex2H5wuscMt4PQe0L9b78HIvAWuGRPDG2zh1GDnzQqHnd+S2thpg0OsZ/0IPRWfkX5pD/TbPRwo77HTHXX949uv/btv6HqDfmvs2fMc9liOPuMMFoQ9nQAppFlm0u4TPLvcPx/5ge1jjknXPTYR3p/Q3ts1oBDeX/FhKYIekqb8XOJ0YJ8dYu/Yj8PEdj/53u0fVv9RlfeCvFDQV5GabLkV2JaYPcwbZ10UUDM1DgIbBSkd31oOaA3DvVylzTHMM/oLSO/1JfSp+tU4CP+8KBolIojn0LuNOGntBPBYidH65yn61NKTBX4ZFmD6/zIUedLigyzwKJMPwRXYxhjRrAJfVslZzWLBN5vnuuCb/I8//kgf/+a3unr2nAvhuY4WR/A08tn2WLqgAAAQAElEQVQnnrkcDjV/ODiNEF0W++n0PE4pKSUA2W6zHuSLCof60jakjXzh7dpOHZfmjvYXwNHRsY6OuGAGLNT5ktn64tKEAymXrIzMlLLStBmnlPSuT0qUBX9SBs85KSWDRGzN5YPd1hcALiw9B8aNLzUcyFeAD7IV7nTrgy0OpDm/NM6B13xr6vQ4bDZcIlYc2k1bUuZvKZfwmbaB7kvGloPm1r+DwLf0PlAmSXRHUhbKEAYuJD0Xjl5b9BngGzg8EOAJrkjvRWH8qYw+KttOSU7v8U0ZWpqw0a2CTwMH5uC2aptbzi0GO3p69X4bAVhzKen95ylcTCttC99AVQPJvadqlV1lusyQHAHWxAA6BfPpsP794onrMHFfDQk7OqWC+3/AYplb7G77r7mw+OI6kIdTTW7U4RzxPD8+Pa2ODS6PpbgUTbjEuo9LjycXsDsuJ54DlpVpxxfrRThomLc4L0spMigsiz1YI0jBPrNCQ+0ddX1ZbVgTXWnUtg261LpN16jtWlmu3ypasAZb1kfbdmrQrenamjaFtDDMWanMfU/MbUXruRQ1gGUvFq28to5PjnXGZdWX1nD8TM6fcASdnejk9IzyU53gDLMT6BR+g9/qOcERZCfSInRp0bmlr1kFPQp9KOhQEroEJPTIoptACgilxCcDUxhsH8zEYrSZguqszByVweY0Sg8jC+IK58T8UeQMQB1ap3IBGtqfoZZBCO5oi4gQeZj3KTKUE3nqyAD6njDL8AjPeKZezrTNuGXs5PHLyM2phAoZeQYSwgjN64X1NgJcXgegH9bT2mOdsU/ZuWBjFWo49eQa7JBhTvtC3rNvjGFQKXsU3DZtIpwauYL7BS2rgWmi6X2fgUKA9r0e1uuV/Fsry+WN4sK9Xqrn0j2ig0Z7jeD1TGf9sKlFXdsFhJBRJQGk2CSVNuapbdOwDgq0nAvllYdOaP5YavSXh87AwjbUsqSckuzsKiWDN0oFoI8pkXcKZHA4JVIiIQbH+6geWWvstnG/cATYmXB9/Vo3N290i8PBe7vrLFiDXj/PeFZeXV7E23QXZ2c64dnVdZ2atphNwv5b+j7QgHVOUFJKSqkCWW1xLPTxzFjJb/Ysl7dhyxXPDNt3zXNlAyxDJ55BOFWucZiEI4X0FrCD5db70s2d7nBWLHnOrL0/I9e/f7TdMhPo22igUc8uD4uUyTk4rZBtH+hOSShMMi/dkMH9CCAiQBt4Tm21wuFkuPMeyXPy1rqwT1q3azuAcNK8fvNGdq747Z4bnCtOnb95cyPz3GLzJc5DP2eXfjvozm853enWNIPzt0v5LagYG/pu59ybV69wLCEb+bc47m6Qs+LZvZxs4Pk48AyV9xl6FP2iu3TVOWEW+jgwFhutaKP+7s8b2rnREjl9zOewmhhS6oBH50GnEPYCR6yqXDDzQLsXIEf794g/ZYZGUc+KglV13yOe0X1PqZV9T/GDIrfnufKA/DNko6WQO8/JyDwa0cMP7caH8j3ajol7vZzzxDrYBYPkyM3MIKFfhBzTwvMoyhxp/sSAYlrkO0wwl76dwvA28XtRfoiEH1KnKvXDa9b63xVX2x5ycdwPe3pb2NHLDquIx8BAbkrAnsKTBX7xFvjJFXya/z+5Sf+VAvfDWbHMoQXgknB8fKaLiyt9/NFv9OLFC109u9LZ+bkWXEBzKfIB24cLzrQc/kbZgWEcxOSDTqXgNX/JWQkouahC3h32Ww77vuh27YJL+JEWHKB9uew65xdcMDs1TasC5IKOKSsBlis/OBORHvlATikppSTzpmSc+gICT/KHHigO6DwJ7CDwmx4bLjErDo8+RBqWHMYDOBz6gLjim0gf0A1rysy7gX/DgdsHb8Ncz46CJfxrDpIryjc4T3ouGVsuUaNPngYUoVdoBoIxB+vCxWCLQ8ngPxkQNBQ1AyDlTEI/nHD9pe78EKV/FOWc4DGeRKEe+9S6LhmDxXnxWNwBug1cKgfrTP/WXPDWHPD9jX+FFd/8rriYbmS+qDfMzVVpli4lKY6i00HGPBRXHV1GcWigaH2OTZ0hZ/oSMFP2KeRdxpc70R7i5c+cWibdiUuede3pV4UB3YdovWH+Hy06tR3Qtmq5hJZclLGz58iWMdjg8FptVlwUllpyKbMjybIzfAvWSHe8YB53Kim7edobgYE2xsjXyH2Rck7K1jVnla5oXgvWo6X9Dj0WbasOZ8sCvY5Ij3bpkY6Oj6Ksa512Mn/LeuoAX6JTg3TaSIBoI09QmqTivpVG5m9po+1a+m3o9jTklB1Po4Z8Q75CUS6HkNUg02+5ZNK5LTooOUqSxyYpgwCaP0yGCd1hOwTWKKv8+9hYkugPUYQamT4BZTkXyAW2JkC5IQ9oBkau5GhhsF5gcwojuQx1glz5IN4LQSUiQEdxJhmjjeCarXKIabvJrZqmRZcyQYYpAbQB6iYMtfLIWtgybzZ1fTHvesBzd2D/CB6ao3KEwevLbTOvB/PZAUM+M79ojFAA7CCnWWSoR0oPA89N0O73HxaH4miGAZ169d4P2Pu8D9j5sMJxsWZdjL4ss06mKTdVGtFulNdQPCdoM8OQGZ/CHPIc67qihnnYOJ8LKgHMUxBk5AlIpuCu2/HT08+Bi/1IX2tRVppkRxsp0Zo7kCTwlLIyac7wKUuCDiQAg8sfxGlA3uyYucGZ8frNa5wUb+ItJ+/tA0xt28k/HH+O8yf+5z2cQZcXF3xpcorz9FgL1mvbYPNkqWPYwDHNy+0b5AwlW/b7DY6eO2y65Dlza8CBckcazx72XTsj/GzxnymtlmuZ9xaHiH8r6AYHlZ1UNzhAbm+vw3lhWuSDhiMlZLNv4aCxo2iFs2iFs2iGDWO6Wm60QY8KvVbrXhueW+sJVjh6NvEsW+P0WWuJHsu7NbqsaPMOZ9mdrtHJc+IG/a/9Y9tu3/DmVjd+a8c4jqz6bFzRxnpqoycFmL/eZ+2MW6NLDzg1eM9dovctfblBhh1H4QxjfOJNIPq+tDOMZ+4GvjV96rcbxfxgTL1uMsOR5UHJgREx3lvm9EZ36PzKDqVXr+nPDbqtWH899UelkTqMO8PlKveAWRVjOhMt2ficGr8H7yy4x/WBGa+GylqxGlfKWJPHlH5YYp1YFxM5EpMCeU902Np72D6g6HFJdqJ43KoAeAgV/5B47r9itX9IjZ+EZ9Yx5hwS5zxoBBt2hiDcj8w+zBsSRYFDjDToYOQDrRFcDiY6NRzizr8LPpTvXfUP6IeiDvEDlh16UH6A7op/NFInzjTwNvahxH2LWHI/vQ5ZdnjZYf81kCctnyzw01rg4er5aaU/SfsFWCDzgCxa4Hg5P7vQ1fNn8o9C/+bj34K/0BmH3I4Db+JwvsVJ0XNgHXi4bTkQ2QkU22mS4lzFoXY/YUwUnzkVLODwCEgpyRfDXGifw0cuRbk08kXAkGkvJfh5jtOs3NbI1z5jZMSHAuKkRExwFkgAzNoDZbuQgjuRz2BxIaCNSMmnABHvQdMnxIIfpj5bOS/XAMEk+GtGbbioracDtg+sPtjHN5scXjc4mXouS7alqJASrSbVj/uHfbccunscRT14XJ7mB32GzQa3DUAj2HY5KXNpyolLR672FLwEHX7sMDrM7/HB7GQRzth6fH3Z7N2POISv5Avf0pcRYD05QHr6YQj+SUe3aUDYgzA+yEsZvQ+JtD5JeZv3kO8+vm8tGQUygHTV1NyDRi6ntmfoi94D+YG+uuN2YBxxaVssOpwhjeqbaghhbJhIfEPcxwXFTjB/W7/hItRjm4Hxa0qW6x3jtPGfRflSGy3yVZN/PNRNOG+wPowOTRKTabgkNqWVL5SlbeV823TqcBa0kz4dzqW2Q6+jI7U4flp0XEALOO60AO+gBR9paRt1bVGTaAMQFh12MKrqM9mXLooxyAdgPRX0wGoE+8DcnKESJdcruaiwdgv9iPWMLBlmpgdpVpIyxExE8JhbqVlHVKXQAf2dVOZax/moR0WnatDBAG8mDQdUCVrTOH8A8GcgxJVsSTRVV0ToMB8azRB88DgNzsPI3ADFlQpekUdi9EJetm5AOMlyUcYG+YB71qLSLG+rIRwcW5yIGy6iG3k9er4NzCtKa21wMaDDBDEne+oTzBDjgTMwMx45W7ohCQPtoNLhLp4pFcjtQ9CrQOvQ9ysu/3cBq7tbrVe36tnTvJ5cO1EzpazE5jiyPmQAhyyrkOl/Yr40TavGc957fteokM8eP+9jMGaslFl/M7h+APIGQz+yppk1zM2g54T8EmD5rq+oXySFVsqpKKW0g0rX/sO+usWWG/beFWv85u4mfsft5vpGt+Ar9j33sWWNnbAW/aeU/m2sSxxA55fnujg71/HJibyXNKxBmtKITEOYAELJWSVndKFZdLcDyM4K7612jNzh+LnDrrMjaMUzY43zZeXnCU4N81ZH0Eq3ODuWOKn81s0tOl6/vlH8jo7/1OrmDY6r64BbO1+AG5wkNzhJ7Bzy2zeR4pS5wYlU4Q7nh+EWx86tbtAlgDbM+4b0De28ub7V64BrUuDNtcIZQ7vXfqsHmbfIvMMhtLzdz5c1ffCzccDGmIB9rwHacGB33UIL9rnCHCjMD49hSrZTkgiaP9hzwJgepy3jZGeRbRP2w1ZLHDm3wN3yRnd+mwhnkJ+522nPr/NxUEbewDNgw7N2xTPN+t5gozv0tp6D+b2+4Iv2XcH4BM5md8KIacYtdc6bdg9cYLhH/IVlDvQ7QN+r5CFf3Sbey/7+wlnAnL6f+6csPezGTyf3oB+7BjyZmdfRiInkY+4EwdtLIF4jBrFWBp5UEQ7E7RiDe4p2z7Ap/wtL7qn/L9Qt7GqDhg6/FK1CmafoyQK/KAt4h/pFKfSkzE9ggXlUy4xkNW2n0/NzPXv+XC9efKSPfvOxnj17oVMOtR2Hs1yKRg7eWw5FPQ+lLRfCLYcxxYeHGOksTXFiEp9KB1FK4DUEnjjcGQoH91KycikcjCcojTIPRZe7rmhnpD0C6BgkzoCkCCRLDC5FSj7K5lSqdOIUkInfBvnw9ggkaO8E+mQ9c0kS/UiJaw+6+pK25ttMHyzvfIjm0H0L3AGm9Rw6Rw6vXGGoliQ0kj/obPv6kLzF8eJDq2FAposN8bjC/vUhJrknDZe8woW36Yoa0tAJ+5n/7YOCJTyEyulnouUO/Vpr2l/6QM0lw98235KufZg28I1/b6CPg9884CAt5kZty7KFXpZJh5zsgHwt3lHyDgOhrOYTmUMg+64QFSKCw6kB1AF5tU+jol/oaaeML8qGgTwF2Cyr6biItJ06HC9d16lhPibGVHxG7O/LRlwWuBj6guDxHbhs51ziwte2XVxmUqntb5G9Ddv4B3GtCIIcXAx4eDLyCxeetm3kcWsibdVMslqcKm3XVp3aVkfQfbm0jv4R9Y512XUN7dL2oovyru1UqJeR6+YqjBqZM2OMEWNgowA5SwYPVkaXHTAfKapVagWYxAAAEABJREFUd4vJoztiLup7IVKac123DW25vUSqtK/pg6t7boCdZiiLkJydAJlgqIdGyI72IDggn0pg5gfQURCi3dwoUvJiDHJAo8bzf4Imm2cC1oiQh8bIQwnXA4vAwdk6Dqa5KIiHEUQzoOEDqtU5JFUcdreTC/Gs15Rm6wDYTrBV/iS3DD5WwBgD82cYcPwE9NgdJd0+ZTBN/MYAj6uBeUouQm0n0eUCZBoA5I/TB1Ccn8ucPgD2/GHThyPKzl87g70XrHH8+M9fRy7LOhw364mIxHgl9sacsENplBgXOyg9Rk2pY1Vw/BTbhrmTs/WYIU1SEDSFgT6O7j/glOxUQveYs0pJBkvQ9Im902Ylb36jAY7Q2SYzOhoPYNYif8D+sd5xDtjpaweI9/A1Tpgtzl/3abFodTL9SeXF+YXOeX7aCeTf07IjqDta4Ix1P4tsh5Iz6mURSUJXYTXW0hZHv58Jbs97i51Ptu+SvWaF08R2NtjWfkNm5b0Z+pLyW/S7nR1G05sx1zhgbt7c4gy6CQeQ35ax4+ea54/7UNMb3eLsMNxc3+kGp4n7WIE8zh7T7qC7TjwDkH8L7zVOoGucJW9w9szgH2l+9fqN3rht8+H8ubtb6pbnn/+065ZniW23YR4N21EpJRXmQNt14fhZkDbMBc+LUoqK50xOSkBWkgKwlwAGbWRObrDbBlusccwtsUO0t7xV1fcOB9Cdwpbw2L5b9mtGFwkSQyHLsF39jLYTzX2yvpsY461GxoYo+N+OcpAcH0IQf6IotpzvknXA9CjruKdaz33uEEu7jO2yy3wH8m55KEWYqx+gM+kgnUqdBDBCpMQTzyOtHPSpMpnHUHP3N8eJ9p6E5R57Teyw99reV4K8yxzie+KWPdpaAzAQ5J+Z2ZUbOVBRKHkvS3nUIT0MQSNCKmRicIW2cwz50RCMcNb0UZZ/C2Ltv2OsJ7b16LXH3IjpTp/gyQJPFnjbAg/3qLc5nij/xSwwD2kJvcuUzTz5c9tw2TzS2cUVjqCPcAQ91/nlpU7OTtRwsfRzd4PjIg6icajquRRs5W/jfDi3Q8gHboMPTqMPagDnarIcscFnmnlGDlhbTuV2evhw1nOgC+BC4UPxNtJegXPg86F83MlAfXBiWb7BWYPxh5ASnIBTkjhOHqY2Q4b6fSDBX2GulaLZLbr2m61WHCT99s/ddPC+5aAeB1IcQFs/geg/WokzLpLcjZEH1CD/+ZcPyr0PyzyxRnjrWwLmHg4e6pm6tJ2LOg7NTVyiCofbpHufeMod1qPUNANoDc4AOC162uz5pn/NwXqFw2fFt/wrDvMrnEBL/zkYdF9Exi0XVMZsgH9Qj14+QnmWVMgINpBEqDhlNBMExt6p6Qbjj8OD/jxkcmUbEbpRhTU1fWgPzURbA3bsDcyrAei5yNkqUpZt1+Js8UXE4MtJ9mQRn7kuDi+/BbBiXNeTA8ztmX+B48h1CmNBDfnC4d9kcZsG0a7pBtdxm15zDc6awtpq2xYdWpU2K5VkNjGQBMY4AzgwckCBlpQLtALOpbpB7w5o0aHrOtZwp7Y1cPk0T0pKOeneB5mi3xVkC6HieAATjUpWfcAGsl0tJxUV2i0F+dY7oKjJRdmQshR86CiAtjL5gNQoZ9MSJUn14zEyOFdp5lHUKcrud3Yd2gscGZ7rE9xz9GTKZghe18sIhl5IDeR2gSk7CPpEgJscedpDUQkdRNZT1jCxvZUclllGZaAicrJtEjoVRBaKMiIzKeLD8kZHMpYyryPWFmvR83TYOYEmZyL7i2tEVaoQGCxmcgwUcihMjFWOtmmLtiERaJMw0LoM4CqQIzgT1MjVyJIB5A7o0uMY7rloL72PcaHv2Ru2rImB9S/vZd58A6idklBBou+FcTI0xeNX1Hi+dK0KF/5MWWYuWVdZJx1+rNMM7iJ9RD4a7ZhqqWNIHiuSWj5K8I7o5bk7gsfmDNl0g0kwUQNiraSwKZSoQ797nnd22tupEH9qZAcH+/kaek5ZXvcnx8fyj0P7TaDLq0v5f8e74rl5cXEp/xm1f38r/iSM8QibIF+hDAgy3HcDOdQa1eMgWbP3b9hn/AzYsFdtGfMtdg69UNypHSlb9l/DZrONN083PJdXBhxEdrislmvdIWfJuPnNIb+JulpueDYBq16bzaANckfWNwEVsKX1BHIqyrkogQvFbSID6vHMl/wMn3XorR+wYU/1s2uLXgNAhxSA8ISMlv1owdjbJmdnpzjNzoALxTnj/DTeoOq6RcyRVLIkQyIluHESGq7DxLARxBCHM8ftrt13+myH1R3OK4/dCkdZ7PVjLHa5MkMr/4mZn2v+/aDrcIbdyvy2+UhfhJ3dnCGhe04ptMngOvzkw8z7cbMa3s8VKgbLYGUD+45otk2wYRVCoD8k+hAFH5Fbdb2nyKNctUt7Po+F6w4gO6oRAxLuqTPRIBPIEEDeG4Z7At7L+kjh3EBNa/yADSJBoX/0gVykHkfwB+yPqfM210ElKhAmApwOwESYEjhKRV00Q6Uo5m3F4avIzxBbNuD9wkAL1oPknxsmO9RG0QfkMCb7djDDDG+XPlGeLPBvaQEviX/Ljv/7dJoh9mbNQa/hIN5y+PJ/C/3RRx/r6sULXXKgPTk540LZxpHVTpk1DowVh8o13wD7wGfawIFp4GToQ6EP24fOoJETmg+YARyqtjwcXWfDwdaHrTi4ISsu1xzWllwsfBBzGz7QmscHypF6PpiNHCYNIjUgkuHyiadCjSER0gMg+54w1/zQ9G1RI4fDEXKohk02OIJ8KF27XzhR/PsNPpD6m94Nh3zbwjajCjWtLYcG6g0cyjnVhkNIYXntH+LTUzXnpNwkedwaLlMN49fcu/QythLnLY5XrhNAhB1NDTAODP52lMN7z4XOB+MAxjlSDtVBp2yANjj12ME/oueAvh4HISdk0uZhsPOqajJTsRBqzLk5vc8zU+c0zcgHpwN2czNWa8AKI8hgfbkI9L7QGmegMna07bp2wYXuSG3XMd+LUprbHLnwDLJTZ83c3DD3/YaWLxU5Z77lX2gx1SmuQzuer70dZNhpoA3rYcVrH2vM7SrGrm0b2mtUmqJSGshJMdiZGsjL1i8XZcrdXlyYjQN+U8nQNZ06dPCFdDH9WVjDRatw4cq5IIiQpXECcvfCrOMQNmN85tJJ8SlRTjn0aNpCv2mTOVdKp7Y08gU/uS2D4FOS0D0HNMrmoSwXyhKKEGQeHXygmb/Wgy8bqEs7HqOcwZFxz+lDmW0S5eCRBp95G4QjgzZRJvBdyn0QgmgSgIfYeblNcFMqL1SY7uUhhU0iIhMBJuox1chV3HUy8qRJD9KMPWDYiWZUyFoQkE0mDSEeh55lta0QaxTaXEwtB6pIMlYhWYccLdMVSh3IK9olo/lziM80p27AeoBjo4G1Mtj5w7xf2/lL2uMArQ4JdIsNeETj8WD20H6ME6nHvWV+eI8qrRrmbXIZaSbNqSgzz4loMANJ87SomgjZio/z3i+dBiHBD7voH1iQzOzygXU4sPZG9GPJc58fseNIannYEW2jglHjrhSEGm15nm2x+ZL++s2Y6+sbObUjf8vzKuWkxaKTfyD94vxcl5cXurp6xpcnz8Av5beCTk5PZWdH27bKpUS30KA2QJygJPpvEDawrgOOk826j7cw1zwjevaQLXvsNvoi9qKRL0UMA+mAw2iozh/25jW83rPX6LxkrJZOcf4scYrc8QxasZcvTV9tcP702tDWln722IrHtE0XWmUl7caGMUqA0FPQ5Q82G4eEPYU+QodxJ2tAV9sddc0JpJBVGO+WPclvL9ouFxfYC0fZ1bNLPXt2pavzS5l+jEOtYa7kxPpNSfNn0IwnZUmZspSyEnYlB4VxpS9r5mr8KRiOSjvu/AbXBtsM9HFAKdvTNlpij+uba/ntJTuB/FzeMK7eu+X5YIlJogmiRJpEo+C690Hsvfy/PMPY/BAd8g+pRJ2H9QZo7wyPFrLJEKJOGPMxpoetwP0YG+RdOCg/QHfFgcwFc2oiOMHYBPdzE/F+gt5brx7mvhfFYByak/uM5B7pCtRHghkN94t22uwQyoMtIu3brAwTlbkL3weHQbt6D+pUqQ+IMBPeWcfcLnca8KiQKPkRUW2hxgdieDa486Z7G3NJDlpgjt4B86R8R/ET+ckCv3ILeM38yrv479g9hpUglV3nvSHm3KppOx0fn+vi6opD7DO+nbvU6RkOoEUXvFsuzRsu/msOknZg+DDlfBwkKdvyAPQBqh4CeSTyENweQM+Bessh1XKcuq4dSZZn8KFsyYHVhzFfNtYc3Mw3UKfKHPCLAMj0YXkMrYgJcWaL1FEURJSIk/b/yP7EISFvBoUavmW43/1kqxXfyC751nyJE8ip++eyLd8kj9gMAcpx0hypSv84yI4cVhXg0gnIUyplAvw5c0jmABwHZp5uOcCFwFQlEuylOBk8ePJCH3YXvI18MO65NNjhs7Wjx2UGblADl4WBMY40yhhf+jf6DQX64cP1gDzBv29rbs+pIbT5gVGi3mOQVXvrmHIncIoxr4Oh+Ay2HfPPdu+ZTz26D9aXUtvNDpOj+F2dTgVHQuaQ4EuGtR7p/4Y+bmLeL2UHnm1EVXVcajo7j1g7bdtCGrVhvFc4izynbc+B9sL81tT6AQ3yC3XbqZ7rlkJfoMu667EP/YNsnUgIlT+73jQPGnQv6NG0jdynXIpyKUhMAFWsg5NEBOxlMffIjAChFuY6kmRqyEkpJeS1IdvtuP+NL2xc8HKhDJ4Mj+hHBhL7TLajMiflcFAWNMgB8qc2BpaArLlezugPZPqzc/jQTtN0yKFsSoMPnkO+4C+NcqEdAMEEZBNHiLOd84dA04J/gpqrsbmi3hRN06YO6UTbZ8x9COiRkeu+2AZqqJEmIIntykYYadmZCRiIIeZsr4E11QcMNGOg3hwGECBaRD5CIBBMiMRtTRnyEXZZIwZN1RAEg522JNBoi3WyxmlQ4Q7HxIol3jMxMCLOFRD0GwF40TfqoUfDmDTMw67rwlnYMB8LcyTloow9zKeUI3HrgUVkiROZJDRyNEFWEtZU3tVNevgZvH+i24g+g+0IjAebgWUIOeOYgjpicj9PYNf8SSnRBuUMtr+EWGED/7nQDY4gv2Gy4tnUe11LKqVowZcn/pOw87NzXV1e6cWLZ8BzPX/2TFc8T/0nYrOD4wgnx+Ko/qB7/O96R8fhKFqQ+ve8FouFGuzWYD/b0ftRw9wvhXkPtF2nlvY6YNEhZ0H94xP5fzTskG35hoXbADpggWPYvKZF/vhIHXWDTn3T3e4CvEXGwvykLXU79GlbdAJKQKvCeGZ0SblI2IpI/mBK8RAzGpBdBsR+R5226+Q+23F2fnYR//nEud+WujjTGWeNI/SyHjvZMVdSyPIUCETkc5LnUaH9BO6B3PKM2rBHL3Hu+DeIDH7erlesoR7NHNjLtzjn/St2+qsAABAASURBVJ80XL/BAfTmtW5vbuN/YfM4DzzjZv1pRZm2skSclBIQFMVn1ocpEvmfN2K9zQ2+oyFW4DtKvi/ZPf6OOgz7WxyP6le1GjCSiyNnxJWn1LQt5UGaaMY/CNJDrge6f195D8W9lT8QCEqoezL6u4/RD4bqrWrvIlQB90vdBYBQ6XmHkXcFkl04LNsRvyeyl2lpmTl+KGBfWqkP85VaY9ev2IfG75P2oTLe5isTKfSJyIQs7xnGRB935Eq4H6MWQ8pz7T75KfdkgX8XC7x3ffy7GOHX3U8P8QxsiRymFhzQTk9POIyd4/w519nFuRYcFBNlPij7IddzKZidN/7WbM03ZysOXiucByun5JdxCV5pyWFsyWXYB7FInecbySXpCh5fkmewU8lyNxzk7EwacI7YWTTQsMGH9MOD/A8Zm/RDKr2zDheEKHNqyXvwZWIgch/cpzXfuq65RKyj36vqROAbXh8YuJ/INX2IjTocUp1uI+V45IdRtEPEU4nHmDKX6sSFqmmKsi9bQH24eTzhI1BT9Ql2T4B8wTPXgKyBsey5yNihsWb81jh3tnG52XDRA7C9OBSPARykSQfrBd9g54/zAS4bOQxxykYuzd8Lbm9uN7uj90p/eMZyRY/CgGRsG2f3Eq1PzW3Rszcwv9znwXpSp8Ex0XHZan3p4bJTwFOigAO/0NVzz47IFfZZeRw3K/mNIDjUsV68ZtpFxzrpzI4DaBP/Y9hqdceFea0ex5OwzKyXdcysp46LY7do1baNGsbPEO1WdYmrPRm9GMbBulhnYPDcQqbLYMQESC1JTWdZRW1p5bdyCnMkl6JcikR/kvgQDUrUBp/CSD70yxMhEhidB3LKyly0GuQZCjZqmlaZfECC6Z6ApAy/sG1OjTK8wU+/za9kedQxj2hHfJxFRs70Aci2SfDTF9ppyAftIA2aebMrI7OQGhAnge8Agg/mBtBhApIpzLw1a3FyZAgZlV5lzniM6j6zw7JK1MnEGWohBdBT9DeHTMgRrEkgROAZAJO2jLnXFCnr0xfTAScQQx+l1iNP2P0kya0Km2baMp/iY25KnET+YVTbnYuzZweNDV4vzHvvXRv265693fuSmH/Re9Ih+Eb1gY8ITsqlyM660nYqHcD4Z8BzJzOmMf7yJzmS80TafwaamACipZKIblVWCTQBis8woDFMI/uVYQhdBr4wGLnPR0HwpZQkg0jFhyKvb4NYXwp6Us5YAj1HnElrnmlL/69XN3fyWyN25K+xhR0OrpLha9k3Tk9OdHF5rmfPr/TRRx/po+cfxX+q4N/Wu7y65AuVc52enurYzhqcK37b5Zhn7SlwcgI94ERHJ8c4hAxH7C8A+5IdMG3XyY6a7mihI2ScnCKP5/OFZeNkcjvPXjzX1UcvdPX8hZ6TPnvxsV6QvkCfZ8BzdPL/9Pks0o/07AW8zwD4n135rd/nenb1XJdXfAEEXF4808XlVXwpdHF5GW82nZ1f6Oz0TGfnZzqx7ugSbzo1nUpplA3YOE+2TJFmxZTC3po+uWQ1XSu/FXR0fMp54xSZ5wHn56Q4hI6xacjukJ2KRB0xr5lyqp9EkixaHvMt47XZbBXPXObqirPGar3UijPIzd2t/LtF3758rdevXgGvdX19jfPnThueeXU8URDdEzpnZaUEBoBEO0Q1eLlYCQMUZ0MJ8MOQDzMH+LvoByzfAx1q06GEq+0QZ74XfJhe7+Z6vORxfWIrdhFA4JgRcdV3J2iHiOGoZV50YF6iidQh7QtVP5ZVse8ff5+623gLbmAeBNCYR+P7SIiFQT25X1PFudeegy6a88YVoz0xQiiHfc8Q3hHeUxQ1Hi/ft3NYbipdpp4xEhcaQL87THWiH9/N/f04UMITw5WKI6lgn5JzbB2V8h3xrN6O7S3CruQJebLAr9UC+dfasV9Zv35Ad/ZDW7LxPTRtwwGVgxiHr3MOeOcc9nzozBxyRx5QW3b9DRcSH5gMPhyvuSD4crzmoLwG9+HYsOKQHMAhbAnuV9Er2DG0DufQKi7U6ziAbXBGbOwUQb4PY/FA5SA/0ubo1Id7CS2I/uUhTXo4TWgzgQ+L2DQlbApwnIxX9e3UWmOfpR1A01tOK2zS0+d6+aj98uXFfY3+Y4cBZws3GIn+7x5DNJVpo2FMcubAzYEYBVTt1SucOr4s2vGwqyShEeA4uJHJUcVt4MzxmypxueMg3FMXYTCN8A+kEl1RleBq1GMsei6HbmuLjC3fqvYGxq8n39NXO5UG8ADGkMAjv8qbtZhl1nRPfTtP8+8KVMtKlOaAHDioSROOxrQtjSjRG9DLKVyErIyDoeOy2nad2oJNC1JypozxxfYeD/fHc36z7nHqxPFVXdRrtaBu17bwi8vHSivG2L+74Ytz36/DnJZGS8KoyshuqNtSZ4Zixwb0EEJEs1FviJk2gg/0AagmFBm4nFgq0qmbS1HTtRWQ3QCZdsQcycwXpUQdA8kU/KdhE1oTROkeCxnqJ2TnUlRKQ78bNU2rBkdTzo2E7LyrhD7ZopwWZdrP7htp4zSbnsxQIUtQAhRl5Eg9vxsulVFnSgOnvXwP4FejXNBDCNtBFT/HA3SbzjDTHk1p2xpVMMcs0/gEjwo55Msq6CQg065CZgHLkwCPm4HxjPE9FGgc8PoCetbj4H2CecskEL4hV6ywk1aRkE4UbdJaBNomVBVMAGAh1g5qbce0y8QacL4PtNt7P+cC3S+XzPmNBtY4EYzmI0FQRnhmfkTKGGTmRWa8UjvNkcgX2k9U2IdJwo6QjSXHWcODSZnQNNogFXMt0Z7RUXxCEBELpu6BQ+y5I/bajgNrftRAWfDCrt081fSZ9XKa5H4IngRQLer27ItLHPj+bZnbO//I8FIr9vItbZjfa3ixOA4Hj780uby80DMcQc+ePdML4Fk4Uy7lP306m5wbdqKc4EgxnJKe8sw1nJychZxjOz/sDMK55Ld2OhxBHW1UB9KJTs7thLnQ+eWVrmjj8sUzPXv2HKeTHU8zOP9x0D7CEfTRRx/jnAJwDNkJ9OzqIz3DaXRJvUvLMFw+Q+YzXeLwuXx2SXqly6sLXdCny4sLvhQynOvk7FR2XB2hY3d0LO87uRRl9pg6/7BgTuSzMCWzSozFEKmUlRjHhrnR0b9jHGKnp+c4gS50dnauU/pW5Z/Islv211wKddJUX49+BsZji4Pf54gVzyDvw8u7le5uV/ED0W9evdarly/18ttXeoUT6Pr1G/ltII+v61poylk5JaUMWHEAbZVdSOt1HtV+MOugEtMuyIcHqnw48wdweqJ+ANvjLEl0UZp6CPIBoVrjAxgfZalPT2FNG2KGyrqFWjFiN2MA3Ye0RwN7mA/ij4us0qGEh/lJRw97zITYL6lQCSDvCIdy3uqX7THuR8HlAAFhNQa5HybylOzrwjXTQHfhbdqwK3sboYzwOP2xgofSH+GZWR4perudH0NxQxM4CVGsa69t9pEgRRQF74jmWfqO4ifykwX+9Rb42TT4zuXxs7X8JPifYwE2wmgoRnraHDmQNc2CQ9cRh7BzDn2XOuFw2nH4LKWVEgcwHnJbHni+6Ntps+ZCvOaisOKAvIp0rZqu4pAcdJwdQYt0ozUH6s30TZ3l9DgrfOnwoX3woX0cNQJEDlyR6rFLYJo+9bFf44n0VhK1HM3wFscPIcxtklouIpyMIs8jOKWklJKIQtuBw1nPBc7OA18afOBccnnYYCvTR/eXeoLP/Rvo94DjxwfZbT9qwN5xyODQ4edmVlLi8JyLxywp81ATn4HW7NQIfhwckVLHwSzmixRehELmqOVLHg6KNeAfdx5IBxxCAxdPoVeGt9bJtEmGWgIG6g0ctHv61cNv2JIaei6JhigHDz2ib2hPsBRDJpoBdAoPKc5PRfcS0wEO6ZJTCkmMggUpUkfugNu1HdFjoG/91o4y9380R9iw63BoeP5zcS0PHBUDtth6juLg8htSI5cL29BNdk2jBevjmEtQTineAFqvuCT6f6W5vlUPr9vEbNGWI49FQ72O9trSxFtAbdMoxjRZajIbMNDMBAigC8TMCUrkfs0dpoplBqSijLOlIDsjs5RGjR1BBZkZcN0Jau/JZIB5pSg3D4TE/KI/2Wkpysy5ZpJpubnAlzMVSYkH5h8J+nmGQE/Up9z1Mvq4jnJR5E1Xhn0GUEIOHVyvyPw5G8cuc1rIH4DAd0B9hcxAiDJQg4e/YsTOPATIh4FWkOQ4oa/lzKDpYwGgTgyg0XFS1wo90K1kchn9BYAjLDiICLa+AQGJbDI+0m5NvQcMXmeer563nn8DfAfBWokaByRySUQE2iauZZXT+B5zzlCF4nZxRtNX2sy7HqfPSms7M+Ott5W2rHevZzNajkExZoWuFSWPr+dKob8xV1rlQlkqsOUAt0Z35OkSOPWdUlnxcfcDgZ80i9Tz0jIsH/7ooOmUDxh+YM+0M2a7HbXl2TR4vZKOgHHYoj2nKUkzGMlkcqIVg8cIuQlwmSEpWVX1PK+WPL/8P07594Cub+605gsM2yPnpCZ+G+tI/lOsk2OcIzh0LnGiXD1/jgPmuV58jFPGb+G8eKFn0K5wulxdXenK8NzOm2fgzygzPA/8gvrnF1c6v7iUfyz54hk4Dho7a65w1lw9w4FjOX6D5/nHunzxkS6vniPDb/EAly/CgXNOHUO8zYPMM5w54Yzyn16dnKs6ck51xB5mh4udOsaPjk5k/ARn1MnxmY45C5zSt+OTUx2fOO8UODrSAkdO472T8Rb2wGzyB7PK4+3nWc94bL2H+lnB88O2Y/iUGdeubbVAjmWf4wQ6wyF0dnahM5xBx6cntHeiIxxgXbdQCzRNJ+9xhblWUkFGVqHtQt7yPGieEyv2X/9Pltevr+X/rezbb7/VSzt/3ryRf/9nyfzeosvozRWFU2LEDdEB8Egp2IXBKqtGu8lKacxi0n9teKhFsjoRGbkP6a2+pfsMP2uuahpxRIeNvUWY7D3xZKcRGXkLBr277C3mH0ioswA9mTcxj5kQ5HbS8qyCiQZKpkRWL9cI6swIGmHOT6kFgQa/6wQE432bTCRYwWoMci9E+xFVMstR8YVCzb47fijuYf5Qp3dLuV9yoMf9gh+au69U5CJC3mTDMDzZx8PM/HjpL5P6pNWTBX4eCzythp/Hrr8wqQV9GOrYIDOHqEaZS+MxF9oLDl9XfHN5zkHW39A1baecCoe5kTsCwNNjg6PBjgM7dAJwaqw5cK2n1IcvwzpoOH44+G24RPgwHQd1Duyc1dFhCtPBK6WklPME4GkCDixpYnUSOGU6BApGYA6jT4IBM+XHpNEiApwCblekAZAJI7jBVIHLn5HnLKdg93vDAdjOoDU26sG32DAuexhiiz18mNji+AlnDo6g0D8elh6fojxdphunOVu6OINo4ILYI2uNjde2Manzgy+R5IcJerfLePQ47OJy5zwOOed76gwchgPCZihIwg78AAAQAElEQVTuFvKg2pIzMwzy5WrggjrQ7kBd1/d82IJXwNFiJ9DkcBGKun+zhJq6XxV7K3a/B7f8EA45bemMpbOUk5jEQiIMCajB2ocot287WWfjEAlUKfLbLJ7jpbAGuEgk2zbGVxp9wcQuvij0m7Xs4BLjmeHxOBxz+Tk6XiAny469u9ul/Jshd3e3WmNn99ntWJtC5Ho5F5Wm5eLYqiUtrLuSKXUfEkwEVFQFbI2AIcaEAodMNAFFZKhE3ZyzcinKXUF2o6ZrVZzP0CgTPCPcdInYIREB0BNWVMrkp+A6TYZU1JRWuZB63qUCQwbEsXcChFY9gqyMLO8XmTZzxqaTLJGX2EdSqoxUItDP2QWxT4MXfsuQMvwzgEbe6dsQ8iDP6e6QawL0t8IB3S3sy2sOFfak6DHZgzqir4qP+Q3OOJ0AAVnYIPgSmpuuajiSPA1G7fmALQDaibXFBBi8dknl8d+1axmJ2jVkpIa9yFY8EM00EAgPQxVmSS6J9t1O7Bkb9pS1vC9s2SOsA4pJzHtZj0QtxjAzbxrmQy70r2W+8ZwozOdwFjJfMmOvDG/03a1UqC1X3PHDvGmzzh7/CkkhizajnDmHmTSyXw48j8JesY9u5T9VizeAsK3Xr/lRVwbjhhQRsYnomJQpd17xISelHN31XrparuU3gK79W0CA13bYg7rub+s/BeXZaYeFn5vndu7gqHmGg+Y5jp+PJniOA+gZ4PQK54+fs3boPH/xXM/htXPokrqXs+MHh83Z5VV8IXOBvHAATY6eZzh9nj/7WFfPXug5cEX9C8ouLPf5pS6QE3BxJf8vn2cXz3R2xhc7OFlOTs5x8Jzi+DEckxoW6rrjCpNDaOcUwhF0FM6Ys3hL6eT0FOfRCTKOteiOYh9LjHkq2BBbiiSGiDnlvdPPPf9+0or55C9B/IaOzw3eH8WYNnYCnRzFl09nFxfR38vLK13itLqkH+fGL67iz+l2bWPvBY4jO4fseDu/OKd/Zzo5PlHLXByZF3c3y/jB59c4fr799qWu7fy5vWNvXuMw5Jt+5giqyh9GO8bbeCCUBT6nZMzDkIPNtUBlqtOfGx5fKW519GIw8qGwU3+HfGjNH8l32IeKO2YkPlDue2xtQR8o5adg4yghz187G8Vc28vc6xgqxb55UBrFRIQ9VdMIzuNxUAgac450x3+AxJ4f+Rm7zxg6UB42JmOdyU7tGXsEEEHYFRziO+IvHLHOM/zCVX1S78kCvxgLeM38YpR5UuRnskCRSvxzmlVKhYYD4AkOoEsOXOfnF3GYWnDQKhzufPbnicfBadCWi3/PN6M+2K1xKqzjbSAcPYFvVOk9B62N1jg7wvnBZcZ/EtX7Qs3B0IdzgzgtJgMH7hxALkk5pYAkufQAFJ9KF3RNH46cHNbGULSSoFQErrQDgX0fSKofpynqKuIkRar6mRujD0J3E03yBcV9DhtgC9vLzhLTfEjdcngYcPj4oDzgMIkU+xAsQllJmRNA5kLVMA4NqfPi44d5j10ts8JKTvt+rXAIxXis4nX35XKp29sb+X9LWa6W8ZbWZn2ncGzYEYTzZvDv+yBv4CLosc60QdNqiNymQcrKiQKOEAOHm56T0OA6tNUjo7a/0cZzhHxP3wZ4LC/AVXeALEUrUA5Tsg4cWJzsABZUIQtCLNcNWztvgGIGg8sryRizYqD5Qda3p3/DZOCMY6MAmUtsy0Uk45BJ2Fm1kxIXy8FzFujp0zDVtS26rtUxl5C2ZOSPrIteK+y8nB1A2IVGVUFybxvkexzbpouLit8E8vpK6JwBhjv0dVS771nkHBD9SSCHQFYUoG/ODWNVVKY2GtLUFCkBlo2Wg8dN0ydlJUAGSNEecgRk6mTq2z6Ji33ORdkyDHL7rjBWiVTcaelyIAd/ijoVn3XYmSPMosMP9aQMJRPXlMxBMG3OZsW04mRL8/RqppNC2zl/yL43zJUnh2O2DjQT6TsrutJcCDNopYBvq+67GFu6T5TARQhGR9Vi9AKig/MjNgHYxwY7NzxHWWNOzHEIO3kQA5/1xnJuD/IuCXwXDQccxgcVyqxHzG3mbO+1vFlh343E+iWCwzqTEDIScikqXSM7P+JN0a5TA+TSMuaFtgtpJrXkRC3RtypjoH9MHGk0PYku3h8/c9tu9CmReixySrRKFUQMVPC+6b3F+6VxpyOGGnCmj+ypI+t2dDuaP4lZm8gYBG4AR94o5BKZPbpLS4X5m1gDUmILGOINvzucBzdA/M+OdgizH1jxHN3MyjmpYc0scEDYEXF6dorz5VxnODIucObE2zyX5zrHyWGoDo5L2cnhP7u6CmfHpc5wZpyfn+mEZ/EpX8ScOuV5fHp+qTPD2TllhrNIjyJ/ilPmHGfOmbojwE6byZHj39vpjhbQHwD7V9MtGLcWvbsKjGHTdOqgh0OI/S3eCjo51hHOlQVw4reBcAItQn7HPkZ99s/MGGE6CZuJz8gYeFx65tSGM8JqtdFqtdYa2/n51NvgVOiaVieLY5xLZzh5LnAAXWCTS13xRdTVxZX8v4Wdn5+Hg+jk5FRH6LQ4OlFH2qHDyanrncdvFB0dH2uB7j1zxL//8+r1a3378pVe4gB6jQPo7tbO+TV79YZ5x+BLk7aqH+qJucCMUAr9IJNP6Knpw3BPWE0e5it1jg9KD9C59Pung1ynam7sMUDh+716iykz9d8ifgDhR3XhUOnAiVizXkMBj7X/zgbdx4MKD/geZA8YfySKylvrjMKgxO+RB595RKrgtFaJfULMJqc1Lz7GIDoElJzhM3UGmKLE6QG4+CD7OBpahAaPl++p7xf3/tK9lPdjVZtDnrcph6XfF/9xWpbv29wT/5MFfjUW+HFr51djhl9rRw6G1/tcITKIFFgsGg5gJ7rim8TLZ8/17MUzXfJtpA96PoTzRArD+NF7H7i0cGqaaeLwkVJSSlkpOd2Dps/I4YrAs5G6HLoiH2WJ+CFAQr4At+HcIZhbqrH43Odx7hBg+B7BNe+x0x8FQI0mIyLzkLPS3a/5guKDcI+Tx+nAJWXLAXncwagtBhlwNPiCg2GQSfBBgDEqnNgaLiUZEAcBnykGojWXkDXfrK65tC2XGzk1+BLnb6rjbZ/lqjqBcEzcAqslh2CcQGsO43ZGbbcbbdFrS9sjt+qB8dB0XMiM4R5oOaHTHNB9oF4/9vF2TG9HErJ6HF09zh87CsM5ZD5kDug7Vz1M82EmzgKmvA+kjF3maubEJBDTRHJqmLIkbnqgbz3IgM16oDaVlbm0Fi4hAdja/U1prj/KY+TxGujbgI08Nm7+CIfRCQ7Slrrm3mKLzWqlOy6Ja1LbwG3O/XYdj6EvPHY2dVyaWiDjpDE9y1IAM2aUjkB+SjPl0W+XB20apeiIMEFSTo1yblSaVrmUCswd8RmUiGsYnMSUNW0GE5MyF99knajflEY5FxEBSZpkuH4A0cBcIZEoq6lk/oyembpZeZ+fcDgimN+AiOhM4PDUNEhzEfxuiYTAUBJPYXL4mGaYqN+ZoNV9nokQ+kZJJcy6BOkwooDAdDDfDGaY8UTG0qa8maFECNyRB8FgHKADni8GzWuGORuXDoqj7i6y3JqpmNur+cdi8xhq2YCVKxZWpg08PhpwHg+xdtfgXJJNjxEYgzkzxmI+Jca2Yf7b+dN2RzgMOjWsoxhv5p+U4U9ADfPIRb8gDezl0Z0QW/kiT5mDa2fayRmMtZiZR55T1tUyAryGWY9ek1vvp0CsU++jAAvXooCENrRRg+Q+7EAWKcwOjJgchWgyl6ICJPgsaoMT4+7urv750N1Kq/VK/rPQ0CMUTwjKUi7KrJ2yaLVgb7CzxE6ck7Mznq3nOHAucPCcVTg/wxkEDYfQ2fkVtAvyFzrFoXMMnFHn9PRCxzg4TgwnZ+pOTmWnR3XcdLTVqtqm0HaSsFkAevdoNDB2Pfr1RB7KexDldJ/yAX5lcEc5I9PQyA6tpmvVNQvardAuSAH3z+O/sCMGnsJ8KMX1EGR5jJtIU0rKJSm5DBDyFR9rB6DUEHlRlGMetd1CR9hvgYPnCGfTKbY4wyYXOMLOgHOcZBc4wy5wDM34GTzHixPGrdWII9C/A3Rzc6u7mzstGbs1z7st82X0gKJXSVkpJ6WUJBlGZiXAuqs8qp+UI83YxuCM00p1bg+HtEN8z/FTY8xXi5wNaPwXB7MlppT9msDMfKDod/bhOxlC4G56Re4d0aTKO0ofkCuzWx/4ZiFS5mzdk5m/0RNTD6tNefiCg6ylZJRLnmtp4jXRebIFEOVMM2MBzhoJtoicMyDQyQeD+Q2PVLBcA0XDYePk3x2mCu9m2Je8o9k9w8+LParpv1inn7fHT9KfLPDDLPDoWvlhop5q/dIsMD9M3qVXwyHv6OhcF3wT+ezZlZ7hBDrnG0t/45YzjycOSv7S1oej8UDIWI9NxJU4xgMtKSVDJjWAUwyJWHE29zfBA4ctP0id+lw2UmrOlJKoCCg+phsiQ0SpZiAbuFxHplojU2mHxPV+KFQJji0BYY+E0JtiQvTrbZaRIwIA48CBYKTPA06R0ReWoFFm60G3jKjvwQIy0AA5+yKeJQIiZDl2YvRcTMLZg/Nlw7f2d6s73dxc65V/+PLbb/X1118D/9DX/wC++UavX76UvxV9wzejt7c3OCsADserGZZ3Chw5GzuJNkucOysuR34bgKcmeod+jpKsjjHAmgPcpAa/JcNBewAffUkDhJPIVkRxeN8OGdEY6e2CRykYATpmcYwSGT3ShJPWYvI1WLTbHjHcwMXATqAeHUWDYV8ubE3bqCyA0sgXFcU8goPKA+Oyxc7bzVa9L1L0xy12XFKO+Wa8pW7DRULwbeyIw5ab5Vo933qbX/MHheuFqqmXnLaLy0r8KU1KnP2QCo/e+kx9ijJ46C3ME5ffsDBKpynP6OE3jBr3yU4g1m0Gz8g3F92h18beBkZPlmub5FLkeqlB16hfaoWMTSoWciwvslSueCILE/Esa5fapnkqow+VH8ah9mHOP0w5czP/aJdbA1Oq4rRuvkNA0hTmNuZsRgWA7Fwyp5B2odJqLPSLgjlLxm2R7ELkI4LkFP1qPVdyezWl9H5gntAbaBiNOHCzeg+Y8+4f8zWy9yJngtnIPXiLap12HIcZ8NB1UKG81uOawpoYcP5U2MrzXqHTCNcUYA7nYMu8YP62XP6PuKg37bGqU6JV9nzJSRgdK1KBmAwCwDPgeRAgemk4kA9XhOCDlzTmI6l2ddgv2TfD6YONnA7zXgrdz6cQLD7kiaeQIk0pISmBIx8shgMVzGpI6JtTUfLaSeYR676Pt1dul0v5DaAl63u1YY17Qqr2AauCSTnWTBsOk+PjYx0fn4RT5xQHxun5WeDnxnFinJLageHnrN8QOj0/1+k54Ld+Ts8Vjh8cGycnZzqKt1+w89GJbOvM89r7idvLPB9omPa9liZAIbYreb/DTJEaNwwQKGaM6PjA0AAAEABJREFUrfseRHdtb8tqmqycOzUN0NEf9pOOPc9QnT+dFnYEHS/iLaCWfpfSKKckzCoRJeSpJCX2kybmRanllNX2xxgqZp/8cdvuT4czsUX28cmJzuwAwibn2OQMZ9kFX0qF88ep4fKZrq6e6YzyBfOxoMfAPr+6Y6xwxvvt1yVfgmz5YmJksNFGJSW5rZKyhC5JqjPdE8CYlYPmYA4DiivnBERO0pyCPgjvLnnA+H2yO512yEFtJvBB7m00vU36QZSpZ5FEFOP3YaJmvad0Sj6srrlqe8YqPBSwz++xyvmj48OmY+0wY6fUBti3Z0avP0GGxw3vCxVTJrOuQLLnklPz5FrPaDGtZDl1PoqgGf9eEO1G9O5q+aBoh++QxwoPaI+hj9V9jO/nps16kBLe29p3mOi9dZ8KnyzwK7LAdy2VX1FXn7ry0AKZJ81i0eqUQ+vl5aWef/QbXeEEOuUA2i64rOZG/uyPGsnZHZg+cpjaEThkERQgeI2QjjAEEBF83NoBReDwwmecDMFcIg3KQQQfMtPEm+YSs3OQczKTfkw63muZVmhT0WaKEpoS58q9gjRMkOBx6vrmGX1g4MKwHbc4ijgc4EwZqVjLRg4M4uMaJIRM/Uxb2ReRTLtxCMiUUJd6s/PHf1pnx4Pf/Fly6PV/e2snz7c4e7759mt9gxPom6+/0bdf/0Mvv/1Gr1+91PX1G90Ad7e3OIEMd1xsAOqvwgnEt9yrlTZ8a+o/XxvQ2+BOZvT2EceaWC2nKBWBLiqMATKEE8i6bjWg72AaQAaeYJ8i9+0QJvJbycwzFzg/46TMX+II+2e6tbO2NAnRjp8eB47BqogO+MLR8u31olvERaakDDljfYsaGSv0py+9L8f+MzkuypkiX2j8FtBx18mXotI2Gunnxm9k4ZDznzkMfqMC28GujMSMjo3Hs0nKuQIF8gf1nADuVxYM4KTEEcwAgkXpDAjBuO26I2Tzoz9tJHA7g0oqiDIk5USZJnskxfzVwSdDS9S1jq6bG9fLErICBB4wVSI7Op/2eWfN65ZExn3OPs6GjCS5kWCvegT6IBqmvFODWB01NeZCGnbyTnC5geZmHrevzL+Z8DCt/Ac1DhhqWegQ0UHRe9Bai3iuM6e7OpWQYySMA8whRV4sFed3zCAJcJhTZEePnB7SjRum+iRIgxAINfZp1GQxDDg5B+ZqDwx+2419CgWocxBgjjnEvCie9zh/Oi7dzVGnzPrJOAnE/BHPisyYG885KzMHiZRZAwfSdijNB161qn3LUDL8CcjMmUzewQ4e67kNPVmbbKCs0lh7Ajc4P0w2jHq7+gkRFRwrvtGQqxBBIT8OpLQZZU6TJbDXI3tg77Az4fYGx/ntEqfQMv7kebCnhTmK8F1wXwzK9B8oXVGLU2NxfCT/KZWdFYujY/ktGjvROsoOocHpEoBNM06NjE0tS9ZJOVqz3YZwoNZ8Lbe+UuC06xSWyj/XozjqOp1AIVf1g71cL8YOGZm2M3o0ButF2qJ79IXxXwDuW+t5UWr7yQlRZj40yCilVcER5D1F5FEw2hpCM9WYdrMBOdEW+3LbLnA0ncjOoOOTM5xi5zrDIXSK8+z07FLnOMpOgZOjUy3aI+XUaMt+fceza8kYLXHa+dnYQ/PcSSkppaKSs1JK8CfFx49extg8nj9WCI4ogkm5YhEHTkSIvKMZn1PTfjaIPSJm12S4d7f0U+iDqfYNRKbU/PuEP1I2z7l5X6k9qHEVOMUzaU4n8juTAz634bF7lDd0iujR4u8i2m8eTTlyQya8VcmFECPx7DbiySXm0NT2lMBVVbUsZ4AQGREZajh+PxwIe4TRotkqHyn5ENID2Q+y75TwoXzvFPADCg7bPMTfJcrDYnhX+RP9yQL/Zhb4kGXzb2aSX1l34+H9WJ/qEydz0Gtw9vibtt989JE+evFRvLq+4LAXF1z5IFzrp5Sk5CljAKcMguaPH3mHEHTYUnKUldAlpaSEjJQSxcgm9uEr3pAZeXgaeIL5kjs6Je9yy5VqLKqmlEgMCAAnA/LTBrfmw+F0WwjhyTHtETS3aT7xCT3JcKakinMQI0QtyZWyk6TEoVcHn6x0kBOHhJEz06CBS1ofsOZb6a3s/PHh1rDhG+m7lb/1vMHB81qv37zSS78J9PKV3rwGXr3RmzfXujHcXOvWr8b7G1IDTh//PtBqeVv/XIz07g7HEPTN9DaQv0EdwgnCXHGn0GpWMs8INEat6urx4uQR44bTxGO6Y9shUz/3AnYl95GJDyLThriGilMGUkXUuJbuY1RBpzFgve2xXY+mozL17OhocN60XDQa0lxKHQ/EMnBRJ5xZXCAGLoBDz6AiumsadUe+nBzJv7PRUs/zdGXH2WYlv5nlsTINdtqSsr9Vp179LacCwfpOlzczyflAiCo+gIX+TtG64lg5CugT66DSYCBk5lIuWbkpQAM4LUql1PZSgmsf3BuDYs4l5QJQN3kvyNRNADJl3XIWATQD8EFLoHLdKJAnK5FDkkyjbo5+uy6QqADNHDnqGTPkyl9IkOvY1AqUVYT4PTh1dQA55FBlDlE1oqAYM8xsVjcKrJeJtnEl7OIB+uAbNZQojkh+UQnKHCx1hpnm1OPmCiOZOTVOdg6uNuO0FejUXuBErkly30Qzrwt2DM5U8BwJJbe1sDCXphKwLfO8Z12sNdj5w7oFoXgMqVbJtknMh4a50XAx7wzdQg2X/8Zp0ypnQ0OaRCTbPzMg2RgXcyUwwCnC74XQD8oAKOyv+qkNy3WiDMaRC7DX5JZ0tK4jJexJI2vBQKIA1U+KhDgBM+427PAJgD2GweVJAzS5HEjMf/EZkN+zd6xw8N5c3+oW58JquY4/uw1nFCoQsCVjTOxANVn9bJt1rewotrPnCCfQ0fGJImUP8T5yhA29jxjfAXWapkNGI7EehS0HbBl/3kVjkdIIJqE57yMeKQUu+CpQV4Z9GVXhoeJBqDT6rhTUwamrZCIgxxouCscMenWM/2JxpOPjU+BYRzgB28VCPickr+/EWFMvkSb2nqalLvVK0yhw9hmZT+g9RJMahvEA6MdEz8jJhXqlRT7QLdR2nRa02aFD1x6rNC1CEs6fkefioN5vbHrPtgzGLikpM/4hK5OzXgboevChVDDLRdmR/tkfK/3dbX4Y10M5GUICCEZJPji8k/8dmrzFD18NzL8J+Y7G3xLxnvFA4ndI+xHFFm5g/6wrfB/TmfuC4XPpPfrUEabyfd4ptw1mKk75fTJV3BM+HAtxjqxNTd9X+a2W3iK8r/a/rqw8aNpqxzqf6EVZDlP2ILFNDrJP6JMF/o0twCr5N+79L7/rP7mGXOW5E2wBRLOL5jZr0Szk/w3s448/1osXL+K3CRaLY/ngJx6+PgiLT+JJllJS4jBFJKUEiHN3AsRnBA4D5QLgIyiAuhmIjFmpYidLHPA51Y4Bo8bpYOg0gBZgdQ2l+R8CK66JYo4Z9OM+FjNLMB7giBaTFDZwq8ZlG6Azh87oCynqQnVI5lJKWRmIdOp/2EEJJsArMTsSxwIe3thh4KLT44Ax2OGz5qJm3LA1vtnIf7Z1e3ej2+tr3Vzf6BZnz7WdPbc4dnDk+LcQlnwjWr8ZvdPt3V11+ExOoFvSW3jvbrjguN71G5xJOItub+Q/LbuD3w6ONZegwYdr943OZfqQ0b0+dItyphuPBtvMBY88eHd16L9ZPhDe4g7RtBPpLAQbYslxtiO2jGIUzVxsPLfbRcMloqA7EgmuyShyDx60pd7oOj784czyqGT63HHp6BYLxY9Bc7nJVLKjbL3ptWY8ejuMqGt+ipTjn7EJKBssE1uiHmyhFYWTAmAOpg4wwE6WXIQRClkCWeIpoETORQ1QgIbLVwJMy9mF5iMliXpGJ3B5pk7m0pu5tOZSsAdaUy/T38wYQ6AmNPclJXADSYRM7DxpBsjl3EjINIRs6DkgUepgviRIqh/nKyZVPPQMvOZr6QO8zNwHpdAOqVFjH1VG4j0pH+hBQbTpFKhKgExhykfiaAchbWIiiTdKHtAgPwzBEVGiyEASIYiBOXIzTg+BoTnMTjicBCYVeSMzkN2FicbECucu+8vA/B4815ldI/RgpYHEGHouNW2nFqdEw3OiYf7npsFmjcR80W6sTStkK5jP87HJLbzQkJVTg+gMHPQ1bAXJapE4MCLUSYBkPBD2nHgOef9hqcufJBEUU1L3PyP8pri1rISc4JRgTuRyQjKQAIky5HrvNk4OSi23mM16oxv2wTsc5PVHoe9Y6yscF36aongNWG+YQFKmfsGB0bayc+eIL1ScBuDMaHBmNOwfDXgX0KppOuUAbImNxRgMGWcJ4hDsQJuMrtsDgkCZedzeQxg01TUPDkUPbcABnaIIFmdkoOcC6npFjwygi8ez6zrF3nd8rAVOwAV9WtCHQj/pMFKTMvZ13YY6BYj5w5xxPluWsubPgDLVYnOfBtne1luhQ1FmjnXNQl1rOCYFwl4LylpMQB+Zu1uc9BscQJsNEskznPInpawCpJxUxzzp4ceUlKWUkpJAatCHfWA+YLyfOyj4Xih2eIQ/qBE9Uvh9Gv4+vFNThTR/j3r31STHWNdDp8cHYe8KtDFvCQ9ZxoeEH5unrfeLQG9mWPAY9XKPzGHkAudrSu9YoyMALUgJZB885xVnWwodAGEb13tU/L7qB2AWdsBGFtFxnqlUCBX5VcT74TNmoFuREBHktQzpKTxZ4L+oBX52tWOZ/OytPDXwC7YADwVmwWLR6eTsLH4P6MXz5/ro4490dnautu2UePKPHI18cfXBynhKSSkl+gUQRjAf0A2VZ+QsZyoFDvAIMCWAaD5w+5DYLtr4X8jOLy519fxKV/GbRFfxNpIPzy2HSR8sxWfg29+RB/MYLSAIWsV9fqx5SD9ReChvdDeAJHc/pSQRxGfut0BG8ianerKsuTiEQqVO9IXU5YGLQYCLs4FE5DdPepw88aPPOBbsXNhyEfFbJlucB/4BZv+gs50zdzhx7PS5xgnkP/W6858rcGFZLlc4e4A7YAWYBoQTiDScQ3fL+MHMO5xAN29u9OYNDiA7kYBbnEB2HK1Wy/izh77n+2dOFKEp/bLeWUU1zaR04F6wFUxgjjn5YMBG8OYJSMI6zhsXxYETEYLkg9W+lYo5Nr3nQtBjMwyLjtazqLQtl4lOvqSkkpExOTEZOzG/wtlFnZG6UQ+OzDpocB75W+ijk2MtFgslaD38Wy7SdswZBi7UsN8LA3az/WLssOMWR5F18lwW89jM1sLpDugAgZkOxYXMH7nz4uM8Cfe6qU/0qwBcmJquVROXrlYlHDpFtRqG0/xJ6A49F+oDsb5I6Y8mmsBzQJHXqC9jyfKjPCtXobPASE01QjXKyYHk0DubfB/cuQPKPjvxFgoDnDeQj3CIB2EfxSl6L2mP7VlmLKNhxfdYzRMzXsTvDG/JfYtA1bdoXg8QE+BRpRuEnf1nxvsAABAASURBVBY6wKgtswRE5mGUHhIqv6kW73QCtxFv/9g2EwzMwcFzkHk7GI8//3Jh1TFlbMLc8TwqnktcwD2vsvHcynMh54YpkgCnBVpNG88lzxPzkmbnc5YemS/y556+8BES/Bn+lM1A11Br9L7IuAzTeomSZDsAhMgT7cupRH4O2fKA6ggoyp7HKUexnx/ayc1KKQFhNXmvvVveyc6fG/bWa/ZK/+9WW+tinZCQAYe5K24jHGBdUWeHhd/6IW1sk3l9do0abNN0nbIdP5G2EnpVsNQKg+zoUEwHt7EDI5RRSXsAJeRM3dxAJmXfmseBkaUGNGLYQqYjukMyTuASV82KfqBfA3TWv0FvdO3aRqXt1JC2jHMpyIy1jp7YxW9J9Qj13kei+KBTBjRD6JAk6gU9oR24XC7kBSRiAHpDO03TYtNWTj0Ppbp3+zxh2A2jQqxSSlFfSfUzpU6SiS6fgTaCRo3KfD8Oc8+ke5mZ+DOmu/bGH9QIln2kV7bx+8V9N4dC7rv4dmozs97ZUvwo4DtLdwWzrDndFXxP5F267sR8zwaC3ZFhJ8QI68k0YGBNeG/qOR8MLIiBs8Uw4dvIDwr6++xkkY8A4qOW00Ae4QlSMAT264g8kIZdb+5ldtT/msiT1k8W+Hkt8LRafl77/sulvz3APuRbrf2TwDwdh9MzHEDxW0DPX+ijj17gfDnjoNXxcM/yvbjfjqQ+fCQpUSvAhy+D4twFB8+fYcJnmuLjmoYBYSNcIxdnn78KB7rjo5NwPvktpN/9t/+u3/3O8Dv0+EjnF9ZjIR/2XHeg3hYZAzDS0oisw5ZGaPu8WzSECh8UpfhzAFm1gCrLfbLNLGtUwgScFSM1rviMxBRASC7MWQmIg23JtYx8SkUpZcqKMnnBmzLFFs+hoN8O2nIpix8VxvkzcFHjaxw5DccEtM16rQ0OHv9mzxZ8i3No3Pb1AIF9BkBc6oYZcGZsPX7IHoEt5YNT0/3NKRdBO5TWq7XWyF36rSGcQ7dcfG5xMPmHUKsjaK3e+lAfjRXqW3eDCQEDegRC5E6R3CtXjBjUd4Z77JMIMx/S97jt7lIzGib5zI+BuTDuDlfmkTKXoYaLWYvTMZdGDASQ5M/AIc38I3bxODhvcJnHyhcQ/w6QfzerY83kwtyPMdsyZhts09N362CwXgN9BeDZWia229ixF2Pll8DhMSt6SlUHKkQHgozu4jPIvQUImvkCdwTkzFgUNaVVYT3ZYVO4wOdclFKidtL8GQRufujJPECBz7xZBTlZRISs7AvXVFZI440Oz19wSpEL7yx4Smd6znMZKWEqjmQgNtAQWHQ3Ukd7uitZGtQyAS2CRXBpIFOEiTEdtp7ykWC/AbjfQpQQ1ZaoBP6BIapEtKtQW4TmAMwFdczm3KyBtc40WdPa/0yvnCe3s5nrmc/pDAkEYL8A2YepzZo4BnZ9Bqe1ymzc87NXz8Wj7+taHthrmLSVhTihTUMbXdOobTt1C+Coqxdu6xeqRiQmCZDkNHtOUMepL+deK9XpUCg20M+UBTOQJhCtmUbW85Ik07ZlCHkC10QXnyHWCUiERHFSSoCS7n3c1XuEmkkpKSUgZ1KgAPIaHjVtaSFTCXpKDFpSz1q1s/zm5lZvcADdXt9ohUPd9P3cqmPlvSNaylKsHdZi17Xq2Cs6nCaNocGWXUO5UwCeJqBAMx3IjQUgqsp1dwKIPLQkMaqeY8ZhfBAy9bF3NszyTLNcpwA1XDeAfc+2DdkmiPKoS33GtOsKfWjV0JcG53nrPQOdu7ZRS3khzaUoYTfx2WorPycG9jzbKAD6HLKSxNjmgKycM/mi3CSRIeSZlX6OANkMLTdqaK+xPb3XMUcykFKSJhgErukzPcun3P3EbEBCB1Gnppo+Q02dAISa/2fFP6ZB+rRT8xDHfKKf+sBPsH8gr/Q2d3QhIsX4GZ1Pn5XymHBzPaSPB4RD3G2mg7Ifhz7W8vslPqzhPPp5EUWP97WHyA/sMQNbLfPZ6w2+Id5YM828rg8Qwj6Rmv5+uM+2ZeXN8g7r3ec6LHkfbgu/r/xfW2bt2DushFGnwAFKrob9vKv5p/jJAk8W0CO79pNVfnUWyD44Tb0qU8pTQsIBECm0lgPc8fGRLi7O9QIH0G8//o3iB6FPz9QtjpQ5ZHGf1uADlYE6POo0+tA14xDMMw6jRk7TxDLIcYKJYPbEDp3RKZeitmt1cnKMk+dCz58/12/+22/1H//xP/S7/8AB9N//Qx+hh/8XkMXRkQr8NKHB8nl4Rhs0OAI06GYqyIk5QXZhjKNPGqW3IUHbg/iQq/yBU4k2Rt8weZAn+uMzoyH6kxS8jiJP/1JKSvRxhpzIA8GZk6L/KSsXIFHBlZE90K8BJ0HPwXk7O3ZwzozQBi4iUUa+p2zjN3Nw1GxwCG0p21JH2F3YxxbQ7oP+6Gwa4p3I427WkTlgZ9CWg0h9hX6rFc6kJU4g/+bFLReea8BvAzl/d7eS+ULO7kxh/SXTTDLI7Rkx7PT4UGSvr+Xsr0CmSxnZCVtNrSLUjYxBJzJDTZLQaQC2XHi3kQ5wC/s3pY15bSdQaYs8DrBTOiLZ7ZiTOmNPPQM4l2akxQXEfwJ2yrw9OTnSEdAtWlmu4pvMgaUFZxgEOcybwXVJtzh/tquNtjjatozbwOXbYx7VaB0hEd+PmCMQMhDlgTgyQJwSMd/yBE3Thp6lNJBbqhXAVoOfkDzfcqHM0NQ0ZSnqJ5IMFIDUF66GNMOXshI88iclx29DhmQe0lmfTHtYAtt6TCj/niHDjwbCP7UHaPeDW6gU29RQc4fxnueQKrmF+5Q555IcmptCfQKTIjrC8jExSk12ZmB+7vFas+b39q98joHagDLzkhwhAYiPeCq0fkaDVsss01BJxgDPuUqYp+KUczKgNuA55z3E4PloJzF7xgiEZPTIrA+vjQ7Hj3+rpuPCnZsiUeYmdmCxQBb/sqEoM/ey5xbzxqnfIMk5UxdgHoBEjUiDTpb6joV8qWALywLAU0oU3bedlJXgNeSURFYhGtvLn+w1fB+GqSylZI4KmKwiM400AyZS3c+WAce5+9uzXu9whl/jALrGGXQDxJtA3ptjBkgp+pOUkeE+G8hIWQE1b5y+mQY6l1UGCJkCAliQov6OiQJClB1E7sa7YM9GRcIkFLIzhhj1KdoltRxdrHP22mdM677C3sJ8sGOwXXRq7RBizEsp1HH9QX5+bTa9/KXC1vbBgLv1iG0UzToCaMN9dDuKdqB5MOGLPjmiQjbkIuvQdZ0azg7exwVNlMl1VD9j4GnOKIaeZ3glOB4dKaVEzRSplAiA9p8hKu7z78es9/s5vk/pB/OGfcw96z6npj0GP0bPx+o+RqvtDj5oMPby+rCeM16LD+K9DGPf1YOoGLKkmDdBeH9U7hW7lXuE787cF7DjH7xv0jeCexngwuEAi3wwOMIa6D4Y4HHKxkygRi2G6hrfB6aKuyqW9ZC2K9wh382xY/0O5AfY8zskPlb8sJV5SIKeI2ZCPFbzu2hT3e9ieyp/ssCvyAJPs/5XNJjftyve/P3w4TkUm6YPVicnZ7rCEfPb3/0P/fbj3+rFi4/kt4KOjo6VEtOFc9PAQYq7LE8xWiQ/joljUoqH1paH4RaBPgD6G8Aex8SAp2GEI5ekhsu2D47nOJo+/s3H4ez5n//z/6P/9f/9X/pf//v/6P/8n/9X//v/Bf634f/o//mf/4/+2+9+p6urZziKTtRwCUkcDAM4vBGUUhKR3v6gHO3u6KPzu9w7EGTJUIuNGfAQQaV+yCCN3jp1zwwDLZGHOaWiwmG4oGtpW+XSKKUipaySKTNAc3nKXKrpT9bhh5HBwLbbgFOn32zjzxD2Tp+V1nd38mXEb+v4baAtPIJX2F9oMsvL4EEz3YD+A6lBxg1ccLakdiBtuRzGn52te/l3f25x+Nze3On2eqn652Dr0MX1h7BB1RuNQRxjA+QTU2oOg3MUW6kZyO7DQTlEs5BIzKMAJIl+ZNIK4tBujoF0rMAcM8V1DcYrjDh/hnDI9NQfLJMavjy0OBV9eWkYi8QYKCVaca1RA/YgImPHD/nJgWNa0xUd4fQ5Pj3SMU6go5DjcYQ9wkhsGNyiok0u2aPXApei7WYtQ88FfORy5De1qIBWtV85Z/AKlTKVTnTTzFOpiWQGUCXlVJSYYw1zz/30min0UdBEuYSFUlYmXyGJjIgIlLkd7JEjdb8KxYYkQYdxCu7jhD5IMnlagB/sXh0KbBXmiDGB+44Q+EBsIHk7IAei4xnI7sPsiQnK20IqxeMRDFMUGk44qs5YZVZtxxmDC91f4wbnB8UfCcWcqvnoj1GDBURqJIHVdIgxcB4I21gPIOxtGqzROqmrkNTgjKHmHN/PmQKEPgOIg9MJoHt9+1Le4+RdA04H5uBImbkT7XrcG+/TXaeubdXgBOo6UvYq7T6TLS2aOnI/Qv+GudKoaZxShz0wB16gu2/0M9V0J0pZDo4ohY/YczMVSJSZMTmawPWBDKSUlNwuRcGZQCKMkgkG8jHdIIESEiOQSB8GaDlFWSae2b0VjAiwvW5vb2UHkN8C8v4bbwJhP0/jWVqm4f8/e++h4DhutGu/AIPUacLmHL3J9n//13PO+fzZmyd3twL5P2+BlCi1umdmd9beXTcHhSoUCoVCASSBkloTYLuyGA8wVhqbF9hEQlpFgGIhKJtL+1KmgmRWANV2ezctwNtNSHhOgXj+gHfWpoXRSQotmXGbdRUYSTYwnzGPntsq1sVsNtds5j+FNZ6p4p0nrjX34pIg9zP/xwJ8kHDhDyoInq14P9mMERAtbsNUE0aFl1w0iW0V/gPou25nauNP6eZqoeu6jToxV+LyMzvmqhevtj4geDzVOwARVxSIwm4WLrACZEdbdiV2S1dlrnJ2W2xLeSBHPBS3aK+iC49Y/0gxSOzcNriBsi7DDSLbqhcW3DbZUPttba/K4z3IyDbSJjYtxqoRU7mpgy7JYy7Uvz0PY5wNYLRjBIaTRpbXuKes3HtwY10NArFXYR4R8l4ZClHqSAoqCBq9ZHIzw04zMww7zD9l4cqUjKO84es/PNp4hoyCt/jWA/9dHrj2nvnvcsOff7Te1PthJ44sfiPHK4EsXlAwXD9rap2dnOqNN97Ue+++p7feeltvvP6m/A0cH3LZabOpSuoIGLgde2LKim2IX81+x/kTU7/U1mwC1xx4V2z61j788mJLVVLFwcK/oeIA0OtvvKH33n9fn3z2ib78+it9QwDoawI/DgJ9883XERT69NPP9c477+je/fsctk+UOcimlJRSVmLHFliUxZWAsMZ4C+M3fgrHlhbqam4FCW3aQoI2hF63xWkD3TOmnpd5ADyXE7K5Tqo4+NR1owaf1mxeU4W9bJAT/IrDVKmvVZvPxFir9i872IEgAgWrxaUuL84J+jwlGPNYz54+0fmTJ7o8f6b1YsGc+Pd5ejZ/FdVWAAAQAElEQVTMAtK+pij3TFBvO42xe80c+WBjYCi0q6RUgRPjZ54ZruvWzOEKGy7DhoV86PG3j1YEM+I3Hty4k3OFyYJmc1PWSK9u1UUQJsoIUIVESf4NGwOdwkAJWrwhQgNlJ5cwZNIom02GhVBuA0odKgaaYo5vAEA4RZ8EcsKOCAMpZ/u+Uc38VAbmKMdciDXdqyPgs14v5D/D69ZL7Ke98DH25TprPmt0dDTXnADQyemRZrMZc84hyf0BZazYY7uBzjbgx973BL70t7Y6/GffGOhQDGkAKBJqhkSBtS5mxQLZmXwlbUgXXUDUzNrrjPVXVw1TWitTzqqQcgjNKOGDDCQpV8oBSeXKokHwrMfrN2d0JORFXRHa5nssSynDxOYcUPrEDQwT3w4tXcadpYSrRMGzDQoeGqI36zMdzDGbbupYxyP7ehwdRPWWiuLQh2n3xNAhS3891FimlQ0O8DowwBuNHbA5kqKdYr4qaeN3r1hrBrjPNPScU5LC//jYfjYfkZzJoLsRUE7Ch4Wf4WuQQUH5xg+9Ra0Fsck0CG5XgqAEKy4WF7rgmXFBIPKSg/nCzxieC8pJua1Vz1o1bau6man2QTvXqEcTSTtXdDLhJAkZEjys29iWoiwq4Q40iLJ51uIxxljcBshAAjK+yfYNvrTeHJg80Z46BQgEw7S4MhCpZ0mxonjW9TihN/azj7H2ADc6CQqxECdLSpHbpkGEMgmZNb67vFzonOC7fwfIgSAHgRaXl1pS13ttiBFaBbbT6mrKHRKwJzbG8w/WNm0qZeFScr4PDI9GttVdB6Y8pmnZNC4oDUJg0BV2moY5IKhNKixy5LLBzxGeKw7AzAl8+384awgENW2r3LBO8N+a59yCd4U/MLCvLllnDp71PH+7MGJQH0YVk0zGGIJwvZ8Z235r+q2j37lagkCz9pi12ShXNcLZUzXMpeezh0cCkUQFQKJg9b3XADDykdxJiKmYGRR1bgU6mCYjwtyDItcwD4pPmayVa5oqBnxt5W7FVKVr9svmHYQXFjzUetdnu6VD8gNvv8808Ed0QNEB1ij9CjH3NdpsngFySKX3ksO6Skym6kBLL3q/v8CblWQdBtRF2m0WrMPZ8FIckGWs2ngDL6jLYobSbkuV8r8rf5l+i2wOFNm/y8jbfm498If1wO2d8oedul9heCXvKwcFXgIV5azMRt8bu9PTU91/7X4EgN774AO99+77evPNt3T/3n2dECCyTGZTbgWca8s+anhhpZRUUVc3TRyKjzggn56d6T4BnDcI+Lzzzrv6AJ0ff/KxPv30U33++ef67LMvgM/0yaef6MMPP9J7770PfKj3Pnhf77zzVnwLyUGo46OjCKiknJVSGkAFS0oar3Hj9qJly7m1YaQV+uhGAZJKrXUXiI0kO8XeBwuwHZFzGsZfh61N0yoCDFWlXOWgG3xTjXw2tnnQbBXiysBId2wMVmyolxw8Ljl4XPjPsfwDzU8e65kDQASFVmywex/isMM7Q9s5gvWEPptsvWx8O+Q6B/FMM4EkN6M2KeeslLIkNDCnllsPfx7mTbw39gs+3fVByN8k6Dj4YKK70Xh1MLyZ6bFptVppRQCwg+4GfseWCNVDm2KYy2N7447aAtTTzjxOvrJlpqc4IxtlsoxukEU2stbjtrZjFfaiEyEfKirmomlb5qpRqirlxCEde1cEaS45HC/x7QWHGZc7OypL9lHdNgSBWp2yJk9Py3/v3KIrE0hSTiqXewZsvwHbOnBvG/BLz7x29GXbirzz0jaLjlwcoHPftGeoTgMXZMdNwe2iKRpypRp76rqRf7vH41NOyp5bVVIy1JSyBLdAYnwAZY/TPGOWhcrlzqCMcCMUkpYytYVRY9TQ2Dpc62YdPjCIkbhs/ghuZ36UNxvZPamRb3xlhxstr2YojoM2eLcSBvYx6BiH6+AYRbnQ7r+jDGYdh32MITBjyHFQY56hzUMKinVkvXhX+LxjLsIX9jtgbQLL9WD7JyOTaWOolCUgAxCR3Kboppd+W0+TCP4UjkWLlMsuxbeUIDqCmovVQr6HLwgCXV5cQi/kA7vDouED7oGWZ1Pdtgpg7WQ/o6KThBb6jnybuR/bWTAyjFcbgEtbj8kQ/GiKHNhuNECSzEvK4RNodOTwSaUElvnoSsFP8JIyNJRclRKILGt72ROEBNTTSc+9toVOPc9BGXxfDU16sEE9ylCaACkrJZ4sVPiblpcXC4LvF3r88LGePHrCc/hci/MLgsVekO4x0wJFJLrl9u6AMWAIk9VRvDjyUAwPKSqdF6BAuyJpegqZwhWg61iK1JWGMHjOdMz7plwMQil10Bt5t1GCD0EV+ZDgQbkvTIz6jmfRYrHSBX64iODXUh3vEjGMzIc82c8VPNDxjukBB85WDnz73rFuAzpLCs2hupTpL8MDcq4Vzy6CkG17ROBnHt/8adq56lkt18s2i4u+d6bSZdhOkEYAlO2Een7qJzY9X/omCUZzU/XNdYca43/Z2Te3fLW1h+x4qR68pm9qMF0UXgNTWcpRHHEUxAIYiFeNprYU3TH8yEp5k++Isr5cwX0ViBXUBV34LGkldGRn2j4jLLsDyFDN+Lbc8ckS6rbs3wdle38zS65TPuVP6ZsM2ZkseT5ukr6tu/XAn90DL3rn/Nn98F81vurgaOHmhqBNG98CunfvNb31zjv66IMP9cFHH+jtt9+VAzh37txBZqZc1Wy92BSzGfFLrvfGivdc4gBRN41mfEp3fHoSfz72xutvEMh5Vx8Q3Pns88/iT72+/vob/fWvf9fXX38dQaCPP/4UmfcINL1BsOjeAK/R/j5wT2cEkY6Pj9kAtmo4kFQ5078KJEnJmSYXxkxKZcO0z9sRoDDWj5hWJj02auUuDGy+PF5D5/FTT5KwIVVZdVOr4RDVcohq2la1fWV7U1bF5rjhUOUgkHHdUI+/6qqRgwc5jxtbacXm/fLyggPGUz16/FiPHz3UwwcP9ejhQw4ejxXfAnp2roV/B4hP9FcELGKzzUZ7RZDBsIb2p9MrAhoOZizYsC8IJvkQeOkDoGkDfa0Bb9rXbNo9ng0ocUjs4rd/lg7+EBC5BJbLFfy1OvoQmx0pq2CjXit2K2vqrHfFQX1lX8ErMuFYBMc0fTmPNDIhb5mRRy/uhjkw1+BiJiO5CNCOvCTaUYx5sk8WHFZCZ1Kus3zAcBCoqmtVzJ0qodljXWmJTy+Xl1owB/Zf54OUpDon1W3NgWSmo5OjCIoeHbWszQZ9Obyg8AfCjFloxEkc0m1Lpw5fROCMT8S14qBhmTi9IE/KwKFks9FwqIreGKRrQiDJm8zMeFKuVVeVEpBzVlYlAaaTMXOrDC8liVoyUlZmjJYpkIKnTT1FenReYLTYnY9ATbYeYGw3+VYWXtjRUESsx/K09WBB8s4XsM9G2uwC7qtQV3JU0X0xGboQW6mudLhhhAilggcbXGZueMoxdxTCYvoM28BjObDrNaGm5ZpCom4Lst/D566jP+ag+LrG98WKyshgWz0Y5kQxZ8i7rcvmiyvkwGEb2CnoLr75E/cg699B3Avuex/cF+uFlgRFHIbI9J94bvnbP9W8VR3f/mmUaxRnwPZa5wTMjaoNLziURgyJ7Vgrha0VY6uhKyoykAYAod8eleCnrFi/2JTpwDQMqhLIIKWUgk4CozslKABxwZKvzvcdXu+5tzrwmgdaZ3oDvTp4CnALwEYYIEtCLwpth2VXBG0veQb6T8EePXzCM/mpnj57pnMCQN16GQuAEQTW4P+OZ6D7NzNjh/FYF3Twerpzx4DbBSKLuilG7Eqa1kO7vWWMbwLLAHhbW0hwSKgR41Zc5hmwnvuh47l1gQ+ePr3Q0/NLXRIIWvIucFcp1zxHa6WE/OAI37tu0yHQ2fcxL1TGZBUPSMgHmM8zK/MsbWeqgXZ+xLP2SPPAx6p5Z+bcSrkGkNeBK0k2QVxJKXr0NAtamysF5aH2SDC08HYwWVOyLOq7TEaSL7DlTeK0QDsZ9S4PyOQ1sNFypZ7H3YRnOcPA8jIZyIL2GHQ8kd6OJ4SnNcEoGW0K4XwiMyH3FCG404jyfnpe/b78frnMjTwH+m2v6TBv7mkyJjcy0MDreuufgQmfJUVe5iezGH2PyYsmJ3lJBe2ydq9JL7sVUfKTZNLHtuOhttxP3GpRjszihijsZjf3tSv7akrXGPKyyn+t4dG+mvT6iuyaaLwlbz3we/dA3Aa/dyP/aPb9fu3Nw4vHFnrqJ8AbiVrV9Uzt0ZHunp0S8Hld777/vj4gCPT+e+/rnbffi2/j3L1zTyfHJwSC5vJmzMGOhiBG07byV8KPqHPA5u7de3rt/uvlm0TvvaePPvxYn3/+F3351Vf6+quv9c03X+kr8OcEhT764GO98867BH7e0F3a+XeHDHfu3JODTv5x6qMjAkD0U+VaCXsVm4Ok3au8cAtvShfO9fkoO2Lx/oYuu8bSjK5IhXYtdd7Q9uDCTKpSpfAHvqjZqLbGEbCq5INMVdWqqgaZRv4WUANdwcvI5Fyp/GBq4nzQacWm2kGap08IABH4+fnnh3r48IEeEgh6zCfP/hFS/+805xzoFgQrlgQ3lgSBjH3gMyz5pNaBoQUbdm/ULRttCBxdGAgeuY+FddDWsmuCRWsOi513xPi4ykm+Osa5HA9AHHjczhv/NbyQzZbikIBvOnYgHTochDL06Oz4FLhDJ1V72xa3G2F8EeP7kQW2aoNnheKQkDEz1oIJs91+CuYV8J8mLjikxe+exKFMylViHbeacehtCMxVqZKw0d9uWuCb82cccp4+lX22IOi1YBwr2lpjpt+aeWubVjVt6zopZ0PWzuUB2ycwTXYcunt82YE7B5Vg2mKqae98hD09I9t4aGBkMGuEaBV2VNqsK+zMmXKV6QMQNDKChxdomgsSmFJJyIVMwdlV7gx7Ocfhp9LEbMuPOGiEXc7Ggw7z3ajDF2UBWBncCiAhSl6S21rWMEhRYcoAWRSYuAKZMZT2+1Vem/s8j8HStLKdtB0lzB1p2yHGLc9XRKIIm7i8EbBdrEfKpjZqGFS30YvGHojKCknTScVHebj386ZsywqIKwGlTtaH3mhXuOSTZLsM9hHYa8ywGr7984x1vfSzAlhxj7ql10nd8Fyaz+Uf/a/njRyQVqwPRs89IQPC9qIthyxpUoixFy45FWFrpZxrwNgAnbKUDejmGYOZyJfkbjpRZ6D/5LXLfZlS5rmfJHR67CklVdSlCr9QZ77XVhfPIx+je2QlxKhK4ERBw0Vd6uFThO3feIMiwSd3Sir/BLYrR+gJ4C55nvrPm54+IwDEs/jJ40fyc3rJc3FBkH3Fc6IjUOJnoDw4D0rTq2PggJVS3wFCJrB5AVN5iVEC4DwA1Z4L0CZRVWRoP9b5Wz7mR0VIln6z+4wy+qgMmaGsvTFbdMUHBPHNH4I+fvc8ePhYj/1tVJ6Ri8uV/ExwsLlpZYOBeAAAEABJREFUatV1rcpzgl6Pq/czEyU9Y8Q0+cruAyg4Y0SBnCtl2tc8U9t2rvkQ+Gnnxzyr2XPUrSrqc06o8Sh5X6KHAsk8UJSTUkoi087lb3d18INZsM0aZ75T4UX1JOtGOo8EU7glb6RKk42GQXa/PLADbesK1Y1ui9rdbLTc3NJTcIZhlPauA1jz5JM0rZ3SE5E9svSwxxyKURfZwAh0vd7ra2jI3A1DoDCkPd0uGrzMBoldFB1EtsMPTmQTdiialCGrzF1XlYrIK5jXJKszuJqlznz1gEsFMuu15nnV1twfuVKds0J1ZEVmzKOvsXAAj6th7G9fBNXBqiKfZEODg/qHOktPSBd/lzCOUVcGedhcvxEO19xybz3w6jzwR9J08DnwRxrAra2/xAOVKh6afoBmsoB4g5bHfgPPn7zdOb2jt954U++//2H8idbXX38ZwZsvCOB88eWXEcz57JNP40+5Pvv0syh/+cWX+vqbb/TXb/6mv/317/rb3/+ub/yjzvC+dBvkPv7oY7377vt67bU3dHZ2R217pOh+HEqYUcl2zTmYnxGMun//nk5Pz3TkbwHNGqXEpo+NeMfOzRtPztM+VqIhAdMUW6Ep4wA9yox4EEFpj9aODozNHSV66kSdeRhDSsopq/LLHWh8mAK8iU25jnoklNkEJDYBOVXyZtkHr0w9LZU9JknePDiwcsFBzZ8uP378WA8I/Dx++EiPgCePHuvp0ycqAZxzLRy84VPYS4JAiyGI4w35guDPgiCS4RL+JQcT6/Sn1c8uzmUwfXF5oUt/C4hDjduslms50OMxJuxJ2OqhxsGHA+OCQMgFB51og14fcnqMzshGwkkd/jH4E3MHTAxrDgEdB+gO2RgkwplGI1A8mBCBT14SdCwQUZTtg4FfnRu8NaLefbgYWzDK4I7+1xzMwibGYRtyrjQjgDObzQjK1aoqDhTY7wDYBQdk+8uf9vuwt8DHKw7Ro/1hN3NZt2zomPNsgEkK22yfQVy2QKxVYVcfuIcE7CfqMc95gaFRQSUvFWPuMZrGUKMphHimfwBDcgLbLm74yoC9CZyrStnrzjJ5qmCkDzKlYEc20KP8BKMzSuCcE/1gQzThnpXXd6cVfiBRIrEzQwKCPOQiQzAS/PAe+D+ROpWDck/n+3a4bKBqmjC/cCEGfofjOlZrF+UUueApWSZp4yddvXJGBshVpZjPcd6UETaEJuh+ABALyut0hBXrfcF69r17yf1+sVxoQaCk940duhvVbau2IQA0n6muKbNWom/UecUV2ykMidnCAvcPoKMDGIhGXMRKnVRRVQPGlZSBlBExgEheD6WPkZeVU6WMbPY6qpKUEsn8pFy5LquqslLUidH06nheG+I+E1dKQpFyNm3ATxyEUSkl6Wrwp1d2hdsZTBM0yAP4uWhfRnCY4PxjnsePHzzWsyf+JtAznqWXBO+XxAoBBmXfyRe0mJcd4Hmo4bfFzM+MwKKGTLYFKBKGwVVBjuxQKuwOXkdphCJTU5kZuA+bBkjkEBsTNiFShF2DQGa8Hc8og5/bXjsrnpsXvGceEej6/sef9O133+p///G/+uc/v9NPfDDxjA8TVuteTdVGwOaYoM0RAZuWd2DFPGnQKfoTV6Yv29USzGnbGW0MR5ofA7SdD+Bv/9QEgWrkqsrrJ2NrFq/+URXadlOir7RhjdSAe1cMNHIuaYPFlbBMXO4HNNTZqy6NsF8e+TdhNN5Ufbhu7MiYOQnzkSy45MVg6AzE+kJgHCLkJm0MsLKBG7xJeWBv0F5ViLNGSp8bqR0iZIKzpSJmHjxnE76LLwGl5aHBPUfJ3jgsfYBl9gRKb8GYkAfLo9+pLHo9FxSGZJclspo1XLd+trKWuTl9D4yqRzw0kcuGreqieay/DufKNZnnHa3pE8IMP14OYqQK3z1uutg8tYa6A4iGpAMVu6wXkdltcbgUeiKjnudIB6ztHD8MjGEfTh6UYawtdLe7KMfKX4tv29964A/jgfF2+sMYfGvor/WAXwzWUamqTBcwp4DLDYfimuDMWfxJ1gcfvK9PP/9MX379tb766kt99cUX+uIvf5H/nOtjAkCffPIZQSDgs8/1hQNAyH3z17/p7//f/6e///3/09/+9jfa/VUOGn36+V/0SQSA3tHrr78ZfcxmLa+eTPcV4PeUaZMVB5E2Aj93797XnTunOjo6VsOGMfNi8yY/gE1zD+iFr3RAcnxhGxfwRt8vGYNpcVh3Q9cqNoaJPGE7kDL+rAJ8eGrqBpqXfK5kW3skezE23j09Ly5Q2cBCkKjhGMAGOg4WBFf8afIDgj0PfnqoBw8e6qE/beWwcUFQ6JJAz5JPY5frlRYEaxYc5sxzgMKBGf/PXZYz7QCP4ZJPbRcO8sQhcKUlwSGD+4t21F0MAaILNvr+do/xgr68+V9zWFxjt/GSw+QSPfFtIwJAS3+rhnr7qYsXsUdkqmAPNOpobz92zFWHXIEY+m7GRpdqnLXL3pSsdlMYiRwEXey1y8opF3VUxmGGQ1fYQ4ua4MjsyIeOudo4+LaqkLeda3x8zmH56VM+5eeT/ifnzwi6XWhBAGzlT/exA+2qPcc+LIsS61JgVE8Sgj6UMu5Yp6yjrl9jJysCm+wfURdGDq0Oqok6dAUmMxm+sh5tm9sVKMAa5ZyUANtY28Zcy2NO2MxAURLC4JdIbnKD+FjtdW8xY9uisQJm+J+xG1OUKilXFsjKRqMwMmVgHmxIPieznOE5YpPqUXrE26rCKbm5pqYAz7ZOwLa7SE0xeyQ8DtOAp4zRQiVGCbgRlJOYK+1c7k+ssayWZ0rN4aHlUG06xwFCyjvyLng9AFjQsdZ9/y4WZd3GPX2x1Jp72JIpsx6aVo0DoD5oo7+uG2XWyqg5LHBmcKMDPZp9xY7suRwAW73+6pr+0F3ThyGnivnONB9g00eSu8nWYZmqQm6ETF1WlQD4ibWcQi6hh8T9VZ7V+MAsxBEVj2Bll7nXYEXZPO1ctBnKmcoCA2NEPKc7/Lfk2egfOn5C4MffyHzy+ImeAuc8L/x7bQuejfa9ZT0PnQ8cXgdARzA6IOaIQTNPvoP9TDTeghQ+yGD6B8ng+oJhosO5eSM4aOl6A65Hh2INmbbs8ESEpG/aZ7RGP3DG5HtzxXNuxXPQP4bvII/fQz/+8LP+9a/v9T8EgL799lv9/OBB/ClYzzOuYS3NCfw4gHN8NGcf0dJ3hSfRimutU8hRwh6vhUZtOyMA5GfwkY7nJypBoBOex8fAnPq5au8R6hYn1G4K2O6eRyeYBKOkVJDoMQFZvpIzeVkInuIybwDa9wT3cEPUCF8Uonip0M7L7Jgy7JbMuQHow7X7Gs27CoPw1Qo4OJFcrGGjnkDmyHG5wB4HJySg1JEHTR+BKf8GqaimD+seUOGZcQMMspZIziZQyknc6psZ2hLau57X26SjoeWVFjCyKvrLdJNFNkgObWFRuccfRAZkkTTSPHz8DGx59mWegb7fVFliELgWuT+Dtkv0kOxElX2krcFITyopFW0QkVxniELpwwIjFPaBfNvmQGVhhUhkpfyLc3SQxubsnrj38Qc28jgt9Fi5wVSarpyJmSz4+nyQv17gtubWA38qD0xuqT/VuG4H8xwPlBdEJfbPSGbeY3nARi43cmBmfnKiu3fv6a033tKH73+ojz/+JL7p8xeCQF998ZW++vLLgC+/+lpff0n5a8pffE0g6At9RkDos88+08cffiIHkd559x29+fobuvfa6wR+7hLMOVFdz9gINnRaAaR4BkdGQWHDqX+U+v59nd65qxPsmXFQqXLNQ7+PTV3Piapnz2OIRjtZ2imVAsKF2Mt3+WhX6LZ+w560NWc2lDllZRyaq0o+1DS84KuAWrmqlFKmZZL3bGGjhzd01Ql+J8YC+FDBocF/pvWEQ8SjB48i+ONA0CP/7g88f+q8uFxGAMff1FkvV0FfwrtwAIdAjwM//jMPg/90yeWoI8gTgSKCN4uAlazr0vTYlgDTxQAL5BehnwMjn7L4txx6Aj3rCDzRFluXBJ+WyHRxoGFQvI29yQcxIIbN2Dxulzt82EH0gKDLTqOIIfnSyapvbGS3TwXos/SPnXTuah9YTk6OY10dH53omE+g29k85tFN/ediTx8/jW9ePfjpgfxneE8eP4v/RckHI+sLOzwmNxiB9WCyo59NlQ8+LIBu8FVPEKjDph6eQsh2GdxyABs5kDd5KmwIudIgcjacYhMYa7P2WmxUNVWAN6IOCuU6CZECXouhY8jygAe07QPGWGcM5GibqRjSMP7o2zS25OiIUTDWjgOvx94FjWbv6GiaKzLLTVSZgxsD/ecybIzOR8w4ouys8PZNtgTD8/LfgKVHCHmy4iNPQfbIVcFz2wLw8Z8PDHXbboJAnr+Ms6JFyA9a3SFgizrWlsGH9wuCuoZL7vPL5SXLrTg8V5WaquYAPlPbABzG/Qyrcy3RL9lohny5qymMPOOrUCQzegrUyjwX67ZW21aKMXhdpkqlr52u8EUieFlRVXCFnblCNlFmvaUqq6J9Bc+QUgoT1txnhriv4KSURFKqklAqJSlgZ1aG+87I9+NOnbjGRiOGhZ/9J7P+3xmfPnlCkP6hfuYZ8eDnB+XPdB8/koNCz57xvADim5oEjxerS/y/AFYqwSE+x/b9QKAFJk7w3MQMYm7BMN3hAMOfH9I/HxsEz4GFDDWC4ttBbgszbh7TPI2iDfSwNqJ/3jsrglkBpg1DecG74BkfPDx49Iix/awffvhB//ruX/r+++/1w48/6CEfTvidZD94rVXMSdvU8nPVUFcNY8Bn9qu7jd88U8xp5hBctw1rb655WwJADhw5gNT6TxF5z7dNKwd/mszayR6dx+PR4hH0uXQV0sAyNlB0/2XSKZhngIQXVZBFHXx3k5zBvJKKFL2Xmo3YwC9cMeiR2uJBZNNkW7NRN2VN6aFpsJjFwJhesNdqGsgJGtts+9tSxb5RYtLoCjn0NjYd8Y7cTXoO1O3oOFC/o3taoCEpOPE+CepXZ6PKfUXBj2y/hvLE7FyceWUOS1NPjIE2MDJrOBOFrcHVMIYMPapABMFtcjcjmDvWB95mVLlQqegxnWW95IWFxDTlbqyx7LQG2h2CNgPalIMZT5NCHcgH2QEhsNW/5cEek6tHGHkHcBU8CwaBaZ38gSQZ9gyaebaRBoERDXVjEekgLUhVF3ux4AwZzIG6Rbce+LN7YHJH/dmHeju+rQem016J/TNVOV4YZLwwCp3zTDMCNCccjO/evS//T2AfvPdBfNvny798pS8J+Hz91V/19Td/1Tfgr7524Odr/eWLz/Xpx5/KPyD93jvDDzvfvaez4zOCPkfy4SLnij5L6uixUDzXIeLZzHPYD+ecGw7lp7p/977unt3T2ekdyseq2WT2krxXN/YeiOKITAIJQAbkD/j6lNRDB1PRqpA7ufm9/MlasEd5cNruuNRDT0GUxelIeD0AABAASURBVGV72FtjV89evteawMl4EGFIwVuy0fdh7AmHgkePnsgBnp9+/lk/Aj//9DMb7Z/04OdHeuA/LWDz7f9q+IJgjNutUG597sf982G0OjJv5P1p7ZLN+5KAzJKAkIM8QbtMnyvqLNvj4GhP5k37mvbL5VrL1VJuUwJCC+iFlvTrT7KXBHv8wg1gTA4CrS1PP0uCQGvaW6/14YarCbsZPAkvOPARL2JoEkxF8WorOBm4PvVDFUMKFaEueG6Xlb25UqGjjrF2CJNCqq0bHR8d6+T4FDhmbZ1wIJnJf8In5tS+ePzsqfzJ9wOCcD8//FmPCcQ5oGZfhU9HZSqXeysUeXTaM8RenEvBncr8+dDXs38x7sJ2pG9IVrRbPXJGvK3FApLLHn9OlSrut5oDV8uBzIeymps+17VSxkcpWfQw5F22+xp9jnuodFuESBSEwwM5QzNFcm90h3q7akVmv6186A3w+K3ZrQqEOFnYD0ZRqXjVOeO3yt3eS6nkri3L02VMjzk0LjXOGaORHTLoi+ILZGPLIuoeNt4trCGvmasImrQNwZNGddvyHMUxpEEE5PagSNAY6bXub6F4rS4IPqxWC60I4HYsxjysiRqdDQfttkVvXeHqemceQ92VLF/h7DKG+kAJnYyUg0820G+uW3k9GrwOs9fg4DssV1wuA64v6zWzjlPoEvK5olxVqgAHgwzyxdhk4CntYk5SRp7kZrQ3d+rnkR6x66UkAbs8GIpreHYuea4+Oz/XEwJAjx8+1M8//6SfeY4/fPhAjwiaPH36OP5c99mzc8Wf7HoOCLh7/Xd+Hnv9o6Pj+diZDsADlCerji7h+SnBnLIAoXzPEAiCGsIhGxmXM6UCbkcBuc5twcIvbq3oayWvCa8Nw2pxIQeCFgSAXH727EKPCWT9/NOPBH2+0z//9S99C3z//Q/6meDPE/8pMkHFNe8E4ZycK1WsIc+XIeeEv7PK1WF6sSfnLO8D2rZV6z/3Oj7W3DA/VksAvp2xPppanvsq056k4UJL6AnMPHf4ys9U0CCxi8o8Cut09XLlwM2HJYbaG1C+oS6+9XVT/YvW2W8jXG2zt0r3BCaD3Ku5qWj/7taXgZZ8t+b5JdtepG5uf3OtYo6G8YSoM4NeybWvKcscgDR2sB3JyLkOY6fbGRCxrsz9UOcq7olsnjNwpCkN42A/o0weiAEhHsnFiiyThQi0GEPQIbGbRfUuK0odz4ggnEUw2cR1gBaM7eLZYhkHsI1HoDLqjEfeFNPexQGZvAJ7ddbk/jo/0wDT2zau3ZZuqVsP3HrgsAf2bqvDQrfcP6cH4qUQK6BiE+0xxisqXk5kis26Dx5s0M7O7ur119/QewSAPvroY4JAn+uLL76Sf8j5m6++GfDX+uLzr/TZZ1/ok08+1QcffKS3CADdf/0tnd19TScnZ2r5pK8mqJRzTYcZGNJI+tkNdBGZ72KTeHJyqjv37unenbs6O7sTB/aag7vYDHjj482fobyzkgS/gCaX+aW4GwQKDVSMmO3xILqRo5ysMyFmbBRgRgHOAyrgg34vB1oMa7+cGI/cDoVrAhDLZRf/he7Tx0/1kE30Tz/9pB+++17fBfyg77/7SQ4IPXr4SM+GYIMDNNYXelKllLNSSvK/jnw96HYQaAMEZUyv2Zz3a8aHTJLbZeVUcBr0iMv6V+s1B4KVlgSNfAiIQMcFgSAOLevhoNIPO+2QRW7pIBCHSpf7zXglVAMZzSWVlzW+QabHpi70dKUy8ikdjCEbdYDZQAnkisy4jd2q8wYDvWUNwM3AJG2LlnYF/gDVbU3AZ64z1ti9e/f12muv6+7de6zVU/kggqe0XKx1cX7JQeiJHsX//PNITx8/jv/5x8ExH+ZW/mQbG6y9A3NCIUFhUwfYL4LfsUhc7hh75zUeBxhvmNzSEtq5it2lbqfiuYUUbhrnwBvCygcz7ps6oFZVI2MBMVchDUGK3qLjRKkkPjAsxE6+rd9hj7rQka3fYB5lj9AH35UPn6ynFdCZxkejjlwVKtPGoMCF9yryGF8o8lEZwnYZIMe6KR5pMWeIDMnczse7oYyCrEJPyMIoeSpIXsJBIhf4OVmmQZ2zPG8tQZo25q9SjmCKPWSwPZIywDob8w6/2tcr7t8lQdwFz4Q1PAtmniOVA4Khr+FerWCjgBQqBpUwUZepT4FVOoG+PrHyJ5XlXjMDLeipgQTUPN+rArahggYyzzVxee3knBR2Ut80raqmUWWZKgc2XbGuG+pb6o3tp6qqJfT03F8eb3wjiHH3cf/1ZXjQol5THA+QXnxUoPFKEAHOoKl0jl0w0Nnx7POz0kEeB4Ic+Hn44AFB/J+BBzzjgUcPeH48lH+/7RmB/zEYtLi4JNAOjNgBohVBGAJ1HQH2lZ8RvkcCluq6pQoPmgASLxp46wB5fQLdCIylM4QOZNDne68LXat4zvv+WxHsKXCJLejHhhL8Odc5AZ6HvKN+/P5H3kvf6/tvv+c99R3vp594Fj6Uf6NuSXs/1+wUB+HqVMlzYki5Gt0lXKXO/ragsjLz5rU8b+c6IuhzNDvmAyJoyrOAVk3NWrEsEM2cDeuyQyHJI4TbA2Oa0iOPuRrILTUwpigqI5tyn0/nm0T8fN+tt7hhl7tfGgY6ZW9Yu2N8vsWltxyzkacar6E3HV1T/59g79m0+SHv39IW9wmQDvVy1ZMW7MtqHSelo6UBtJOuNt6p/uWFLB6PNM/YMe1kpEfDECGZOwJFEsaSIK6mKT9ot9wVC/aGdaC0ywpJWyqsdQrGNZmbdn56s3/k0zOkouRthbmUx2TJkR7xyNvHY/0tvvXAf5cHrt69/13j/y8ebZn6ktsNldhXA1ni7eEHcgHXjUAdT+jMZrvhE7r2aM6ndmfDtyZO2LwdaTbzph45Nn5jqxGPj12XtzS9ZEMN2+0AKKeOU2fVZLXtjD5OCSLd0ev3X5P/Z7CjoxPFgQCjU0qIA04AhdjmGBcYmKXwnHy7sYpWZCk5czOw0US7pQMi4z3Ei8mBEG+sHURZcvBasVFfEyBYE1xZsPm+5BNT/67Mg4eP41s/P/zwk7797gc22D/oOz5Z/YFPWx+w6X7Mp8pPzy90ebmQdXZs7N2Nwp4MqqSUJXFcoaKn3kGcDhvW0ScvR+hoxyGnRy7kU6VUsbEGEr5P2uroVp38bR7/2Yj73fwWEIdH298zhnJgUny7acWhwgfLFYGgjj47B5rYkluj0JtTkruVLya9Y8du4CSAs4JBDZg8EmMIfCUrGoukafSOMoPOUjcypZxTKVgcKo77wdpK1hxC5vOZTv1nhgQZ33jjDd27e19np3cIDB0pVRX7jHX8ydeTJ8/0kE/D/T/f+JD3hE/3zy84rOGbLoIY6A1bPLROnQ9eLvsbT6b7oR7cB6xlnyFI6tnAUE+O2xSAzWja5K6NwiTb8kyNYAHrM074IQPGzDnj9ZgTOGfKyXwcRBKXNYCuTTnnzXRaKDubwFgesatMu91kUGW89g3zvQqMv7xWOSt1YLcLqCKPzHqC+LWZFQE8Xg5qOsS3Xwpg56FW6DO7oGRyB65yttW4dCiUHnAO5YFmPbg+cxBu21Y1uG55xg7BHwRV/twnqJKFEaW977UV96X/97oFz6I192tH2YKZNVD7WU4QyIElr4usWooZTvQ8rj5xJSCzjgpARFlyZ1ugFv6YsIE0lmS9iHot5Mzao//s8WBDbcw7w2XXFf0JlFUhVzdVPO/rhnbck1WVSx1047aAv7VXN40Muarkq2dt9dx78TxkXcXa4lko7j/xnOqgR3B5C249gdRHIZEHcN+kZEqyTj8HLxcXBESeEuh5JD+/Hdj/iWf5jz/+oJ9+/Cm+MfPQ/4Mjz/0nBPb9o9ElGHTBBwJPAbC/KcQz5eLiPMqLxTOCMucDXIB53tDPaggSrQi+rCJYtJLxDrhugAvaXKB3AS5wia5LrSLYs6TtkvJCDkhdEIx6+vgJgauf9cMP38WffP3vP/5H//r2W95XP+oRwW/LrPGtmNOUkrKBuRWXpzzcawIfm+65zztAlBGJuauHNZyHucyx0FFCsswGKIeqDQNiwyjzYlP6QbdsE6CXvehnt8kVxm71v6G0Gea0L9ZsKZaxF/r5+YuPpvR6UL5UKR4OB7uctoJeAwflrmHuiJf7Szu8A2Peqb9G7y9kj8N92ea77fZtHmqNDC+r/IXkB6eAqngUZu650hAWRMljHn8zG+jmxvTyHQ9Wb7SGBt/8/9mBbOy5JW498EfywP799Eey/dbWX+2BMv3edxVVFahS/Ksy9ADxlKVIygjHV7fZtB8RmDk5OorAzxE4vt0DL1NnuXjj+OHs9gbaGxnieU25pIxoAcXb3v1Whcp1bPyPZkc6O7ur115/Q/fv+4B+xgF9HnUpZfXJmpISrZwLSr/48gsbSFJKkUHkQqNfccFXAe/HerKOA8aSw5V/O+ecTbR/fPnZ0wv5NxIu2HxfXCz4RPVcT54SSHj4RD///EDf88nqd999J/+Y5rff88lqHBQehIy/XbImICP6yblSwveJsRokxqykfgDLmN7glCAB6hGS7KBeYMA8owBkchBDRpn6EGVMDvosfIggwLNibGvG6AOTFXlTv+LT75W/VUBgy7Idh62duUWHQlkHu+dsC+Yg0LEuOk4GHTQV9B2rAvwSCX8IP0TL6Mcdub0HZDA9QkghXcru21RmfbWs2fnxse7cK+vr3mv3dXq3fNOsYS3bPge5zpnDp0+ecgB6EuAD3MXlhTzn9g2DQ9Tj6/iUvoD9EQEO7PNYe4JBvX1IIK0jWNZR7qizLVfg2q9el7GVfNLKQzRgxYQbZMZXPqRVHJQNNbtCf1JvfgiQRVPwwTStpOOkzD/Z/WTXJQQtRd+WcMm489yjr2D8xRrf0K6z0ARY+tPShH41JKaEooJLbrODeTDDZvghib2QkWJ8jDUwnMy9SlEg/FS4Jacy5sjrdc2yQRN6Ou6FDhwHawKKxi538N3C4PmyDmOXZT1uHgUIl4MeM2xFp+/TDhxcjMoEgauqVs36Ls/rRjnX2JlQmYuWUEeZ5wGVCpB7Dy3PzdzcQtHtWLAumF49AUxuZk3WDvK0BG9czoleqE2AbQVsZ9O08bxvmloV69eQkUnQDe0bgj8OZDVtK6/xXFWy63x/9TxrAngY9QFSz33nGYBSuVwylFICBZCRKA11dgGQsNNte3T7Pl/ynPRvrj0lcO/fbHvw88/6+aefI/jzYPjTsEcR2H8ky5yfP9H5+TM9C7jQhb8ZxDNmQfAnwMEa0xGkuSRAswUHblarywjcrAjqrQgCrXgGF1gQ2AHgLQzRfkkQ+5Kg0mUEeRzoWRAQNKyi/TJ0LSx7ec7757EePXigH3/4Uf/657/0j3/8g3fUP/Xzjz/qCQGgS5579mtKSSkVELOGkzbJU45rWEtlDYrCuAYzvvMa9txXse5w6Kbl9YR1bmrHwjCbPu0jAAAQAElEQVQtQ4xuU30tka6t+RUVL2b/S3Uwjs+NprTLLwPT8f4CM/eb/BpTDpk96t/igRpQ3MSHGv4OeDu+GO29zi4/CHkgBXKG3Nj+eU0R1eb2eo5wHuoHRNPM8xIUacvdKqRiNATyj5i25m+p6TiqaSHow3I7Pgm52+zWA39eD0yfBn/eUf6bRvbH7MZLIGt8aWzHUG1eGt6obR6MCLqc2bRlNuLTTXnjMoeKXKFPeVA1YooHn7nIhgiYNoUstHKlDNS5Uc2m/vT0DgGg1wkAvaazO3cIPJ3I/SdkkrLYiSrxD0LlSiAD6Bckt0wpKQ+QUhak4GhzsfnkHBF7lDUv9yWb8MvLpS7PL+Tf7vEnvM9MO/gDfnZ+LgcO/OddP/34s34gAPTtt9/rX//6Tt99+4N+IAD0kEPCM4JEC/Ss2Sj07hF/p1RJ2CBlSUna4ARdwLI6UDfyC+bY0pXgkbjMM8jtkvWYop4AhYM7Dn4YfLhYE+DpsUlcHRv6NcGMNUGg+NYQODb48KmWBjlx4OoAHwCEjwS/41jgg5jlO3iGaHNtVhaPRy7s9MFPMX7F1YVOyATsJ+p2WNEfFhDQsi2ua1lfx8dnunfvPvAaa+wNAkKv6fT0TPPjI1V1i1jSKv5870JPCAQ943B2eb4oBzP/T2irnkPUGiiHqRUHLB+uOg5YXfTV052hG/Aal6zxhL/2shJM+vA4R4AFp+RbXgzbjjAM9R7iRKKoijqFuPPMvVszv2Pgx+VMrbFFizprcWkEuE6GkUUbJ6Ev9G74uwRNXA2TXpB1PxuA62S7jXECyH0DJVGepMp0aDTxmwFdh+6O9epvAo1gZtAQRaYv00J5mwb7jAyuSIVwnhMM/C90B8Tgra1jvlgHBH26DcCHpoJGGtydhRspWFuwqaZtOA/5wtrm6I/7Atxz33Y8qCyVff9gTF3XrOtGdQSBavRWtM0ACUFSaKaC/s0HaCfai8v1oEHGlLa0Kw2FXfjcdzKYhyoPxuuhrpNyXWMH0NqemjK8nJXxVya4U1e12qaN530DroGqqpSqJK/nRHsHffyemM1mms1aVRWdJJ5jGq8+LE8piQQUDEE/yKQCpa7QMm+cr8AMCn96HNzJCEkpJ6WUFFePD/C1n5eXl5cEXM5VPgh4Jv85r58bjx491qNHD/WQ5/zDhw/16OEDPX38UE+fPuG9ARBcWTj4szgvz5bApqdAIMfBGgeBCDxtAkLmTYEPIhYu86wKbJrn0YrA0Ip2DgBdYKffS/5mo23yN1B/+P4Hffv9t8B3+vHH7/XjTz/Itvp9Fh9MEMD2iFNKyp4n+0BcHj/rDC9Q2E32Vxfzjw+ZGiky2k/kqPJi6fAxyWTAROIASacDN4ENII3Y9Kaww4yaq9kgU6y7Wn0dBzdcV/Vq+PZNrEGr247ZpV8GLzHC6DuyX9bVMNfPaxwWRXZVMkY8NeEauastXxFn2vchlc+pd3VA3APcIQOGOqRty3upcVbbdlXG69vG1aSUt1IvcH9NhH8H5Gi7fbljfDB+rYGvRMmvNeK2/R/QA39Ek8d76Y9o+63Nr9QDh5ZCVTbRfnGwu8mGSZ8V/EkxSI6y4AyIWl5AbjMBjaeokNjN4tFrWbONAWsxv0Lb8fFx/A7RG2++BX5T/r0WH9CbZqaUK/Z4ebI9Khv/2DRY3w708o88Xwdb0a0O72kNohdxJWXJdFK56IikjiDAGATyxv8pgRxv+kfwJttfoTd+/PgpgYQnwDM9feIDwjM5aHROUOEyggdrEV/xWYM+3F+Bnn4LSH2PjQZ4AlLCoIQcOIWN0IHhU6/ebQABODZiNWC5DkgGt2dDj6i8EV8RvBjBAR/zvDnvydYcBNYEflbAerlWTxnvSsOb2cfTIN0HGx6XS/s+dHdbA2jiHmk6pNHyoTgguCQXYnmYsG7jEaIiURoEoeia3CmHOT2HtBUQHMRqAkAnpye6GwGg+wSAXtO9e/d0ckYAaHas+CYQwkt8cXm5YM6e6pn/XIOD2uVyqfVirRUH9hUBwBUyPlytgl4REFozTwYM7RljQKceo7qADpv6ADL8EInekIfhnEJJ2DrWFsbVnGm5yoQT96//7MJgHzHHsTSouynlUSj6PiA58kc8ilAmDa2TMvdobfCBHsgc2uuNLZoMyyO2T+DxQIlpAhcB18H/Ren6ttOaQnv9XN+JfTxYuBVisNl+jRG7oEIl6DSKMf9BuheA+ZcHCHQG1ozxmrXU0YlpbhRadKFL5O7CsPUHelgnCEWiN7CtA6wzAHqUobEDJg781FVD4AXIjXIm8CK3HiGhZ6SNxzJsnhPO3bPVYmox08zQEcSOiSE7sI3sq+w+gZr1EPbEmqiKLaxPy9TY6+BOO2vUEPgpgL0N9rKeUpV5T1Wqadu2jVoCQDVyVUW9OwLilushSBnbA5JEFwGwqFGgpHJlkAE0JBSgyN/4ibvVg+aBmlGSKolHrkR5DX+1XKgEgC50cV6e6w7qG57EN4QeE1B5oAcEfwx+Jzx99lT+RtDFxTMtl+daOhAU3wi6IBA0wiV0gQj6ENAxdiBnE+Ah6HMRUNqYjjp4llvxbln4GeWgNXD57IIA1GM9fPCTvv/+O/3zH/+r//0n8I9/6rt//lM//lCCP+d8eOHAVs/4kpKqlFXh+5SzErS48BC5hrVQShmOAbRNk8XglUkL6swsJQokyqRp2w29IRBz8rzge5Bzc8CBXiJLyE4UT0gq/uNpzzNbe8rC25avo37heJiC6zT+Ir7HcVXnvnH75eu7enHJ63WMNVftGmv28VayULZigMJQLMCRHptz74gHpp/twfIGL4gXz9zLddKlLotbciNSaGoqWKCdSli/Vdof+thPvMrHwqvC13X20vrtoJdu5Aa3cOuBP5wHblf7H27K/t0GV2zyRmig8wZGSzjza4TNr6KyMZRBGbEpUNykHO8ivxM3L0TX8cbKI0R7mJV0cnJM0OcN+Xda3njjdYJAr+v09FQth/fKnwanzDuXgIi8kaPNBpt+GSgb15K73aiv0AmbEroNGmhjEYgpm/+1HMB5dn6hJ0MA6PGjJ3zq+5hPe9loP3ys+H0fAgjn55fILrTg4OfggmEVm/OOgELPRrqXN7WaXhhmXsCU740gkFJSwhcJHwaGlvDNtB1O90a+R4lB1Glop7GdUtFOXc9B1d9i6ZjoNXS0WVMB3YHX8H04WIFDjkBYzCkv5o4NT2x6jN2ENgxM3apTPx5OsQdRYSbdpwDlJHnpyK0LQE5SwsKkImPBRF0uRQbU0V/ohIug8wLuy9Cv8DGAHdbuNeeD48nxqe7cvUcw6DWd3b2rkzsEgY6OVdWthE1rNm0+SPlg5UPegoBQHLA4WK0cCPKn657D+KR9zb2xZri2hLnELvvOVNezFTLYH9hqGzrqjWkQqBiM04LvkvUUXKiSm7MLHSpoF7oxm0p7yGPMjKEAfGiFc5JkAf2SK9Housbwc5YP8bWDPRzSa/xYc1D3gT3nirn2nGXtXDEsxhB+2al5xYXoaNCJv3bM2BZCiqzbzENpAqsQ5OMoGC5jEu5MIqOmIGszxMTSlUJXxzwZVtwPAPfDKtbPEn5ZN9RqdENpHyoPZLbGgLjXN0GkFdAFTYdUZeY6Mef+1kzOteoIvBg3QWfKAblGfy2PSQyIppRJEB1cVFIgRRm8l8q8Vgw8SfRncN+jWLSnbSlnxT/6CRlj2uTAlXKqZDurulHb1GpmrfwD7Q3rqGI95YrWyGTaVLlWhUzdMB5D26quoSv0ZMtlJeRQWrqOvI88sgw9hZgjeAPuYyIoO3BtGPholTIaEsA9t+a5Gs9Knod+nvt/WHRQaEHA+IJAyrPzpxFAfvbkXBcEfi4vzrV0MIf3wCqeG0sCx0ueHZcFHGQOWGg9qS/BnCWylwoaHQt/s4cAlL+ps1heahmw1Jpgj2GJnuUl/IuFLp9d6ukzv5seyb9Z5D9D/sf//lP/IgD0r3/9U99+923w/a2l82fP0LVUz9gS48xVpZyrCATJDHgsWtJmYu0MgJQBJ1cZTAdQINmtXhNeqyiImmnG1OHeUYmxAQm3BUXCLsV8uMQcGV0BG3mFeYDxonLTpoNNU9Yro/fGMx33c/tgLKTniu0JvFQXe21LEQ0VUAqe4kKZBXSbuYJt1xkgnXyLGm9gb/gb/pTwIpmW/630pDPGkYXDSSxaKkyAGK/XdwD02gve7BeAPJXBd9PiYTqrckU0zMWMyAc6+BY4DM+pLo2eK7Rn6F6xKHn5fKMmiI51ZcLw8rpuW9x64L/ZA8+9hf+bnfPfNvbMC3QKh8dfwR4BksQ+UFXlpQQMuOJlE0DZdQZE2TBmo8B0B52DhiAVuvApomP7WM9q21kEfF5//XW9+ebbeueddwkIvabTk1PNqPNhwPuEKYgXscv6FZfb99bTo4Qgj6ATtgms8UomCD5hcAQI2GRfshH37//4f0p58uSpHj9+AhT89Om5XOffBbpcrBR/akXQYEkwYjXA2oEVDhM9fUbXZL2BrgKTkdhKeNtrA7JSMlRKyZCl2Ji7DtsE0H6NzgAab84w1CVAOD8lqERbyp0BuTWblVUcZjr10B08gw8DPUrWy5UM/uFry3UENjr66ZD1hr7jNS2uztZig/kdh93A6LKMBhnEXiDZvlEM2imN5QF3AwZRTV6Sbejw9RowXtkOfO7uq5zV+keh79zRnfv3defOa7pz976OWWNef1WuLKY1Y17ij8vLZXzSf0kQaOlDlw9nEQRacaBfK3wxOYTHeImSdvhG+MK4Q6PdVKwTJRzkOkAGGx9g/igFnjaieCjZBSOU+lTQmLvSfQDPV+e2NqQ0dslQSoo7IuitSBQjy2Zm1fivJsjQ1j6Y1xzOa2UHhjL1htACratXmHqV/as4U51T+ialHY7aysbsFXGbPY7BmDIpRhSZC8xuIPzt1LGOxFroApby4b+LIMAKeoU0PdFf6WA/pw4JBeB/FLtb/yi0rVpZJ2s81nfoKOvHAZVMUKTiwR3BEegIyuVWOaBGWaWcq8DiGRDQZVmNQVxdl8j3U2Ko5mfaT0DjlULHWDIOm2klIFPYgm0YdVSsFaCZqQFmBHYaB3gIAFXYmX1i5LmVq6ymqtUwpqZp1RIsslxmzVVVpZSzPJwkLrcBlVR8U1xpegAHgzxRA0Q70zyzOsC+T5RT6oVm9KcCKE1J8JJSSmAkke8IHvs5ueK5seSZsV57nktfWchlcY8I321BcXXkA6BH9GlHep7l55fnOvBaHWuq7zqe0yvAbYRmxeUg0cXFBe+hx/rhxx/0T4I8//jH/+j//J//o//7f/6f/vH//kf//N//1fff/8iHFQ91TrBqSWC7t073a7Am+os+KHe2JSDJhmfqDaLXZH9HITL58mjDfhcmUCTISYWdra6Qzjd8F7ZQRrirsfSxldml0m5xKJnrLpLISXqZ6zeTHUc37aCMruRT/vNoUxPlcwAAEABJREFUj1C7Pn1Ok+g9siI4Ia9hFPZO/sK+PCB4gLWj+zcs7I51KPGZzfO7TPISslwxf5gpVJTnfBCuLo8bilH4tdnmXhsUReeRbeyphqqDCDuKNDnpoMzvmskAftf23Rp364Hflwf+kLf578uFf15rMi+UfdgdrV8nW2B/HZ86mLMrV0pV5eWW2YAUvHkrUZ2jLwgSe1fy3ZRzpRmb+ZOTE92795reI/jz4Ycf6K033pb/16bj4xPVFQcXNp2aQHn1eouuGy5LjTCKuTzSI04jEdtdS/TeCJtwn4lxjcAOoCdw0/W91gQX/M2e5XKtJYc74xU8qiTkM7IJ5yXGCIMNfC9vFNY4ogvoZVl3M4K7U8KegAxZ6F7gAQqdJWWllOR/cn8jwFdK1BtAAvsd2rOZdoewaKmMPKQ6DgG2pycwFeMuTHX4YM3BxkGQNeNbc+i07ULeIjuA/o5tj9vQkLRGbAWHTqkLWdZC4MiwKXDJikguBefIZuzOMY4skcw2dDFLpvYAJe6/w85y4F5ih22gAgWzo7nO7t7RnTt3CQIBd+/p+PRETTtXHtaYxxtzScDngk/dLx38uVgSyAPgrUI3OvFH529D2Rf2KWDf4WH67AOE/1zGERLzjTMGg7Hn2h+CHkQGNBk2I4BJU5SNBNgpOftVMO3nqqJp7ZQukjknZYI9NYd2Q8sh3bjOtXLmLggQtMYMoqQYTiFfSd6Fk4vWXXpQb/NHGFghHZkZtPJcmRxgOwbG4jUZM5FKbbRjjVPqYl2aYfAsdUz7ioDPGlhp4fVD8LiLtdNRtwswSKUt6iLhusDObFZHtlot0LXQykEGggPuPeNrB0dqfN8SNK/bRqZzzRwANZAJAtV1Cx9eBmQg+IPysVfUU3Ly+AZgfs0RxtgXUnGgvWFeKZOPciE8ZBY16bb2nfEGknzfZZ6PFYGcdjYjsDPjfTCLQE/FWKoqq8oD8Cz1OBrG1jYztWCXK/iJvlNKogsnlcuemUAMknuTeeoAOQhkCGHLec56OSjiarMNVuth0IUMiR5SSqoSXLCX3Jqg8ZL5uGR+LwmsrPmgoCdYLp4BmM8YkjJEDdAKDT1gg7aQrIjnSdjGvHquuwgyr1ADF942KNTL1pJF8nPJ31p88viRfvzxR/lbPv/z//6h//t//28Egf7xP/8T3/758YfvCQA9iv+0YGkbsW8zVlQyenXBi4LGuuResJ1BOFFK2O+RQJKQJpdHAHhMrgMmbbL4R5kUsiVDphDkbtdFe+cQY/fUJU0KlJ3gTZDJg2CxaTcHhf4DzO3N5qG+gAEeyL7YId6+zKsu25mGm/RST9pK7BS2bFNeb8bDBHsVRJH1ooBSejX5VrvX2LaE9p0C5WvS/kjGZp33A2OBGd2Qh/SghHSg5sZWgzz3kalQMNAu/6HBgzFMBoErHJcDTZjXkS8mdV3rW/6tB/5MHti7k/5MQ7sdy2/hAW9ODYd1V7BvBvbgqqoMCKgGedCB1E02PpndYF3P4oef73M4f/vtt/XBex/qzbfe0t27d3VEAKhpWjblVpTIDCBS2XSmYdsAYyeV2i1rWp7SW4kN5Q2JAbHENjclckDJtxX9we+odzDEh7AIGCxXEQTqGBtVSsimXCkDSRkbk8wPINCCGOVekGCxXRBXGiAr0Ubk2uCEDgUEPyVQllyfslJKA5geAZ4SMiX1dN4T0MF8IQ64Dr28ZXsCGB0gG2Ys6hBccVhdcqhZcqhZrZfqCID4kBAambvs/qNAhn75AAMOP/BOhhzGRr1TdlaA6kJEvq3Y8NEv64+qHHpsXhBu4/oRXKaiGwFB274iINcBaw5S1lXlWjMOyMfHpwSDCACdnOn45Fiz+Vw+cFqN/eRvbvkT/Y6DXcdBzuNxXZhigplwX5Y17ih7dnBZ1Ao7BmJAHlUH15jaQJEN9UaUSaam4D49TLvCfIaGgqCcoXPbazDIOttjXYaRhn81WTtcEAmC5M4MkGOfJqfQ0etghN2qjLwPtzUHeR/KDeYFRMOiveTB+LdkHr7BthY8doslpDK+MpqoGYWMO6kaZHJOjNHAcM3TeCEYiTkgmUsRRIH7qOMG6LiHVhH8WRK4KYHEjvXYMZEG33PGBtu5BdREGjvETu6/lYH7cY1Or0+LJPu9aVQBNYETP1Nz3arOTUAOXDGGGmgB48xgappzb2E05gQNEzxNvssHyOABUCJKRgijyzl+AkUKfeiNgjPaWTiDs+W4F40diPa6aZtaftY3s1bt0Yx7siE426iqG2UHsHjJ5KpSjVyLTMN7oW3bKFeMP/NQI7knAP+z7uOZxjOpZy783ILEvdQxL6IeQZ50lJPAUk7gyMQFn3xMVCmlpFxl1gVgXFWqmkoN9s2aRvN2pvl8puPjI53w7jo6OtIMW1vq6lwpZQUorl4JPILinoKBkV1Arw67w1T8mJBO2Fahp6kbbKhV03+iiYM5/h/IHv78SD/88KO+/de38v9C+f1338efej188FD+pur503M5oL/kfbVmHUWXPQoGoLsoFAxp5aDdxCBIu7wDpalMpkC6KsXAwoihZqdIwYbYtqH6kDmHeIP47x4xwo2NZZhTzqbqWuKgS6+VfjUVL97nDZLDMFnhg1Fl9C7c0MrV/3EYTMeOVFYuDzo/u3ef6VT/wrTVv6tg3y/75V3pUrpOV6kt+YvoKZKvNr+pX9vNtnTzSHy1Pd9qu/XAn9sDN91bf+6R347uV3kgs1GbwosrqxAdQWJfCoxlY8l6EQpsegp1ndXOj3R6545ef/N1vff+e/r400/0wQcf6o0339TZ2R0+8Z0ppSzvCWPvzp4haJRCkqcBQEpFhIpxE93DoehKqEBkcFFivl86kFHX016Ay+rRm5JSMnBrYYMAy7BPF+//LfRSL/p2G7CEPLinbOjYzTtwVKCnHdDThnr37z6VEiiBaDvQFCRZr2UB9FgXSOVKICDkhaS4KJtCv50Wh6CeAknYlZLnxTp79USiepRZZ9nVuI9O/mR74QDQcqE4NDgg4gFjGh1EyugKgsztOaaWcaFPoYyRkUqTkiM6SfBItqnjgOOKwURlDjsb/ejY6EMoK9GzQdsrJgQp+u444PiwvOST847Al4Vyrlln8/iTw3t377Gu7nJYO9WsJQDEoqUZY+7j2xXLVfn2RufxuiIUOEO/kX1pvoFZD/MYbw8d1dA4grwH3AYJkuv2wewCHbIABXcbcjnynYxqq0apqUkVxbEdWkLXpPYFyLSRcbeGDSMItNKBfbIisNE5kBGffMKPekwa8IgwaSCLtpKbta1x6VXBtVrHjkc8dsgzz6TbGUa6jMSrD0AmDyChgGQ5w9WRx+p1FXNErddfrEWCPwRu7LfVWCaIE98MAq+QM9++NYSCyKwD8GyGv9GDvNd3z1xYxL/909YztTXBE4IQxjVrPQIn4KADV3IgYizLYwmwlil4gIDH7HowNyMCe74wn/pAYARQmQI5sz8DnMHIvr+z9dbK/l/Csml0EkCpCGrMZzPNCJjMCKLMoJu2UdXUqqqslFLgpm3VMsZm1qp2YIV2Va6iXqJvkrj83O95HhgLbNpYw/2JO5FirrLcSqgHkmxigqfQQ72Gi3JKifqsnHPY4gBM/GkadrTYNSeQfOzgz+mpTs9Oebac8OHGsWbzVlVblbboyZIKTPTD2yT7y3NrbCbC7rOuGrXuq8EHgIN91uRv/zjI8+NPP+n7734g+PO9fv7pQfw+3bOnF1qw7lg6MfzEuyZ5cOB+AIHdTfAhUkrkwsbEWJNEGRNULozimVeeaoUz5pbJtHLZtHEATYq/o7TJYoiuO1S5kRoIzJAi0/6109d+ZbQp7W6Wu9Lw38cIH0y7u2ZdTER2x7JbmohNyBeRmYi/IHmT1k1dEGUORrXTEV4ZPkKHeLBfTbJyw3O1WciwLxgDikeJx9HxfOm4J8Q6Lk/qIn+oZakZ80EPRcsaIA8nRElX6w4yp2Kj1hFP634/9HYY2EkqlkGUVIq3+a0Hbj3wXA9s76Xnit4K3Hrgeg9407kFsRk8LLuVYemxOS6COTbJVSUwGU0tB6I6A/UGqqpm438U3/p544239O677+vjjz/Rhx9+qDcjAHQmb67dvudF642jsdTzL6FyADaqYsPnlzIV6nso5DmJQQtxy8ODpACPMjI9Cnvkel7kFGma1FsG0T4YCa0A+jNQceDIQMqMN2WlAaSMWgdVJNQVsB4AVfImYU2wZU1Awoe9pQMq6HddtEW3lCSg8KC9OQdK23V802jBJ7iLCMwsKa+1tv3oUVz0D7bdPSMpEIwYL5RSSko5YW3SeIU8OjramNdB9xxKHQRa0Z+/EWPcceBnn2MRgPFuct7U0NE8SDKSWYYJ6eJBGLUlLJOwzf41lq8DGmhQuN3WJAzo4oeg4XHq6VbGHT6yDil7rbVHOj4904kPaSfHmh8dq2ln8rcRxBoY58dj7+zbaMqalSEK9OeeO3rracJs4S8FwEOHabhFGKlCdEO7UtrJrc6MwJG5NAADpe+hsEGjFCaytlhzUdMHHeRLZWlXOny/y3J/9kdnv9Kp1/BqoMfet9ht3cL43wv28qZHu270XdCMM7AzA5IDgmJ+nBsKs8rM+QAK7DrDpJftRFOBfvJIrAP7a0WwrMAyDuOLxaUWF0tdXFxuYAG94p5eObjDfWcfF1/ahwD+7niohB4/N1zG2ornUN02agiI+NsnbTtT3bbKdYMJHkNGCtI+yDVDMFRgg+ksCgiAySNBZkO0oRqMFyBgQmPNzhrDlGi2zRKkAeTkZrQTkP3cyWgDXC7VSTUfAqS6IsDRahbfAJqrJaByRDAofu+HF0muKlVVVtVUyCMb424Ye6OawEjd1KpyVkbGkFKSHx+2t9yPPciTZdDWvZAl9RYvJDmtFSqy0FupJlBV03cDrgDjpm0ISLWaYefR8bwEfY6PdXZypOOjuWbMRV3VqhN2oRNVeAFiSGPZOFjhzLA4ip48t8yp9O/53cxz3aIrsZYWEez58cef5f/dy0Ggn6AfPXyi82fnWlyu1LN2/HgS7xL19BaYLvoREoSU+Ceu7IHjS0j6QN5lCmEe2HZ1mwIMRDS2VbmCVciSI+82I4wTABt1vp9GKDWl0ZinIEoe5DXZNRJXjLmm+b+THdPsCYAgTbu+ZhRTkT36Vw5wr/895aW430VV2FfzF1FWWh2W3O+oyB7OX0bWGiY9QnrFmXsFqLvCg7Hbm+eOtcq9VdY05WjnrOO+ocG1aVfTtWK/0wqP8Dc1jYfCto+RGn024t/Uglvltx74Q3rg9u54BdN2q2LfA15WWZlN4T5MJYsUnA0BTaqqilzR3oTLI0hVbK5ns7nOzs7k/xHs/fc/1AcffEAw6D299dbbBIfusbn2Qb2V28kb0mET26PQACIlQCqbXW/4oc3ZCrgUYJmeLIIdgQdZVPRyICWIkHWWU1ZOFQBWlqATvIIrJfOEjt5Ae6EcQIsAABAASURBVLDgFpDYJ8gbhRVBCQcZDB3M3jKJvowDxFXa91AG27hG1oGYxXIZX+Vf8MnumsOlv+FCFZLWAaKBx7UDsAXfSPSRErKRyDReCJDG0hqfOAiy4sDpbwAt1yut+3UZCEJ4QCwHqG3q6KRjO2+OVfEeH0rmAG4EKmkojO/3YMLLCb25eJOirrvcDug4aMswyEWfq3X42rYgovCRK5Cp21rHHNiOCfx4vZ2enmjejusqa43cemjvgxNNsCcp+1sLHPyy7SvWieGqZL06/NXRdjW01WbkCRknj2kc0IjNvwZCJLIiMCELY8ztadMj9ohdNtB3pl/ApcNgGcWIMmvDUORyQZPcmhmiOhZcB+FvonQELFam4XnI5ruJZY0NRVPJXS4wlSicX57v6vK8b/3/clqtiVU+NBp8h//83BP+EZdlQj9zHhie03SEHYsj1gT3zIp71vftJvhDEOji4pwAEAf0BZhy1BEAWjmo5rZ2ppUGsL7ge22tkbHPzc5VkoMQ8/mR/EPnbTtXTfAn55rq0RrjAcwHcqzjinWd5X9kLIAM0KwUoF1jHmD2ASh+GOuNAfsK2YyvcmD0QJCX/nz/WAYe1VKCoFwTAKpnreazY82OjnTE/dkezRnfTOM3gfLwzK0YY920EXxpuXdns5lm4IaATN3UqtFXVfSYkuhOmKLx8nNR+HcsF1zunWnuNhk9Nb5qZo1msxaYqYVuCbQZ5vj7iECVf6/Of1p6QvDnaIZMM1dFO7fPpQNyvBXPqU7mjUAFCVvJcTp5qckY7uBR28zk+Z3PjwMfz3leeb6xITOXPS2Wy7W8NpbLTmveLz3Gh6+oD2y/8Z7V8M4c+8n4PmzMWQkaVZG8drnJg46sj5ys51HLOLRhyM0SNWNyrekRa1jH27JrBxiZIzabZ0kgZyNsuxs5A570nAdWoAk/ymN2HX+s/w3xdIzRDQxSkC+bsTZetsmu/OGOD3Pdcse5ZrwcbH5v63nNSj8lf57sy9XHsooBbp/u1tDF+owKF18QhgXJO8/vuxHGtf6CSl5K7KqFhbM7msMqd/wZhcgOC4/cKyKlv7H6t8ClhzIjGgcWzMh+iy5vdd564IoH/siMK7ftH3kwt7b/MT2wXYRbqiIINMLVUWVlHwDqVnfu3NFbb72p9wkAffLJx/rss8/00Ucfwntb9+7d09HxEZvOSmITFK9hDmHGILalbFBdcAcpiQRkJWRTAiu7JiAl1xcoDCkhs9kQ00YGyymjO6lcBGcE7X4MwTRPKjaA4ZmWN9yWRa/La95j3iz4wBzBFXYlPpC4jipajW0ZhwqY2XNw6AjEOBizJujj331Yxp9mLdn4r9irl9YpYZcTGOSmwMZI6JKCQ+YeyiG103rdY3/RAyV5c4Nh7nft4A/9dg5uYIuwu2iil41LS1vzPUYUQNIJ+TYNwvbrljlQWWaTU0bOBYEpaYOjMGTWve1zYNJtj3lsIrAfgrJlAGyu0FM3rWYcpvwj0Gdnd+LbQC2HuKqqmSnmkUlaGzx2jxXFZU3Uythk+0BwnbDBCdme/tbIO0jWERRx7RbyZAjQ2wrsQwFzvWVRT5o0iCpGUFhRF6xJZh2ToknksqF2NjCMJlDGNTAQwz2lj4HFgCm7YmTYr1vwOl5x4Oy8NhygAKjF7WHt2Eg+e24LDHlaeKX0Xr9XNvcH/ET/bjUCxUhrOyOGHjOOKxJQaMVFJfeZLBcQTLIElBQ6WXcd82sfreIe5p4lIOSg0Iog7sL/w5wxgZ1S9jeFLhUBIYJDiwDKK2B9qdWwthxgaAmElADBTC3Pzppy/InXYE9n3GW8UOwu843d8lqGlyvGZNrg8j42Lwsha0IP4/KgjAJTB40AObJIBScWHizuKOdRXypQhVzUJ2gDtfgx17Ua7G8i0DLXEUGOCALNWzVNrRIEqlTzHmmaisBQrZagT4t8O2+gG3gN9bWsK+Ws5Bs1JZWrZxb6IE2J0giF66qR6uWmucqq3Rf9u685tswI8Mzod2YamBOkOuZ5cnp8Mvz2z3HY0dbYMfSdxTWqhlTxpOyeCMKoXCEHmem8TrVq3olt22hOwNpBoGMHf+hn3h5r3s5UVw2qslaLTg4CrXk+r3mOe2jWWyV8PUCisw3wXgo66irGmqNW5E7iijVrRdhqmo7gltSBMrBNuyWWPOKWMkBuBScUbTJgzoDoyiXxIhIPEfl56veTwo4xLyL7edpn/G7KxQe/lTmj636d/ufY+BKdWNTwMvY8p/eXURWyu/ookaKCbEJSOpz8xNytmd68Ww1dLFhy3v2WL+ve1EvCtQ4rfYXeULlb3vKj8rfNxoDMNb0Uy66pfAH22H7EbsLHeEYFJj6qCue3ym/13nrgD+uByW3yhx3DreF/Fg94NY6bvM2YgknJGESySFatZlbr7Oyu/IPQ73/wIYGfT/SXv3wufyPorbfe0r1793V0dKyKjbmUh30iL2cfwMUGERxMY+9k2eCmnKAANuMJGYPMoZzpOCU4QDLPsgMvpayUKiX6EbnYNBtCdemSrpLkOtr31Hsf4JcycQCMIZggLuqEDE3Y0/ZaI+BPaVcEGRwo6WnU9xxJEPDLzxvetXoZU0UffYA3w2sfIDkojsGfJQfH5XIl6xFXwnZv/I1Fv7YOdkmbQtFn/aXvLr4hY7s6OjR4XwMZ7Sy3wtYVnzI7GOQ2GitD4nDGMIeKGNVA34zwuJSlxDwEIV/JGUCFK1HX2T/GODrspYxApA7jOw7JHQaQNIL3L2tUeM5zruPAPOfwdkJA8ejoSD5IZg57VhJBHA5T3WScuFZuW1cZXGFjVuKf5ZlsED3T2drBMubTfusoU6FMlsfcBcqKtknaYAnFAPhA2jRznQsG0xPAJZP2CGB0Dv258EGDGaXstpZJY4UZA5g1kBsUHQifeqy9HNSwr1f4acVYY7yDzNhmo6ai3cjc4D3hDf/XEHs6BwPMNdyoeRjDVo7GTvYRa0bgaM+9GtjOTKmQpoFYugOHpRiU/bKyj1hT/t2fDawJBhkIoK1cx/3sPwdbXJzLUL4ldFG+KXSx0HKxwOesZGyqCVg2BAEcHGjBdd0qE3QIGzMCBH6EPWFAZPCinBEx1GCAIEMEjRhfNqCjNgx0RhfSaHB7EGnrHwqu3wF0Uo6+o0lCiORGLkddom+0QudciYJkPw7ltmni2zZjEGh+dKK579HjuVqCLk3bqmlbVW3NfdyobVrVlFsDwRIHaeazWehoKTezNuSbplHd1KoZX8W4R6ihawKldeCagFOjtp1pTmDY3xQ8OTnRqeH0TKenpzo5OdYxgZhjf+OHQNXsCNnZXE3dMpSqjEdcPAf8aOp4To1rAS7JjkjK/FNcpuB5/ERLS/BnsKE9wo4jHdPPHDhq59jWyPNd1w2tk9b00xP4cfCnZ531XVJCd0aXsUuJ95NGoDZ4xvg9029KSRS1czFnpGBxa2h3DGZj804jpAdBKJ4TYxOXLD+C2430FHfxrosxeEy92/XBI5sKvhDte9HD0o6NesnrOltfQo2HcUB8y4baPFMOCP4CFhp/Qatf0mS/p0P+Ym2heqwpJQ/YQIXTvhrz/iNwqNNi8aGajvut48boYt1PJcbRTnkTujJdZEru8nMAH7mvrRQM971l7FCuLYwX7iHEw7Sgfm22tWBH05UOkLP/ApBkvxnjhE2JEToHGIZfFzzaFABrm6jcFm6pWw/8V3rg9i74r5z239+gvRA3wAbTm8wC2DpWQJaU2ThLdW7UzGo2uHPdYaP91ltvR/Dn008/0eeff65PP/00/jTs7bff1f3799mIn6hpWyW/FWLDyIbTL+SB3u77UukmctNJKW0hb3eKZZ/pOiVlIKUkASRJ0EBsW7yZli/zsgnaEvShku4Fgue6LbCVZbMuOdiy9kvOm3YEMZm2ijZ+5zkg1FGyPEpKHUI9G+J1BIHW8jcIlhEMWqrnxZmwq8pZVVUpV1nZBhuswDDQtk3o8qFkHfq6sMc6bFcfdW5gSOju5T89WzuwQd+dgyu00/a1bMEBwvqB7t2NMG0A6lwYavdRxnYBDmC5zuXMmEwzmECbDD3dwf6RcB32dcO3UXbtzAjgmyqzxhoOcUc64hDnQ2LLwaqqavnqmJceR3lTZzBPop3tywkzC2jwqbhwm3r844N8Zx8BMXDqaODcKsBpAJCTTTJGf6DINswolWyft18uUhr0uNbgvrNtDr45hkE2Z6Xga7hywfAHqpTHfGBSPXLKEPF5EJ7iTY0toUFlRo5eKJXpQC6mz9jVrwC8HnbURWdXFdvUXW6Koud5035DuApFDDgHVLI/leDFiFxvSM4CvA6CGLLor2QMGSvjG1NgeJ1p434dgZ0V9/OKIM9icUnQ52KAcz27eKbL5blWBIhW/YqeM+uX5+SsATeqeQY6eBE2UuuuYwhkXZRtr7lZIRNjKXSda+UIfFSqHQTJVZTNy6YDkhtvAb1jIUPkXHRtMTrhKfpGgDRpsrWBfimQaI+M28efbxHYaAmoxJ+CEaA9AfzNzyOCOTPG2hCccfCjQa5pW9Wt/dDKQdzZrNXMcgRv/M2+2WwWgaCmbUOuHoNATa16B/AjdQ3gPtzuCB0OAJ0en+rszlmBs1OdAv4GoeuOCEzNsbVp0U9gyWPwvRDryXMLMPGMDg+QFIG5rWdi5InquBOr8IXHZtuP58eaO9A0P9ER9IxnVF27n1aZsedcK1WNUqpQ4A9EEl0nntkA76cekLLUuw6g7x5IlNMkOKS4UuSR9TTpyQQYdza8p2SMBIgEQUI9+cGUqSNRV3IIUrZF4JLCXwNno5P+uujXdhQ5LCmFIAovcpsNFDY2BhEZ1VSQ35ymtkm6ItzhqSvM5zMOqN2M70BrLD/AvYEVz3TqD/QD93eVrpp4nSeu4/9nh3PV/q09vUn2G0YqN3ohI7+pZQjcnOEO7yVGofVI0A+3yKa07ZcGE66G+6qwUkG/t7waDPrFrvrFDYeOb9GtB/48Hri9G/48c/mnHclmkY4ELwFvBA11nqmZNQR3zvTmm28Q8PlQH3/8ib744kvgK4JAn2n8gWj/udicTXpdVWx8+whkdMM2tWyo/NIzCO4WUkrDRrtSVWWllAANF690Np8pwWOTlRIYULxM2VgrIQeYl7IEJoFNSy57392ryBrDlK+ezIEF2+YDwpqNg3FnjIWuR2QvwXV3Vk9HKSWRkBZj7tQRdEBCmcNUw6Ggnc10dHQs4zK2HPKihfsVm4ee/voIQHHwBPtPB+KbROhaEzhxXY8PbEgHNr0mKLIiqLFCpueUa7uFToxAbH/jASvSLt8lQ1SNWZYy4GKGyPjc2GVXbOkUrCtZtE2imXzZF92KcQ02eqPkPg2uN1hn07ZqOVTNOcAdzeyvVv5WhcS8RVu8BRb+Elemn0wnbhuAXAZSGu3qtcKvDpStCJZ1cbinoQ1CzgZaXlkeFhl1LmyglDNlRFy4AqVuzK9q5slYAAAQAElEQVRUbxlWgK3uyLZGhXlBbLNsXkAqTKNk/aV4NafO8tjouuLTLpZAWQ/mFkBS5eQUDQrzN8qLHVY+UiM2D8iUPZdeDDGflGFHMmmIwn6WVeWsjC/rXKnOpitGnzYgKA0XngjK6qIrlzIZ7SxHaxAMJ3iem4BUIcRKo5HXzuJyEcGfZ+fPZDgHL/wNoPUSoV65Tmoa1iv3e819b7tQTB2pQxWH/CiHbXRmnI2pg7YIg0IEHkGfsIH6zBgzQQzrM+TgIRM40bLQbptzDQKQt1xtbECWiqJbyAubgP2U3Rc6bH/Gv26TfS/lrMz4KnS1jNGBmPnJkeY80+bHDogAPPNnA7TzVjMHfHjuzQnE+H1QYCZ/O2oGfzbUB8193xBAatpWTbuFGTzLO+hz5G/a8FzwN31OTo/l3wnz74XdOTvT8emZTggInSDjANCMPt22bhvsrhhmGu4Hxs18bgqDLxCASiD7xpCU/cKA6+B3Zi1k5rUNe07jmz9H81N5/C191c1cTd2qzi0ua4CKlu43S+jhca0CCUw/HUDApwSBTAM8j+hVomWBBH01+dFl6NSr49nWcQ8ZrkjS9T5vytrSOXq0rHljaUp3+Mz9MRjsR5LB2AaoSGNdFLxeGEvQm2wqvWFeQ7jn/apd3m5pX3Zb9j1l2HL2qUO1XTyN9iVfrMw4D0/bpvluj9ORTGmLl3LkkWnXLubEUlMYxKYs5haDJhUZmrQjUwq73FJiPKXyV+dF36iGEmksFWzPGEppN3+JObEKfBMIjxmvuVd29T2vlIUKhK4YCW9M1mygPCCobTKvKNnyXoBysxcQ+01FDo16ateUfr4hh7Q9v9WtxK0H/iweuL0D/iwz+V80jsonxYrtYOZTWQ4k/lT6iA343bt3CQK9Kf8g9MeffqbPPvtEn3zyKQGgj/Xuu+/p9dff0J07dwl4HKlm01wRCEpsQ+TLm0P2IyZ7XsrsI8lLyXlUk2V2KTknpZTM5mXcFTmKKWf4I8CQwWIjFhzT2QQwYLjezhhgoo/NePCM2VxRwV6avnqCVmsAC22gykV1IWhJM9m0TJZygk4SqWdDviYgs+7L50JVzqqbRj7k+H+gaZtWVVUrJYQN8lX66enLsGbTsCLgs4o/QVlpReBkTeBiDV8YyGgwlkTQpwN6gkU9Miv67aiX5az2l0J0gH0CgrYi1kHKSozVcyPXKWv/MgcRMUIZ00rmCbs67BphPdCb9hYCcq41bxtghs9azTgkNhw6ZWXezLkdPobU9Mq5UkpZuaoAMPJJKUQiMIaP7MMF/lrZr/jKNllPbGbIUI18BoZkcoSB9SpRZm1Y34Ag3RkoUrE9yJ2Mse2Ux8K07cjrPDyAlVsGN1ZcxTvNdwpXZX8pJ9TiaCy6ScUViU4hbr6EksrFrMxayayNzNxnO3ECSFlIMWwadsP6C+YkcxMhbFx0VOgFUgJn+fIhe7Vaarm41Pn5hc6fPQOeEgQ61+XlBffniidCF/Ita9dQ1y3lCshWEYAZYMp0hvV0C03uMW3qLOF6g8c2wlj2mE3TzjrogOaplMyfAkGoHL6hPmi3ANwtLbRzwRzaluCP5WrUV+jnMBSymXJShU0OZM8J1J4cnxB4OSEAQ1CEoMzxMUGh47nmBGLmBIPmR9C8M0bsbw8ZXJ4N9cYz2hwFHKHvWA7yOMBzeudEpwR4/E2fO3fOdOfunfhz5Dt37ujk7EzHJ/TtwA99zI5mBNjnqni+Zvyk4f7X5mKM0IwicgbGQ9S5OSloKsRkasVz4nKx1OXFhfxD4S572Vqvg0qV57epJfeTrdc+MkaDJ9MQ/fvdAp8gkFwecJ/gyZDgGo+QJDi2QSErrgQniUxx9eQs7HgMuh8Ir1EDNSSYJNtLgYRuEsSLpX1Z66Ilt5D8LA0HUR6TzRnpjJFYGsUEHcR+lkfG2HLEI/8qDhdfZQ+cwcChdB1yt4ar9bTHnx5XeWIWCbiFsHkjFM6QmzmQN6KNpmukvP4OVB0yNuy0PsN+GzcwmF/wjt+C5SxJvB/JLLiBMpoU5Xzd3EXtNDtkx5TH2PJUfpfe2Me44pXsauhAzq4DZKa97IpNakwadgVeoDQ2GjD9XW3kgRmoCRQZhSFFMbKBcQgVr5eaoa8oTGkYz1ODyOG0q2e3tN9i24nlDPsS22fKlZpbxq0Hbj1wjQe2d9Y1ArfsWw/8bjwwefJXBIE4U2OaX+S1ajb/dT2TN/EnZ2d67d5r8p9+ffTRJ/ryyy/01VdfBXz55ZfxraAPPvxAb731lu7eu6tjPilumiZ0EfKQgx0db/2Ol+uaA7rpgtmGwSMeEjKWM1Ag0ZIKcvnVaSh7lSxxaBMb6wQoeSMzgri8EWeLNzQIBLdg5CC8gXZgYgTb434DkB1VpoT8UM5spAwJbBBVlveYEFHOGZ9VajkY+kDUzlrZBzUBNdchrvGy221Dz067wx/2RXxzxcEdf3vFwNg98J5N/xq5NQeVVdSv5Tbm47pRpYRbSEYbKJXujUGXwl6eNuXMgDJjs60aMbU5SySoMVnfSLNWEoAQaWAyp+we7JcOu12Sy9SWltaWVTe1Zu2cA+RM5ZsDM1VNo4S+Imebe1oaiyvJthVISthY5ayc4APisk/tp/VyvfmzuY6AmvUZEBmSbRjIDTrE21S+ELHVUKick3IhNV7bsivSyP5F2Bo2DT1Aww5jU9gldhruVr360o5RL6B+alyhnWfV+JL5zhUYkH3nw7ixuMpKgxBSRYYHWl01apsZ0GpOULZtWHMzwLwZ/PZIbWvcyL/9QkPWHCu2WxIcWCn+973FggBT/Cy1KvqvCHb7Pq/rFnF6y5lubQvt6J3CNpWqonPLhSoVZT0XHSMt60Cny3RAoh6ey5n+c6yrpDqCPRX1+CaeMzVNM+UkstJHBpE8Cx06IMlhZuR4xueAhDg8DRd1MJTR37StjgjgHJ0c6cRBoNOTwEc84+cEfxzQmVE/B0zPHRiCnhOoOQ485x6f8x6Z64gg0RH8Asc6OikBoJPTU52cnOrO2SlBnzOd8cGDAz9nd6Hv3IEPPr0jB4Hm2HDE/DVtw/gZd/giY7gBRMrmMUrITdrWmkUJh/j56W9fxje+zi+1vFhqzfMiJHItz2/dtLjC/eAv68xuy1x3WRbtemhAEcRJNM3qkTMILK9Tnk8p0Q5IKUmWDYAU76teJgpQFpAAcXUG3gHysxQoQjwXoV1XyghtEv1Ev2ZMaZc71qFbGSgPCGrLt1Nkg8wFkoolI57WuQa+uAYEdVO6Scq2lrbZPi7kNp/YumX+MopXrhiwylAnY52qC3bPaIOY1kDb1r2x3GjfXqWbo8VpQrq4A2HfDqcUqoJuyNFKskD2WhjoPSuomYxhkHGbg7DfeCp0Q9uoivkMavjPpVBW0lTLDk21p2jgHZqDoSrQ8+pDKLJiRZC7WXTobJct9sUjpwoCDSScF6VNZt4V5qhvxEibNEDelELdTQLX1ln5CNcKPb9iMGBAIW+abTwfmFJ0F6DbdOuBWw9sPeB7ZFu6pW498Lv1wKEneKWKQ1OBrKap1XLIOTs50/03Xpe/9fPJJx8TACrBn6+//rr8Wdhnn+pDAkBvvvm27rJ59wa/ZuPs/SH7VF4YPdApDucEMow73iQFdwR7ii09G90IbIC7vpehB5fXe5LYPKeUlHjROhdUAXEliToySdAATeVrbG8cQHed+2CHZRvWxgj3bPcUIFonZfSllJQSwCYmATnDB1JK8hVtTFL2gamdtfKBaMbhsuGQ4sNilbNQosQ/Ta9EAYPsixXBnfVqpbUxO9Qe+8IWHOiAj2FNvf9UzNhtutgidcrxT8ocMMhQ6pRkPlw978IdOyJuZ10pVzT3oTKJEWj/Ch5ZjloIC6Cst83M7wp7V4xniX9ZANRiMTQi8ia/blhfBIFm85mOfJikXOFbBFkTvVacsDrkFeM0N3MoM1SyfblKSoNvPW39uteSNisCaP59pgV9d9gSzd0pYG+JK9SCpUxuAL3CdEXjMC53YZOv1FNxiAd7k8b6bAUjN8ZEthmkvdVFaRQ5iK3McLDyVzJtzkurGIy50ha+xxtQx7qJ8bs89OEmcbtEOUn4OleZtdIQ3GlUz1u1rC/DcQQojlQCFWAHKYCWddi2yOZKWfiQBdKxhgP8LT+Yvr9r1mjbWG+L/kr+tmTGFhKtECJXaDBdoKw5064cMfSEpHQgZTQhhPKca8ZugHeFhqdBzviKprTLCVHahN4qxlAT7AmoKuWU6CtLpMiyy7XiR595rvvZZv+dELhxUOaU4M3xndMI4rh8fHai+I0e6k+oOzk90Rn0KXB2hyDPnTPeE3d0dgYQ4DkD7t67o7M7d3WH90fwXec/9zo91pyg0Ww2533UqqkbZQPzJOwK+zReHlMdtmfqKGkEy2Wevy5bmulVx/NpcbmUv+317Nm5zi8vtVgs47ljuSb8DJUzTUaAJLm9b7Jx3XXo7h3UAWuAPvDYLlNKUuQFm9ZwFVn4+H5gFRTPr57nIfc0nXYDsEJJ8IvUbp4phs3gA6mDZwBdScGPbKzCppGMh6ywBQZsXMxooIfUg4tFUNRTjGRzgpjwojzNQiiygbuly3dsB/YVtJXbryo1JR/rxqHhTVjYSV4GZKKAx2DA1fIcF+6Qo246RSFD1agX8koT84QgTYMMHFkUb8xoVuqnHZjzgu2fK+pJ9Czu63fDCdxcPTXGtGFoDEmKgnWU9SsCQS7B3gwQ2mlg218B5l0Lo+aJwNh+wtolD7TZFbi+RFNS1I84Ci+SPdeuG5S8TNvnyF5r96TdRmYgeALyHLV9AwPS96QBkrTlaxIwo+I23Xrgv8oD0zvhv2rgr2Kwtzp+Tx6oMKYiIJTlbwPN+JT85OSEjfv9+KbP++++r48/9o9D/0Wff/YX/eXzL+Qfif7oo0/0wQcf6d1334k/H7t37578FX9/QtzyabIPGSkl+XKQo+/ZasU+rJfZKSVwcjX7sl7e/4YMm09EyRWAkAKELG0oyFfvDNjggRhQ6OtQ1KF4TaDF0LEJ6djJjzJCZ6jMUGyQ8gBVBBySUirQ2xJ0JYlDRwo/tU0rj3U2a+Pw2da1cpWV0CEl+crOAJc8to6gmA+a/pMyB0xsTxiKTIf+HtvWBDXWBDTWy4VWll9hLWMYd5s5XtGJHCpn+tNLXZv3v+2kvThgZXCmbKychXJ0gskjwaO3IMeswyceywrfrjhALzhkbb6Fs+kEabfFN3XbaE6w7OjoWA0+s6+oZVid1v0KN/TQjBUmTTCjAmp8XamyjSlTk+hViiDZci0HyVbLlQz2aYcGhIbcVIGuDKgUXnWebZeV4iFIEoWSQ+imroubRqtDepNN1G54HpjbBLCWXd5WXqWKFSW/WvtrOWHFRolLxZ6gNvwgrrD2bNrsMO3DpBxrsQIbsjTcT4rLZSAjW1VykMBrq25nmhsIAM3jWysEFEZM4GduPtAiXQFebAAAEABJREFUUxNYqKuauclo7NXjS9+LazAMVdz/bVtzX1dAwxrk3iZwQgMVAF1J1jUyR3rEI/8mnFkqyGdwpj+gBJ0K7XuTGrqPfFBU5HFU8AsTXiFKHr5Myv7mEGPI3IuZ8WffUxnZlCR6drKebHlkGvw0O5rr+OhEJ8cnOjs5lYM/Du6cEOg5PqUM75S6E4I3Dgadnp3K4G/0nBL8Gb/dc/f+mfxtn3vwjO/cPSMAdCe+8XNy51RHMU8ncn81zwm/O2wHhu2mzNixN6dKuapUV40yfvJYZLsHkDIJoHXHs3RJsOf86TM9efREjx4+1NMnT3V5OTxfY86R7bKCpG0sV7JxWUKiyc+eFFisxx4546sgrlEOcky94tlVchcGMDc69nPAwHqkDa8C1qXk9wJ5JNivJHWhhf6NB2Ty+eBxbaWe17T0gzzuJX9O2hPaNH5OM1fvNSXqYC6AEhJEeTSZsL93cBQiK6JXR9X5m18hMWRFcCgcQgjs2zSKXcen3s8gUCSWumKJuTS0GZA5GzDPsJF1Dd0bbYYahTFLE18UXhUotAR1RaBwI59IDeWRYwyQooLMq1msbb+vR5Ngx1ou5ZKbF1RkUb1rwkSnZTcw3qAbxpaIvl0MmUGxy8BuCcaVVDrMO061UOGbMuyWit3m7wDj3yn/qgKWMx7yomVDlOJOvjFuIGi3vS+2kkPtlvEi1C9q9CKKb2X+GzzwZxjj7S3wZ5jF/4IxxEvshVZrhTcyr7ysmgPCEZv/s7O7ev3Nt+RAz6effqYvvvxKX3/zd/39r3/X3/72d3399V/1xV++IjD0uT4kGPT22+/o/v3X+MT3TD7ot23LBt2de1M1QlJiA19VtVLKSilJMvACJdDRGfpeHTvgnh1MD22snavIjyxrtorAMDeYttbnH4F2gMDQ8UL2Qa+jrmeb0dOHDIlWVjtCRpHp3CtMpNwjvyZA0wE4SlWVVTW1mqZR7YNL5TGlIp9oT8o0zptxSp3Hx6FkTcDEusIWeB6nwK5fEVRZLrv43666fq0eX1CSN4UZvYEhsgkMgSSnswPp0B5h5Lm5dWRsTBSCznQggPEeUKcNGz92AWutGEsHrLqVzHO7bR9ZDQfKWduqnc/ikNc0rVKq5KtjzGv80dEW95rFOHNAXScl5HJVKWFXcueWxx9r+lsaCAAt3R6feRrtp1BCVmxwIwqvOE21Fr+5gx2uGc+FYuOeWKiJbOvvUYTxj36KtpGNlf8J3E86HenrjCpj2jbYLw81rEUx8pxrGEkayhCkpFxVcfiv6xkBGq+rI4KxJ5oTjJgfH+n4+BQ40fH8eIBT6ucB7bzcqzmzpsRhCJO9Bv08EAso05effxXBBWMHS+q6luAHyDYPQNAg/rcpcBmx+bpyue4wdONUot/NMtoHoD/bEjBw3b9ri3Dpq+Rua9gtdYzPXIPbZfxZEwSqCQZ5TDV0hs5VUk5IGKLfSpl7r+Y90MxbNQTQZkf4Epjj06OjIx0RTPO3gI4IBB05EAQ+Pj3T8dkZQSDgFLhzGu+CU3h3AAeFzk7hnd7RCfjk7CSCS35XHNFHS9CpbZmfumGItci2kCE9nlxjW1adK2UDawGClGV5RgFtiiJpzTNqwTPi/OJSjx4/1sOHj/WMYNAl5dXi6vMKcVoRDFLRVzS5LPnW6+H3tgMpBU5SYA2XyyaNDdC9WFnGEEalBAUfVke5c8kdYIDXooFaeYHAcm0Bm1WoIY+WA/2CaGhC1zQgJwkbKNychuEcFrqx8nCTfxOXVz09xSBlf1J4qcSr56XkxRqJ58Kk1eDyG/u/MrWb9tfVbLRuJAsxjLUUMCexQqc6pvQo9Hx8fatSs83X8SGNfX2dhe5tZ11b2MwbIR2odQ/dwdaHuJY+oMQztoHd+jKqXd7V0o5eCqSJTS6VNrvaXKpKxXPzrY6J4hvX00GVmT4DtrVhAewtx30ZHDUy3taEk1zckTfjheFW8NYDf3gP3C7/P/wU/vcMIG+e2s8Zc4UkL4fMgcefmPubQP4B6HfeeU8fffSxPv/8L/rmq6/1zTd/01//+lfwNwSBvgz+hx9+qLfffnsIAN2RDwnezFfo7GMH5k1Jr8Q7PLOjqjl4uC4lGJhVZHhlc7jvDWyGe9r11G2SZYu4BJ5+E3+U64eNrHEH3aGrY6exJkDgw4Dp0AvfMkJGEfyxBgC91u2uCp+usNdl61oRqDC2WJWzmqqOQ6iDQBWHkZR4NFhelpBSSspAlFDf0+8ae1YEkVYELtbrtUpgqueA0RP0AQhs+FstK/B61anDF4qr6M70a0hKMhZYVAXW5Bre3UaGSc1AptLM+lJWykkybbBOarN2L6yBUXK7rmMsHeNYrJYbO0vtXo/orDnczTjkNU2tukrokTz+5XJZvs2Db2M+qMl1pZyQA1eJdWlQVuKf+3VQT/ilY40In4o6BqCcK4BDovsLOlFOUk6aXpzZY4/+UhgFHtXYhi7gjGnUj6155G2IkRHYOoLYyQ5z5fGqXLg6CPu3SJecBQTftAHy357ol/RLut1pZocCeJA5I2fOMgd+hQ8qCZxcz7w6ONGyntr2SPPWwR3w/CQCCv7GyglBoCMCQkcEhAIIWBwBLbI1a6rm+aNhejrWT49zvZYTvJp6667rVuVbOBWiWTvXxPBCjvW7uNTttNwWXAl0XlAb7rR9Lv0yZhkobcSCsKzXnTFAGkVQK98fPiwEjbxVZLKMT+u2kp/z9uM4RuFv30OIkrJEgqDrBGQlAjN128r/S9acDwjmBG38nD85OdYR/o6gjgM7x8cR4An/nzAvBIzmAXPNaNPMWjUOmjc1NlShW8PFNKjjvnYxbGUuamTbZka/M83dv+ewnaluG9XU55QQzwBDZsBFR6fVYq3F5YWePnuqZ0+e6GnA0/if3xbLhdY8tyyrcaADHv1lhaYNpsX687NHXD10H5gsUiI3gKhzXmDklZLbjFShSy6eY+7H4FEYYl0yniJfagr9K/JQQ5+BI2NIlJ+rcncch8WLTJmJwxI3caubKv8NdVftTsOK0AbrJa7i3UmDK4xJ3UjaCMNQNmmI4oaIUmRl/Qb5wtkBNS/c9ibBGJ4NCsKSG8KFAfaRZQwDf7j3N8ve7Em1i/8ReJ4Nz6ufGP1b+X/SxS8gf59W/YKB3Da59cBv7oHbu+U3d/FtB6/SA7GZzjk22yM93db4IO6viPo9hhRde4kXsLwPCnMOWGdnd/TaG2/ovffe1yeffKpPP/2LvvjiKwJBDgYV+PLLr/SXv3yujz/+KIJC9+7d4xP5Yzb9tVJKAXSwSbA2tInOm+G+Y09cNqbODa4bIUEYQJs0lTGNmtjc9hAOGMRXkdmgdAYLRO3YHEYGrHSAxPBtm7EPGT02rR24AXxgFHJVlVU3jZq2Vo7DiGBTofFKSihIKRXGulffrdVFcGelNQGgnuCUdffYKcC8teuXa3U9gL1unFHhuclKyhnKYJ4xW9Ss3ctzGZyBKMhShqiRUGpd5RN1xmBd8OhARarkRbpoGOmOXVrHWFYEf1bY22GneaXe+SBvnVWWD9TtrJX9lewr/N3TZslhbOXDGL6xjsz4arfJFWYAyFbQKSWJup5NYvgMedPyRVWNTM72SyrtMgEkoPAKfxiUfv1Fh9hCR6jKCr30HdgZLCqupMEjz+GXxtnzsCPZy/7B7ZwPi6aSb4WYjm3BdkxKv5YsVqFl6HRThjWlKe4k1xmCObQtDjPHNVtglqiizFwW3yaEKJMrxlPBBlgTtQMSAaypttGsBddz1U2rDBgH5FrGuQJn1njoSfiQxPrrWE8y8DwQc1qFbmTBmWA4HWp7ZcgpULS+GJf5Q9nI/IAoPD/LtHcCj2u29A1z0NMN+HpljIsxjPVhVmTwB70OmtSMq+BKxpmAmPuU11zCLyiIvmhjGzK+sFyDnyuCL/GtIAJqRycn8jeATk5OdXJyBlA+O4N3UugjykfH8p93+VtELQEgB47amKuGAFuFejp0f9jp5weIEglb/IPdNXNs+ZZ+W/oMjB1t3dK2ATynyDvRuIs57bTmuRS/+0Pg5/HjJ3ry5KmenD/Ts4tL+VtBK8u5DWMsY88SySzUiGqTAaZ7qABn4eMEx6ngHl5P0QBiNRW+6cNQJHnkI4sE7xd5HUbnlDepyJVZ2TAHUweDt+znUFa+FRk1bzlbKh632+K1VBos0YtcezK4Hs7LjoEm16Td0Y1CW+6WGuteEL+0iUNPRoboZkNE6bqs2lS4UwOMAUHtJd8xe6zriulaJde1+BX8wa7nDNnVhnin0VvQ4IPpxspDLV58vFZtuKqlcCOP7KpEcF68qxCX75ntRA88PhDbUC9IvHS/L6j3VuzWA7ceuNYDt7fdta65rfijecABB29wvXEeX8R+QVWVl3mBnGvNZkc6OTvTG/df17vDbwN99tnn8WPR/qFofyvob3/7K8Ggr/T551/oww8/0jvvvK3XXrsfhwFv5DObem8svem1n0wXnEDuS8RAevbBBaYb1JG2pNhsB5QCbWin/auH38vj6hmgv3lj6Dgl92y2iw3Ul+330HjoxXoxzvZWOStXCaleJdix1LIDCHq416aq1HBIqetKGdnEGM03uJXyoBpk7bZhReCnMxD4CP9Di81/xwR04DU2dtjYUS9oYT/NZV3RhwvozfSVweabdRXShFX+lKEwGBONStMk6/QYq1wVGr0yqFy2q1DktsUDgcRErcjs0878vU2Si4SwkJQyh8yWg1+Fv6pUwUsMbS3/kPN6vWSIK6D0ZHvqnFXjd8vnlDHHtiVNr8Q6oEZ1dl0FbrZQUzZEXZbQl5Gftv81tMcW7bNzW0EXJgNgkoKcZonCIT5s6zNAYupWCLPNEkvDCXqQChSZHLwNoPa3TFurhl7ovvAgBtYOCvYNg54I24OZ50wBa62EIwYJlwuUeg7+cc85UFOr/JAvgYAq02QLKJDgDUpifZn2evU9tub+6rm/yqqTyjpz+4qC+7N0uD6yUa5wzdrKFF4pe9iGwhvzkTPikY8efwvoKnsr4Jl3PfcYacIvZmYWSQ7fuX9DcgvG22vF86QL6IIXjXOSg1vRxvdI+LJSHYEh7iHu0RoY/aGEzoRPwHWVVVf1IGuMfOhw+y1k7vctVMo5KfteHPgwZOg0fS4prpBNzCd2tQR7agd/2iO1gWf03SrTZ8455DW5rz1WP6cXy0tdXpzrydOn5VtAT5/pgnL8AHQE13ttr1GPsWFbs3Ga/T9hFzLxXhCQSnGwox+wa4aKCeo3dJlLyswPj1G68hz1YACex1JkDmvaKHpJIoZCt/vNxlHs8w+Vp7KbadgX3HPlfvWm/KJymwYvSTDgjlkqrQ4MvFQcyA8YdoC125DOJoxSKvmEfZXcONEdcK9dlXgxDvf2tYJWfW3li1YcUuLxGVReQyYNrOTDWqOyVG3IDRH87Szt8qPyN83G/kb8m3b2myo/NFNXO3wxqR1yo7IAABAASURBVKvtbjm3Hvjv9MDtHfPfOe9/qlFv9htXRjUu70qcAajN7NMzm+5abT3TnE91z/i09/7d1/TWW28TDHpH/p2gjz/+RP6toM8++4wAkL8d9El8U+itt97SnTt3NefT38wBQFw90RcSARoKpMRucgSKV1JsBiJzFcIDSmy0zTZ4fxfYdRPo6MhBFx/6Aih37LZtQ2yrKfdu7Dbjn4MlKexhM5WrpFxlbO20Xq82QSAHLYRc5UNT06jK9ldWdkP5KtYg4kJ0Jfe7Rg8HzxUBJAeCVhxA4xtK2NB704+Mv620JijUm8Y+GdCSAaecE/24VCDbEEkZ2KSdwsBlTzMeKAoHey1nfRk6ZSXGASWKRaEbRLuOAyVQGg45Zeo7A5s9/9X4UEHbXEjaCrJGYR2HuUa5SUopq2Nc8WPO9gU+sZ7iKDdIytjiw2ZVVfg3K6VccAZXHD6BqmlV1W0cDq2/bU03rFfA/VFnPZk2Mui3uTzMzgOdqDdvUhzIpBDLFG2PcTAo76WweajD05L9jFIS3t4Kb8umtvzfggpzDyie8qf0RBTSNQbInQQvfJEZLZArpiojMQKkknICXBeH/xoZ1hJBgsw96G/45GyeobRDk0bQcHmNFejVDd+w67jvXJ1zQmel7CCFdq+bPZt3hek1GPvsYN6U7TZgutWRkWK+RxtGXDS5DaPMhmHsZlHpNeP2hFbRE8sHLssvZCvV+LEEfUxzv+DL2vcMED6lPtvfgIdkWkFXyp4LQAb0lRgW9zQ92L6wGYKE7fgavnLJxvuk1GEl/icPGy2hxL1N3y12tAR+5v7mz3zGPT7H5laZOjIpW2GKJs5C34rg/OVCl+fnevaM4M/jxzp/dq7L5UIOqHc8by1bwO2hjKzLmGKkgbZdLnd+PkP0Bt4TIy5/KtxPahFgxEq2BhrzSBIZSRqIoIc+FBcaSW4axb0sFefp11yDRagYKJ6/47sF5o1px9SpZAxkZGylttRY92/Ew/DErLx8rzsDevnmmxajEQVP8xApjCAPTe31/vMiKc1eLt926KX+cm2fI71RbcJwk/yk/hC5NzyLGG7S+GJ1z9dys8T1tTtztVN4Mcv+c1J/KGP/c2667fnWAxMP3N41E2fckn90D1Sxj877uwKf5g3D8HyQKJv6Ljbqfh26TXwzyAGh+w4IvUVA6L34zSAHhD755JP4JtCbBIFOT081m7F5px8HP9YEU6yz9yaUPqxL7ISMU0pKKcHdpthiszkgbZkhU+QKv9BFoNClXac1/bi/sV9GUbaHbOZjsw5OOSkHqOCKQ5UBnruyrR2BGdu/WizVcYCsCBA1VcXBxIeWRhXyCZ6UtLno25tRo56sI7CzxplrdMW3EPznTB4A0HMYWqO3A69WnXoCIz2yos1G30DkPBBGOwUzBhhlPGEDa4NcR7tsCN8nxp2VsrgYO3lJhxpLNst2doUoos6jvYmO80xpm+sKH1Wq8JWB7vi0cK3l8BtAa8bZDYczzJFtqqpaVcYOH8hTUgZSopwq5apS5QMrMj4o+uBa8Ex123JYbOnPQL+5Vs5JceXIX1E26JxoK6OdMExeEXu+ER6/mxqu6LS/XQHs123LWwqxV5is1/DyKrejNsU8qmBrqshizDFPmflyXXFcJ3BycME86uT5rKRcyhCsM9YjOrwWJ+6BU/gmzO+4rwzRwExUZPrMuVKuK9Ut97HpgGyJ58Aos48PNMvdAeYuq9iIzSEa2SAwpQdW+E/FDbCyTTAEP8FBjweKUt+JURqEMjhzX22DQIy7rbQtQ9sH+CRks32eFW0ynRB008AT96XcJ+zodJrtmT0WjUdYIT/SirlIqG5UEwCq41s/c80DzwrP/QoZlcttC9UTpF/Lv/Fz/uxST56e68njpzo/f6bl4lIOuPv5y2MW8QSQqmL0Ji8EFdvUx5vCrTooY9cV7DzqeX+U36WDA22JeK/QAlOdCos8Rykp6+UuvC83yvllW277YSkMBeyEKjnEq0i/wKxf0OSApdsVMFZuxzlyjF9ytBvjNoSV3AgbSzYE4lOa4r8jxS357+ho2ofHCZCm3OfSvqv8mLoqOGpi3jIQAiPPT7NgHMxefMYONt8wyxZ42+emAuK6Pq7j0+T3laqJOVN6wr4lbz1w64FdD/xh7u9ds29Ltx646gHO0bvMvXfd9L3Q8ZYOGHZXOTcctI/kHwK9e/e+3opvBI0BoE/1yScf66OPP9Jbb76ps7NT+TdgxObXARQHPzr0eEMurpQSB5mklIxzYEj58gbbct4CBK0E2wAKGkwlsRUI8w2QTvA58xE/6RRBF/p0AMb6YCKBALn74uyhwGywM0GcqsqqcFAGmy8282uCFA7++JCxXnfYjAyHpJqDYzNzwKGGV6Gn2NDTX4/+MbnfHoM8dvtgReDDdnUYX0CiC/Xo7gn6rIDO8vY9ukY9G5w31A0EQqSpwN40Sx68snJC0ON3OYDy2BAbZRjL+MNRoLAP27puZSvNQmKvB3TWHBrjgMkBLvyqre6OQXeho7TDEmX6r6tKVcpK2VDJ9rmtf4C7abz+ZqqNa/ueQ6PngsBQDow8fdIIe0IjGP+Su5dfAjTdS3kopwHvIvcRnFEsCtPs2opB6Lr6jeZBznemyX2+eb8WrBNgfkIT5NaLwSELJvhwsvddc2g0pS6risBOrcxci5IQ7pRolr3SwNDZUAkhEgKkjhqiibHubKKBhWhuAXbxLC9MxkdUkqiGpjbTSc5V3OdlfXoNNUU39dsUvWyKHe0wYlNGIXQGrklj1RQP9ICuaQh7t2sYbgE42R/Y4nHs2IOUy8FHLopjtilD2NfoyASDcq618UHbqI1v3Ri38jfr6hZct8rUxX3MPZZpH5CSoi9y+UJnkMbDHJq9Abej4LZFV62a+7iuGtXcvzX3bc7wjOmHCWE42Esbu6PzMxGii5XRwy1ptVoS8LnQs4unuiDwc+4/+1ot4tmPiQqokE1AqEMJZMkhJsnfamLRBMc9hAzBnT5A0XNURjZKhJSmwZ9R0l0qri0VxWsz5MLGqcAVxrRyhz4siX2YSr4j++sK9ET6dTrG1q9MUbklR7UvO+BXYAaPnbH3F8JeljuCr8CGWHsso9B70AfXd3J9TWgbskEpiDT4vFDO46E8SO6iqEV+fzFS3hXcKw1Wjc4qakJmQqLXJUNUvXj2C5pslY+OlgYrt1X/Ierl7Xj5Fv+hod12e+uB/4gHbu+QX+D22ya/Pw94822rKg7ZxlHeWd3jW3bKhCaN8m6TCQQZvGn3V/aPjo51584d+X8Re/ed9/TmW2/otdde052zOzo6mrOXz2zEs1UEOKbQO5tsqb1Rl5LGq6euQGxpKBlTT3LTcdsw4tKUSitAoPeBYd0TXOHI4BMggZUeLdN+3WdKSdngA0qGrgBowXOPPe2W65UWfKLcoyelFIfHhoOKAxJVU1POSrQT3dM1zdyTthdM/5mX/yRhtVzzqXVXAj5sPqyzt62GVSfLdPTTuYwGOGxuIA4l2znl52kBer8MyynL/8S8jJCUQjYyizCGgkre02KksMj22SpjAlelRuYAXRTLOqEfDnVVleXATkpJvuzTDr92q83syUOpc6WKw19GPie3TUoVvAzgZx9Km1mj1gfGtlHN4dRrMOdadW5lnD2HOdONAfQKU6gd9I30iAc2NoxUwXkjcL0918ngXpQUf0LspH3ufnlH+BUVygjcU5m3zGxvedd1UiRc65ZbDL9yScr+F36CB+0k30zmMbf2T2YNFOfWcotdXf8/e2/CJjmOpGcaQLpHZNbZPaMZ6ZmR9P//1u5K80irnZ7qrsqM8IPc9zMDSJB+hEdkZlV2lTNhsNtgOEgnEB6RsfYkD8CEwRsqsNZINYxYH4m4mXXWEVNrLmcyAExt2uk1mPJq5YUnCUqruELLp7TjJPTKmnR9/8Qd5riqZa4U3IM8KVM3RVS920+MCIFLZRbDR6Dob2c9Y9BzL225l/yecvrB+u2DHwDpfus5BJJNRpexFyiQYvhweRNe0VACTGqqGG4JpjEi8cyYO/jBT0cOG6tteDu5x19QYxKHAHUuNY8+TiKA3XFvH58/+K9/6fDnaffRDvsD59aDJeY6Az2QPZyPLF41q0GEMSSBqSWRFa2a6eDH6jVChNZ1fJa4HhvzX/8azb8RZLLDtJQETl5BeIEhHyfXFTlSzJSsE5DVRrJK34rPnkgs87s11GyXnCzpOf1y9Trrq/E0BScGRVhQzM+J0VXBp2QYzb4lAj4UX3/CVzNcKqPNpSxmZpads5m1n0bFPaIYtEKpSw0SYdQQUWDjnm3XXhGGxZkpW/emGr6ACXvWQvfPxTFunGpH1kEu+jaGt9g05p+dvLH92WymPnsu94D3EfidjMD9LvmdTOS9G/MIdGyszToEnTkdJCIRiHkryYCoNfhnaZY022aTTS/u7755bz/++Gf753/+J/un//RP/r+H/fDDD+V/BNt4GyklXsx5UWZDpm/TDBxy2OqF2fySDS8LHJw461Xy2isn0Tt2CXsRGOIHR1TUfsjAm4faUaiRaoQfaZ8W3DTxMi63TJVSIg7iZJZSchjxORwO9qxfXRqOnn9mAPq+t4eHB3vYbG3TbziA6EyxxtKfZOb+1BRxxk+lR+BofhhE3KEAQU30UXkhOwIDeSK0slsxv/SeInBmWeWJnSkXtWzxHRZBU5nlbHRrou3cJX8B/gNzdyBHfZtJSbq4+hCIaJYZo75P1rFx7FhvfYc0J8ZFRwfhNRDD/Eq0jx67nDNjaUCyLgHwXdczzr1tNda+Ke1Nc5Bzb30fG0bRZtl0RS0qJOJvgfC4XpOOG1TsjLerFoKLVpMzmT6LqFj0JciEoGhwMFmMKvylcqvdJf/rcs+nMVnzjeoKGV7NeSG2zLfGTZ0Gi0NIkS2APDN2mfWTmeecO+uyrHLY+Mu6aDNJVQfE8NV1LizAyUtmTeWcLDvGn2J+8dAQZji1LAf/SsiklGaCwWINT4IVQQjuksgDU9fOkWaq5rs0oDfVJEN4oXKjiKn8vAEqteWqnEDyDVC7sxd+kyFmq5JpJ/fhF3RnWeNewO813WfwPfdg6DaWE3ad/HrjBqZkIgtAlHbcufGxz9Z3unc7izi6dzv3y1lxkmXTFbX6qWeEg/dVnQB4/gw8j/e7nT09PdmHjx9NB0D7/TMH7HsCMEPJLHUJUFziUfTNMUbC5otYMIP/up6yFa+n+AzmhzyjCevbQObPeHjyMcAtk3E55Zgqisst+pRMQ2BxiYFSTiBj7oJMluCd9grmzUV9Mc9WIZxT2mI+GRhTj9Em2dKu/IKV9+Y0PuKzXdSgnli3wkr/mn04SehmQc3SsVeNqwYAWIsbi89C6m7R/eSYceflJuKKDoq7wxwKWxj3cHmYkqxzk9UXI3jE2HpcIofa5JJzqTuwPhy75DNWZ9r7pOhnkrzQxBnLT2r57nwfgd/jCNz2d/itAAAQAElEQVTvk9/jrP5B+6SX7Np19tomqHzFkumDUp+UsternmOEXafboYL5i/tm09vj9p398MOPfvCj/zr+H/7hz/bDjz9yAPSNbTgkkV9KibOO0QZe3sdxcJqzDltfI0KHtcJfjZdCvTqEJBWt2rASm7bYcY7eltoTICM+Frgl473bUsK3AIwls0k+Yns47G2335n/3Rq9qGCrQ5/H7Ya+bXxDkxmXlJKH9ZxEAyllSwBh6PdgA4dJRzYuo4/BSJ5GRDAyHQwdhNn1SD+Q96DXd2yFSMuyqgbWfKOayPr571iVYNJCkF9mbpMlMw0IIpEyG8hOWCJlaiQy0JnhMJgOxgb9Ghj5Gnay8bUCQTgTnRIbvK5jnfXWsYHUr3Jl2sjYFBdRARkPIKE3xi5bMoPOXWKzmC13nfVAlsxy+IDVvHIcIIQV17EsJkLMy6CoLbQehHe2YmdoP3Ctq3flA2eJITXOlYZdlEvyhVFl1C8lAhaq4pcxDi8bvdpC3ROcdyyac017p9E7TrhD+7wz39ZZzn0BeNFdNgNyh6mKDoGOyCxjFyAxN5sKQKO6f1xoiowdIVIHzmaLtWS+jLXmUcCcK/gsxGse5RkR0kU5Z0L23qwPhclCILeCUThFl5So8tTcO8ZMuqz+TIAkA4rlPhhxc/h9gqNj8YhDjS322WEe917j7gc/nfX91vptZ1uefVtkwn6Qw32pe9MSMQSmDAECU+CMLOghPrIPIBaHST3PhawJpV0Zyt5z8xxHn0PxpCo1aLADzx39j4J7Dnz0v309PT/xPNqzBx14QvkT2CwlwIyGAY/KfnVw/1qjdV64giyNKAHiBIopPNiYCthoox8OhTzsZQe4HFyDKhdLznnNMJkn5qIzlRvMcjUxc6+kyMP9vbrum1ALQOfKKiu72oVzAb64rOkj3f6yzZ2Mxiuba3J9pedF80XIGACJBBd9XqloYw3cPeHeSkMy15FHmBaPxpzb3E0rDjsXzZWe843PrJiptVqzI5gtLlPyndq/bPYGza0ZvCH0Sy7q1Es2V/W/Ye5X87or7yPw643A/S749cb6LS3dfV45AtlftK8t646I2XLWJgDsL+i9dV34CGdi5LyxbAB2m83WvxHz7uG9ffPuO/vhux/t++9+sHfvvvH/EaznRT9hbbwL6FBFL/TCxpWAKChlAISs8uavzhzt2HT5C7W5XLXsk3Oqk5loPgD1oT6wARz062DwnF2U93TZGFeylLIlgSX4ttAivvq20nF/YINxsD0HSgqQuswmaMtmaGPxa2C9ZWIo4xomESrSFGW+kTkSb/RcBucHEuScxyK/wUJ3NMxMOr0MeUxiRVEs5kQM/THLUAGSBoXobJFDhWIgh0IqlFhBiGQblGpxDuSsg5/DsPcxGRgTRJhIS0asjY7xyWxEe6DLnXWsoa7rrQNy7swYK0bEpitny9hKl1NSKpaTAclSyqbx7omR2UBm1ptl4/IKTCSa9hyoIF3g2LWvrC46aiZa5dz+5RZkI0iYCIMieRFXoG0nzBghPGuMkJ1ahfxXqz8hAfXH1KMsKpmBzZIZsiTsXU3wKs5ANLgLetBNgmYq5DRoHTiMfh/p0NJ4rhixHdQW61Ate7vwubYJXWMRqpIFV8kaF/UllJcKeQtCOn+bqDVTGsrPZV4ZPQ2CrkW/kKjUOFlO3kdJkiqcoiWNU1Ah9loCBXOGCn/FyNx8AZ3lPpsOgXT/9dx/Pc/yvt9av+XwuwLyzH2ZNab4WsqmS22SgEiznCMOB0g993LE6hEnozJdSkf9UUoBRIAYeCAOPn9Yieag/MCh/PPu2f/2z/PzRw6F9hyoKwL3KQcwiRRo0jStNl3oicfgIRloCh5KRZx5G6IGqNHBZRz66BtATiNtMa0hka1iiVO0is1SMr8CqRa46ItWysYbcGLOx2VvrZS64K3+zMktrp7yLYaTTXhELeGZ/l7Muyoqxt8XDviGcmOXbohUTOiEL9HCXke3tH6jzS1mNRly5KXFuZqrRBJULHoGSQVICoKyuA+dWlatzVJzldM50anBqmMNe97+NMJaoufyWnbKNw2dKi9L3tj3ywHvmvsI/G5H4It37I138RfP697AfQTePAJ6v8lUa6gBO36iG7CxrhPoNuBjDx+zbF2XbeMv/LzAW8eL/ca2/TvTgY/+B7Dvv/+Tff/9D/bNN99wUPJgPZuGxMZABzA6+HHgRZ43dlteoyUXVGzwoxmv2FReEpLkVFRBq05Fo1x1eIMXDcahysi7xmgjbY5DQoGvh03uo8Mb05v6iB9gliiJDYKZNo8HbTiOBzvu93bgwCN3nW22D7bRHzKlb7nrzHxsjCsBFMUjjiMwElO/B96YdGiibxQpn2EcTL/2pYOmw+HIe9VosvHG5TS9EKhfErwMp5YRJGr503nyzcxlFmZuRBv83A/ZBUx+5M6IkF/NUZpBXg5hrZpoJKHYfeqs77Lp2z+bTW8dY5V9PLLpUgRRmTz6LtE8HPmYX6PXXrkMXTBeq5J/xUpPY+cyMZMCQsJbANO5pJmcciYHxSkaelqoFmHTsp9In2+jCdrk00i/LFnbrNhba+bL+dOK2wdhjA9TDs0YOxEyBBTRAkitrKqvWGJBp0pQkxi4bQbzNph/rYURzII1bjMZEi0VID7xMvOqtcfCM0OTARUHJBMW7TCEKDtztqqqis8aTcKauwTyIAPyUi7RkOQV1L+g3csreMfowOpzdHmk20WGyVzUxszVflfJwHgMMA5UHgveC3lprDL3on7F08FpYoKV78AzFjfmQR7IU2e56/gMAPdA3ljOwj04GZUKxhnwpws4Igw0PihesMhDr+fw0/POngW7nenbQMfj0fxZm9zMrOLRXrjm4IwWnzQDICcBNIdJhsRBtEC9cxw2oaMZyQQSV0BsnkzS8JjImpqVK3peGBk4uZS66JXVwPhNLurmxFwi1pmd2n16VqcxP49k2UFmrgmbplGNSWhULfnqzs0OXRvnVlopV5h8JIApCOpN5a3uc48uNTto9dtRam+EiiJ2DetYYaZaN4fw2uMN/CvCyFRw0spZ4YnVmwTrMbAYuTfFep0TnaKc8znN6ZzV34PsnuN9BL7sCNzvlS87vvfoX9EI5Hx+uWd/YdcrTsfLOqC3qC4bDEUv8oB+qpt7e9w+2jfv3vth0BZahz8d/kk+FpcOQvylWWxSZbyg8VJAMa4igpIgIPES7vJSJTwEGEEZIE5AXjrEAbTp0zsw5zdsAIlDIQwbo0TzAF7yzClDZdMlkwHOAM6PsB1MBzMBB1PuOWd+Ar419a2n3x2QiCE/+ZuV2OxIEnJxahdnjxeHP7xIaadKIwObFx0AjfDasA4Hwy7Azl3+90nQn9MVWfTGGPWhSJZo1idT/40+pSq0ci1cR178yNk3ZErw4HxkEYbVXThb+cfcd7m3rus5BNpYz2ZQ44c6GglXUw7JN4j4JVRsKAcGjSMxao2qIIyHpmUsfawQqYglpbBTHjAm/BqIIEoiqOorTrQpojcRnORmyUxyB0jHSQQw22k9IlBajqKa9cEva/V3kni7EweBbxToL1xom7LMnbajVdfQa2GgyoVh3WbqvDgpmGvWHbWB8EUmQuoynpl14CyqBXZGVQ0uWiCeEfN1Ktymy3ywHrMDrWaCCtQyOAOKYPCBS42Z6e/EOEYG1vd2Aqq12kUnBGACE6WlQzLXmM6MqLXxlJOUAa1PpWNo6S8mw6LvyFBS4v5QfMWsgL0X8U6UisADd17h8GW8YHyMemgfw84yzz5zGiUFNwu3zMBgp7F0fWeZ54D8hU3zmjMeFSCb4nHghQdaF5albvbd4cDhz0fb755M3wTSr9YaD/tEzIRPJDBiGs+MwRNSBJQKIoA04jryqujd1qhHQArFWIPkAsmFZ/tZEvJFPbVrprUz61qvlp4tPoX69IipNF9xYReojt9C2DBN5xvpr0n6cvs1G/zsbb0wkxpiTZFgavuleZkMX0GsY675C6H0EDpRnfFVPya7YbpLTywnmyC6QNfrRRAYynWHu/Y+AvcR+KOOwOJR9EcdhHu//zgjEC/o2QIb+Ezf9UJvnXVdti4X4JXWcmf69YCHh/f28LC1bb+xjo1/wqaNklIyA1JKlswczC9ecDgQ0eu0QDqJKw46WUqAJdhEnRwblCClBKXjIiIoHB/wOrQZB2QcCtmYUSTzC12ybCll1WaGXD7k4D7gIy8tgzCHM/oVsCObq4S9H/zoG0Bb+tj3lrvO2H8YEWx50S5SwmqP4puSIzH9wGcckLHRIObAIdABfjhiSXtqv+xAeAFSVEFehiZ/lEuZc6FYbjJc4e0HRb0KZ+Rp03WitGhrAAH0wcgbZvIQUffJTjMgibnvUse66K1jLXSskZyTzdHJFSb3yfrUW2JNGXrjYiRogrYYCKy8KXFqGjUlWaWll4E2vygiV4SEdvY1VWYcMg4VzILKyING6bKKc3C0J8kS8sTWXJWnhMUrfCVoKGdrPMeqBK7xao7s7No7hKt67bNSFxarDChixaKl9U7UPCpGIfPaMVgvk6yxW9u4oUYV4ygugXSsqqXFK5rWQUzyLBEv+UCOASPrg1UkB80day9ZZ9m/hbKx7HQPn00ZOHh/Yb3I8RrIKPSKIG4CHdI6IJEJKIqYFkLq9UmQ6JHrrlSKptyH2h62A72TXDLRdBKpnghq5Bwk9IA7qV1YxkysqAD8GJ8MKN6M0RaZce8OiThATp1lDnX1rMx6RnKP59ybYTP7ZpwRBYJWjrRPwxQnmE7kzvl86tDn+emZQ6Cd7f1bmUd/jmbytYypgGeGAaOeUYi8dF6XKuIZ61FrJoSiJB9hR3kDBgQvCkUpkgUpy6CilqaCkVMyriQJuCnqqafqMukFzryqmmM0buqGs0HUHOc0lJVARhUb2RrXzMNcKMmH2hZXtLUQfTFmsLOhSWE9irf0RmPodhCUs6EXQowoIWqJnMu4TMKwqTX5VXKNr6jWphOfy4xNgonw3pBLniSXiTMtu9sZeRNEd0vDQi7tWy7uYUwoLm8m6TQORm8o/q2ka9+w8YYVWIRA9EvgA1GMRAsKy+hW6lZ8a6u3xlvYkRplIboz9xG4j8DbR+B+P7197O6ef/cjoOUvONMRxJkNlHUbsw4GyHwg6gDo8fGBA6B31vcPqHrTRiDxojICNRL7AxObzIQscegh2lZXKxNdQWb+MuuHOkjByTKxshm1wduQjLBsGnh1H40KO+kgTZ/E2CT4hJ+BBTIzKh36aO+gDYQOY7Sh1LeAJM+85HVsaDYccGlzI+hytpQSIQIIYWbQpguMIOLxunM4mg6A4rDHzOUc/IyH0fSiNJKbMMh5z1VhHLLXb6tIAnfFdX8IipOqRnVchI+HCIzpg+bVwIZeuXk+StriklVQpWYsNEaxSexAHd4ZnDFgLNSowAMhosg++wYxWUrJjKLJ0/gPHL4N/NR/GI6MhxwZXcEw0gAAEABJREFUQ4srs5kkMIXYWW3IMXQ2xZdPlb2EG393Iy4uUUN4CS5qBG4H9nGTv4BcnJcccJvqUTHypkxS2Qoa3UwuFXS5bcVpxTkPks6RzlGyqLDWq+UK89jKSlJhAWsMVGNUfMne9eoEEx4jluiDpAa2coXGmbapKpA5J4++KrhxBjYBonXPwlqsWcXoWCebAqJ7Igg6cKZBAOq01EaFzwEeiGfvlppprJYFFaWREcTXbGDVYh27layT0QG4enwgmWhElIFRGxhLc0DnYwtGjqOZntm59HeSJaYHGx0gIVMMtRuADq9lwVaCggwfz6nei302PRMzh+OZZ6SD2syMdbEx6Fz8Ms9SQx/YysUMDoe438EQpDPYeGB290cd/Jh/k5Jng+lZxIN+EB5wBxLP9swYJCAjUludYyovWa0XyhFjgONoNo5HwAm8DUhm1A6ITRfxhQRJOvEAaSBKBdQy5FRGy5kACQDTGxvykX7F1nUyEzGokn+BMjfmWSv3CrKr4E6FCVrr33QD0GRRKNtKTjhBCUCUxhiOEfE6KqwonkYIvrJ6nXtNT0lX+hq+1e5ajJd17Yz7THl1ze+SQenvIm2tmZdiXYj3kmsNW90rZhVX1Ql2G6/MzQp5Yvc5BOvYbX+cbke+bXDt2Oo+N622AMrnjqzHu8dUXwXOfFqVP1OcT8vi7n0fgV9/BO5L/9cf83uLX90I6DZYQ3yWL1PNphf/7fbRHjaPtmUDsAG6rrfEp0i8o0TNWYIJ4vWFuojr22ll7U2XvAXFmbdyP8ShGbUpQFSUiSYzkDwf6QaU2kzEgcPIRmMwHdjE/+DFp3bKpgMg9avrt97nLnelj8QpkQMF700T17/9w1v5KIDXnmXk8MfbAx+BAZ18KxbdAhm07ILOcAJQU7z1mSfAHHv0d7JZ2VBs1rIRjf42UkjFA5U8oaIQNwjDS54Avn64k5KPMdHA1Up4wNasz5lx7Cx3Ccgm4aCNPJsXjdWBw58Dm72BAYtmaQwzwy+XiNnmq6UlFS8QfRnSShUe9KLIRSWlBqDzTZlxyQ8eKmpDD+MlGbs8xrhoSNvFU1XkE78iorP4r+QLto1R6YoXhjCX5Ki8zHrNm6knjLGxFjTWzls5cJhN8VTHBFhILkBaS2W7KlCPwpzxqcJUicu4BjKZEMADghUPGABjzAYBa2cAjHzN1wjOqaMbGzMTdGgydAGFgZuLBC+BrGUDBnEORUy1mMGKi3wqGEx0ITDR8PqvmBWRrATNwKhXaDGmnsqC1ZxUgbAgYQpo7rz/ndF5ZOgytO8WhOGRqjBsbbMSASlgigPrLlSSeQewEQYysTMHP72+/bPtLYNzOeQZMj7WR4CMDlBOGXkFlEzhCGg2BdB6MI+kxjNTB/H754MdOQg6+vMAPVgmAp2vKIbAY3rfxQUoA4H5DAVFZLmCiEUbJghJOKmmfSGHpFq+IhItJAkAfuhArZKQmgAzipPmMbUJBTj8MZ9ZzXYFmy8XybOFWR2UdEFF7U6FFB2k155/Mk/BBU2FmOEw4zltogEnwS6XkzflQewkiJoS1P6cX0j4qRCIIipAa1DUQijBKXgbVRzM3FTJLcTV6AY8tztTcltyklSYNTmGB0Urgz1bZpu1WkkL1vIrfA1W8RXT86pXtqcgk0sQrGJJrU57ME0dZo3gRlJ9Ekyje5vf4M+0pa2HWYpW3Jkkz4gWTi8HxVxBBJC/SaltV1yTaJMX3VXFAksjWAjvzH0E/kAjcF//f6DJvnf1NSNQbg29AVRA1G162z5u7eHdAwdAW9tuNtZ1naWkN8lkadHECDfq1RJMQUkxky0ExT7b5U3Rll7sRU+BaYVi5pW/949sJo4cNggOx6MdecMU+DdRPNtkOXWmvuqAq+83ltjkpEQMNjIozUo884sGaXdkMxqxiUn8gXZMQEwhfUwPOujgJ9Da5Eg/0PaA0uHcW1b2BuZqzbuGvBzXSpsq3tk8NrTnAiYBCkbZMi9SOWVzyMm0kTLvExYq8jVd+AlVoP94GQ4UqNxZSskzP6qf9IVZCGviOIEPDbl9h32mvZSSq0YOgQ6MyfF4sMNhbwdvd7Ch+spKfc5UQLb4B5LmBLBy1TXcOila8PIIyjxC0NlSEIs6w0kuDFlLm3ORTRbTYVJRrBG+lLV0xU/RinzNF/Eif3NOloJqEVJxGgFpBPBCDqrgfWaFKyjLIWJiQiGUZMaKqjZg1hwr0Atc2ItwCsJdatvwiyKlwLAWLsDaUMBBmHU2ALq/dAgUGSXsMzPW+VozDh8GOONyF/DcnUEc0GLRFVC5sfhKCwMSCSBPixTnYG052JSTq7I6C5QxyQXTIzpDge8FvWUOWwK2QVtPBAExWGcai6FgAqJDXmx0nwf0HMoKiJkD3FamPmZO4EtBTwKULsDbh+63uIAZZ+O+hpFxQRksSJbR5RLDuOg5fT8AUNz7AwMhMH9+HGzUM1mHP1pDHJgjNp8KnrFOEyOTYwKEFZsemM5bMjoV4RaqPy0Sa8QEoES8BN/ACC1AarQxAxElF1R5QiZayINp7mtg4cJnaAfxxqzKIZlBBUC6SvIKyCjqGyiK20BWPNIjaA2NN08zpnwcm1961KaUkCbnL1WuVdPVQLRy9sGrQoZvJs9QOHUSg4WWTwWXXKroxqyCoRSePiqHSTDQ1aaDxaoimQmcnwhx3kMRrwatsZucSrd9CNxBL0+DsneuVrodKh24OAYTdc1d+HJ3w/Zc7SHljJJ7jJp7zmtVCyhWC1kkfVYz23kbMyvqjEjiJSgscDoySzPnsHNcqhXr0pvadMu5cp8azLFXs8GCcuuFZGbkp3meJZWSRnTgqMV/EsyLy+YfLLwUW/kLPqnlu/N9BH5XI3C/I35X03nvzJcegT5vOPh5tIfNA3hrGzYBPRuClJJRaB5MbbyixWmLmObtBaMkkUXt5Jnqsmjpp8h6+dWhgwOMZGregUCptIWKlEZeggRDfOuHTcZRwAvSkZdp2eidXi98fddb32+ArXV+yJUtpeQRqSiivafEBdOwNjI65BGMBBNonzryNjV6/NHGwxH7wUbalL1j9CoORFbJVAsQg4y9HfW6RC6S+quAxx7NN8ckoDakM5Ndspw6yxngYEvYXG6m9gcq5SVgaJARkWIZvQpvr13O+CdLHOYYipG+HrVxo480bfKVqXRYWs5sXBnD3GVLQJZfwkK54bfb7/1/+xn8V8EOUgBm2esZO1uEBRUbz1qZFyBtjJX2GhCfFoJRTuUnksYKUn2TCaTQRcgvGZzxlIvgjKoRXba4rFm7h6X6klkHuVGL9JHVpIopoP64HRUlpPp6DFRe2SIqZbKEb2nYqTBbkwra5cIFiD3l4zTzLBX3nlmHNcBaC1qBMmtRGBV2lCCo5yLpKcgrYPA1FnTUJoluRIHoOdh1Sjk7VDPapVRuxqUdBjrr8EaYfmWgz1s/vBEtMGTcYKQUPkPNKdN3wIo+54wZzzR4fSOv8ooRNHojBsW4PAzYC744W9bzwoH7uWDjOWIZJ4H8K3CP17jSK7qr6K8f9NbDHw6BeRgyT8ys6/TcEjC3I60DPF5s1MELtIETgRQvpWzJDI5KBf8s3EKVgY3njRGDpk3YzeCNmKZIFYsmagI8+kjUSQctfUqqDWS6kqrpwEQbQgGNpoLRyxM0lZkXBWAeSmhvO7ioi9IRlQrAwBgPPbqWnBzVH3fwjJwyg6ZMU2S6JkMxDpiYbNS6C6ZKDU3MBUIz0qq6hjmNOCuZ95lZURfavSBeOb/I5pMxXrm0abd0a1bkGrdWfEIvcm6ZEuDEYSWoLqOI07l7qSsR7ailAihGSHzxIKncGreWbaYtPflIKJgE54iaexv5nN1l2ew5rx01m/0zYO0XmoVUooXAyvDNkc+YrDwa1o11n8doShPPT8ULUH10O9fSoCTQkwz6pFxVnlhPguJWkIs7r08lLvaq1bngXt1H4Hc9AvcV/3VO7z2rr3IEsmV+Cv34yAEQsBU8xOGIXvRTSpZSKpkHHo0Pe4qEIYGabKA/tSi23ngdFAyBaJG04zc4mMQkMb0h63DieDxwACQ42oFDh4MOIHbwHM4c9VPnsLb6v1qllNUT3OkRGzgdeEC5DGFY0+4AHNEfwSMvauL98IWNx+BAexx4DOxAhvHIS/vIqxcvArIlWrzOwCuiJy8CaGnYRTmj87YUkzZH8qGYQH6aK8vMJRu3BHRsCEMmbcCcR1BGltKoKdnqIMcaP1kdGLupXRlXwClPm8HOetrUeCL2qAfNxf5gBwHjEpvD4pyxckgGZd42FNmbOQapaMgqiH8VpNnaG6lsI6cts5Y3rsLLB85NhFcQuc5CpRlcpQZ3bcNUWnYtLX4JNcZSeivnsal8XH2cYchG9RSDNRS0Zjko01hgRDHDvqMWPoNc9Kpq0aUFw1HByFJUHgInPfRkRR+y7ndh8qo51bXvxq+qpsiTV/R5Yl9FnEajD1OETMZEz6lgePrBoqdw4MJ9kwU6eBEWcDiUZYOH9xXaeWFkWXphv1fj8CcX2jGH97IPsAgBMtIQomFkCRS5ZLevuWBEDoYMA+yyDbQbND4eRH6yl635Neg5Nxx4HgnYNDE5/tyomFNn/dqs6TnMgPEoNdPhC1NvrLskYI47xqmHpgVbXPiIp0VQ1P6gUUVzowI6oPa4CQIQTTwrkAqOthM5EGsEJHdcaPGo46fxJKmDUD8Igk5KBmwC0eajYuQelLJXHIFxCUtWtYi8hK+pDw6iFJPPD6l0j3qfklubcpJaGGC4aDJ0XqsSmC4ZAvrdOjUvkesUWEzAUNoNLupqrml3SRU4c646NVi2cs7nLTL642MujL/3B+wlWc2ibbvK7C2XD4AiCOYALGlN1CyYqKXdJL5AlF6Yd+mCTYijR55OCLwOadSNALKRwS1L0XE/FsrVJ5mfCDBbjDd8KVpDPiZ0xGPOVbG4gNxuqXPRXKEkEYpNs4uIIpGgQ647KzM4wqiieIwgX13ntQfBdP+390q1cewjYNM5lcsUYyLErEA6AeKCoCi0RW1TW5WXUIaCDibTnGhILy3tAqpzMsT3ch+BX38EfrUW76v+Vxvqe0N/7yOgm6XnZf8dhz6PDw/2AGw2W97/e0tJ2lS6WDHs9OYCTZGmAuynF+L7e2+DPSiNUMz05mvzNerFQ4cMHFbowOKgXzviAGLPoYwfAnEYNKIfeEtJvKR3bHC6Tn0zznnw5kV7FHC44hsJ4tXopIANH/C8MI3AwAYGDz6eR/ODID/wOdpI7IH21IYApQ3EHJDXWC3Wx3oLBHS1ZEvCe0wscxOFI01ocpKhd4OKfmU2kSlrY9aZaMsdFmzgeEmS3+D5EEeNABQYmWQqlWw5AwkgnnyO9PlAvw7ype+S0TgRk7ktbehAres6y13kymBwEHe05/3Odru9w8DcDDhTaHPwfVU2LtqjNgLO4ALMCnY0JevcyxXB6QUxITy4XJFp3XkAABAASURBVEQLF/CYhXbkHviIWdlKVMA1XhXBNbRoQ06CcJip4D9frX4oeoBzzGfpGGuJtUtjA+vc50MTCq8iD+FOhACmIKhzZdFBN1hKlpwMlpLgvCYZ3UfKznlLmCv7xAyyrqmN9fJyPuFtJ5fkghOFC67HdZMbK3Jug5Gzee6J9KXToU3nh6aZ+1XP34yNaGFjrrDCtjczBQrI2Ap67vOsbzHmzkTPsAle8sx48VwniCkWFbFWRe0oFvbxvKAd5TEZw0OHPzU6xXMooZgy1hP3KkTc36NrFqPsDyxmlWfwCD3q4T4kZhfgWZ5owxySGVI9V40rWofwIs6JZVUbKlihWdZLmwVHGxwKJdoxB4sLmYg0VVa0I5kNRg9XQD/9IAixijuKWEObt+gKRtyVLWPouas5OiJkJa8JV5ckQlWylJIYSzYCZomDqoRIoNZMVyECDdzxI1JvocGQpTDbTnVen6si0qxZ82iY7xg36AtFGQiM3CeQQOlVH/GiW5n4E5hzECU4MZkEVZtP56HYVIvCFlSTgW1IuJNyqj6VuBNz5XiqZCeYBHaaZOg5+wyjYINe14uOLJgzcdfO4uWTRJxCMydaviwsSk2m4lO3T5IonQrrQMjrY+qMai1a8jrkwX8pnLnoTdRr6czP1JVQ1lVlxYyaOeDvAwm+VHDupgWRsRKAho7qay33vO4j8OuMQLkbfp3G7q3cR+DvbgT8c4KKos+RTcfGYftg+vbPAwdBDxwC9WwwOjYIibtJL5L+ZklHx/KiJhyA8DMXj8sLsDYKE3gbvIQoGVAWdpkZpmxCRg4dBtP/MqNDIMccPuw5/Dk4jFY3FqnLlvSWQKfkq2/2HDngEIy+QSmBaQcT4uPLh/KAzgEaISMhOe0eBjtw4HTkhXcQoPHNkH+gDzYQmxpOLw9QmfgCUFukFS8sEL0AXrZGRaF9CioEJJhzspwzfepMG7mszR+bupSzmQEUWiUPA6BwpkYHT+1tYasY2WPFwhjJ+8jhj8ZyYAwH+SFze/xk35e2ui7zUkNDlJH+HxmP/fPO9hwC6RBOcyB/Q4frVDD33DN5ZvpiDjq0stOrNnyqOZHkRjLRE1GVrwhYXW7FF0PPiqCivjXsy3ZzJzNk9vmEKI5MoVOaC4HPx1tTqH7CAo+8rua21xrxclMeg+4brS0XSFMg4c8aM//f5qAlduSVuFdBDS/8KserxudyYUXnALnmQufcWdac9Og4oOmBTP8EKCgc3MAbdsa9kDN20HkBHCDh1/dbq7CF3va9CXvMMl4Zf8vG5RW4FOQUHg/EVy4wbkubYV/twNK5HFvRAFKeRFHH/PFE0fwhEm96VkKrDMhHHrQ6PBdASgwkmuosJ7BAbZSJqevUuGjVOnDnugy1LHoKmnzLYUmy+VrS4hKWiWWfwNUuFQJMHkmaVEQLpJYEC2FhwuE0u6K+GamTAhxOmoo20MzljGhWFoo+FeqNSL0SnHO/JG9tS39a0USHjiUySc4Tq8FYNbtgF8z5aJekvu4ipYWJ1p8Liu7oq78wrqjVSxOy9ln1q4ZxXGzpT22/YldPOchOEFLD3qGwLyK3V3XOMuRt7VZTc+v8Cz/p3dpshRbqCL60wIAyyc6ZuLIdkAtGJ+ITgUc6U0UGqmO+ZxOeduY/xZpEspqY5fC3qrrAwOfTkLFgjhVUdDT7k1ASeQtE3+E+AvcRqCNwvyvqSNzxfQRWI5DrR1MnRcfHSbbMBkCbhu12a9vNgz1wGLTZdJZy5lU4mSXAdI1WKXF1Lz868/kqbRC0YZjAGyqtZCMHslBOIL3zy36g0iZShzBHfWvlcDQd/jw9P/s3UHYcROz3R+1LzIwgRIGAHwE+zn0DeuSAxKWqHFJKYP1slT2D2gBG3laP2uCAkfIaNkQMzxNzPtwHpKMw9gatgsaMMXXsAn3QB6gOeamVosDZZDXlJH6KkQiXHZJvEEV3lrvOLGXzf1ke2QxOOakdAYLSV1EC2QTOfWeWkmlMjzoAKnDwMcKbfhmXNoyZ+B32Wj85dZbUDn0+6gBIY84h0PGwt4H5oPKhsMWldpMZcSxnFeiFwZKh+aXgHJcQEpeYRDQFdYz0dYUYK4eQRB2qFMjrskbLOlCqArPW3g1XVVithG9jSyjNzdyu2hdEyIH5W4DWYvELi1fUN/nNbUdkrcSgvCbGlA9j51pk0mWtKOax97WRmMpkpvHMIEoxg7qlFKdietX3qrIEWKBl7IVK+QKak4CefghYld6vGatvcOipXdc1tGTyE4ieASNccwG1Di1UwMe00KSCHYzHjxjuz1gjbQo6jDPjL724cMQkR3zFXQBra77J0ZRx1PzW5/l0CMQzJqVEq4qVCLoukguqvNIEpUjqyCtxFRTrPOg3omQlrdFygDVXaLLrGvGC1H3eNpoXWmPMLP5YSJFLLyjsAkWchVbhWxt9yF3NpzVuaQKllv80OuZfMRbZShCgrgiCW9R6xFwWkGdVQi5D1A5UXA2Fax5gioZd0hdh2cCL5jWuvm0jmNe3XFnjQmdh1RB9O2t2VbiKcdX2FcruBdup2UJofC+5FBOpnfRK3OeDqyGVm8CbmwjnatVKX+q6+xSHmN3a+hJXbl4PSBS8BQ9WKtSFKmhgaQ28g0tRwJ+fRa2bpuQRkmA6vOLxmxELQERRvYQScym8c/cR+F2PQL0jftedvHfuPgJvHYH1DaJNyWazsW3PT5AfNvbwuLEevuMgIaVs51691Pao6jNDxORQhri+YdCGkAMFWGOvYIl/5hsSJBKA5DNwGHM8jnZwGEzfONnv97bjAEK/hnTgAOLIoYQONdSjTL9w9UOO8B3syMHRwMGO4hmxEzYCS2bKJQ59sONDeqS9EdthPLpOflbl+uBGr/gzeNSZLdSLH9G5GE4om0Saswopd5Y5xMsduEOfBZ2Zj1PGMwEqooXNOMtxQu2bVXm27L7gIjswJjr42R0OfqAmeqB/4ZesttupbXIwxs2YM/k978o3gPwASH8bhDFgjDRORgzjUsuZKtpF4O0mCITUKmpLIPo14BG8uuZFTlU92U5E1TQYHaUKlHulhdU94SWcZq8xPLWRnWCpCe6SPLTm47ammUcSpFQFQz8CjD6JDgXM1+pL8acQn0TM/Y72BtaXZMrlQD4mYEoo0Q5jHWujp4v14AMytG+oCdh4RRaNoCVPlPJtoTUWfV6n8Q+o83ENE0dhmM/o9zVbdNhpNGp8se5OGC/0QUNabreCwm9ZJ+59IimQggg8ULFCHvlgI51xEVsBNXcVWFkoapEvksGY1tGOJHJkrY08N3loulFKyYxifhVCcZ1fVkc15oCc3GYzUVoxAnQXC/rSRLQJz7Pq1LwaFc2KLdIZkcsFZhZfoap7HC4sDatuKX0d9zlivNiipqBdFycObsBiaBUaf/iCoF5fPrlzJa8XWj43N/IUrDr1QqQL6pfW2AW3V4v1a06vdvr1HC5P58AzhDw0EQw6jxLn+dlUDD8ytJ+1LEJOzESUttZ8Ed+I1A91KczpI4T4oGAuFp6tlwfrotddcR+B3/sI3G+L3/sM3/v39hEod0dBHoePEl7+qTkAetg82OPDO9tutqZvdXRdtpRWbycr1oN8xkrvgyMv5n7uowoBJVpo2h6rDix6YHMx8IkqOCLTN352u4PtOIjY7XQYdLDjgUhZoVQpWGIvMjabE1rG1yxZStmSwJLp8jbQHdnADJygDNCjt3lkWzIAxKY2chc3uA5KOSnACs69OrSyic5yVEUebMSsHOzklk6dic9ZOBWaDbNlpw1sq6vGr9hNiFljDOR9FLBJP/KmddAB2kH9UT+J6LbZ/5ZJv+mtUw4aKwIe90c7MO46hPNfAdN4cYhkPj7mV1ZNlUscMvVcYT0VqQkl5NDSLrhSKcYV9VkVqahT3nbQazOXroVu3woZspZt6Nf0oHFrxqyVntJtfozmxIoQVI+Yw2Fan8yKkna+2gRuvVwydYEYLohqEgdLnYBahGukimmz9Gug7YCRl3rFLesrZetYzx0Hizkn0zoxH+2IcdqmlSv0hTmDXtI3LpcbaYzOkW0b2XNX/i3MfZFtQKu/SmscwiXCiC9pTClDaDTrSDPMxaIiBcCdsaVGGDxEKco7GckTHV0GoEpxG82bsW5MwSdwlcyCYJ7j2Uk2PDuPPDcHnpGu9M+WxFMjOauKtIUWoE1RE3DSyVagFVNhUp4lsPKvAQmfGngWXlXdgjEStS930ZMomjKaIUfqcyXdnEhyd699+lS56HpVzbrrZr+Vtqb3W7W/aJc5m/lzcyYDwWx1nsJGE+X32XmL10uJWZ1eNWiNH/evbu2yKGu0s/hVTawiXPSdUhmUCV4StIDoxhJtRH3dRfFbC/FqX7Kgz4+HdLIJ8Ja8gq8YUmWy1ODyjiUUMSdNsDIWNGKxM3ylN+mc4J26j8CvNgKr2+xXa/fe0H0E/j5HgDtGv2Kx7XvbPGxM/yPYdrOxTt/q4GUkpWyJnqXkNdQXLmwQOJUxgci5NQ5rCjNo0wEdr1uqR8wHQHg0fbPgwIHDfr/jAIjDn/3ev8EiudGbpE1PypARc+DTNwBfwo3YcKJhqQsb4xoBt+EwRAcjo3xIUJubkXyEycB4S8HSrcEDbKWJjaQYONVW5z7fq4wsLDMXOSVLuYfuwJ11oss85dyxR8pm2FGZpWSpl11GlMwMkE7QYWflKo0IZXSp6/GLNmShPh/os8bzMHKwo37LWMqcLLNB77reuq62Y8wDdhwYHY47O+KrXwFTHAFa84sYygIvzztnKOIZnDl2K2MAC3Eekc60/3QLBTUqxaPPUB5y1kHRNvVU3AbbSTARaaLeRCjwClZNvxD2ddYKpuaEA4JjKIKljvEiLsTAuh2EJfeBRg59qYSWmmJs4h1dMtYcXNShwNnbpv0DB7MDhwMD95PSiFFPrFvWROpMh9GxPuyFK/r7ghHqW+0wnQoJK7kJQtGObUhqHW2EXnSA+mGMTcirLRKpkUPRb2oMZDsBOtGzx0zVcQxs3A88dxhXCjR2zDNSiNMim3M6Twdzx8pFNJjMoFRqGxXzfNMQoXIfsArTSg6DHdnkjMfR6rOS5SO1g56Qxv0X2OLytoKk606U8D4DLqhUdaw4lLfXqZhWLBa67YdEazhJ8SWHdYCWr52rAwNPaS2WNM/3peAaR2cY32rxKWnWGJ+M1TnBS4GuJluVFb8U7FR/SwqtFz/L4HaRl6DVXKZvs3x7Hy63vNbUNniurlWVJ1lK5T4Drm2+MpQnwbPF+AEbNI8Pxp0C3UaSRct/fnrZ4JL7lNYUSUCfPEzQTt5QxXP7BsO7yX0E/kAj8ManzR9ohO5d/WOPQPvW6iPBLYMscwD0uH2MA6CHB+v9EKhnM6KXRze0eIdseHv5eouFDlOmd3kRAMVDsYVwrD2N26HQvtHlToxsOEY2HMc4/Nlx+OMHQQc7ajfiu4lEVxJxOADC/0jAEc6ZAAAQAElEQVSwI5+oR/wpyM1SSubnEGBMTG0N+MvOcaXxHeSEvyEb2JQgIoehvspDX/+Qnz/6R7zt9GKKDNAGMJNPl3mB6zrLbI5z1hxBI2Oy8M1mKvBuLzsOaZyWwkFm8x9b9va9ytZzaKS4DIApkPq991+h41CHQ7XhIENGxNuItvt+Yxm/lCRM9Hf08dembxgOduAwaPA3Z0LKXQNUR0cuOZnlznKOeFjBZ0fXK/K4bjDFqdHUvFxaXOlqI71gzUtW4Zquxqu25/FtVud9L0izsmJtuFq0uh/YRV6p3YE5Yk2yZqEgTsdx7eWuJ5X8It6J6ppALkUfhxZkoVyqnH50mX6wvntfF9Dw9KZ4rbNb85hJVAH2tEh5Kn2LRKkJTn3VRuTu958biZeldMJLaO3U38oLGy4Vy4shY+40aHX8KuY5gnIaWxkLZCp8BjD3NdGqyJQUvHYsHSkITc+paCPas3pPJ5mQC/wg4Pk4cM8feT6OAtRaOaALxQOYdbRGaY2U59x4o/GAXjXCN5Kp+FVc2HNoTm+mztndIhumjt1i3di8Ks/G77ciT9ZhO28tfT1BjbjfUtfNPk27yFVMM0tiPy36BW/17IIK8XUtBjcXRRLc5qDuCq5a3x7uahgp/V4X4feFxl2tg2eFa72Syu2cW1SuWkhMj1Iktyd7LgYBrpZTn2jPv9FYPId6skXuA/0SGHRRN4h+N1yQXaB7fR+B+wj4CMQd5uS9+gpG4J7C1zwCfH5QPMOeN6mNvgH0/r09PDzYlgMgPwxAfvsrmYf6TNWZVhENbCQEI3hkY1Gx1T+WyQGJWRxCHI5H/+bPfnew/X7PoUT5SE48JthYdhxaGLQOcI78dHrQB7BiOuhjONlILMWDYIM0+iGS7AUjH9TDeEQOiCYnw3fg0GPAYeDQY2DDo0gB5pdnoUogCekIGW0x3NZeg7+qJGqMUGaBDnVyz1tMRp7MqAMgiWEC2aXOZO+6bIEcq4Kn1BQwNB3i6DCn326s64FOdsmMPgz0TXBQP/Ez2syoe3Lpu946hw5pQjv6WA+M/4HDI42DyU/jC8bAi7J3IFBegRuoyqrOQ+Q+nirxoRjJuM5pp6IamJugztRr49ak1enQqtWd0JHdibjpv8bkVP+JEs9Rozp1vwR0RdCemiqgzMngONRRN/YaSEw93wV2SZjXfi3+AC4qtwdPJQ4eJfY21a7uF60vYkieWb+Ze7PXwaVDx/KkT5kgrBPqpkgotmLohoS7Um4wVEKCK1FuVSl1wdJewQWtVH0NiFkkT0rQxc5dBkasnQPpJAuQppiJlLKABys0KjdSdMkbgCQLFF5P9k7gU+ePB+AcxJXBup5nwJFnQByc88Tk+WgC7sHTO5cG8dcYCSApIYM4WwaPZUQ7q361ML3a4zM7MK6M0iv7cz7r81LyvTakk24icHh7oTu+RiOCOHM+qNMVEHafVkfsT4tx4r0O2u7iT4wRYE9pO4vwNeXzjP+5Fk8je6Y+L5HwGa86VWE6G5wGm3WfkeJVyqPV5o/TwYnEVSr6EsyJnnmaNU6nsfQ0DYNTncvn0M5esDJ9jLqBKoz0fBSp5ycfg06qcnqxvmZG1JyPrO9wH4GvdgR+9cRWt+Kv3v69wfsI/P2MgD5NOrOuy9ZtetM3gN69e7RHDoB6DoC6rjcdkNh0JbZmAgPbF7n0Pu/vGlPlhOmNeGST6IDR4IcSZohiPzFlE4+AIwodPhwOB9vtBXEA5B+uZJ9Tpmu9v/QM2OqFYiiHQEfiq1WBwgrzeU1bg/962UCQkTcS5eD5iEZGNsSTJa/w8AMwAgPxURBKkQDx6lCBjEYbHgHk+cKBQwYsdyYQLbAs71OXTB+ly/jknCEDIBbvIa2n7Prt1jabGeoaUK8EDELjopi99dvOdBAk/0R7prbp8Oj9My7GLZyhm5LN5FPBvG8IPcNELdrKBU0JJoFagC1lMnFv8nP5LHW2qaQRYD5L6YPLZslESS6YBE5456DUT9ECsQVDehHbggs/XzXlVQnmvUaXSFB5x+QyrU1oY61KvrCDoUjs4GZOsdorw5Jmuou0oKorrFAbR3wcm440O7JSBhv9vkBD3r6e/BCI9QWffU1llG1Z8WIFrcmL9KsdXoy4NiB90xo3X2RqTzAPkIZdUP3CHmvMKg1X1Qz8TFZK0RhIFdcrnsDqmGKoWIs4yHz+wTQ1qZxGNgmcXlYDE+6+NDIUMLBb+XoYbNTBjw6AjgcOhDk6Ru8qjEbNJ4f2IzSW1BQ1zL0HRREDurko0s3Gp4bJyIjKzPFrW7d6vdmxBqj4lv5EvtXjLJ7G86z2BeFn6wzt+AoFr8sZ+YvdetFg3chXyN8yv18i7fWcLsd/yb3U/ueZh3VG0WpkMvCcOfLciIcaGqfBi0IEivnzdaGAcQX4LWUwvSK7p9IROHNazaqZWlq1eahXoY1nJzT9mvoJq/7Wti9FdLOvurondx+BX3cE2rvs12353tp9BP5ORiA+UMrHS0GZzbc2/+/ePdhWhwD9xno2YHn9ApnoZKKiQPGyrPoLAe9IFBs5kBm0RQRT2GcMwAgMrpNsVCZJt78SA0Y+Qtn86GBnzyHQnkMg/TFjxCSLnj4ktzc7ys4/gEc78JOlAR6W2OaAA60HPdBYBW1YBx1EIfMc3e9oI84Dh0IGjxfuA68xMepRG3yAE1hcLnhk+lUggwUGttyDQocVIegXtRcXp6KXHIG/IIEzUGkreYAz8bZbzf/DdAiUu96ydWgVA1saonvwRuxkuU/WdRvr+t66LluXM3JjDMwMw1Hjgw8MAnyQxXdAoJFkt5dPZ/oWGhT+CSBHX3tgMsDMzJKZg8XlcYOca49guMyiFyn5YEQjhYK5VBIK5TQjqGU5m9fS5FfnmpQLydKLu2FgTrRCI6cmeQwpIcY6iPCJ+ZRt5dGKlZ1j+KbMcYqQNmWqNeLtOx+OOpztePZ0rKmcO9ZCb1TumL1WNVMoJfgEqCtyGULZCJbSz8c1XZ6CsgQLrf61UMTnEnJZnUGeizGwxSFmKsYoVnf2eyhVxWQnIqsCMvee01QUJDbdUqU5/GmTTsT8qV0382rg2Xfg8Odw2NtBB0HAgO3Is9K8fZuvsoQSkpoh5AuFtr2fpOFPZzMP/YLXVbUSmHJz5qr5rKwjNEteS6k36o4PhSrBlSA3tcgceojXdMUd3lL5qniV4+QxEbe7p9q3tctNsc4bZQ2qYBGz2ha8QIVZ2DcM673hbiBPGr/s8wrTRZCF3zr/mff1uHAUM+vFVZhDrhZaNXgR1wgVV4fyclpZ3SAT/fmIdau1Ge+tqnUa15qebOVYDU9aQMEIsz6oaU41IpXiH95R6xSqULK4w30E7iNwYQTO3WkXTO/i+wj8AUeADx3vNR80Rz56Kp15+9lu+/j1r4ctBwDa0HeWOShxmzPVWz/uz4Q6K2rfgfVyr82DNhFHNhbCI5sMycJO2SRLKVuiLwoonWyPHP74IZD8OOCR3CxsR34KPRDnyLhow3JEfyx8xDdGKRnnGGWbYRb+tDqO5jb4Ggc+o4zwVTwU+PHBjk6HRIbckNiNF25hvv7kV98Elj1Sq57p0LlBsQs6arIKYqqxJ2bPhrvX4d/Dg20ftvbw+MA62Jq+HdbnzjJgOYHNSgXSNzQ66zu2bgkbwDgwShkby4yyMGPlyXklARqhTIUfXKZ9AzLxDR7FqqSGl1/DXiJlllVdMnijvIQsaAriczZx54i5/+e0X0o25eljSysSaD2SzuBJsyLAQaMvRWZBYhhE1NgGUeuVvooLjjjUmgsBcnkM5KBQg1fjdHdk8swcPPb69ULWpNZGxt18XYgQEKQtZ0St+hqtXCL2bBWy4Fs6JJ9aa7zfFgPPU0fvO5UPUlrpk49aVMaFHjuNqXE/Z4fe9DfgcgYXMIt4ujtx8qJx8PaZL82Z6MCaO7TI3ZDqOBxst3+2/W4P1iHQgUckNuiipEDUPB3MkniBmZqmfrm04V62vs0i3WY2W6Wb07Vr19SXibhm/Xehu55k9DNqLH0RgG8pN8zRFPeFeKzyFyxm9bS8nWhbEC2oti0dsmF6ewhedbVSDgLJJugm6pOJ7MG9uj2WkqtwJvdloNWEvLKpZawVpxyKqCGLZNnQzM1UMXwb8ga9wn+YPp9grhferXVooyyyng4iWg/pK6/wWk9APEulkFB4DcXxknptfufvI/AHG4H1rfYH6/69u/cReO0I6NNksMxbwpbN/7uH92z8H+0BWgcCkhsHHeuoydJadJ0fL6vXkRY8fhScR09DhykDG0cdvAz60EQ5p5cs0Q8qXlmSDdgJ9hz8HNiIHA+Df9tHPTbljy3uLjvo4AcQPmAvP1gbCE4hnk1gXCNC6Qb9DSAOfmQvi1GvCZKVto0cJcclSPh4lYgsJJ9h+fiShYMqN/LXCcvkntkku4hKasKaqU34KDlQU8sOoyKJLAhWeGKz2d72G9tuN/bw8Ghbh631yBIbchYJtoqbcAMyPuSR0ee8sa7vGfrOuoTcOrJMZpaBKDkSCEY1KkJgkrECcjKTADkEFiKSmeRwENSSgaxi0RVmGdEQFr4gBBdKJFbNKr5gfEGsGFpNwoILZi5u9S3tyhurU79JAkFhqql9YdSQyq/SwqH3tcuG3bTCEUljWsdBNPWkRCZaAHlLKYNaEB7yZQ2Sn9oXV9tMfWbNdRaHjsl8TTDfWhq2uIgmIWghfjPzaYE8lTMh2r69OTV3jEhOrivapTBWKqIE1ShBBOh5rnvDgYSdL7jPOgBCw/3mcsYcR0oTa0qhmTvm0IBB6wfQfB6OB3t+3tnT87PtwDv9DTZ9C6hdgilyMp4UVi+JnJ4IOLUvgFyVkXZp0hxaXdtOK7+FPt/ULZ6fZDPonpvGt4ZadaQdlmpyBbddaenqctJcVXxRvGx1yb224XO9emWMkxAngimgchVoqvR+oHU/KT+FaJuc6Im4OXJ3q+W50N4xAhTs6xH2llLDVXyLz4nNyrmkcWK2FKycXHmbp5terJYxJg6Cct6rnM+cVxYpzhrXI8+toQKq6YexWljwXmQLOK2qpcUX4PEdH5GFv6P7CPxRR+Dc0+CPOhb3ft9H4PII8KbQ8YKvzyyBXvgfOfR5//6d6W8BbbYPttls+GDJEWP1HhrC67VcHDgs0Ru6I7nwEqt3/5SSpZSMyuol1mkXJ1SAC4gQwTgI4piFYBSnXS1HgTO1yryfjaY/QrrbH00HO/73ffyDNJl+1YTadCnWkQOUA5uUI292Rz8EGgzRvLdQ+zJ2SMhHB32QH/3Qh49xHDy8f5Dj7xYGF1J3LZWPrFdmWf+c9kqCYgVZRCFIhmmQlgpeoqklvRkUlTJRFs5OBs5NVe6y9dvetsz9w8ODvXt8ZzoE8m8AcbiTc8d6MPMqgymZTaM26l3Xmcaz77IlNpCm3LKVKxXcIHQZGwflCWSb/0HaBO6Wvb5ULbrk7a8t01pQKlQJFQAAEABJREFU+IWneZtF81pEFxoX4p6kfCJo7F9DEnsyb+kQ+lzr5TJY1h6EzASQxpqUjdbtIFq2WrfCWA+Am52pTnswBcV6KMM3mhnsqix8eejQHC2pNQCGFBj/ZDl1cfjja663zHzmzL1shj2VAsGbMOynlDb7T4lz1ZdG6B4mENED6JdKtW3xJZ+4b0616wESjy1jp/GsEAc/dZw7hhUbahUHBa5pOK35Gi3WzwEsYEKlcxhMB+7P+2d73nEIBN5zAHQYZKO1kcwSYGU+wWbwFPMre62fogdRa+SUyrVYUVv+TTTtU17veiGnZSAN4FJymRu5K9setfSbMrzc1Auaq127qnwh8ELd9m+h+PzMG3OeZ2+mbknuJes2HdFZ98EtgV9lkyfrbqIaok3Saa/cYGAlipgl4lag8DyjQyomqFfV1a3itfNJAmHotVdrh0/j43kdMYbpmS2KRCiheUs9O/O2SOSBH0ASF/HAe6faFcyRUcyMrZ+JPMpb7Z2+j8AfegS+wKPgDz2e987/zkZg9XESvUOozcDD9tEe37+3x3cP9rDdWO8bsPrCyUsapbwPhB8vK8mhsOeQTlaQB1IAw8O4wrPWEiakXiC0PxBI7jKvRtO3bsZxsJHdYtCjjSMOk6FoGSdPVR+m+8Ng++PBDmD/kB3Jg0/OlHhcCAxbRDr40QGQAx/G4gfaGYmPmg9r85iKPoHrB5PdUX9EmtxgQs24OlGxR7BpTxVEApEHxZrLWa+qsDAFVekSpyVbuEFZKwdg0IAU+flQ2ed9ywHQw7v39vDwaA9Az2FgzyGPka3pav63J60d0wsgY2qMpUNt07gYI2rK3GJ2OysjgopCetQqmSoBwtn0j8pM8RHJbiieQaOSATq3wVOs0GWQZ6OVb8PeTLrf6FOuoa15tf5u0goaWlkIGlFDnvM8Z93IlESNAE1hkKUXVAUYdmBeBgxaiI6gPylDGdKKGwNiNVwhzwrRRZ+k9bESMSIuRVqtp+TPns5yz+znXLQzOpXMuk+jPj3ymXQ9JYbah1eMbM6BdNWuxWW5S92Szk8VARktbgbVtR9g5Ai5NZBDa3wz46vne0DHPd+ZZNJhSMGWGVc9xfeWfdYQMXEkqLVjWkfonC54f9zb88ed7Z70DaC96QDoiL0ej1Yf7DwzsmhBJqQlKgGoFFop1BrFgeAsZRGNwCx4NRUtR03XG/9LcT3psGvIELy9vtznErOkGFzyUQv689Vzd2bq80UnkjqpxSAM+/dRSrKs46DqvXAu+7A4pzmVvX6Mb/OYrToanTmYi+VK3ldUF8N9gmKR74Ix81cR3aTIMzhPd0GixQy8veiYOrzL/J7p90sttC7nbPUeyqMyPptZTxDRZK3bAC6rgopdeK/uI3AfgWYEzt1rjfpO3kfgPgIxAp0ZxfjwVNl02bTpf3xkww88vtO3Px7YGGxML+kpJYvPWF6GedEeAWOTPzrYyRWC0FZb2YfcCEU81ULGRVhqLyGKOgupbWxdSaWmFRmSwx/VFTjIEVkObAwfHRIddPiz5wBIhzpsVvTeaVwpZUspmf7B2oDucDyavv1z5LDowAfzgLGn5lWSWQB+IgaSGdxuxP8IgKWw7PVUrT63F9qJyZadVgVNjBwCD9OQzrfjiak5RFX0xjsGDXvRy4zA/CdObqBmRJA/iUPRJo1oI7jZPpj+R7iHd4++LsRrs6h8Mm0QktgKkMySJEBKlqBNFwYaspHYDKEkhhsFO+oQRI1JELTt50oKG5KwRO7ORea9Ij6lSHCgmCW3V44GbdPlyok7RyT3XLZiWT0wLrUkgGS9q46UIm7kz9hC+FpgZNzaK1kLsKWIqjCr8cVH/aq6iutoVVf5zCCqWgqv+XOyuj5lC5Cz5l4ZRPvIplxaGi220T/FGMqI0UZNDvJiUahWSSw1M3DPDdCUoqXH3PR96swPf7yVzMQAxeIlpKZaeMn+S+gz6QrOxY6+YlD7NuFz1iFTfzRewZ2vFdFDSS1GCQiLdwUMMt0fAV083+thUO4tO8jOoMHGfLh/VJE7qwVC82Zl/uJBjJwkx+HIgc/BnnZPwLPt9hwE8fz1TU+EMb89E/GZa+O5QWvcWeLNL/VX4Aw5SE/qUNiE8HI9rlTiW1ipF2wyS/wzLo0R6EIpeaSlukgRzhRMKXOPimCJUA+MgguVrxOXq1XTJ4bZ+5GRC0CMnurfAuhaNDsRwX5SrbXzSQFudT6X9FK25G6Nu7Kr07QSf1F2SnwiuIM/R4ufvzMRMWplGIdAooAqrhhRlLlfwV+qw7G15nWRl6Vi3yjCssgbNJvMVFVf8lEbsuaRybg7VV0aLDmfv41Et7Keh63oTt9H4I8+Apfusz/6uPza/b+393cxAl2cAZFr7jfWb7emA6B3D+/skY2/fiVMm/6kTxp/SddbqQAHEGcf/t4PicD8ddPK5TJVAmRCAkhKvLp6SLi2hMaIlSylZGbJhATGpRgCvSerfWHEUaRAOFYhTgMbFH3zZ7c72OFw8MMdRNgrLpsbbMySGaCDKtkfj6Md6kEQxjrk0U+FXE8bI7bysHLRJJ/OfEhT+BQvUqGsagbXD8beKczES9sKqkzyFcjMyEfOa7O5paWGHs5RFAAgA4Ww6iMPAZ1wW2189HeAdCDoeMva4G0r586Ml+6wdVPLrI2MPCNPgPQjqoE50FgG4FHyRhUFURBhHbTq+pN9svN4YIkZcwNI33O3S1eWvUAGwoLaM8kuQ1qpwnMldDaSn/WD56R6IEHKqsHZ0t1VnRFJXB0ZUhPEDXrOOHIIH9UzH9bizwG2iAfmZ+RkTmtbtClpl6MvvXGZ05IJBjgZCeBpiAJhVrEzq0petV+OdTNhE2M1cCDJGiAXRJZTtqxDiL5zTKUiFZABlbpGRC+BzJYCk6381rAyW7CyXQhgJFsD4s9alOvbA572fR0LC5UC0moOhH0GuXeygw6C1FekgcIEP82f+0APrCGnQ2v+YcB9fjgc/dDn6cOTfXx69r8FtNfztMyxpcydLEh4FkjgDOvzJVzBhYWZaZo3oy2t35FVWQwmRLSgWVpB3FJPXivjS/KV2SvZ6I33BM+KlyTc24vSBrwd5pWhvT2WO91u/nbLlydonUpi9bTtac22/Jemm5m62NRso/4JLpouFW1nW3ppteRutVt6vcC9IucXIq3Vnq5XreZE0CoLjQ3FmoXcNbRpjRfLUzTPyFKXl+wJ1/g15GS2cj9nUm0n02IUB+IwOgXSMwxSH8OyhxSa4UQwq+7UfQS+shH4zdKZ7rHfLIN7w/cR+DscAb1E6W/+PDxs7fHxwerff9EBkHQpJUspRc/83WDkfR9gEwAR8tfUNVbF8vW4Zol/KiadwJL5VZDoYioyYAylH8a4UnxijzDagYMf/S9gBzYmRw539K0UI2bWAYPiC5upJ9gPbEgHO/ChLDj6JgMdMSlYlYKfWggODXZYUQbTHzvOKDIVhZZgFoVPc/+kFx710Y9WNOiFghX2I1YCEEVtgJoiK4tXI5QU10nqGzb6ZkSZhNBH8vGfQoFln9mAbzj40ZrougfrOSCMFyy06pg7q8qIkaWOBjNtJgntyGZPLzgOxKS4XDk4QTUwZpJLJjC8EVOSVVJygTE7g4PZ0gdzmncHzyuZ+4p2OfaYqESc4CstY2XtS6DYG+3I/hRmr2ijsSCpAYjkVnPTqZWwVVoMmDNTc84Zs1AIUNMSXJSID+3tgCnn7BBfLZ7DZKEIAgRauJ6F+MEpr9QeRCDJpR99CFR5P6goBBmAtjT8REYMrwk6DAei1/sgMTyJ9dY71rNHoxex7ZXX7DU1PUWYdZOoITIdc2CwIodGOZGK8RJMxg0hn4ZdkOd1IY16YX6RqbYVM9oMgtbQDKxTZAz+YvGpvxXa8ERwO6YMFzgIubsQQ9ED9/2Bw57d87P98vGjPT892f6wt4Fn76iHMzda5tlpOZkJA0m0Jf4pkqLY2UsaQSgrJUw/FBsUuqgTiPDmge2tVx2/tb/aBaY2ZVdhaSupmWrBUkcExpJ+Qwx67ng8VYKl7Uk/0kq/ZhUCGKKFSUtTE/2bEL95AqfzcPM4vDX3i37tJLb0zRm54U09uma0zm/Neyu/faUu8Eg2PZ9qNt2Fe6vqA+dAF+u2wy1dHc7Jqq7il21kIWg9xPMoRSRKKHDU4nk+gP5+yj3T+wj8NiPw0l3+22R1b/U+Al/rCHRmHR+gmfx6Plm10d88bDkEerSHx61tNr11/u2PjEUqAKpvo7x4j7y48p5JLXmALJ0qREEu8kp+OGlTADI5O5aSt3aKt1CxxLJxXKrabmFBaiVgDG/jjMH0DSA/AGJjcuQA6IhwAMxt1K8KxsWhEbojtgdA+MjJSPUZyFsf1p43n9Ajtnq/RmwDsdXgUBOVIREvFvxdpxhOXKuqMTYiBZDLMi7ZytG9+G7BQKoBVcXUI6tcCcqGTH8YdsuhT99v2Yx3lvuely4WS5YtYyRHjV/OLtcLmb69YUyYomh8dAiksdM4DoyF5PIWFlS6SQCR5g/k8b0xMUsTl9Sq2BTkblG5QW3HGaoFXxl86QVaSpEhgjEiFYFzc1X1VjIbNOfM4yBANtDf2XpJzb6Kv9RFa9RHIgOhhQ+CuqEbEkUUBa/gknNGajdZQq85U9+ZRjijv+Z/ZzLSH9QT5IoRIImFEvmlItszOuWF2LVUCqNxGjRm8J6H/82f3v8ItJ5HmF8tuJEjY4WVaFAppbHCvQl9hhAxorcHCsuolzlXWeDoa9CyC16UZEkEcyla5OruZ+CHCUamU7MaEfw+ZjFoLowI8nYcah9rjbb8cYREQXG7ElMHPvrmzy8ffvH/BUx//0f2ekaar7pkKdECIGxcPDaoKTWWt13zL0IhAWZKxGPC6xnsoHsQXSoA8iLevHL2YqUcaovpFgfarsHkJ2j5Sre4cWnEs9T7xGOcWyL0aYGCUW4uT6acLRVxQbg3P5MpsR15Vax+O6QstOJezoCeYEzBdNVJ1oePt1eopxLWE3sLsXI5CVlisLx5Nq6Mi+6ST1GfQaU/NzhOHwNnolRRzcptK1OVa3xDm2uXV/HMzevsb7E+TZoniPHyampOWsG1SHVYKr5mu9S93mPpv+ZY/VpMeohNP4xDtjCb25ypxuCssNHfyfsI/AFH4KVnwB9wSO5dvo/ApRHw1wXTh2iX+Thl89Wz0X/cPti7Rw6A9Md/OQSITUFavGfyajYHFRNv97NMVIoqJREJ/yQBMPqrenXTYcEsQe2WyVICxLaAk5oCmQeRDmaSWUKckAL4a2OgA4iD/hcwfgo9fQsInwFb0zeHBKL1JoHnwE+xj3xAH7H3AyA+pJ2XjDfzEf3IYY9e1k1xnKYH6NWeYV91+own5KJk2hHMQnItzFCwuSMcMSs5bbgmm3MECSkpnPQwFExWhIsYSEQXpTbaXSajDhAGSNFM2McF+6kUJ+dFJ3M7Do0gkDL+jAv8B48AABAASURBVJH+8LbGbr8/cAC3twOHaBoTAalhp5K8GfeHyrRHgSUuxVaXUg4RSgxz5lCKNSs/I8/AVi5sjP4UboFKoIImVSYGLhO/JE6to7+aKXQqzJX6J5CvXukQizTdY0FkR7kTFthJk+GjGmAtyUGxhAVIGcKoo3XRVRPxIrLWguTCYSN5pp8Mn4FMl+hMRYGV3RoQ06JpXamPws5LXmFEoizVVpVdxv7kUSzWSowXbSazxDrqumRx4Mj8wq8HSK3Y1Stf1f42SuUUkIVeTEJGLeAgFlQLI8aYm4NXEkgpOzUC1rxKZGUQGfIwhdC4g/yREMISyx1wbnFlJVM7QPjHbEg9EkzPTP+bP887e/74ZLvd3o56PrLYmOpYOSyR+oyVD49Tlxs2kW8yT7czv2iK9KJWhqJc4RXBKEEWIjnnVUM6r2r01oqtBLdAG0idvcXnFTYaRY1n5KYeNvk1batpQSOKVlIjKa6K4srCO/0rVNea8Pue2ZTNnN+ZBPlAZznJrIHSRwZAy1uKzJrxtSKmhdwyn0JfCDQlfy02RpTS3TOGpT9nNJNI/oWJsdMdADTyOT5CSjE/g7LF/dWoVt3zMedGVZgBLEvRwutxdrlXrl1UrbilZeS8V+LW0CbUNUocWlXVaFBQ+f1TZRPWwbecMJgHadKuCVm5GTGPMRDOulzGhKLYehykOgeT3zklsklfiYrR1XJGVFV3fB+B+wisRsDvz5Xszt5H4D4CZQTypU+vTgYZbTY/BPIDoK31GzZhXbaUsunyVzVeNilmXtmVK80maTbzGIuXcF57EVJMDh5WVQsWl9uIhKCI8khOTJUaE/ACwIvkkU20fwPID4E4kNA3e9yZPqlf3g60cXgB6L1H31wRHPCVv+gjioEXA+EjcUfxbG78x63wg8Ng2tCYdDUfPsUVPdiZMkbb3zBQYELdFAkELhJRQYKZjmiFJzdzkM01kL30zDdv0lmggxQO/5wWDyi9gGjFJAsBqSNTkUybdMnBikzX2fQdbc94748HsMb8QGo+6GpY1o6N8TYuhSGoKAcyA8eLrnfJA0uEBmMdWvV9IqWuQDZdaD12cJJcAMWrgy8TchcS5JKT6Aq5Eid4qRlKTK2TQp541MOg3EnV+Csn72z0W1oXVUIYkEduehk0Ci+RgfycXSSBFGeGz73nMUyMIaPviuzpiTQux/6rYTBTLOKIrXdeinmVLeFd00FUHtJli4p+aowqSJfJqk/69g/Qd5a1JnNGVaG2i+hLltrcZ2hD6a/hpbBre/EMzWW3aViUOPOIsSiNpzuJEVHsYsxjjYmG4t6kll6Av8wF1XWOKim2rIVBN7rA10Eixshh79H2z3t7fn62p6dnv/cHnqFugivTbqOekzw3Rx6UepaO8NKPft8l1qJaFagdi8vzKjxBxA74Q5LJ6DFHt4zaiJUA4QArF3oVQAJ/9ItwSF6fVJHKidgFF1xc14xj8KqVufAFoEMa0pJe6UE0EvXsp9ytWNjiqt4LYRm8lew3ZS/kiZhCZlFDnC/TvEzEebtmHtyyk5lTrB3Rr4WYw6iv+C4MXujLFCbymtibiUVjp16LsAvGbeUt0CIRHliHoYCjGDeoe3klzUSIOQPuhLxiyKmck01K4wEAcyl+ZjaXuqNmUSGVs7C8/aEJoYJMKpFXAaOBWAIT5iCIh5q7EMIxjQeu9aSogs+Aa/f03LwQv+3eZ2jxHuI+Ar+LEai3zu+iM/dO3EfgS4zA+Zsk+8ZPH779dmsPD+9su32wTdcj6szfM00XLzLJLKVkya5foad228B4G+8SFF7aVZeXfwmx8JiZOqVkFCCXRhLWQcolKNVJlesUe7TgTZgAsj1y4KNv/vhhxGFvRz7o2TuYFZuU1L9so+yNdnAaeAuXnXwrDMPRRvcdTJuWATuK6fJ4+KA2A9uIdPHhnXl3WAFdyxw8gNBhTxENMgbd0aVKdpmXFBo7Y6KGawLQSko5yR4sNvzQFW9l1kFn7dzBUdRKUCTkhEuy6gpo4DOnGYKO9WKMo/rvGbDR8wO0w2gDDTsoEj7eacJkS0gyYHQbTHHmXKXxcuiw1UFBQCaewGMWv+w4aicvVLIQKA3HspsIchJfoZFXkYZV9CCCIVUfNb7BI5BcBudAgz7J3QNrYYDxUhwGbrJYEJ6LVwux21df1yiHkfGKvjBU0HmGctAScmwUEhDv7l4NXpsm1qnKB55ti7/bUEkBaG4ESEz5aYwG1iLHgqb7CC/LOtDzg5/OdAidc28kaaTCmLibebc8yOeoFLmFzxHzN4ihLkzNFoZ7xMcuM8+mZziY8aRmPKldHphBnrwXBFNbx7tERc261BpAMfjfbpIRYhVkh+OeQ5+dPe929sQhkH79S89RPQsEppvMTBGYyxE8+twaz4yEXDkLnQNaasSF04OXwJQIKgLwWI31ZVKWgsYCdiQzl8wdNwYuwBUWeTtdjApy0aVKaTNOoZaDAK7IuSVg6ED9YLEEvyoSFbeVpmbtn0+TTvYTA6G2vDPQV8qFJq54nFFpE31GfJOIYfBUZbzuAzJWr6kbl/NsNdAU3OQidDtMSbyiMzGRtKH7BaR55J4TdR5SEU+NzQusERWjQJfkoT2pfbyQlmGAWhVy9pBehS7Ipg4ylNQrFkkpFxXo0VEgKBMBfabMQ1ayFhKc2LJYXFYxTLF7oQkMm4Kxbs+Bw5cBAnaeh6XZzLmRsa7qCM+ql6jiujJr44RF6crK7s7eR+A+Au0I3O+TdjTu9H0ELoxA3CjdibZDtO17e3j3YI8Pj9ZtNtYhzCk85JCoUkpGsajs4pXQCEDLos9pf8mdXrVdn1IiZLLsWG0Gb34lq2+4chVIPBryCSQJXjXvNP63eQ7Hgx3160j7Iz+lPsjIjD4lyyAA2ogxWjShTemRl4AjG4yDfKEPHCRpM3Mk6ABE+4NhgtNAOzgjpzbtDrITSS0ABmTTC03OyACjPdPlhl6Jw062Tp5UOvSZLU/Us8DfG+gNLzGeDAkNHGANbNoMOEruNuFyS0yyJ7Hk+Vm9sjzRsEa6TW8962UDdKyhJF1KtBzGqyYNLxT4UyCaIkFq+MS4ARwO6GBAB5T9dsMB5cb6fgk5a7PbmSmEveVKF5yuB2T2fZgDU3tnwTUa66eSC3xJ3hq1TWtMxQOU0242c9qGWNKsC5w9VIsxkkxBM1XuUCKbi/pDA/RN61+cdNUq40yRyHJnRJjBhaUigh24Tw5THBQESTj1ZY4z6ydzjyimZZSYRMGbEnTEr/Sn47adT4/25SKcyVMigRplvLLxz8dP90M2fdsr66DPIWQa2+w2sgVM4xlBBubGF3S5ezXkAmfRDczf4FhSwcicDrbf6ds/e9s9H4C96VuAPDYtnpW00XU0ki2lRGvJ9C8X2lJGViFaRxAFMSVo1TSp5y4oDFnSFGmuwNIiuaVkAmfMUkiTJbOc7OZrkdwlL8/2krJ8tPF5eN1MmTl4oFekaEaSL8T2mF+0WiYgrhn9RcuMBPw5Lf0oIyAKI7qWHF2sJsOwWLEh9LpoeBY5WyslWukbsVwEl8yjpTN5y2k6axJzKcLgt2PVXrM0/XjPb71otfpU3EojKjX3d9WfYHfQ3Fxvde03W8/U2mbJqyHBUjpzxCFPymIspM9a7yIclKsT5yuFQUOveZ5QK6AiOkZxrVxJj0iKcs170uUrcSYjEbfayfYO9xH4A43A/db4A032vatvGIFLd8j0wpGtZ/Ol/wlMfwR6u906r82CTVeylAATIEwARR+xAsiLpZhO+njJCzalZCkBvHgnIItOoVPcCURIDI6NhRgZJn+JRoxAPJ2F0WHOcBxtz05kt9/bgU23vsGTDZtEzSdvyslSSvhZxMBPNkdsj/gFDHY8DDbyUuDt8tJgvGQkS2ZDdl85szcKmnr67RnZwNuE9XrSgi0v2lgKjJaqxBt2Rq224EKvsKGYJzTw03YYYrabNqSGwq3nCruZccolpRFlbIyXrwewaEFizfTd1jabrXUcyjhos1ey9hgerVYRUHX0LKHQ8RZoKmiZF7WVc2/6w9R97iwOCbbgjW23G3BnW9p0HXrl43lacxFq5iKbhciVSCgmcP5cFb6hEQ0Ue43nwOQHpma8fXyne0te2ItnXQ1AkTAPosybVjgHjS8S9SXGoOolCfu5Ji5FgWgZsTPgtki2BuklA6vRijrJZhg4NDwAw+HARv9ItzhE5UDRtL7wyz5P5Mf4e67EIXXVgDIa7IDvwCGs/zqmaMXTGNBM5r7ISQcTgo4ppI854ysAUTScoFXBbm4I3WwP87stDNmqb6XfII0IA4geyudFWONaIZvulexzhYzxw0KTZ36VgRYSuKxUA4IZeEiy3ouKNXG0A89Kfetnt9vZ8zPPWp6XR3zGMWGWLaUAI68JDJ14cMZqKrpPJgZioYTX2mMgRmHBSD4SvwD6lBC4WeNCFi66ufJ8fORudrlsSEeiYNIkBXe+3JqtJ3k+xC3ST3S/2IS6SH+tWT8XbVcKpSQI8UwFf1utJ9JsqUQq19JVdh6fb/l2/znqrXM5e3wSdT7xRUhu2QXvTNO1G0KYTj7OxvFgtdJN3gSu4raBiV7ea5rD6i3azjam2FpsNfB5LCv3h1AshdJzTtaIhApMyRQ+0Km08YKkhKHXWPPZRu2cNQTikM3Cwlc0GVfBHd9H4D4CZQTud0cZiN8I3Zv9exwBfYrq05rcdQPpAOjdwzt73D6yod/Ypu/9W0CJF3TjRV5YdiklM4GBjctfwON1HO6kFKtJXsydTym0KSVL2gwkWkjJPDTIRLuDxeWf6a4w5SRWEErJgzKEesccqA6Ho/kBkDafyBUzdbxU8Kmb1J6xLUA+0kcQrvDy423gyEZVMEAPyFB6AwmfTL5JXPmUJ3NxE4g/B5OBx8S54IE8vQ2108Askyf2zJleVsQ50EgWwORKQDNAppcbbeIH+n447Pnp/JM9Pz3Zx92T7Rx/sI8fn+wJ2PFT/AN2A/nIvSdW9s1iZ+wcEWVAJZvkOpDRt8W+/fZb++6HH+zHH/9kf/rTn+2H738wyd49vrfNdmu577DvzRgvy/gDQ6aCjKI+BeU1uizosx/yqB3/9o8Oe4jV91vkPaDYwj3xlRMx8YOxly4sJ5OWnoQXicG7MKmVugMzonFj3jR+cD5LspvjSyoJ0yIkP+EJsFT+8FDUUeiZtylZS7uWGIoKIqgol86VnJyThWCEA9cTyqLvkBpVYcWxdAY7ctjja2fYwwvKIRC9k22skczyyAx7MiqLi1xoBifTgdeBQx+tv8NhZwfW+aixkmHKzGPy50xmvjPrzRgDxbbmUqiZbbWiBbP290ip/wL1rWLRAYy9VgjDkDV2gI8hY5m55/oJOsTY5gAYny+4CLOoNX9qSfjANA7MG1jPB4G+hoN95vmsg/b9fme73bP/CtgzzxEd9g3cC5gYj0pLiVZyMjOeraYrWYLPqbPKhSk7AAAQAElEQVSOezp3neWUpViBDodDHtmwzLHQKgZZfR47TTXJoV05FknFVe74E6tI6xODyJ0c1TmRGjNYkS2klnmBXqQlRnDOp7Z5Tvebym7s7aV+tbk3fWzI1mJF+0vRSlZZGqRU7vPiLxM4oqpeA9k3ooZE0ZRp0GJR8jRolF8/OaX/YqpYUozPNZk6KeKTYI5ycXxNGjWi52PQs5fkBbqC7+g+Al/fCPzmGcWd85uncU/gPgJf9wic/XBRytxB2mQ/vn+0x/ccAj0+2vbhwXQolHhR571dVhPoFU0wCS4QaWUUrxErY4xSSpaSwBxTmVmyelW/iiVvaWtsRVed3qf1LZ7d/mD6n2qGsvFMKVli86ENk0HLx/zKvqfQpmbQT7H9AOhoB7Bk5trExzb+2jFbMr+mgYWHpnaxmwdFzSBPNYQKCQ4Au2TfZA3k1wJCE8SLF72S7RSUhhSjAhs7kdEKlKtH3Ec76PCHn87vnp5t9/GDw0ewDn6eOAh6Qn5AP9BnHHDOlpn3vhcW9PCk4hqDzqyNjb1nnXz33Xf24w86/PmT/fkfOQDiIOj773+0d998Y48cKPZ5a3gwZsosl1esiDXQF6VJt0OQ1VYifu/xtf766ds+OvjZWvyakPQBznNYqblUC3bzlbB8weOKelZpjEmfuTnQuwFQIbijoRNVwXsbjAI4UGWBMUahmmtFWwNtRWQ3wxOsuCCXN3EkJq+BcT4IcxAzOD4yzYA288j2OujhHjk47FgvT7Y/PLOp30HvC9A72WkzrQmrh0hq1tvV+qRBdIPgeDDF23Po87yDpi0d/vgawydrfeWOud5Y1iGA05kxyHQAgMKsFPgsXWH/4IhRXo6AxgZgMCmME3T2e7cv/BoXm2UULSxmcmBthIJpNM3XoHnX/Akz/1iEAfXA+jlyAPTM82P/vLM9+MjcDxwSsSJMj9esypLHpwG8kqVEDl22vuut43A352SWmWebr7YdlKHwzityhDPWdiiiDk3ULiFfxy9U2dILFlVN3pX8RKzxbUPMWc9Uq7+JVjcEbpy9XtxKIVnVxa4xrJKV4Sey636t+RqeDlxM4KKiOi+xr5dGVPiCGkVLFu3iGTfrV8t0VqyoS71bmX121kfIK0JXDDmXWThTaGEoEBdKGZYL2s8m9ma8uhayNRAtWNpf7cvS9Kvh/v5y/mqG7p7IH3QE7vfMH3Ti791+ywic/pQr584e2ES/f//e3r0TcBDE5l5/1yUlXsYsLr3QCJxr5M5fqoq7+3kVhhKnlCylgMxbVUrZUoK3FEYv1rIDRsB9hA1KWGB21K+BsbHVT6WPvHEPbAiURkrJUkoYJ7YQwtlpKngz2elvAclHMLBxHjV0crbm4nBoRKeN0ng4mr7xcDwe7bAT7E3fPto9g/kJ+Y6fju8cP9uOzVLoRO9tv38uwIbbf2Vtb7sjtMD/hhG0NmHAQDu+mWZDZvQpshl4fddLUAPoBuwPDsRjc/b09NEm+PDRdjvBznZs1A/E06aLqTA/WGFdaF4ERvRohw1QjsOX7eM7+/abb+2HH763P/2JA6A//6P9+Od/sO++/96+Qb59fJjiWObwp6YWgUotIeNdOLWVadd/9YvDn22/NYHy8QMh4mQ/MMgmPosvoDbspQvbyYQpF12QyAAJ/OU/cgvhupYRebsJlYrGW+C7XAQVd9gVd0kL6UhRKriASjaaB0IxvVAIBpgZipHHh/ai+XeiTBVO6PEuMQ5gHVaBOegbmOvDoDUl2Nkzh4TPHPrsWZ/PwJO+JQbWej2wbgf0A2tRfuZ3iNqijZqX1hgb/4MOAwSstWdg5/DMOttxkETb2CfWkjb+mj+H3DN1GgU7vRBTQq65EyMIyYs1GTIKtoBTJwKeM/waZKfJMnqNkNSDyyFnjEQJGFTWQozt4j7B0vXg8J1rhSNEEcQADKyXOEBkNTF/PpjFYuRZtOd5tXtiDTHvoo88//SrtGGSTM0o0si6GRGmlEgtW8e8178hpvtbOfq5ujFfcihQkDfrNEF4jGOliCAKIuq2rCVrvtgmM4r5BUFx8nyV1ZVGpdFq2DeT6tUV5+tJrRyr8W25zVav81s1umJLfwpyJZ+RjqeqVU7C68ScLHYLBv4zlCalhrw5cPjUdSau0nMISWdO1BfoRxOyIdXYGSjz7oZerWyiDwP37koR7G9en47ob56SJ3BuLF3xcnWhSxfEL8e7W9xH4Hc8Ap9wp/2OR+XetfsI1BHgk4NSucAdqEDmtbZ/eLDHRx3+vOMQ6Bvg0Xp+MpvYDegVQa/a8SqAXy1SVPoKdj9/Y3cqLPFlH2ApJSAXEG3QSZW1l3sirtigW72VQ6AkhcdMqBMHQAObzz2HK0c2oIPpYMcIgolZVGYmW+rCa/Miu3qYo03vyMZHMlM/aCsP+EC7LYdAAwdNggMbIh3+aCO0Z+O8e9rTPgcsOgTikOeZgx/9pPz56dmeOYzZO36yHRsoBzbdewHyI/6KsWfz7fHYaB0E2oizydLhzsBGXmDKz7dIxqXZpq/w0g3a6BNzBzz5N36e7MPTB4fgnxkbDq/4aT7OlGz113ty7m26CEuxrH/It9sHe3z/rX373fccAnEA9Kd/tD/9+Cf7Dv79t9/a4/ad9RzWGGtIfoojTKpkJq6BDI2dNoE9h5E65NEhUN0YSi4Ty8kqNi6X4wfpcteJEagx4RaqDEOKuVOrP6EZRyXcZJwXTqGnNs1BQJAnoRB4m2CVoFVXkBRQe56nogYgLUWKCiGSd1Cq0ckfcgAHaG5HUjsAogEObAatVdbWQYd/fuDzZE8F+7fFWC8HDoUOstGaY62ZEcPHgna4kTw7NndqZ09MwYFDnwMxtd4Cdr6+dG8M2Gr4ct5Y5vmy6Ta+RhZjqtDkr8lxeVYdvYzaldcrGQquWzVaGX9tEOkpq6A0IqIkARiXKpFUNFJuN2oVgSsgTCBGWCC6BWQUnLHUeNdorGXNN2tJCKVMiuNoB55D+u/fd6wbfRPooHUyMoE8G431oefjkWfjiP8RGKTjOat7fLvd2sP20T9r9Pfnthz25twTW4mAKIMaJZwJw8+Yh7j4goy2xM44uLlOM7mmpBKs5S/wc5YvGJ6ovUMunaipH4hbGvazlIvJrhQr9qW2XX+Dj/opcHtVCwbBG8Yfr9uLfnhzu3VYNjmqi/WuCOWFWj6Cqtaar/RLuHvJ4FZ9NuV73VoWAlnJXgDtzxRwLbUvl9ZkDVHtPzuuCTSBEVFMjwRhhrhR/r2Qrxi4Zu16f+miY1XQ93IfgT/yCLziTvojD9O973/IEfAPCa/OdL/cOiC9kD8+6mX8nX3zTodA7237sDX/2wy8sMtZL/N+AAIT72vUFFgvl94RXLmqUkocu/DSwQtHon1YS2zuLSW3jBqyEo5TUYMthdIbFQ07lYSWoPDadBzYmOrXUY76hgI/zR54Y3A3rDCxQPJJ0ImtBMAGRv0d2LAO2sBwyCM+/CwuhjX0AwdNR9PhzH5/MB3y6Bs+Hzhs0a9affzlyT5+/Ggff/loHz5y8FJAv4Il+fPHJ3wEz7Z75jCIn6Tr19Z2bKR3HAId2Ig7ZlN9hBd4n9h8HegLu3ryITNy9bciOKMXQgP6wTf6O9OmXgc+Hz58sKcPHwPIcVfiDwdi4MSUWM6dZR3E5Jgjy6b3LRNGadJtWS/vv/3Gvv3+e/v+xx/sz//wJ/sRLP79+29sO30DCGccGS6ilwJDidQRZSaBlgjdEbszrUe10XOApMOgrLUhwFYlU7WynJEIaEcFNSX6A3Gl4IeD2r5itFSFi+Hm8ugHW1WNNRIo6lL08gbIJSTRUvDUHVJBjC51eKtWXLReZhofCgNFyYCro6J9DejAOtCcDxzYBBwQC0biy3TwP+p84GBHc+9r4ukX1sMvHAoKnvxbYtLtsFEM03pSu3TaEWE8R9bWjkMit2UdPQHyifV6MK3TgYNFAS7km6zn0Gez3Zi+YdiDfa597mRhJUfo2hBkLT4OXlXJC1gxKrxg+jWrL3WhyoWZGtYklBcqCTSuTmbGvoJ6KqGwIGi0eEC7j7B0AOM9aG0xM0gRlDKaHXm2PvNM2nG4vef5NIwHG1l3o9YLZqM/Rwc7ak1y+CNenymZNbDVAfK7R3t4eGdbDoL67db80Lc0QrNEMOP2iUWBQGmMxIY0xRLtRl6dv9+T64wnjJ1c6az0xOwLCegFKTNEjCwE/bqloTI8V01lI7hq9Jso6fNv0u6v0KgWZ2mmIYtkhdaTs+ZX5q9n54AzZdzfZ6AaFFwQTeoJbza+2BlMf+3y0jJ6Sf9r53umvXmcZ6XS9ucdItEgykzB3Mt9BO4j0IzAufuoUd/J+wj8kUcgPsRjBOpHS3BR89rPC//DQ89PYt/Ze/0NIP9VsHe+Qeu6zCtyMl3xwm0TH1LVgniBVW0vXCklj5FSslwgZWTQybhygNOQGKs2x24jTXLW4G26Eq/QCS4hTo4HDm50KKNNqfDev0HDmLAhUX8wdLuUsKfAIIKAV19kM/ACdOQt3V+E8JONGW1hoPhHHcQQVwc/zxyofORw5cPPv9jPP/9sf/3pr8B/2F//4y/2H4K//MX+Avz1rz/Zz3/9m3388It9fPrIAdDOdhz8eI4c/OzZSO+1qUKmw6Qd9O752W12bLj2bMyPbL4HfuJ+YMM1+CZb/WKOpxxJkK0Fu38zl/EiQV8MGOAHRktqlMYSsNwnsNZDBw22bCrmF7QwIYQEbpGz9f3WN3DbRzZyHApttZHrNx5LAaoLzdJcBmy+8McQM6KV9udvH3WokM9JuF+NJyZPlQjABeBaWuMqq5i23dwrUqjya3hlqxE2jSWdGwDRJqxeXmub+8q6ZZtuXivFcFglQ/uZ8cgdvsTIAvUDuVwH2tVaOLAedMBz0BoRsEZMwDoewDogkl4HN/4rgR+e7AMHgx9+1uHgLxwAPdnT7iMHOHsiHoDIg6aCYO0Mw8BB0h4b1i6bf8Xa7Z5sx/o9wAfoEOjIkJAdhQllvXT2+LBhzQg65/McmPgyBKnQLyFJBFMiEl6E4nRR//tSDKwHH5u2W4shCEY2vqQgKI31zGkaBFJqPTsw6MKSVYiIcBA8uiFq0XNx9E3jwH3BcsN71lnKpjWrg93NpuczRs+OB9bAxjZdb7EOCFpd5tSqRI8r6BGggPSMhrpa0qSdKRetWJe9tmrSfa1r6Uy40ZcgqFsa9vdVzk1q9PD8dEgqCBuWu0ph3o7aLGZ6pmrkzomY5C6QS5ZV+LV1s/Ab00+d2IsJNG0sychJMn06LFacccNJAU7gHONaHwDBIb9UXp/LHOmy72XN7C0qeiPqVrg18q3xPtHuNenMk/iJjd7d7yPw+xqB19xGv6+e33tzH4GrI9B+anAwcGIrvcB4D9iYDoEe2by/e7dlg/ZgG9/EJ0upOpaXF/iUqBBHDSGVAPJySR5LrilB86KR0ox9IwGfLUWIHEi1JIKqN52PrAAAEABJREFUwkziU/AcEmYJXWLjObJBPZi+AbTjkObAT6yPHNgM7EzcVFYKNgECSkr4Y6BNzMCuaWQzIx8fLa8wkvw42nF/tDi42Zu+zaMDoJ91APRXDoD++lf76aef7Kf/+An4i/30l/+wn/79L/a3n/5mP//yN990P3/8aLvnJ9uXXw/bk+deBz/7g+3Az4B4BzbXkh2QHaZDIDbo2tQ7DPRZ/GCZ/DIbdb3yKWX1Ay16OHQQ6gTAQDP4mfnwn8D7H5DlZVDi1UsgnrzXEgViwNPQy08Q3+ToLetbOxlndGoGh2jK7UslNbMkJN8J9K0jQSaOlJjTFHUpzIMBA/2SXKD4RTuhcE1GCpPMCSkEzqyrSwpvZWVcbZc6jbEbIqY4qaqlxfvXGrglXc4hpWPvSFDckJE7zVCcVV9Ey5+pxnrgTGeI9c261nqoMOjX/jgEGhyw8zFTbIFWBPdE8dlx2KjDHuHddIDDwQ8HRxprtcfysMw9oc27T62EmgMmWG3uOJTcsTYPYPG6zw74DyTqYxLN0o9sWic9z5atvv3D80bf9NL8G1cxc0p9ZRVCq6ChiBI0pNgG5CW2YtG/F2j61JCnvZMS8IkCV4PVoK3YWG9W7JlXAwatG60hn+uxRCo2cEn3cE6mb/VYkjzZOCb/xs8R/xH/sbgl9J2g661j/rvNxvquYz0ImGnlC9S1oGjmlS0uVjNtGDCSVQm+sPgEJplR7OXrNquX48ii7UNLS7cCb9arlWJm0409mD1+PepkzV1sOs0arQGBFoPjWXWVkq1ARp2qU2CJnhFKdHumsm5h9iyUI1V1boUFeNX8IL9cUduCSy1EEjkz5gLM6j0I+UIJ3xeMPrO66UshhQSfuaHfLpwWpjok+O2yuLd8H4GvfgR+iyfQVz8o9wTvI6ARiM8PdppiFhCaKsrcRT0b/37b24YX8+3DBtxZSgmQlV62AyMxQRILVAyJXLVN2LiqXjgguZ7QlhL0AuRQXo54vYezpKpAEoe9Fey8nbuSC/XTYR34HLTZ5WDFD0+gJdPmRk24JU1qsyLeiJ3YqBjXOLLd4MNYm9odm1v/Ng4b3R3wxIHN0/Ozf3vn6enZZvho+tWuJ/2ql37tS98I+uWDfYD2XwODl06x9uSkXEYdSmmzrG09myblNrKBHpEJjuR8gD9gd9S3fqAH6AG9A3kavkYHmEpelZlfEfTBC32QbnBMn9w2bHzuqXLuLXN4M38DhwAUMx8hmy8XzixUzp054O9xckaqoraELwB2FHwz0JvaFmReRHNWDEH4DhoXSLK2SJ9JQ4ZoUcKDnIOYdRNPW0gnFvpy8dZQVwypgjPFGG4VM/IYGFtZVUAoS0AS0KJIBrSHP7DVRLHV/wlMOUtaLRhXDggPvi52tmNtHvStG9blgYNBwQD2tcEaMXJzT4bFlLHy5RTqwDqS7YF1eNC6OnJ4OAaYBpkmNR99n6xnbgVaI5n5UbyBOIfDSPij+beKdFhATpK7f9MnusAc54ijw5+e+faYvaEwKpmAr5c25HXL36OWCWm6tRiLBdMYTeTSd8lNRk4o1MCacfD5lcRVi0rrs+s0j/q82Jh+vS93nRnPaO5OrSBL/DNmNqVsCV3iWdEx7/LrOAjqWQc58+zJWAGmK4uoIEGAnsdB1VqtVPoGnLARgNqSLJlaM7C9dJW1H2bhFfTraoZ34XB+hBcmLzM1t7enRRuf5Ix/W5peNR1upK2xvTT8nyszxXFQZbqUEUDx55ZELchO0MqcdofGpfA8YyvlZteqs3GvObxBdy4Zv8eIRfu6j6G85DoJ2dnL1Uv6y54LjcK0sFCeYU67goTiD5sz9l+zKJenzpxjdER1yGYq+Ht9H4H7CLQjoGdHy9/pX2cE7q18tSOgDw2AYmzyTtN0RajYgEqvF4CceYHnZfxhszH/NZ6OjydeKJMMBPwo12mq5JDqq4LjJBugYsipSOY+WAadLCPIMCCnbXHVF/vAmJnskumfUQfYmStVGa4D/TseBjuw0dVhi+DABlU/ndY3ejDBOjzonvHeZiklB0uwGGgTpD9u+6zDHjbYTxz8fOTA5+PTzg99PiLX3/N5enoyxx/B0B8+foQP+ADvetnq2z6+4Wajrc25GuUppvcxkFVwguz8xYYpG7FTLgObbkPIEQAbbxSycZAnSRMoCwggiVSO9QLuvoYGqDZMguy1ue85BMy+GZOHIJkJaTBkDyieQC07UA3kJhlpOVKFmPyg1C7Ii4ROEFaxvO3e1K7AXEaDlDBVPUSc4vdmpFBrZ9pfi7wP2A7kTTlpm9RiSKojh2+Yu9uJcbUBV5s11lwWZ6w0LiAaoVjuqDt4AUhFeWkNC+IbO3sOgJ6AZ9OvOgoOrPcDa0sw8AwYvYHaslrUmAIc9hx08MNhkQ6CjuABX9M64YagdctlTWh+ejbuOhDKWRqyYYCGcuhzGPZ+CDS4jNjC3i52mMslM96Kp02/x+J5o1iSLwcVn5NCTI839+PE5PcoYOwW3cprgcajWDRkkdyIcKT4ytC8AQegzqUVegqmFJLZZrO1b99/Y99//7398MMP9uc//wn8vX333XemvwP2rv5K6Ka3rsuWEk5GK6ytgXV5ZI36+vH4yD0HDFZFYoHEI77GPWc8c0RKJuBRLXQbRBpum1iTTry8AMPsc9SlM45Ulf58auimWx6KEXd8rcpnleelZ03PCtWpMwrEMWeXZ+vlll+2ONNyiCbXiQh5qUnPnzCFvQ3J6TbLYsUsLXzO51KMPx9atFnC8iyprWfRwG23Qb7N7JxVbbCksEBndOfSXvhMTGN5Js5kdhPRxLrJ/o1G5BnjXvybZvmRShHe0X0EvroR+GoS4hb6anK5J3IfgV95BNgU+ctzxWzC/KVaHx/1mz/6VGmhpqhXcPk922H30XYff2ET+eR/1yPzGqQPpr7jg14bQN5Z/IWbl269fI96YfU3OV7kKu14sNDRnvRAwielZIlmRYMM1vTenXnhyDApJedTuZsLMr9oYsaVcYlXimsWtbUXpiPtaxNz4NBHhz97/erU8WD61o15vqPR9OQ1FiolxYtsj4zvbn80Hfx80N9K4TDnFw55dMDzC4c8v3z4YDoQ+vDx2T74Ac/ObZ84IHqG3znsTN/42XGApG9b7Nlkj0fmh/w0rmpNTXu/qTQOVWbMxaBcyWNkYz7AO4aXTwu4WgDz5kQyhtgUg4rCvDAfEF5yTqYNfZ+7OITJPfaCDpyAbKaIoGwJOmBwmqjkoHxA7BFHMsOEMgDXS3a11+SQp3az5RJbwTyuW9aZERM5GH5Wbe3tl1pce6/zn/lsDArmCVgV5sYlStoJVbOnOEYskNfSCcQEzoQXJ8SUmO5D4xDTWLPDsOM+1UHPB9vpf3H78Df78OEXILD+ls9u98xh58GBCaE54lIUM0CRjbjqNZAAGs1l/Dv/RkZnfSfYWObAJ5NIX3C2zsRXgCFsBlSSKkBztWgUGamodtNsjqhF5UwNSI3IkSpFEIgWtLT4CpKvoerO4bXtNf6c/28i04BV8ATEOHFa0SHKSr60n7mZko8vXQg9MweemQ4IxfsMonNM9Mz9p2+Kvn//3n74/jv78fsf7c//8Gf78Ycf7dvvvrX337y3x3eP1vMDBR34pcw8+3PVePSODop7KPH1HCHslaLGWVtCWJVHJ9SyYLEUXOFSfX5oGARXbC+r3uxoukdLd6x5LF9u6hbN2XTSLZ6/W5t2SFr6YoenSTGOKc9bsWxNn1HntWekiilw1YX5uCk5D+DVK83dp63cX/dlI3RZvS8a+TnSbb2SdiLEfAIwSBmogwt5eaxRekv1rq+8hBfGWKpfFZbjsuRKIsNZqY9A26Ni/RWgewr3Efg6RuD8nfN15HbP4j4CX3AEeGX2TwcOEvSawoHCUZtF/9hQs1IKWlp8wFF2+qk9P8F/5mDk4+4XPwDygwneRnm/t47Dn14vCJkPWB1CyEeYt+/RaclHG5EJ9EILQ5Fc7Yymd37FElYmptgQGUHOiT1ksg6cUjLdzP6x7ZXNF+3hhusISAwGhVmyNNEQU8EGv5G3Bx34+CGQflVmfzDJRumwxYrQ9GGiownUJjiwsd/t96YDnp8/fLSf/vqL/cdf/xbw09/sb3/7xf72ywc/BNo9723PHKg9dyamqV8k2HXZttvOHrYP9v5ha4+PD9Ab0x8/7dFpnDG1ZHFlqKCzC4YyOplNuOWOsrEMNiCn3jSWVNhmc1NL0BRNA2guyc1yztZrfvseDGTFEMhPMQCrFzTF4wojjrA6ohAYq0F+wihLCZvCVLQQZkICzH8ugADL0ggUgVVEAclzDxsrV7RbmBkt2pnFokKVlmHsyhUOK/s2RwwolyO0StECWQsLoEs4ptMESLw9H13u0UG/4nV44hDo2Z7q/9r14a/2wQ+Cfkb2xP3LIZG+xeOHwKNCBDjJOHtExsvHGlVGljra66zn0Ge7YR10G+t71haHPn0Gk0x20NrIZllY0FnIMzLiEO58oX+UZhKxT+apZHzLOhUV/t7jIEst90LehMJeEVu4yXVhFHEWooaRdg2N+pNJcm/Dr+Oh49Hmj1zH6BHFME8EwloIF2QhfOzjfpV/ULNFlh4QFviEuSvzQ/yB52LPWnjgkOebb7+1P//5H+w//9M/2z//8z/bPwH/6Z/+yf7hH//RdCj0w48/2vfffW/vv/3WHt+/s4eHB9tsttbz7GlXzkAihI4kvBZXAIQa6WgjbRsPZy1rAcK3lfQ2N/fysXDqjVXNnI69FEF5Cq7Zneg/OcFrrb1SV/tY+1zd13yVX8LJHxv20jV1XYTAeFYJC847x9qadZ6xXq1c5JxTlyrexk5U4cV6PdvNy7mcBHqrIBJw7yCjdkGpPIv2Pne6KC+hX11e8ubdKppmQItoPW+h/3uvS+fabpwRteo7fR+BP+II+PPrj9jxe5//qCPAqwafehQGIN5QdPDjBzq8/jt9PNiEOdzZ759t//xsz88f7fnjL/bxl7/ZL7/8xMEFBxj6I8V/+Yv95f/7d/v5rz9h82T6+zLs+WzLT2+3WzaFvKj3XTYdUmRw7pJ14E6YzWQHUNjK8cHMYZA5iC5gzcWLuw46MlWFlJJRzJKZJXysXCKx98MaxxaHNUUuK7kIC0RXMLfn5YuBUn/2HOLsOADS4YxvNNhEKG5EjNrDEkhYn7eOsXvm0OjDxyf7mYOev/78C4c/P0/wE/zPHAzp17yeaUMHTYorX+8P8VJOlrvMhmfDwc/WthwAPWw3jjebbB169Z93L3/BzfBO1ABWLj3tcraUO8uA9RvwxiwD1mPUAakAiKJ+gKaSoXLOzGXCtwd34BzQSyba/Gp9B8vIWlA7iLw0tJzKT7Rk7eoXK1m2YKzkgNm1aaMK5eK0dAEDYza4LCp6A4EhfYYoBb5QjqoOR4qL2ipiFAkG4Q1RRIHgWWuRuGikBYUs+ImGVVEsNc+2mib4d3QAABAASURBVBHGgXt3OO5s2D/Z7vmD7Z5+ticOeZ4+/GQffhb8BfxXDn7+A/nPtv/4gXv7yY7c4+NxbyOHP34qoOCEE0pJPaAl1lVm3eTcW+AOzBrgsCdrLU0geQWtq2yGnyBPMYiZAUumGgObLzVcASnu1Isin4AqlpEklf80rNYXEciVRCPNaOo6XZxP4rgcaRvDZaqQTxN8Cy2fa1AbWdmwzhR9IT0RVK1iFLohQ4ITxe80xyE1xioDOuDRt8CEe+Y/6/BZJjzfeSxi1vMZ8Wjfffud/eM//YP9y3/9F/vX//av9t//+38D/qv967/+q/3Lv/6L/Zf/8p/tP//zf7b/9I//yf78pz/7r4x98+17DoK2pr87lzmIVlgH+qb1y6ecs/rZhg8pT37PMxh0YwGQlzUvYaJqAfZNJbPK1455LXgzr8xvcb7eovpZo0DLWFBFnxG/OlS7tl7tbNNtO7u+tmOtfUuXiFN+seqc1Tos6puQnCrIgfcPoQpSVbpiZSKo/OfG0Zsm6rkkUJ/PIaGpZem4tF9y1ePz4Wj7pC88B0Lz+Vr6zSKdG8LpsOtMVr+bjp/p2110H4FXjMC5W+cV7nfT+wh8vSOgD70JeCEZHJSvDn6O5ZBHnwYF0PvLs39j4NkOh4Adhxd+4PPTX+z//Pv/a//7f/+b/a//9W/2b//2/9j/+B//l/3P//l/O/z7//k/9jObzAMbyS4le/fuwb755p29f//o8O79g8skf4/uPT/9fff4YI8caGw50Oh5ke+yGXtEkiQnNgojYCP5Oh78RZrQlrvEwQe2GFPML70JV9AOg5d+jnBQIdQLlQCZzogS0uS8RUyzJZaB9MDIuAx8oDqGHok9Su5gRkgqOQSJ2EW0agPMEd/d4WhP+6N9fNrZh4/Ppl8D+/njR+gne3re2ROHSwdsjtgPRIuSLDEeoumubage2GwLtn1vWwary5nxAmS0gOLoMtEJCpw6yxz4+IZdOPVmuQuwDNZRgvF6hHlJpCC02bLaEwXuGfiePASZvFyHnCA4Ews7D6QAAEM3sbIZphHHFr/h/2fvPxgbR5J0bfTNBEipbJuZ3T3mO/f//6R7z3fM7rQrX7IUDQjc540EQJCiVCoz3b0zYmVk2IyMNDAZolS2D6D5tLQD0xOBaDOI78LYUdAmgEIfCv9ua0B2R2ljBXvlaJp6wYCsYE6CNR1EmTwnsUrnIQwr+LAyBlJAGXUYRYWQiWqZKajiK+SHVd+uksblo43i2l2rWS+0HhM/H7W4+AC819X5O91cvieJe04y91zr9TXX+ZJma7W0JQNER538LfqINQ7tpZOsmfKY/JmpZv/UTvpMsPWCL7iWhvYtPmR+tpNZhz+xj3CsAgm9i3sfQKiSsv/lnUz9x3KT1mDiYhZoJwC5V6zbE8DsZOELyReXiQN7LVBWNWgqyhe7v6uhfX4aJsHFbE35256tLcBMF2JixJjc4SBhfbBivajrzB6plb1HuE/khIz+bM4WV+KeMZvP9cwJoL/8lUTPf9d//+//j/7H//P/KfA//kfw//W//nf9y3/9N/3Lv5AA+vFHfffypZ49faaT0yeq7Td7X2n82H9cOO7E10QAanjfjzVc29xrC92hnJYEYwDdKnfJxchuGf/dBAzlwPf+GNKB9lNssffiFupT9od6tzyUfR1fVnHwseMYJ2WQfxp7PABltP2aYN3WMDq7m+DK2FPyFrPHe0yGPSF7k9eLIhqJwt6uHxjI7YafJYlxHGy46Dm79sRm9v4OFNxndfG7GA/z7zk3HHY6ykbi0OLPxHvuJ/H0rEMfQMN9b2I2JQ+WdKp6pB9n4J9iBvrL5p9irI+D/CeaASd74v6/exowej8Ct/uJHz8FBqBB61/rajYcCtdqSUz4Wz83y0tdX1/p/PJMZx/e6c2713rz6heSPj/rl99+Af+k3375Re8/vNECu22zVlUlOcHz9KkTQE/05OkpyZ/T+AbLE5I+T0gAFdmJTk9mOpnVqjkQpCQln4yJpSPx07VbDqYt51IPhDc/dBmjKidlXkAyNEWJf/IHE/ESZVJ+wQcoSEgFRRLJBgAlbNDYPoELSPYnPgmwDyd7nADabrfqSOaYH+TFtw13QE8wpfY7nJM6DXPsv92zahqSPY1uSPgsmF/jFbR1tmnVR0EQKTuCpECSMkSVs6o6qWZ+EzQFTQtQ3BnzJmP6QxIltBimXOEDqCrVHMpSVQtHyLKoii3G0dQ4JKiUUQP0G3NeV7SvAzKHvJDZBuibFBQ+nFCaAImRFjtU2NAvNMRYWuIvulFUiKPCorqvJupe7b6E954NdEwWip0h8ybWRGOcSfEJuZgXc/ihaM9OfNx7KKD7EuPoegY0+IHcK2GH/1544GWMxvJhdtVyzQKN/yYX1+xyea7l1ZkWVx91dflB1078XL7T4vojCaAzEkCXWq+u5W8LtVz34lpL3jtjeCX+UleM1TADAz54s4cy4L2USfoEhs+5JvAZkVc9mEY2JoGgZbA/ADrL/zB3yVSAp6bAhGGOLSMIjChmejXc0YIaeT+hULvS0uuOK9Qxu53G2ikUzR11dHyPtVV3NH2Y2A4MxXqfMjeAAzEUu1KbNxSOBYMwfwiIKcWTr86B6WlYL0FMpJsGz1qyBzJ7oSbBM5+fyFDPSdjMTrnlgKu56nyiXJ9oNn+qJ89e6MUP3+u7H37UDySD/OtfP/z1r/rLX/9Vf/3Xf9W//Zf/pn/9b/8N/F/g/03f//iX+FtB4dd7Mfedu/+9q7xELjVouh4s68QtNgDhWNJAdeKJkEfQOMCEhUFK/ocTYx37uBsDOtxRq3jZheoUaMjvrUb73llv3PpatQjs51AvBtFbAn11cccG7c3oodticSj9dryH+Clv0+F+q3gqdzpxNiGt2cFUMTw8d9oyeTGIqKaaPXqn3VF7BrEKrC27cl/+9+PiKt8Lp2cYM0VlQ9O/mSkg2i+Oe1+y49xwx32acgyGOyzvUcnrs6ffY4rDzw2ntLq/phu/fe8ZxQbbk3wbhr4e6sjT8VDbR7vHGfhHm4G/x6X+jzZHv9d4Hvv5yhnwfd8P7Hbvrk7CRz3wBPK3UdyNbVqSEU2z0vLmhgTPpc7PP+jjx/INn1evftOvvzmx83P/LZ//0M8//wf0T/oF/OuvP+s3kj+vgbdvX5P8eavLy3P5j8n6mwSZZMHpk7mePXuiFy+f6eV3L/Ty5Qt9B/7++xf6/rvv9MP3L/Ud8D3w8ruX6J/r5YtntHkayaMnp3PNZrXIWyj57wgl8coNgCPpQEIkJxj5wwsGL8Lyy5Exb8Sd6RFsA2Dm5A0UpmaCgu5xj4rXou+Yz47kUYffwWfBB81Ko/DglgPQTFsq/30ffxPIvxLmb/z4mz+rdaNVs42//dNEzDRPvi0B+MsAEllUUVUkfupUKTMpdU7KCZA/Xn0w/YwvOdAUhFL2zOUU7TIJnFQxr/iwH1kHtByiei/xqqnhkyGibVZN2xq7OtrC51oRBzaINf3Y1wgQTOPotyWi0t/QEHzYeORpPLbshRb15KdQpq+pjZtOwTrzxvuwi2lH2aLnYsDJAqDIpjXCXZl20NO2NdRY1fiqYShwYp0AUwhQFX6kewfMSbtp1GzWWt8suPauNfya19XFmRYXJH6uz7QENoszNTcXJHyuSPhcS9uVEsmizL2hdlIVXz7uxld/3G8PmX3hPVJgumcqYiog9kAGxJ7YB0ZmucBx1J3htZqA5ZmBGpLcNues28Ae45Afe49Jcl9YYZfwdVcZ5qjXmx02oOlebETv2od9A3MG2x6C5cdgtLPjkTFxzHpflmMt4gohrgG7bQ/2eQxCbV9BHKmmjQb1VDbQRbfPFZmI7b4eCFgsjLLXi7V3UrCen6qun2ge+ATdDBOgmquuTjQ/4X7/7KW+/+4HfU8C6Pu//KAfSf78SPLH2H8TyL8G9l//23/XvzoR9F/+i374gQTQ82ean57iu44+S9/ESeAUCEe6g5YkUEeSs2MMSp0SRgmrW6VLPDXQdNaAuQa6lKiBAcO52MIYjaL/EBxWjuFQ9im+tMnEeNxx0bdEWqgIFg6cDnwjQqHyLDAz0ZfGE8FxMsJA5etuHKeFI5jA4O9VuHZboLifjqHQpS7avXqci5GYqL8s5mgV1cTVHWTLXjs+xccibr1M4WlsY7NgTISqVA/svxjv6oc2iy7dbCTMTKF4cl1gN7/mfU1MrQvdO9uZFnFV0H4dXopoJPv2RXpP3TcIc9MDuIlpY4ALIkwgfV8LdKyKJjvLYyZ/H1l0XFwf7X6iL1b7tduM18y+6pF7nIE/2Qz8IeF84gr6Q2J67PRxBj5rBuI+P7Qw09OR9iHpQ/ZBAbyMlAedjVr5p/4+PK7W15G8Of94pvdv3+ndu1flGz6vftHPv/xNv/zyk37+GfzT3/TTz/+uX37+Sb8g/40kkH8V7B0JoLOzd+FjvV6QX2lUcWX5mz2RAHr+VD+Q9Pnhhxf64YeXwHf68S/fAz/oL+C/8ML/F/CPP34fuh9IDn1Houg5L/hOAtVVhb8schAFsuQX4woB7+OTd41OTtLwXOdFihcmEir9VNyNbGOghQZ8t/UnNKnXGxvMggkyJYIGd0ruKbrqUBuEzCWwhg9rhNJjsbHHtd022nDg32w3auJbWhz+t1u1Ebfb0cYIaOmF5mW+6DcxYTGPzGXOtTKH9YwMUwqxUQ+llY+gA2cdc4/M9gFxCEdGe4pwZu3QIPAukmD3qj0d7vf4sCwSVPjFPTLToINi6T3g4Kbqg9ZxOUQPO4V79juTcdFPdYMzy0yDow/mArJEGgQVMuugLB/8teHUM4wUF6wE02dbeGKJ+aUdKjjLDOaMC4TLvmrbRs2aBNB6peXiigTQha4uznV1eabryw+6AVbXH0kOnZMkutT25krb9Y3IBkldQx9b+u/EkirRDQUZzjv3laTYKzPlPMOm4Cyihldg0xV2hho8gSHpw15rsQ1o0UO7LcZq41tBtFWmjwFq1QSUSTZmf4sEXAe4rzl2YPQQlCz7KQC5V2LW5Sm31THVnuyAcWvDTmwv98HOcr/dID8inYgGz4P1Pm6ZIRsD4wYdLJAFOeBg9iurgKFp8Ta9zqfmJZJiM5VD48MTOuxjgkJ4UNwcUXYSqJ6zljP5m0BOBM3nT1SA5A30KDt9qtOnL3T6/IWeBn6mp9z/Dc9ffqeX3/+g7wO+1/c//sgPC15oTpuaPqqq7zAGR4AUx2gY4/Qm4J4oEp4K3CmRBFKSkkH+JDQG07YyDST7BwJjLIOiTtQZcGH36ugn4kEzYMjj5ZMGimFQORli6HzvBwITffHbgQygvnTxIOmb226inpC99V0oH1FYZrBqwKbvAZsNcMysnwYv56G6ZRy9mlmYann2Mw+tx4bNoHE3XpuBfyiOdhgbV+Cx9J37V2RH2fQiyG5R5rk33Zk9iBpa7a9KHgeRjnixLB9p8j10AAAQAElEQVSR3y8aehrwzvq2ZNQNqr3Foe8ojmO0hBiMIceyPy6LaQpyDcT8gZF8utj/AFibHNfimI9BZkOD23Tso56GjXLA8pAKcakOlUX6x9XDmA4j2DKuIttRhf9z1o9RPc7A7z8Dd109v38kjz0+zsDXzsDkoezkT7zr8hhoDehaHxb9jZ/lTXzj5/LyUmfnH/X+/Qd9ePcm/rbPK/99n99+02+vftOr334BG37Vq1e/hv7tmzfYAx/e6ePHdzo/+0Di50xXV5fyr4s1zZpRcNTjwHZyOtOzpyflG0AvXuglSZ3vv3spf/Pn++9f6sfvv9OPP/ygH0j+/IXkjxNAP/7ACz5Jou+we8EB4MmTU81mlao6qaqSMkmfAOgE7Zd38dKXAZcAV7wMyp9434jKXA+pxxN0aDJRfRnpPiaQs5QMPlA4Ysnvqe62s9n4gic+XjFQFL+gQDCebddq6+SPk0CbddAd64onOUmEVZTyilJq4TfTd64q5nCmOJQxb5ZZJ16YBkv5k7PrgBadiRz2WGZ0QM6VcuCMOgFihwH7jpBb3wP2vTvkDyhuNpiZBiiDRA/35VaGXdMS7MBPg84Tt2kwCDy1EvNRYOc39MGmydyITwjBzI/rMIRgLb0BykojpBQLz3owGO2KvRjChjWP/9VrudR6uSC5c03i55JrkOTP5TnX9rluri/lX8f0H4JuNiu1JIi67YrmG2USP+xChsB1itOa8SQwZddhYvyZRAtrXQcUOkMLyKxnBhcaHQdx8wXYZ+hynkn4kGoVuoKvmP5EP9AkiHLoM/paVJRKNde6/fhwb8h1jWyObg7GF/cW62mFH+oMcskDYaYH5qqnZO0UBvm3w/a+83Z7FXc6FoJ4bFEgMyuW3Q+izeCDdpOxRbv97nvDnZAWvWyK3LNtgBaYqoK2zABzxIE1w7S3jsc2hojUa+O1A/pfA5ufPtHp6TOdPn1GAgcMPTfMnyrXJ8BMLDIDrYFMp0DGj/eAf53s9FSn81M5oZSRY8BjjquoadTyfNsDz6ljMu7B3yT13o/kjxvHs6Kl7gJC5CplJUC+DuC7HqSk3QeasuMnlBtM2FifiGEnzDvygdSRFowvkj/0xyPiwA9CJKUW44O5s/QD8doNMNq6X8MogDDft4H70mIvrO7Y3IdVdz8KgmiZOdbn9gBDeziyaD8Murf4NHIk91iF017f027h2I1ju5eqN5ogGxgmoiCR9Vs42Kh630H3lbehyV1fd8/71oafAvq9beKOC7gWV1X5oeExS6+H5cXSw3ZsBfexjfNvm5FxI8AyUBTbZ8k0kxF+7CjAQsPU3rRH2e5Z2Oo2eKADFC2Xi9hM3CuM7KvIXdvSuEg7yJYpKBwMDSa0nYTQ1V3yQ90x3rKHgiM0HLEfQzBhOLSxzPN2KJ/yd/iemjzSjzPwDzQDjzv+H2gx/7mH4hv8MAPDjd4PauQ89dp2Jf+61831QteXH0nevNXr17/q11//pl9//g/99NN/xLd8fvvlJ/326y96EwmfV/K3ez58eKuPZx91eXWu5c2VNhwmt9u1Ol64eSrSqR+WnfxSTV4mEjXzedaTk7n8h5+fP32q5y+e6uWzZ3oB9jd7Xj5/qhfAy5dP9d3LF/r+h+/i20B//Ze/6F//9V/0X/7tX/Rv//bX+JbQD9+/CFv/3aD5vFY94zXBh1beHeL9HEwQURit/ELsb8VsybC0HLT93tjx+tvZYmJr9veBpMTrSsQKJX/MACmhAzQFbG0yBZZQ7XYr/62gzWaj+CYQiaBm64NPjGxi3jEHPZulxFzVPpCTBPI3KVLmcCU+6Khvl5BTUcRLWRiAM35y9tyjABd51FSeedC0YDZlFeO6Jdw3mXI2NUxkwUY1ET6I7BuNYZowDI17fcRYZKF1ZSiiqG3JLGCZVObHkhS64JknBSAf5im0dsQ1yWK27Edzcf0EEZXiJ8uQPpZbZxxQ2QEKt+Ww26yXJH4WWiyu5W/8XFyccV1fkow9J/FzqdXNdfnfvdZrtdiL/pS7CK/iIvU+mJNIqatKFdjr6piz+JeSayCpJv6ca9pVymFn2vsHPuTw9Qw7oJ6rNnBQN86m0eWAiX2e48/tgFzRBh2+a+zqOde32817Xz74w+fAtiO2nGmfRaXygTbRuurBtEG9LsRTOgT3VO1ey3sM71VFCLcsDqXm74PBwdSml7Ef9s4iHuIUerMdGpT7kn3ONjtJUO56JMwMEMKxagnGGgu8pwJYv7nh9KnmAc/AffJn/kx1fBPoBMy+qA11v7bs/FjrWl7/OXsigCRQ7K+MHR3577NteBY17PMCa551jdj41o6QfQ0AkQRKHbfcVol4uVtyv2wBKD8skKaUJF/D0J08Hwm9AnBYSirozhpfLRD6TvQUFJX9gb6wtLRrWfeWZ5tp2Ilvcz04PsYpxhwSx0IcQU+rwclUxrj32D3mWPxck9hUwJeUsU0fS7t7hYnDehlg29P7g/Cwxvb3EQ7bcJfNqBsJlX7varCTT1rshLeoidWEjO2FLUsa3XW8twSB7FhxU8Mx3ZfJ+kk/aHxcilEo+rWAzQwgrnOwC6IjxY28bsY7dRkHHrKpAq53FixBNHFlKJpiY34K6MyCbhda9Aluz3NspEJg6kaHgDjKVB4CHR/jYNfb7C0gOrpnJL0SvqduozC8LbZkbGYbg4V3Q44Yhgupt4sL60AWA/q0v97DI3qcgX+YGXjc9f8wS/lPPBA/yMaHQ39z31oAoItf9eIFebNaksC53P0x59e/6Zef/6afSAD9/NO/66e//Tv8T/r11S/xjZ9Xr37Tmzev9eHdO51//BAHzRsOlmsOn9vtRm3nvgqktOU81ilVUs0Bcz6rdXI6l5M2z56eKhI/L57oxfNnMv2C5I/xdy+f67vvnysSQD/+oL+S9PmXfy1JoH/5l7/qr3/5Qd/98JIE0rPwNT/xAbFSRR+ZF/SUFI+vcfV5G+wMjLvjBbkzDd57c0+j9d+foK+Ukij0lSRKVOCMMKWklJKCFjSggMxre5aCFnSn7dawJQnUACUJ1JIU8gtjGw97SW4CcgujROWXs5SzymEeAws1fNgjQ9u+r9BgZmytlFlbBBy4ck5B2yeEpp8xhqmQZjSfSgo9yMGUIjuoj8lLPAeG97D2YdA4xmPGjG8iLvZF4P4MY3Mrc1YClIvNiHvW81XIVNBgVzjt7O25w7XxDrKzQLCZPYxSFe0M2Qwyf/tnTRJ2SfJncXVF4sdwWZI/l1ckhRa6uVmQJFyq4TrtukbiWk34ScSSWcO6yqqrSlVdyYfrnMEOLNkqSzlTOHhbbrBdNm956nWmq0I7QcMBvTbUszjM1yRzMgf6GshO+iCPfvAnIGjauf8aXGBe2mJb02ft/x1wXqmGt13OJQYpU9w/WP7E7IjpCbAEg4KO1UOzY7pR1tLLAMWbmxVwPRpOiLvkExPInZX9I7i3sBn6gfngX0yReT8EY3o/vhC78l4yBkqftjUgoBQZxFBCFdUgOcBuMYUDdbCT9t5HzKKMA7h/s4beEwHl2zw6XNuc6cOAv8HbgO0OMYU7DvMSSZ/VWiuebzc3S/b+kr2/BhpyQIAPPRyqW56BijnDE8+EzsCdVSMUqtwGEwiI66GX06MLjxQj9EZJPaHxg/tpi2BH5YRgiBPuC8iObrh/MLZuCIqxEFHvC31QHdIdDRPSe6uIzdXOW7G3rFCKhTBvGGRgswAFkztHj+FdxW0GKHGz0v113Ub41noph2GzDYqzYh60LZmaoKdVxDUVMI6pbErvmQ2d7gk/k/GevrMDB2+47TPFJkuTSJPKZ3BGcJQiu7/mronB0A7yIaU3bz3pAUca9TZF43EYCne8doMdmBIjLOAWRWJqBx6kwe+dO+lAWRPtI9nj9gMMFiJ6j6JYmiuw05vyfdZg2jBYm97Bcekxf8dlO0+3Kcd9W0rwxZW7nkKYWsDoh6YDppG/WQcKq8fqcQYeZ6DMwHiJFPaxfpyB/zwz4AeUISL2TjbA+Nsh/lWs6+tL+Q87v3v3Vq9+/UX+lk8ke/72H/rlp//QaxI970jwfHz/Ruf+Va6rC90sruLXStZO8jQrkg4keuLF2Q/czu/xJF+kWZU1r7N8SJtzQJvPaxmfcmA7PallODkFn850akB/QkLo5GSGXa0ZNrOTCjzTyck8vi10+vREz5+c6rm/KTT84ej+18acKHr+/ElJAuEr8yIV7+ZJincjlY9fOVre+nbAwx7er8CKV8di52aaNtTXfOzNYB8DNm1I0UtKxskCqaeTEvPJ61gqkDiYK2WVTwrk8Qg7hhBfR95sthzqGw43G2CtbcOj3QeZVv2ntCtMK89TTkk1CbOaQ3eVEzJshm5UPmNzWNMGxcsYgrBNcJm2/QGc+Q+x/GnLyzmNoCzAFiaovrLxFCZijHvuU8g+Ab/tgx7yQmOz+706qAOLPZE9dKMBM8BqUCcRNpg6lHttQhLhubUhzGxjKGpqNJSSurA/AD2FeW5VQVRqWPcm1nq9XGrJ9blYXGpxcUlC9kLX1xckfK614uDrv+fVkugpi4H7Semg2SbUCd+Vcl2p6pMqTgQZMnskZ8aUK3mv2CbnWVzjda7la72mTV2TpKF9DtpyA3ZuhyyTzHG7DO02Gb4eYO62wIBDDo/PjH3pk/6RZ0P2fpuC4zOf5Q/TxzxnwNwUin4n6XkjA4oeQX1ZeUj7T9ncrS8jk0fm/Q5ugZEPmeO23YAHWrJfgzVTmMqm9M4GH5QdXyjvi3Ba2Kh37XdUKA4r1G5vqHlmeF1jP7AH5nXNc8T7p6ypbQxlBDtHHm5LRemngNmAieTPeq0lz6ulr4/4lciFTPsZ1rRrLoeGmfOgeArQpjMg6Zw9MAw0WP0zIqXEdULgXO0W2axAXEk6/NhykE3pQfb3wAzj7+G2+PR0FWpST0eWJvKenKp70X3o0Pxol3sOmHuK1yPgUDcRtqZtu2dj5rBXy34nuKfrNvbekTgm05zc3uA9iWkG58BUe+XTM2lztzUeYGi1Jz+yyWxn8RgzDXbXLEzvMOxYh2LnxbDEuDcYkdsMYOGUNj8A7SnBhclWbQZC8KmKBpSpVYlrcOi4DOYNU8uBtnyAQdZjxJ6TnusRwp76VujQo/kB9vqo9riesWVPGjEfPO5NPcLjDPxTzgCXwD/luB8H/Z90BlqeMgMcG8J2y2ONhM1qtYqDYUkAvdKvv/6k//jp/+pvJH/8TZ+ff/lJ/hs/b16/0scPH3RxcaEbDpNLXqDLr3ht1OEna6vc/+rIbJbkF/jZrOKlPWsOPiXJ46TOKUmeJycnOn060+npiU7gLTuZ17J9he2MA2ZVCR+SMaxSagEpZckPI4P7mc1q/Mz14vlT/fD99/ru++/08uUL+Gckl+aqSGSkJIEUn6R4hfJLvWE7zlPHAaBlLOJVJCypMHZjkAxI9orfAwx7wm/FpOgypazEYBMDSFWh3AQ0nQAAEABJREFUc6qUzacUWEpSgOLTcgLpOMU3rPF205IIarVF1jo7FBbTinnt2ZwhgMB2CVtKx5xNBopNkReiDcYN4N2Y2KRCm1XwwocNbW0ofKEsP4Qjmj0T6wu04bnQxevUsJf3aKq5TdvotjTGgpgRUe+XUeamhjEWWrE+MfaYhP12Nh1A7LiWfbhvMXruxbbGJ/6dxrBLtoNmmJkXcvkQywF37+/9cK1eX57r5vIqkrab1ULbDQfd/tsONGfnlNouAvoeZU3stUp1Vat24iYbG5D5kB4y05Vyn5yp81w1iZ8CprEPnW04wHOYzxkZMBzy3bauZ6pJDAcOGhtszWf4Au4LH31bLgCK+SwIUU3As4JcA6DaK5ZPBT3fo6mvUTQ1P0p7nQyDckoPsofhaZ/2EkAVe8X7JQBfyIZ1K9cCsijmAOyoMbFhKKimdBmpZ2sHRVZisO0h4MJlIqYb7qG046fqbpeZdwMSLC0BHRQ3PxD1LC3zBNgH2WuObFxnuxwgWnmUjACnpkYgMM/Zumm0dhJouSLxcxOwXt+ErFlv1DRu2Krl3ulvwvlh4Puo7354Vcc9VFyr0RU4QfgSTylxpSQkCLhN2sy2gREJrW+BttJnfjy8202OS2/b7SSMbMfsUQS8xw9MGogDbLmhiEfq7g6K4e9SEwRl19VdY9tZjNQ4kFHC9bKj/77UXtD6nI4PWk7CvGNA/vncxOpryOg7qvtCxoDifoZdO2DLjoPXzY2MB4tpK9OGQQe2OcilkK4LuLZcvKPu6CKR7GcKlpu3JRDvTI5jAGSxQOYHmja+x/C+Nc6EXSDeFduOWsSFh9gvd4j3jeCO2rnTKWBHKaaldgQDhaovlgARfy+aIHucsI/k4wz8083A4zXwT7fk/5kHzM38VvhbHn+A/y4MSZ/l8lqXl2f6+PG93r514ucX/fLTT8Df9PN//HvgV7/9qrdvXuv9h/fYfow/HnuzvOKFecnL8krbdiN1Da+3nRJXSJWkuk6qOJnOZjm+wVPPazm5Mzc+qTX3t3tIBp0GnkWSxnonctymJH/sIynhNPPmnGspZynnVplEkPtJWdHPyazS6ZNZJHx++O6l/MejnQB69uwpyaW5KuLBhYR9gPzpeFnv5KSIE2EDtLyxt375t4khUQ0AqSndWdDDlO5Fx9GhoR1OLae86aSUAAafc6WKQacMbxkgaCXJZEpZUmJcLAnLP4xps2XNgTZeZMSnxGBrmFJg6ILWWf4nmIJti7N44bEpPLamLDUewXLaCQ9ubxQ0Xm0T9lSU4s1EoVCbOQTEk8L7lVQqpLYFRTE9QAjuqLBh/4QP+xkgYkAHdj029niCKUSpQ1CG1ZMDctsBwsBzAWQ2L6iIVLzYzu1aYmhZF5DZCWDn4oapFwev8GBxZqWzYyb52pL42ZD4WS6uuUbPgTNdnJ3pOhI/F7ohWbte3ZD4WauJvwXFKWAIwu7xbdT2a2W6axMoI2EnsPe8/+p6ptwndnLtpEvFUhsPkFRbjo0TOgbzhmiXBzvjjC+w7ZEXG/Nz1XOgNsxU02c9r8HmrQey+YIzNEEQa10gZ4niqi0EcrYOdbsHnr0it20BDKIteNLWnGFUmTGEQyov4AgoEMU+Y33cg1mkn1Fu9VTaThxNSHTmWnozhjVFPC1gzjEggrTeABnFtCGYgxFbPkDRP7R2q3E+9xodG5fjjggjRLc17EsGJ8V24EofO5/RLsYc1GhmznNhaJqt/K3X9ZgIWvM8WwFr5Butm422JIriG5QkSd1GnT10ivusu0tSDqZ0EckersdUWBmHGoKiEOhrPu70y9o78rFlB8X9hvrLSwyI5r7O5Li4jgMju6PY6g7VgXiIdsAH6gey3gJ+wh839wAMg7bQD49xaDfBQ7jcVifS4+RgO+DjVp+U7prvqMNGHlmMK6oD7d3NDgyPs57j45pD6e3O7+/6fq0+sdd83/hUj2MP0/UahUPrHvfocFT7fN+42pcecru7V29/aPA78g8a1u8Yz2NXjzPwZ56Bx+vlj1+dxwi+eAa2JH94NHL4W/MTz+vrS3348Fa/keD529/+r/73//5/9b/+5/9X/+t//U/9n//7v/TTT3+Tv/FzdvZei6sLxeGRtsKLj01+90tcEZWBbEw1S5pz6JtzUDPEN31OZjqNRM9MkfSZg4GTWa0ZUNG48jcIaG9fhv1newfbMuItZym/uXaBW160WxI18ots/2KesZqRcDp9eqInp4Y5fc80ryr5RT18Y+Pi9vHCzhuM/y7ONpIjrfyi3/ITkN6lTQNSSry/J2gDqIQC8S1L8W3Xiv/qq/CKnlMZg+PIPQ0Wun0QH9oxZZ6aVh3nlk4tA9oiiPEhw6iULHkdw02RBG9ZQieAggaH1OweGpiIKE30BzZbJfge4yD3oIgzWqI3pi2xEBRtJ37hwmCsrOuBdZIBG0vsZR/GRhC2KOB9imBXHN6O21HFvLjcSWXzKUxUE9IWE7YnLQ1gHmog481Q1NbQXYyJ9UHY9mNzKMLWBXEUW+MiRIERUOCxJvmjZq1N/J2fS11dfNTZu3f6+P69zj+80/nZR/la3zj5syVZy4HW8xJAMsz+ElVmEzi+3PcYoQWtccfkwSZXynkGGDsJk6CTqCh4Yc1zrlV+FQw994VsQCYgZ5UPBCMYaRz07e3D7XagaEfDDMggZsyjMAbaQtuZfbbB265AG20K7X4K2NpgufEA5g0Dfx92b4f6icykgWiJ8tBw5A97M28YDUyEHxM7KPvG9dQ7/HQBTRsihqHtoTPzO/BsRrKdNkHTzPHcBajvLqzZcD+AxG7qBTbKru8yEsaA3FIQxRQyN4UrNkH0lRWGwtq6UPt1y/73Hzp3kmfNNVPgRmt/Iyj4NZdTIz8Ttlxbfj50XavOz5vRVVLu78UgoaS4x07+WGZQqSzah5wkij752Y2nmB7yRXpv7QPusPbcd8vd5t4WDwrNQwgvDskQzMOqzzR/mNPByssw0LdwWZ9b4gcLvmXkfaA9emgIg3ngqB7acmo3HceUnto8kL4rhge5LY1LPfR3bI3szCDxZBgMwZYNAPupEtfBbSP3P6rM7JnY/1Rwy2CnxJSy40eqtCm1hT3VI0v+SNiLuXIkQ2AD9k3E8kd4nIE/dAb+0M73rpM/NJLHzh9n4N4ZGG7cO6O4hZPc8MvvzWrJofCcBNA7EkA/6z/+43/r//zv/6X/6QTQ//v/07//n/9DAug/SAD9qrOzD9heakXSqO0aHOIpdUpcDZWBB0ZNEmdGosUJmDkJIH+b5+Sk1txAwucJ2H/vx7zlJ7Os2axSjYOqT/5kXjszR82A+DWyTvGB5g0bkjHx8i7/3RKgg+5IRsULPbxfSGd1pSf+1bLTOcmfE53M5qpntSor8RDFL8G8zLdAAzgxsmVeGmDLW0CLviUOFxFTAozFJwGWOzKD2RJbob5VvfPde0z0bIAlZBGiw4CbFmwiVmQer9ngTRiQ8/qkQVZOYhzvVD7w2X1kWEMg5jwsHJFphMGL2jLzPbhND7jqhceRPRmsHbBpezW0eHcZoSj7er9FETqWAYpkqB2LIYY+CgfibuyhhNbEACHoq2kY1vdixz+QOSfVOSuDDRHDaFsIthxNps5gQxVVcdWTuCkugqcNjdt2E3/kO/6nr8WVLs4/6iOJ3XPg7OPbSAgtkfuPurebNc65fvFqF4ZhZyj2hSR3AhI87mUomy1JokUkf2rGVDG2WWB/EwiCkrCoJaGvDdjUM9X1HNu5MvcJA4YyMAJsh5JDljPtRvDc7Xi3wYgGma1hYDhwjtG+AqLq5db1ADoo9KcBpirLpvx9tDu7S7+vI9fWGx7IkT6ox71mewwepmWqM20Y9KYHsGygwUxia2BmPXtxDZp24A4wMHaB3XYfbLIvMWcpQDNcl70Ebc0O0O+YA8rGjmQA1L0jaxxnAeSTUnSDwP7ZRwMLjnE2rco3gRqt11tgReJngwzg2dIAHRs/YR/FRECSb5MDWGe7zjdmAwIssIkajICSAKnUuufjaO9RfxOV75Rf42gYxefGesu++ooo9hf5yxwNAzlsfSvQQ4Mv5UvQpbaP1lcYRLknQ3y6jI0LMXi4v+HfbUDRbUTv6zK4O6ovDuHvsUgRcQRaZjHIsXKoVTwbRtEBt5Mfo/IgxPkwLQ9bp6HhH4THwP+g/j/Z7aPB4wz8cTPweHn8cXP/2PNnzsDw4PE3dvzdH//RV3/z5/L6Uu/fvtWvv/6sn375m3755Sfon/T2zSt9/PhRV/6VkcU1L8T8VJQDo78qv+UnoZF4Sa0SV4GTNjMOc7NZJpFTA5Xm85nmJwVOjeHHb/qQhKlnSbOqKr/CVOXiJyserCAIXkshskHlk8fkj3n0RgEdr9IFpvYJvxV91EBFYinDJw60KUkG8ULfGnhRb/mprr/ts91u1QBbXvi3244Xsg6zDiuVD20HopMZQ5FgOBDfFnc7z8l9EnzyTIEVHwzIAlEHJ9vInyQlJjD4xBh8SEYmIQZbpenHAuSITLmLTNtsvoihhuLe2p4xbpmrngVlGmcWwyB8CFrIxMfWoDtK8WObAWxo2ngf2t7jTppjlKWniBuVuy7gqBBQTFkPWcoeU0T31scDmjSZGuC8BMA0JKDwjkGeGw0fy5MwQAAdozOG7UvMzngxw7FPm2aj9XKpxeI8vuFz9uGN3nH9+ht7xh/ev9bZx/e6ujjXzdWVIvmzXXMA94tvRy8d3g0g5g+FxH4y50VtgyiVuy6AvRUBiZCJkzHmXOEPnnpsmxmS+QGwC7JU9EWxH4F7AO0XfNAJjiCi/QQPlvZhgDeKOHsaRKFN9HkMo/6q4h4/5WDfZsidZCZqiOjQw1F5uInqwPxQdsgP5pYbBt54wjNx7CyETvAbrBuAJYh428lMQjtQWkzLVDSli40lAxTJrrZ8x91NOSbvGTAx7+zgd0yhetGwdca9ZC3dWW3ouOfH9bRe88xby0mhjueBL4sqc8XWVfwAIaeklJJyEtiQCsaw4wcQHdelk0BJKnII2+rwkw8Eh7zVtJWOKaz8MuBxd3fDdKi6JTg0GPlvG+Xo9isJr6zhc9143MOIBvy5Pnb2Rz30+7ZHO+O/J+Vh2b8DMpj+ZuB5LnePz3Ppdp/XQl9o/smepgbT+fH1D581TOAugGmTnbRQR3UWDlDMHuvHGXicgf9EM5D/E8X6GOo/7QzwMPaDJsa/9XdkpG3Li+1KNzcLXZ5/1Lt3r/Tzzz/p57/9rJ9/+pt+/eVXvX//Tv57QLZpNkvyPY06f+OHF1sc4K2Ld+iKt9qa5M+cF+N5XWteA/Nap/5Vr5MTnZD4mc/nGpI/s6pSlbLS8DDNEiVA8emoAQ6glsOEAebYpB40fnKSckqqqxyQ7btKAqnjrWq73Wjjv3G0BjdN+So/CR+/nLfMwzZgq038HYitGl72t8haDgKd35JbqRt/BSvxeg8vAzGOHILDkr78l54AABAASURBVCzAJnBPG90FmIa7qb6XdYMCnkLnHUcwgBgbYm3802uPtetYWuQYdeNLigMwZCUmJTORuaqZs0o5J6ASlfxhqEaFzyapknFUEB1gKwMkpaVfigwiKkTKwj4XKnznYITCwtvQq3cK+38I9C3cHogEIdj9uMsRerNA6D0HQWMIW0jXZg7B8gOwyYHoDtZj2KlKPJkpKUD3O+UelSTWpoB7M/SzO7jk+mBjqiX5Y1gvr0nwXOrq7KM+kNB9++Y3kkC/6T2JoA9v3+icBNDlxZmWN1farBfRjkpOPiTWLcA+YyHZQ+y5WFvH1aL10mMdrPebgevDNpYRMNoK0rEaIIdCzJSBA1tvYEwoKMjasocKQ0SIKGYHgB3LIHO4I4220Pg2Ae+4dhCCvsKGiHe6fd7NC5S43E8EZWHvYUCew7E1RKwzSsiDHvKOH5TY7cq+c5vsdPuULQsM8cFRYhIdbABtLAOVYsYA1zt37KwCAs+EdfjzQEnye20LOAlksH7AbmLe2NCyr+3D9A6GJNe+pu8cs+JhxyPqyzGZVW6xA0db4jdluW0K7HOW2WcB3wO8TvJ1ZlWMuVXDuLfbRhs/NwA/P1pknqeK5GZdV4yzUkoJnMAaobjqFNel55/7sfzt2ISN0vhP/iQJFxo+sAN5BOcD2SF/oP5c1nHe2WYS2YTcN7fCsC/9e3P7/m+v9r7+kGOdDkX38F8849U9To+qWvkVi8f6Ue3XCKcrVMYzlRz3XOyO6+6UTpaC0eyZHfqzqSGMRiI4qlsCZF9Xjnrshf5xSPFugaFwQ11ip6YMsk/h8BKVfIfBnBkZeWhLeh5yMArysXqcgccZ+PPOwGfcBv68g3iM7B93BsrL+258fsC1/h+gmrVurpc6Pz/Xh3fv9Pr1a/3688/xP3uZ/vDubSR/4n/1IvnTthucRGtwy4trF+/NfoGtSLbMZpVqYEbiZw6cADMSPyenM52czIGZZjNDrZpkUV0n1bwtZwMe/XJdnnwtXIEi65SQpJQK9hVn4HCaDdAZqPCTICpezg0ZWspqebHdkPTZ8EK/3jTa+LDM21WHvOOwa73nyD/lNdh2y8F2i82WF3jM/C5PBIelKwIbEIcMCdEIvd484l3p5TvBJ6ljLYb4HWPTj68hcdXy1hg6x4PnsW3KysyR56WqKgXUtXIyTIP03NMwSlLKENltpUKmgtXzfT+KV5tJWxtjmd1nYOxzCGl5R7mltqAAEcixU9HYMhBlR+Gf9RzDYO28rgU6tdZFrC10gSHmSdR4PF6m/Ry3OJSWFoQxKjx8j8NjyLnyrKDLQCkRR7BUYdzjomZoWOCwZRwtiRd2N0NoGc9WzXql5WqhxfWFzi4+6Pzsvc78935I+vhXwOIPP19fan1zrfXyRs1qTUJ3A3CY73xds1Nw33clugB6QY+Y4VATgvyrkoRA3xpBSvKHqI2AiLAYwDEA1yPYrX1ZELSJAXpBj8amh7wVU9lIQ1BQ9zEw27oFQ2d3YY/EYH3xxmzjE9qBD4DEFrfATSfrmKEpXv4A29vEuAB+C/HJemcJRWGSo02Jb+BCdEcVjZiRAXt2TAMkOwS0gHGA2CfwRYZNjLmJ9p5hQ+mo6MZxmbXC2GD6ThhbTSyQUejIAQI42fGFj1h2Y8Yi2nsuQjoI3C40NBvpuCKRgvvF8TohYF/7mgBgLDvhhxjPnz/Vi2fP9OTJE5mvuZdm7nEpLpiWZ0U3gnpZ0RU/uDpS0hHZfaIx+FtGxzTHZEPDiCoqS0bCzAifG93Y8JsT943k7s6G5b/b4u+vKZEfiQQRpQ+gZc/tuF74cPTZTUtUD+/gYZa+LRbLtvywsTAql6n75FrrZbuQj1G9kZGbGX8LGHztutx5tWw3gBJyaIm5GhqGQHFP6skRuf3I7BNFVWpPxkCZtuWON/cIjzPwOAN/9hk4uCP82cN9jO+faQbayYNMPIoNLUmQplnp5uZG/p++Xr36WT/9/JN+++VnvXr9K7J3JIYu1Ww5IJIEqdnhNQ++DAyJm0zypiLpU4PndU1ip9Z8XvFCDD6BN8zAVcVBJyulpPLpeMHhJdOH8enTzi/QPhBnHrI8VUtdWuxq2vXM4M3Dc9Jjs9pouVwDSy0WN8BCS/BysdDi6lpX19daAKvlUhsOvv5vf1sSNw3j25I0cdInkigxN1sVede/yCte4yX3mgs9hIIPk6Ai12AL4eImxgG2DGKvsskAe4p7GWJj/ry+WxI+jb+5ROxbY8bj/8XMc4MJXop312IdUvJ6VIpvAFW1KhJmOVdKKfGyg1VpRLuhJFZE5ZML2tWDscdmKBqbBbCeCrDcEuMjwPpba9hpC+fasJNDWYBfCgzF/LgCjsmAfCzmy8t1G3vPscIzYtejWU/Y3SH0qi9GJVa8QuQedhO7c+tIj8vRlCIuorFBy3XdbDdak6RdLq7jf/i6PPugi3Pg4wctrs5J+Cy05ZpvSfq2XNfCfrtdqdms1UIPh3rCkq/3TAAsievop+3nNrNHhNTClg3WsNdi77HvWuYVkVXMqlEuYTrmgJbrqlFDcrUhYbkHkViwkdsZyjz1XVkQYP/7wFSExhVtokGPPRjDVHZIW38M7O4YEGI/uEBmj5n1EfS9tT22pVtMwTJgKprS0Qv6zy7FSRvtTR9x4CBDP64oRrYt4LYte6vlHtmS/A+AZ8NgRzKIhBArDF3sIRhnGavpAKuCcBUdlgWz/BjYDC+BhqpvNrA7PDhAEjYDD2aTUJe+UO+VsC0SkwHsAQo9e+cXnes2/LRKMAnDk5NTvXj+PODp0yfyDzZmPOfKdaH+edEGhqNVBwzFdNdfSaYVfsUn/IMfVIiDcsu0vSW5X+CxKdbfLUs8uxaH/E5zJzUG5dHcafX7KhgahT67GClEFFYo8LQaw58K9+hiUeo9xd3MZxmXSO92huZOf9O2U5o2f1CJKFwZtrsgbg/h8/da+IjKfkfCzKfhHvPW9zd2ikM2TJ35/mC+PLtNHcJhi0O9+WLDbcUMUHgIypSGJQ7Xj/A4A48z8OedgXtuJ3/eoB8j+8efgfKCN4xzG4+2LcmClsPWiiTIcnmts7N3evXrb/rl57/pl99+1uvfSAC9f6+Ff0WEw6G6rXJOypwKa6Ai6VPBV+z6CmzZbJYj+TOv5+BaJySETmYkfwAnFxJtMvYaPx2PNj/0DYqX4CQpc7hMcCm7FlRplFQ+/tM/OaRIhmdl13KWbbRaryP5c0Wy5/L8SleXV7q4Wujy8lqXV1e6vLgkCbTQggSQbbebDQdi5oQn8YbDawMYb0iiGPuQ2uKbM215YSe2iJauRQym/S2blsxPh12HVcisnwJyxcfaIMbKZiPTE8dkVh3K6VYt/W45nDXNhsM/QBJss9nGAXvbENGkyy5iLrMnFiNXlaqqVgXkVCuRAJKyu2JtAvUVMorbJLdTOSDloHuTgxYh7dtgRlPasKamQ4ePgg9qbBSwk9uNXA0wqtgArJ1A8hx7oeC9txtwwx4PiETDmjkxNCp6khC2Yc1b2hlQKODYWMY+ywzdCiXaRCATy32S7kZBZowGJgaZvYHGMvGTrTOMSnqy3mBZRwWN85Y90KyXullcyb+yeXF+psszgCRQ/G99SxJA6xV7fq2OuYmkD3Oz5RpvwR67D/OZucxDfEpykT90RU9QyDJW5hG0zJ/3WhP3lRY3HTFiFotmXKaVEFkD61uSQNsC9Ou+vSYtSSE3xGVptFfv5sB6g9XGBXZ6yxV9DzIwJebaeNTBMI5929K61OgLsavd2cBN6UHW4yMt0biBYUKa9cQYPHhU+6WVf3VqX7bj9vuxM+t63CNLAnrj6ZAtMsSUTPt3PAFblfVZs65NoVkzX1ct9502rh/WNNq6Q4N722H7N1i6D8el4WrfEG7wBzkaWFbAEbDL9jS2JOhA08q9Gmw/ymNS2AngHHvf96tiNdpA5JQj4fPs+TO9ePlSz8FPnz4NWcX9NCWMuH46z11E01nQAzRF6Av04rjAomEvmNK96FOo+pTBJ/TE5Zn8hFVRPyS821NX2j6o/qrGD+pB3LM+aTiE0Y83D3w07IVBH6v2jI8Z7MnGuR8Jictrz+ZBzEPGdY+jz4v6tqMx/GH/+5lw2+x+CU5aXyODj3usvzhe+ojL88C3xXsixxDCqIpq7DTL70CK61fxKVbtzvVoG+pdVQyLnWn3M2in9CB7ML6rwwc7+CzD/Wvis5o+Gj/OwD/MDPy+V90/zLQ9DuT3nIH4AUw8kFutVisOied6//6N3r59o9dvftObN6908fGjrhfXWnOQbEiQ+C3EyQ3xQK5456l4Oa7rSlPwTz/Nz3gBdiJoNqtUBWQlnhA5JWVNP7xtTtjkB2Dwyd0EdavqbXqE2h6xbyUfQDckbZbLtRbXN7om6XNxeamLi+tIAjn5c+Uk0MWVbq4XWt8stSFZ5CTPlres7XYrg30EcKhpgBadfXdkWhxx5wd96vslAsQawO9dBsR3lO4Ouex1D8SHkVHfLlO543J8Pjg73s26Ufx6G3Phg5nH1BIghReNoSU41iSrypUqkj91NVMisZerSsrpoNMUoiz/sy5Ltslg8ekRFIXVoUxfrq3OjM6tDTRWHtrSYlrylLmXjk56i05lnVpwQ4IBcHKjdbJnCiTHSJCsm5XWrH3TrLFdR5uWA21L8qHp19tzioI5cz+lG8fmsI2LZFrv7KbSHb3fKnv+UHoeMqoBENGnAkZ68jLoXgzW7cCSMgdrrtnVzY1ubha64RpekgjaIOu2jdjgrEKriv6q1Knies70VKCTsUgmIt65HpmEjIZxHfc03hDShL59T6EP78GGefTc4Xo3EBsCrBCqjnlv5DlvmPeGNWm41gwtYzWMbelSRBZgmolqjfHl0roaAHkbeohoM1EEX+St6SCpsB+sCkZmfWEeVu8FUZrYS6Ei8vBo2QiMs0yOGxsGa2PzO3AbSx8Obot3+mi9foXtm+8Y+zX0CmIsupBF25ZlYG25llgs1s1rtoHcsH5r8BqMDL2vPwTY28cA9mx6h+17B+VuYO2nAT8UgsDUcU2BsdJz6IjbHEaUaAB2MW1c1qNQ+3XExX6ogcy9sK6TKu938yrtsnn2/cnJCYmf5/ru+xf67rvv9P333+nZs2eRBKq5p9pOvul6/t02STTVILOqQ9fpU59PWETQn/LxaX1MW2/muHpyD0X8jKMIR6KwkzprqpvSxWi3EoX/3etpAFP6U4HkYhDIwwqiyL5lHSG5ipc1ezYDDuROsyrYB5Voc7+lPd5v8WVad2042nra6ZR2A8O9jaYNjho+WBie9vrrGRBl9DOlLYx2ENwaqL+mFM9e6gBfiEXEHa0nvsb9Y9vHGXicgd9lBoZ7wu/S2WMnezPwyDxoBvyIUTxYfMjy//p1cXFG0ue13r5+ozevX5EMeq+rq0s165UaDnRd5zZ+EPEiyuHQL4E1J8i6rjWrKznRM5/NpBQqAAAQAElEQVTXJIMydA1UCj2JhCon5ZQB8aG93ThDEoAIvlw0CYYCL3QtL8YEqQ6aLsFFhwcHD2N7tzRGhGKz7UhobbTg8HtFgueKBNAlyZ/LSAJdKJJBV1eMbaHlzVprHzg5tPqwuuXA2sBv/K0ZYIvc8yPe0ilE434KePwEIL/j0q38GbBpywMfqfbs8FpM9qVFNqmt9h+dNsZ59E/laAS2ZccktUyYkz0bDtObDeMD/A2nDYmghqSQx2RgSqWYuqTE20uuatZrpqquldMMdwnAwKfsWA9YY1kOoKKZQAVMQAXClDCoowFSBSgasA9sBFCwOVKswBZL2gUTRqaCiMq+DWaYFAbktfL4Ww6iDRA4EgtbeV2b9Qa8KkkfEj9rIJIOISdZxPw02Ltd+MKHeBFrxzViHA7C4G6NDaYDhniCoTrkEfWF4fWU0eDE2JDEwK0ImHppmdiRHwnM+q+GRNyx9kuugWutSPws2O9DAshj40qRkz5VUp8E2seOjUsWp3TAvMoANy1eGznIYkhUeGX/NdgaWifQuGe0XFNiDkvbfmyFQcxo0HvOvTfXzL3B12JDmxgLnokC532jPYS/CHaK9wxoPTTFZl8VXMsY7H8KofhkhT8KzYtlTxuFAIeFhhijYLzQMS72VhuAPnDDfJCcCxoZduGnr4qvnumRZZGs6/kyUtoyd4PIfQ20JvvYsjJ12JsBCg9BMa2IwfoO0rERv9cV8PVlaKHb+HWwdcTfRvzFPvp2LAZ84iTqu6pxT8WkenR3WRIHqvAPLn4dJxB9WQ896opFsMeq0XQg2NlMQM6V6sBERiIoJTC8DPZDiPP5TC+eP4vkzw8kf5wAet4ngCra+PLoPO88QFKSkgUqnw5ZxxwbyzYWYyPDQNOHybvA6hzzdZfFV8hZxq9oHU2TAwzqP0P10AEPC/QFY9ptsQc13pn7/ctNkAxzWpk3DALTXwMH4xr9f43Pw7bEfyhy+IZDObyvZNCRchDrHe2PNHyYaBqmpz7uK8eaZp6hRzof2+90pvJw75i4Gk2jj5HTlnvDxOyT5K7lJ00fDR5n4B9xBv4UY/J1/qcI5DGIxxnYm4HpznRyg8NX26zkbwmc9QmgN+/e6P27dzo/+6DF9VX5A8mRAPLjpVPipTXxsur3WL/gzkn+1CR+ZvVMNckDfwNoVvFQ5OW3mmUlfnqaOWlmAjGAKB1A6VGRp/G9F00UzpPqOFD6uQhSi8B4fC46pLDM2GUxJG1J3Kw50N8sVlqQ/Lni8HtxeaVL4OLiShf+dTASQtckh26WK/mbMm3TactcxMHTfwybZMlmu1WDw+ifMZdQE70lpZQCC1Tk4+u7nKOxHAONWLvPYF8kAzfgIt15G/gpTr1bsOMwWJ1KK8/PlglrSGT5G0D+1b6bm5WWjHVJwmO92sjj3NqwTcq5lteumtWqWL9cVcgqiRSB+p46Mb9AArIhua6k0GfFp5Uy/QZNVaSlhu0LRuPi9SLQoRUiKXwVe+sz/SJEhQyd16wA60TioOm/xdN4jKbZA94HDcmQxnxgjx17Dq0NfMsceZ6aaG/dAGsSn0DIG7XgFtuWdnHopH8COSjtkZEdmBywmZfB23Bg1LOMes+/+ZiS0LN/EER8jCsSf6z5arGQv/2zurnWarlkj6+Zwi3NWmV/8ydJXJ7i8gSy6ognsaoZEJ8OuF2KNqEwgGwd/XfqPE+Ar8OWa6pln8V0UWWbBkCFvdiLW+Z6SyKWuWftvBatkwj4aGlTBo1xtBtwMHdU+JZhqs7h5nbrid3QF0ZBgvca2RSghPcptqDw00bQdtSHMUYQsoZ1YL94nAPEHmvY9ugEhB0+aG/foL2SI+FX9DiLsmdA8INW6tcxHEEHtnWxYNllsGQHRRd8TxIx8VFHrFuui00PxB3rBWY8CCXWnYrmbtwyRcawUXZ0ua4tLEG5NlgyQsyFuV278B2GUxk2lgEezwiIhY9xP0FbtAN8HMiiLc+wzP3Rz7UA/ApIzK14JrSMMeUkJ4GenD7Rixcv9OOPP+rFyxd6+uRJyGvfT+nIt+nd1dIhOQaIKWG3q5D8nsVxub8Bm/46yGPznurRKP4jCJZcvi6+eJixQN8+8ojLbkfCu82Ce2BnOzU6Lp1aHKFZG8oRxReKhiDA3DlUBgNznzveS+5TH+p28e6oQ5s9/gFmhxGaN8QACoHLqSPvhymPOspoHNyt6lDtZBPvnbfsysTdFv+dJcdG9Hfu8ivcPzZ9nIE/fgYer5k/fg0eI/jkDLQcvla6vl7q4uJCH99/0Lt3b0mQnOlmuVCz3fCO2ypehNnRfoHlXVcJuqqyKl6O67pSPQOM4SvLA6r4qUimceZwmP3WfG88KZ6r5Hc0hfLMS7QGkqFSTpWEX+FXfNrpy0I8TJPI3ajhQLIG/M2XDcmA1XJDEmStFQmQFfx63ZDcarBjHrYddKsNySP/KlgDv+Xw2vGC39GHoq+k+BCHRr6Xic+EhDtaiq9BNXADPpQPfMF2P4AlKaWIQn0tPvbEuYSzTsscbBXj5lC95PC/XK0YO8DYGw5wkQCiTUpZVTUHSABVtVKulb3QylKbeUVOWA3FtAFdBhJAkW0HkwkO1YSfknu6gTE2xDpOrXd0S0Q+eLVtyzmzUcOB0+MpsOkTCcZr1nZTIMZsHnsSJC3QsDca5qHAFl9bbJse+nZhN8ga5tWwZVsy0/QPsQvsTupwMAPPQJnDbODayTHvyGS401mvaMNq37JjDBvWeBnf/HHiZ7G40vJmGd942jLWlgvDK+p2BXeqUmLts2YVUFeaswfqKmn3YZ6Zc/OEqhx7Y6dvuUZaXlg3TppumHd/42y11BJYLddaI2uY/5IMUok7Z/zUkXDyPSSThapzBV9kOYPrChvbZbo2gKK07EtiAg3zb+0Ag0nobDMKgujFti78WBPTSB8S9jOAdW5uMA0U0gYwFPMGSBnn6BXOe8Y0uGXfstliT3kPmm/Yb63XyYANSjfqARTFa9/3ZefICupl8LtyTGZt5+ooeBoMRen2tvV8Q0cCtCEsroF2Dd6w58COm/G06BFSBnu3AYoz5qLtQeACVrHKwZu+EzwfoSz+POZxXj2n6Mw79gD4XSlt2DhY7uidfp8q7TP7EeDa9B6t2fcZSOKDi9bj5QcjDrzihx9Pnpzq5Xcv9Je//KiXL1/qydMnms/ncttEsG6XSLqmuJY6nBhAFC5B6lJSsmWhf5+awfQdteMc94I70efE2NsyB5TR45QehYdE9s44FH4hvxvmnoOW9bhDtWcn9eOQJpT4PGgk2FEe1hGGlLB1NcAgA4/FupG5g3iIDU2Za+q+fMaYosVD7J3ZCGPuDwUfq6eeHhg5btwqS1DfupSo+0gm14d79LUfQKeevgDoKGEA1TflxuPbD4K+FMc9gwq7QQQp9UyPRrtH4nEGHmfgzz0Dw6X/547yMbp/mhnwA6WNJ5CHXB4pfpb5mwI3N9e6IgF09uG93r95q8uLMw6NN/Lf/PE3blJKSsnAC2uSModDQ1VnxaGtrjXjsDbj4Djjp52GGpx5GiZemCmKz/SqwBXvXYhTD6BbpdfhIOVKO6iVZGcDlIen4uM2yPHv8bUcTrckcxpwwyG1Ialj2G44LFsObpoukj8NCYGNv/2DzRZbXESIxkr4TfgNkPwtnwD6tN4AKdksbJNSSiqfou1UcJH1tU0MPXsM3aX2rw0wLHVkzOy5U1IiPs+7wOa3GDgJdLO80bX/GLa/BXV5Kf8NpOvra10vV/I3gpwoIzdAhIwx5rZSZs4NqeeTKiGUP1kppPLHm8sYGMmByG6S0PQlFqXjBdCHSBsBIQO7d1B8sWE0t20nGiBhBzMeMj6wbt9AAhyWfXAuMPBbNWsgdJZtOajal3HLudu+DPAcWn2Ya2xrmsNsw15ozAdssN9Enw17ozUQM6FGTMNlVXhEn1Ey10iua66jrMz1ZF7sdzFvKtVtb+7I0GsytjFn7IMtiZb16karxY0Wi2stWOMbkrkbkn9bxqVuy8p1AWK+U4am/azKms0qzepK81mtihgQlwhKRlHl00uN8OIwfI/YMm8NG8hJoBUxrEg6rlYkfyIJtCpJIGyYRNwwVoKunfShv2w612wt5MxBfNMCHPK6l0d/NO0L0w/l3kFjOTBCHhauDgHd0UIsMWhcUQ5M7KQXTcgi2QmGduFqYGxE0GHlxEEPDXPi5FjD2jT+VduGOTMNtNDel56zlrZio0WCw772ILwyf0XoLt23OdMxHjO3oJtITHeYGg9i04YWQRNQ4hhkYOJq2UchZyzGLdixFsCGloW2H5gICjyUCT8hiUUBpe1g3PtgLgbJMCfGfYOiwpnnAVT4vs2Ot7jda2LJCDT2Hszeo+xH78sMzinJjTrG3XFKs79cZc1PT/T82Qv98MP3JIBe6NnTpzo9OVE9m7E2SW5WfHegHpImcu0+O+Od7Bblnm8Jv15AaC1jK9MF8/Ue8cBAqT1vRg+BLxndQ/zebfMFY/3cID/X/iDY7R4/XAt7wi9kpuvzlUF+IoJd1DvqE03uUH/Bet3h6VD8OZGV2Sp1+DFpCGaoPuWx17PAPcXl11PcY2EGR4/4cQYeZ+BPPgO3Lv8/ebyP4f0TzIA3pcFD9UHNB47ry2udnX3Q+/fv9BF8fn4Wh8aGw4cTC375zrwbFEjKvJhWOavmhdfJnwockLISiSHTuaqUONxldEglZWBXspKUBhDaJGkHPuO3wYuPrTM4KeeqhyzlJGEzfQVoycgkZBkIXUv0PFC3baeWZM8WaEn2tBzgIxkEb5npDbICThp0ija089lXylL4pHbcE17+TIMY7HpstaHzC7WJEcMk4EEl4W0f3KwjOB++3f3gPzEvmfVJyTEzfpIC/jWoxc1STvj41+AuLy51STJocXUj/2qYD+reD1vPDXMmJQrt8SXm3JAsM28c4xefrNxhB+Xi95R4UcFHkaJHUeiWc6yhAzeA6W1goqQZjbDVdH6Yfwxk8KGyJSnTOiHD4bkxXjckeQAOy8Fbhk3T8y12LYfRFj/0hnf6oECMIzBN54HoiIIlA3E/btuEP/dh2JIIWkfSqWW/tOgG37QqPnr/hZnWtxWZ+fQMeb2Ua2JipkqhIQQ1Qtcj9NKeb5URtMTbtBttSCAsSf4sbhZakPTxr3z5j7tvmRfvE3lu2TOdMZBom9nPcS3PKlUkWyoOu6kiKhxT+n56RD+mWnBLgrTZNtps6NffqAtYaeWEInvtxgmoqys56Xh1dSnvvcX1Qkvka+JsHVM/JTUd1Rys53WteU0yjBjqXCkO3OgoTEMWlbvXbr3M4oRiaoQpD00ZVSNxREgP0QWjD1yqwXDAowfiuC2zD1s45sBUTkwM8rKXW7XeO0DDfTaAhNk6YMWeXvb7bItdQxMnX9yXIRxSDQXZ6Jwpgh77hh6sCqZf1o7A8VkkYh8UoK1F0aaDMoA82XEduS030/jV8DJnjwAAEABJREFUNOKxH0OYEAN+vC/CMfKgrQuwPohdRT/ZgYJDGBnMoMq0BzltN6VRut2kjRynBCp2ocaTMchlBIxwsLPb8ZYNUObDMdbEOc/sy3kl70nv1Zyk5Er9hzEj0pxkzxMSP/5fwV6+eKEXL55HEiizn1NyNJ1aX4M2TkmU3sGnkOf/uI0j3td4ByNxdyCX2zaW9hBKV4YyG55O7wBunb3RHYg+UqhKHeS0mgwQ06kG+rYE4ReUEncf+We0H9o9pMkd49NU/q3G84B4JqH7qryvxcT0PrNvqruzz1BE9cD+Hmj7xVP/qYaT/rnGI+iJaL/1Phe2/5DVbpzVP+T4Hgf1OANfNwO7K+Tr/Dy2fpyBbzQDu6fWlsNbywHshp/OX1yd6d2bt3pHAujswwddXV5wiFty8OC1ghdV9eDXnMzLTibJk3khrqpKucpy0kfIhSwHJCVejHNKkuWgXc/ig4CalryQJ8CPkCxB7SAFV3jxSYBtjHvwrybZcZvUQYu+csIm4y9VSgbokJGk6EgO2abDcwsE7sRhvlP8ytdmqy2H+i1JoXjpDXv8YTu0E3SnxFFHPfR0gg+A7zFmbhbQ6fCDBLsihS7EZ9dDSyeCup5JKSmxDikl/BEPcv8tIyd5nOy55gB+xUH86vpal+Drq4Wub27kv5e0XK040DfMA4cUlt+//qVhIPiUcvxLzKvpohMfjrgtSJ4v4wKFS8EUGqPWBxkwh18fEp1kMRZycepAQ03QzLDlh9Bg17BODfu3wcfayZ5IBG21Xm/KwRl5Yzm4xdY+cBpd2H8ERFVigrCS/sTCD/G4TUMfLQf0Fl+GJugtfTTsm0a2KUC8tJXBfuzyKLh3A8q+85yTMvNpLOgCKp/epjDSAVvEdke/jnVNAmHFNX2zcKLlWmvozWatjkSNiCuVFpBu1IW/qkqqqkozEi+zWeaAW6muWGfkBKb4pKhjlmJ+uH84YbhareNesViyf26uI7njBM/C//Ne/00zJ5Q/fvyoD+/fy/eX84sz7jGXWhCjE9Cev5yz6swBu55pHtAngpBbZ3CwHr9BfAK3EFEgKGqpKOxGpBAU2wWELzEkxoY2bNCL/aQyMmr25lBbbsC26IOgikY9BuHcvkAOEYH7mNoUuo0kivcMwL5s4Mt+WnOv3RQgief7cuuk5bD3ejrijHjwBy59QrtHIydDHIR5gOFSlxLiqBxbkZUx0ZBiSa822QMK+nG/MSvEa1rstdKWPR+W2IG9jpa36G2P6N5SVoF4sIq+w42rKaBkPVwXONRZOsgGuvhUBW8AhX/wtFjmOZzKbtE2Quj9F9/Sq2vVJCfjW0CTCW65tlrizFy/s/lMz5480fPnT/Xiu+d6TgLo5HTONZaVsrDsAMcspZRUPgMunEZ2JGjT63qUd0a95BDlQ8HDeNZPrLufKYqHyrDO4F04RUUMg+ize/MUGI5GhbcMjFdUMbKkUMfqO53tvAwOwJRjTsSQNHxSYnRhCB6Egc1bYRyCvrodw21Jb/olaHA24H5k/Ta/5ZFlLDKWrmwgE0W0V4/+9qTfhPEsHXfkK+a4pkgd6ySwCVn0twRFvFff3fue2QOYYS7d6xSGpvmuRRgM+rUa2UPCTrmHyODOgu+Nvt0weoffEv2pg/uWA3309TgDD56Bx6viwVP1aPi7zMDkgdLyMr/arHTDoe3i7Ewf3r0LOL+40NX1VRwct9iQPlD2SyDgVx2/D1W8xfqA6BfhqspKKQECjM1nZWSZFzhMJeUoztFECLDKSSn0Fdh0ASnJn6wwgjRvsKRghFGG14PwicS8aJ9zhc+snGsAP/TTIS8Arx5I8HSAEz7NpiXxseVg38l81/kx7NHvQHwQU7s4FoPpAcwPoHjfsr2B7nULRgsd+Qx+BnzExCKc+0UdZE7RB1UGEmCBx9JxYN9y6FxtNlouV4oDOsmfKx/SLy51dg5cnOvi8lrXyBfLpWzb0KZt7D1LnKg8tz4IBfY8x1wmdIJKAJj5HvTZ3wKDrwFWBL39SOKQ0folJ/w35fAbB17TE2AP+kDckHhxcmNJXP72iBMH5ddmODxzQG4A72nhs8W336Hohf5cE1NBUfcRBO3qkLdMrE0LDLjFbwO0zEUTMW2JuYkkUPDWsREppblrO56CZYfQ65ke9ipxwlOwoqZA3FHcE+tixGA99oZEz3qz1A3JmIUTejes4XqlreeV9feJzf14TKbtOHEd5iqT/AFmHG6rmoNqpWy5QcSUqGIvgdlMLQnSLQmlDf0t10v2E0BScbFYyv0WuI77yCX3k7OPZ/pI8ufjh/f6QCLo7MNHXbLfluyzNXtRrF3OWTUH6/m87v9mCrHEYRucRTw9qP8gE+M2irxHPw+WBcCHHPOwwf8UjxsDH8WeBqyhpkDbFr0BkoINPMRYwqdlhSBIijseLewdD71fr1NLMrHx385hTzemDfANyR/zbeA196INYLwmrC3QAEMM+KSPqO3bMcBHcf+Ox4Nk3DF5KEIEHopVhd75dLQjILb/iJk973UqNFJfY9EnRuGkx4GiQjpgSDqnOKIezBU5dRkX42gBX0+Gct03zIGhzEPDnPk+0JDoHMD8msSv7wtTaFYbNSQoS8z9N5bozEmfvnc4yjhf0H2xfrDzPBlq7mV1zX4MqGK/+jmYrHQ7LkejjF01r+U/CP38pRNAL3T69Klm8znXVq2U7F1SUtxhxMcpob45nEuyWr2lBYrpLtQ9dWkxhHTLcLIkx3RMP2tBV72d47plZ8F+sIpgdfyTBvFIDIJ7cBmGxgmAp0SDzHMoiE9WQ4tPGtJNAhSfaEWVUrAMLck0ohAM2A2GpQzFtBqNemE/nz2nO9dnMHggLt2UetckBVm6pPaistPagFBNqmlbFjVse/VUhaia8BX87UJfE2ExL7XnaqJ6MBkeXRluXQC973u9RcN7Ldjtn9AX9dCbsdfPuGhK3foZeyvGojscv+9z7eQe2tLuIZH23n4nNIxwwL9Tt4/dPM7AP8AMPF41/wCL+I82BD/fWw5cPkAvFpe6OPugjx8/6P2Htzo7+6gbkj9+8e4w9AbmDCjxPuE0iPiklJRS4gUmK1eVqlQpA1JSzgUgJGUg9QBqoQN43PZPOl43UAzF9gNga7ENeuhoQ+HllEclBOFhYbtdm6Ssln6ts/0WgkKH2CXsDOhFnB2JHz9/Gx9mm7Z8A4gH+BboOpXzMTYS7RibgA4wLqCDTzrg72K7iWJKT8RHydv+3TogqqFRIkogZ6UETmUsWwbrbzn5oLRcrnVNcuDyakHC5wq41PnZRcDV1ZUur2605DC/4fC03W61ZTIpEvOWSfrkVMtY0AillCUlyQgb05n+ax+UMgcmaHaLQMVEfGINt6xnA4CdpOiTQZz45D1oaJAHTA94JA08jvjmD22st23LYre85PIuVTqgPiwO8VC24wlqx+xRxW9LrI63C9yMffdy/2pM6bzMxZ6HfebunvbtjnNtzGPoOJg7DidSViTHlosFa7fQCuzD8JZEjX/dpPW8pI4mPUDnKqsm4TOrZ6pmHE5nNbhWrpLkdUySl1XxcTsx7q3sc7NpVL79syLhtJT/yPQNSaflain3u1ytSCKvwmaJ/Pr6WteXl7okyej7zNn5R+43H3R+fsY96ExXJCEXi2t5HD7k0xG9epYMkC4j2Wr3P81Z2EOPhiVwkwGGdfdZ3zLzBtPHYXCGln3FyCFKKe0GvfEgJ66xc8sNTjw0DKeJZGEbe2bN/l6zzTfITW/hodnrLetZABmJINu3ozy+kkcb+wUcF6j0vqsdn0FR7eSmfA0a7wF2lCIaCbM4j3ha+uwAY+Ia9jlqW+1D17ODso0wfP3LFAFUOYutVyCssWUsLX5j7Iy3MTgpRsLH+2Ga7Gl8LyBp5n3m+4CfZWsSkcegwc5Q7g2Ohb6iz1IRiqMC0LE5StLHNgbbGKODzBiXb6lV8S21moSlZb5UPG2tr7EARorw5ORUL5690PMXL/Ts2VPNT09JAs2UaafsFopPRx1JfOag69snZLuCBfdv9bpRbqOdm3HnidGETeiiClZYtEDP3EIeaRGa6mK9C0//QSRqA+gwFousMpg+AKbjQFJY91SoT9Ueh+FTdoMeW4q5mOqeNn8chjEeahlQAnY3wjCwuzzKcsjurO4YpFsZ7mw3VcSlH9VUeoS+7dHdG44YT0R3jX9iMpK3+xhVPbHf36ft+2a3EdeEr10d229Yf4VnWu9KuS5KvZP2lAdjMBubycQOrDLsJMeoXK5KAh5sGZp43eQ6wz6ELc9WTa7QEKJ0oSHF1J8DprEdRlQdCh75xxn4p5uBP9Xl+k8y+4/D/OQM+CVCHMwaDmRX8k/jP/CT+Xfv3umCw9jyZhEHk44Tf7z28PJjLB7ATgL5+Vch84tvXVXKVaXE210GFC9ESdYFnyuJx14bcsgoKWo//PykoxsZD1C0FqVe1PGABDDsSNZ0vAhDEg1uWiB80ypnyf3xHrPFzn/LZ9vQDoDFMCuTjEgJO+VI8DQ8fX2QdWJkSxJoCx9xoVdnuyQlQKn0p8NP0Qn9DvSAD0He4fEBjUeTRL8pJQ3znaGTysfzxFQxd5Jp9yjrUxlXp4Su04Yxr/hJ+Y0TQhzSL84v9fHsnITgud69Pwt8jszfFFqQGPL/FndDAsb2w6HftMF/Y2hxs9aSxNESGx/mywFtE3vKf5A5vv3AAa5pVoqDHHYNUGyRmV6Dw2ajFhxtfCD0H3SGb0xzMGzB7d4BtVNsmlJ5FZkMr7vHDHm0+KUvNlLRcgjsG8Jb3gMbo2XN/DLqfhv2VeO+faAP3DKf2FJ27XFxpNjkiPiTojKKdnSfHZOBuViv11px7V6TRFkuSeCRiNkwj1vmqExKh38DqN8kKSXNZjWH0jkwg57JSbvMdYQKQ3rMGINgmNWOF9aOtWzkb/+s6HNJ0smJH/8KmPuNJJTXkATQikTj2npgcb3QJQmgi/NznX38qHPuOf6VMMPHszPuPR+1IPm4XC4igdRw+C9xl56ZXMbNzDFe00UHT1QuAVH1Mpo57AFKG7ca9MbC5w6sHWHoB2wfbp/xbyg2bmcfQNiA6TN07Afbe58YvM8LrBjbkvnjemAftyQnWvbPsIfd1n0VwB9+LWtJ2LesYwvf2jdxmLZuD9BHv8TRYjPo7C8Ginwovl2aDp0JAwylb4YH/Lmflv7JUOGaZwcyxY3FZsTodkCmg2jL3im0a89RSLHoi9sT2xa8ZSyGuJ5Z78Dey0ATCZ0194glc7Y6AGTsqV3CZ6L33mPfr3uwn4Z92ozzXZJxLX3HCIhDhj68fbQbn5iw+BZjneIaqefzwL5WxL1U8Sn2ccmkrJOTuZ6+fK7vgCfPnukUvp7PSHxlpZRoAVA67isdP3VwohaEvL9OM+SR4l76n6Uc0X5a5PaHVkXmmnVH2bFGIMkB9eEEv1cNCgYxlQfryjAoBroMyj0VzY4q/AKi9WkAABAASURBVO26tLgtf5BkbDwSdzbbReJYC3gtdw2QjUb4gxX7fqeHGvXQYylzqmFOxzb4GG3uIY76vMf+mIo97mtZce2WdctKctG9nzzRTumJ+IFkaV1pHP7QzuMzDHzgYl3E7MZChGaoisXAfQE+8Mnd7R4nE2PuBbcMezXTrJjn0SAz3MNI2Q8Y2i6Ad7D49lAEgKNSRg/7hH0NsK/5ltw0avc29U14U/aRfpyBP8sM/KniOLxu/lTBPQbzzzYD/W2bh82Wn94v/atfF2flDz9/8E/iP8o/pffBLvNCmgxJ8X4Q76qSjBGBkypecA0ZYVZIJdMAhKQKSEcAkSwfXoc6elIAT0qU1mVwKTwn47Wp5cWFV3e1ZH9arAe5rXI8kEt/HuWWQ1UkdrZbfuqOf953EvEmDicp2S7jR/y0hQTIBhv/+hcJoIZMEd3wzpvogThoI2V145gS3d0FqH7nkpSUM1BlcFbKQCJeiTnzuFvG2QoKCdboMJLCjjEyL1vGvWI/3NystLi+0RnJng8fPurdu/fAB715804fSAR99DeE0PkPSF9dLWS4uLiSE0OXF5dykujy/DqSiteXC91w4L8hqeSEon8laIn/9eqG5BCHNZID6wDzSy1IXPjvwSxJXiwWyIA1SYw1hzn/9L5hPdvxEMoKx+J38p4wyIvGCEtBXwjqDOyXnbZljgyDHg0FoScvhLda02/LbLbGHCBb4mqGb2nAy3I7sB88uL0B8jPL3a2mmpa+WpIInqcVc+tf/Voz5xvmbbvZsL+3hNSJS6bvP8lrX1W1qtlMJ6cnmj851enT00LDVySEEvvJduo764fT+8AfVMucd6zJlmvMiVNjr9OGRMVwqN9uG23hfU8xrIjrZrHQ9dUlCZ8LnZ19IBn0PsDfQjw//8i+utCyX/uWtk48MAj3yLo4knYIK3DJ11kGMP/BY5aZGxpF6YdR2k9tMOZSiKHaMOzQj/2FD5wFtsUA9DXKBn2P3R5dy35o2Rtl/65J+iwjidFE4nMFvwHWdLUB/Obf4XwASHwQcOhincNfA98BfV+9je32wDEMJnYVdkHcrhg0d4/YF4H3LHCCr3YK9mVxj40CaJdzxVzipTau8Qkg3xUawjj5E/PD+jZO9gBrkjTrSPqs5Gt/6QQO+2C55n5AUnAZYHqA69gn+/KV3G7JPjOEHxJFS/sJWPRt6MP+6a/0z7wSCxNLdC37ykD4cHkCkOiQs2lq33fBFIuPQj2vSAL5+noi/29gz54/1+npqWquveyGiVUjweLkT6eDD7rM/T2B9zW3LPfV34JjvbnN4Ym9FjXVl5RMIwPjgKIOxiRQ9gLEZ5cvb3l3V5/ymVnvu1sfaKbOPJcH6t+PHQLxHeR4r8OK3L+rBqtjPu7THdjb1DAVDyFOZVOa+aMg2R+D3bipAeX95UFGg4uHGhMBpbRym5Yfjhj3M2kS5WASOCqEFN9TufpNAaVshxvpiIv88+u+889veKvFEPJ9Hv30Kg0H68L9/vVjj48z8OeZgcer4c+zFo+RxAxs4yHVcJi4XlzF3+N4++6tzjmI+dczNrwQdzxtc/8in1ISJVqqvBEKiRIvQylBpUopsc2hxatxCsuet42QYJPRKSMPqLCCtgyqtQ24sNijSkCmyvjNOSmbNxafBOM2Rigy0CJufRjlJX69Wst/v8bfRvE3VVY+WHBQ3zKujkOrH7zDQXXNIdmw8UG115dhEgd947YvJEug/GjfwTFZmSXbYP73Lw6TuUgpKSXD0CURuAzQi7EIu8yaiAlvleSEmudjvW50Q5Lm6uqag/k5e+OM5OAHvSUR9P7dBzkp5L/lch6JoAudn1/ENzrOwKb9zY7AFxckhS455F+Dr+S/J7S6udGKA9yKw9jGCYrVUitwyEkIrAwkgZw0csJoiZ0PbU5srFm/tl2TB2jktRNraCh0q/FdCVKsYT9UkDcI6EhpaWRzq1r8BZjp4TB5sOeJPlr2WhPQcIgHuJ7Mt+h2MTD5vb8R4Wjod5R9IZG9UemvIQEU8+U5Zk6dBCpJmFZxsOSAKdvST2aPVFzbMw6gPoiePnmiJ8+e6tmzZ3oCfXJyUg6nHOCVEy3YH9RMl4spZfZMQldVlSoSSTMSRv4mYOGzcsphV1pDQlTuF0i0E9moLXPnw/6CvXZxca6PJKDfcR969/at3oM/vH+ri7MzkkGXWpIU9Lc4WpIEbAJlInEPTi0YZ6oR6E7WWwYNwh6CMqVtE8D8xXqB7dey4quNdtGGaiez3IBD+rH9AC17YICG+1DLurSB1+wRw4bw19AbktLey/7VsI7uvSMKOAa6U86dOyg6YqMhNDLT7tfYTcJqUiH3HmyxGaDEZxvaGxncCbggagrspOB89EW7oHfYfYjrRrGvkNPe92FDnSvirwHjLIjwi8fACl9EB26YM1/f3sMNibF1JGUWJMqWJQnkpA3JYN8LvMfjW2bmDb5HcN9Ymg5YslcKrNEZlk4EoXNSecE+8q+12ocTQ9Y39BffDCKOsnZtrLsDzZPkoMc1KlB6P8Q35bhOrDPPZYFmv/hvpflbP762njwlCfTiWZ8AqpV8LaTEDLIHaBbXqnEPCTwUZnEg78W37W5LpuO41xl7aKfvduSEIvzCTYMtkv36Xv2RGKet2TgUORxjg9UDlgf0CRe2vwvsh914lzrk+djihiZFnaMudJBfVBUvX9S0b2QPA/QiLjf2VwySNfQ1y/130O0wuh3zQIp7/X2W7nPQExRl4O7GY5tiHfeZsJ6u0D2x3rlO4eSgKn1YGN3ushgW7cGo6pv0CJuewgEFnm3KfY06aA3x2CxuEuID0xt7fDbfUhlQ7pp6w4egVFVB8nYfyD8O9wP44wJ47PlxBv70M8CV/qeP8THAf4oZ6G/YPMn80GlWKy14eT57/17v3r3hwH+mxdUFh/QbXhi2ylVW4gU1IHmCeOj2B0mzGVFGH8BDLhkSwng6JepsiXAiQQnbwNDWFF63PxmRATv3LWXlhCAlIQKgKQLQGEmh4LnJi81ms9WKl/olCYYFB2LjFQmE+CbCtlXLGBpws91yENtqs2m0Bsx7XoaXcLk/0WeA+s/AD7gX34GYsTs0XyM+6JtOOo4QYlwR+8BHFzDGbmLMWBJzmZi1lJJSzkopScio7IXkYKf1ekMiaEly50ofSPa8f/9Br9+80+tXb/Xbqzf69bff9Nuvv+rXX37Tzz//ql9+/Q36FbLXev3bK71+/UZvgFevXuvV69d6Q5u38O/evdPZ+48658B/eXmh64BL3Vxd6frKCaNLEkaXyA0XcjLohqSQE3r+1TEWT1lSXSdl9lPO7IAAhRwSeVbPQY8kRL//oaal9QvxIMCk5aULNEjuxC0vbAJa2rd7GA84oGZDRrntwyHelj5Y4uaGaEDfDfvbSbVIqPngy7W9IbHZofO+ECtLSJgneVIyB/TZfK4TEj5O/jx9+lxPnnIwfVr+Rsn8ZKZcVcWeuvUYwWOJua+U66zKUNWqZxV0rSpXZU+NxmJ7JWXaVFVWlcSnU8f15wP44voqEj3vuQ+9efOGZOMbvX/7Rh/YK/FtIJKJTgA5MdBySBfrk/GQqQw1lSGzAwIsR+8CibQFNILX7Bbg034NJQHTt8EB7lXjDDJ8QFI8mxPwPBNbG8meDfeVDfmaFXgNLIENfJE3JL5iHIG39NyEv6FfxyASDwgpXQ/0xRqEjhYRP2ta7NBZZiAOc2EHHXaBQ4IvigeyQzExvWgyPgwoZQ9T46M1NIUOv+4PGylJQGaWcp6pngP1XHMSI5EgYQIH/y1JeCd6/He7vJ5OwpTEzo2WJIfX/PBhzb3b9x/bNST8GpJozfAtKieBt8xlt9EWaEnat8M8gplkBsp8OlYD6xHt6dfJuIb72pprxUkf97PDS+55rBf61n16Ld0e0Php5TWiA/ayoNltjC32Hns7Q2fj3r6sg2Lv1/VMs5NTPeUae/78RSRa69mca6UOfaf+k5KYSh3/oDuuQDrVQQ8TjuZrS2w777WvdfSl7ZlISt8aimd3z/SIwVIKk6VYmcKNNc2CHnAwVPAUL2kBRBMCTyEo1dhHYffqVLj7TIrFQ+r7vfD6JsNDPO3bjLtsX/xJ7v547m3+hU3vbxYrdm+331R52N0hP+0s7he9AYgy1fZ02Syh88UVxGRt4Cm97W20Nzd7zG3bL5LY5yGEo11UQbEJA7uCDpPH6nEGHmdgbwZ8Ke0JHpnHGfj9Z8B3aXoFxZGDn7Su/LX6hQ/ehksSPxxUOJR1JBKwjJef2LzwIQP7Z5X9D6Yx4UGGP58DjBRvrsjAiRfhwtuDZeJjukDYRzXoejXOOh6KAbx0GvuFjGMHBqWYbnnQtrzwb4h3w4Fgs1lrtVprebPUgoTBgp/4Xl/fyN+EcPJgw0HBiR5/K8I/mTdsOFgYGnRb/Gx5sWzpm0LPpS8xlq4H9Z8O/BDA7PcrBOQ1Yok47wcTfUOJ8FU+SSklyQWcWOEBBN2h6MRsMwHr9VbXiyUJoGudfTwnQfhBb9++1SsO6K9I8Pz2yyv98suvAU4Cmf8VuXVO+rz+DVuSPq9IGL365TVJodd68+atPrx5r49nH3R5fhGJnsXlpRbX17pyAujiSpcX8NBXJCKvwdfXl6zpQhsOhQ1r1LLuhKqcSTiQeKhzBZ2Uib2ARwLkApp+vN9GaOMMa3dTkyltU38DYCrL+C18S7+FsqOWOTM2mMa7SXazvXTg3naKwperu2Awtn6gGddA9n22PuRycF2S8Nz0iZ+WvSx2cZUzh8xKKeUyRyR1KuZufnqi0ydP9fzFcz3lQPr8OQmgZ890guzk5ETV7FTz2Uz1jANqVSsz1/I1bVBSyll1lTVDP5vjy/444J4Cbj8/mWtW16qwwVSZWByPSNB6n4qN6kRs22215bC99vVLAmBBEtB/IPr87Kz8j2Hv2C/v38n/a9gViSDrl8ub+JswPqjHJMfslvVwX+JjnEMOEwX9BBed18aAIjaCaQM8bT3rBdwWICkz5YVN9E/8rcFJBu5Jvrc4tsaJBO4xjcFJB7DXqg3MXZg2iqNcR4dTgLVvQx9X2+PSn2McwLY78L6LuIb57nHb42JJWw/ETGCqKMmSHdAnhS7ZvxAtY2uJuWXftcHvTDMTntkbdSR95nLCoyYJZMi5xpAZjzYta9eQbFlrveR+TcLH67lcXpMAugGciLkhYbYCNgUmSZ+Oe31HMqiLWLYy7rpGBeC7jr76uYw4O3JCAHE3Xh+grAe+uac4CeQkVMEr4loCG2LcMO410AaUOcU1JTNXIBmXcWfV7PX5nOsFnFOl+LDHG/a7lzFh7GvllATr8xcv9cTXmq8z5itn2zP3FKWkxDymZA9RmfgiKGFmFfxFLhx6aciWiS0E93VR4cDlICim5yDOXS/uOuYfguLWwZZrx+woNdPD0MFENyF3A+vNbwsGhRybtItH46fIhp4OBjBtxz+gAAAQAElEQVRa3U+Mre8367XTIfSiCWrjbjIRPJz0JXPE+vOiO+LgQHR//AfGd7G3nAyCAd/V8NvIh14G3G/G0Tm3uRAVvSfWMKiL1Ny3nlv7fITHGXicgT/XDDxe53+u9fgnjKZ/6ATaxgvtZtXIfyfkisO3D9mLyyutOFhtOUx2fmnlbS8NO5cXWd6wb89b+ItnnTDv9X4pMpTGu0cfBwAs3MQPyICeV/9y1eKkjZd2x1ig4YDY0H/bwxbcAU7YOKGz4sB7Q9LnanEt/12acxIHZ/HtkksSQdccKG7kw6UPXg2Hhw0HsSUv/ivwGrCPLYdl+wxQGUrnmDyMACreyC3r0O8K8h1zixpsjQ23DL6RoPO8MSeeu46166CH/lIqMSYWM6WEJeNDiQmvvG7ZgYtMsq3XLcdyM/XacGBaO7mwXMl/+Pnq8lrn51c6Oz/XRxJDHz+e6cMHw0edffhIcudcZx8vdH52rrOzC31E5sO77c4/nOvs/ExXTvKw3/zff9+QqFuRsFuBy0FwoQVreXN1rRtj5OUbQEttfXBm43AOl1/KfbSZ4ngB5/AUWIcf77ydbORMDLBTQ1kIokQfrnrHQSJ3aZk9AxcVBSr2rzHtiRU1clsy6UYAGuq+lOlWuD5KW9jbHkPRR8ce35Rfp2OdtqyX/76XFzsRbKrw4XmhfU5ZFYmd2fxU/sbP02cvFMkfkkBPn5EMevJE86eAD6fY1LN5HG4zh9qML/WQq6xUVapntU5OZjqJvyH0RE+N8XGKbI6u4oCbUlJMArF2wECzy5Cz/zxnJPc2mw1JgRstWPtz9k/snXdv9PbNb/rw7jUJobe6QH7F9e29suY6bkiy2F9mogu0yh6nwRPd9+c/lE1n5QszYaudXfC0w3bqI+zZbB5yNEQv/w9VBhIKLX23JCOa2JcbNSQqGmRNsyyJC+SF3xKioaEn/6iUvvArFmiMFQ0h90F1kIYYAHRLrF3giIN2GuyhHXPhbY8ZslDDUoK09Bi4f5wXVTAmy/6lxi0xM+42Ei72RhzwtsruByIzQQVqtketOs+UnQjJNdqEDwptGp4tno81c+S1C2C/xq9ogYOPNWUumTvPbctNKID57ohBQIuvFh6vjM3zSkx9LAmJuAdaF2CaBFHL/mq5//sZ0JBsbPgBSPTnb8u5b559a34gYllDUspxNtz7oh/3RZ/hjxG5eKoyE5chavZ4Sf7MZDqSpR4209U1jg1LDOezEz3l2vru5Xd6QqJ1TuK0rmfMWebOSwP8pZSgM10k4HNL34bmlM9tTO/7TWL9Q+QxBHFH1fd7h3YQJ0Ym9zIGl4pq5AursFP5MIfDvJd4WpIcFhqKyafrqa3pAYaW5geasVKGPgfpHr4Vr7XTsfQGPbL2GOyrq2KyLywy9vQ0wl64jybtbDvAvpE5a+4dnY2+EibBfKWnoXmJeuDAtwTI9sq3j2HPfTAOwhDMXlX2KqJeHXxPq79Xof36Mvr8elePHh5n4HEGvv0M/B53om8f9aPHf5wZ4CHh99fx1YkX2jUvwDe8/Prg7cP28uZGPoD55VrODgB+d3bipYMeZOOkcGjzgyz00PHONPyPWRiVthCU0ryVZbzPq4PYbjtwATS84vhFvlWLwdbAC/vW38wh1m3AVtt4+bcdNDrH61/1uiH26+uFrq4udU5y4YID4gW0vwm0ZIw+cDT4aDiArHj5X63W8StiKw7KG2RbJ4AcZwAxgV06XkQ7iAJ+wbsPMDxS3HYQT+lB9m0wnpnkjnmN9QB7bcI3IScOH5wrxHDkD6bMt+e6U+u1M4SLxKtJNFDKvJAaVAm1tqzXZrMlobaWE26LxVLX/iPQlwvwNbDQFWuwQLZYOIlzQyIHuL4pOg71V/5GD/gGOycb428Bcejfeg04FG5Yj+1qow2HwNVqGcmA1XJBYuNG5v2/hDXYN+wDTttqy6ZWZjQel2+0GSLHQBkH9Fh8DcCAqCclQzs5Yoh28JSMV6sgx8I0QhepD7wwWCnAdEscjukQCNQF8HxjeSsIZLeK+zH0ihba7QKoKDiUwYfUlgPzhr1d/uhzIy4uGnYcLpNyYjQpKTGAalZrNp/p5PRUT06fyEmfJ6dPdXp6ovnJqWoDB9U4nM7mqoE8m6mac7ivgJQkQhG+Mgffqqqwwd/JDB9z4AS/J5rH4bbWrMrCRIqvDTJD7M2W65sAJW8sdlxmQ3aWM4b1ZsX+utYVidzzsw969+G94m8CvX1LovG9zj9+1JW/NUZysOHa9rjFtc3Us1MVkDV8WjnxYwiJ9wuG1u+gRbUP3k/+5hdDROdifcGMgLgbtezBAPZuS/+tMXu4Ye827ON1jxvG1CJvSRS1tKEhjoo/x1DmEh4m+iQ+OuhtnCzqYIFRXuiIEZkxxhTLB3CUBaI/j9uAPc6w7Qt9mioomdwH2rSsUQu2H+OA8OO+RPiJrZCBSt4POYMz+wSN+uvJbXzvNaz7ufH8LJkjQ8OzKBIzJGhaJ2t6KLGyl/v+knGmT5JnObDppAo6SYqtmYjFQP+IZR8dY+hI5mxZiy19GjY8A+LbcvwAwfeWpe83JJvj20DsqwF7Pde0a4CWdY691sdBF/inP4KpSXhNk0C1Ezts/ORfVQXX1UxzrrFnJFq///F7fffDD3r5/Xd69uI51+KJcp0jfhxyRbjuYRhYz5Y+B+Y+7Ib36R+gY1t6qINltx/ZIP48nCfmUzrEzGXgXeUQzHkLGkc8CCle2hDtqlsOdyoaRpuJpDiYStnTwTJSSH3GeO/rea/LY8w9jSOcvs2ULqJecrR9r7PhQBobLJtAyziPiLE46hj536FMu5rSk66mMQ70gCdmX0ze0e2D/bXssWI8RNWFZNy7Vg4q038wfM14v6btHzzsx+4fZ+B3nYHHa+V3ne7HzvZnYHgs+TBhDU8gDiINh8Ulh+vl6ib+x5Q1h5Qth5iOg1jHE8sv7S12HbQPk/E+RPN4rYwDW0dCplVL8sSJGuPRFn3DIW/LS/dm02g1wHKtG164b25WJBKWuiJRcEVCwN/cMZxfXOj8/LyHM300zU/8LbuEvuTgN4UL7Ac4vzgj+XOmq8sLDo9XHCIX0UeMi6TBlrE52bNh3D58bJA1JJFaxisGlXKWgUoJXgbGOy1dCK0YwFrTU2x6H7oJO6Un4q8ii8+OZYJi7jtD7zEl4qMocOJVT7yU2BYD25UmtFXopCxxgDIkDnMwKJLPf/IBbrVumNcVyZ2lrp3cIZlzRdLHsLgi2WMZyaEFh6kb4Jo1vva3zFjnqyEBhMy/qrfhMGZoWAuvx5bDv/mND2A3SzlBWf6460L++zZr1s6HuNYHRfamGEkB3fowCmQJOF6Kvuh87BiBfWC6aG7XqJVdoSrYngwIfGkRU2vg0NlyYIzrCNWuMOFmsDW6DfZlONQcNrAfZFyfLddZB7SeH+9prsmO/gkDJ0nxLzEq4p5xUH1CkufJk1OdPH1CsuYJB9NT1TMfQmfKrHlAVZPEmWs2n2t+Mkc/V0XyKNeVlJLKh/4hUpVVVbVqYHYy09wJpgDa0V+VKlXq2/h6i53mth39SVWVaJuhsyp8J2LvGMeW8ZS/EXStS6719+/e6fWb3/Tm1W96/esvevX6ld69eSP/raCLs4+6Jul7w95q1ku16zVboyW6VpnaMKOaeQ56ANGnVGcF3kvAMK9i/QZouT+27Rp2w3VgWIN7YB83TmL0SYI2kj0N1wzJC/ZpGwAdC+KYOiICnMhARvcRIwEjt74Hx4B+J6dNzxcL6rCxnKZRkI3YtCEE0cfQl/FOyvgLU2o3wS+FMZjZBm5Zl+je62dxTrLTzNpmJrPOtYZv/uRcha/BR8P8rSP5s477x5pnge/DvqbXXP9b9Fvmbxtz52dVp7g301dm/oY54E6klKXKkMR+kSKMJNURR1JGkLN2H4LwmjT037Av1gYnfIBI/CxvtOKeFYkg7jtL+EgAjd8I8jqzng0xjXMg+jFk1ezxmutizrVS6BmyKiBzTYTM1wPX3YsXL/T9Dz/q+x+dAPpeL16+JAH0BF+VUuqD5hrpGLfik6KWel3PfXvkBT3mteytUh/TF1lKBd+qD8I+YDG/LUF4Z9mP0pz3yp3mRWGzQkVt1mBmaB38pwbpBj3sRT0yd01C3+gBaHT1ANvPM4kRxuVbKI07bM/PkTn4+8U09Nz3YGQYxF+NvR7f1OHdEXlSgZZn72DEbQcSYcy6Sv07hUPHv1/5RxzT7zd7jz39g8/A4+Xx+y3wY097M+CHz0TghxNvPC1Ppg0vwUsngHjhXfsAw0t4S5KkQxcJBLDtgiZR4AyBH6eSX8EFyysqL6pb7Jptf0DADpFaXpK3/sYI/W02W21WG60MvICvl6s42Mf/0OVkAcmBSxIDu0TOZfyakH9VyImf8/OzSAidXZ7rwt/s4SBYbK90QbLnErCtYdBfkihacBD0C71f9iO5QCxOYJhec7D03wTa9nEzJA4UWZmDQ/LVCtb4RltGrfFzyFsxyAZs2d1w+x3rtuTu1rc1pdekTMwpgXNWyKISi0Xx2gTAR7EyKaUdSEn+YBZr2LKGHWvZIvC6SswRE5RzzXwZZjKdJu0wZW+4Pzy1icoAQtHhpCVRsWUtOvZNx/wLGZ0p0Y8CSJ+AWw59HbbxqxvYmBdthA5vpUzpItmr8z2cxFh6CDMbG4KZVFxC0a2riTgzx2Z7ZBJgHbHz/m9JHjSmee1rjQ1Y3F+OBUALYqDui+cH0jL7HIDDc0OitQXKvBILZgnIObFOiTXLms3m8jcR/CtbhlOSQHNk2d9Y4NC+w7Xq2Uz+VtBsfqr5jCQRNgkb4U/sG/kDbf8+AM9mtU7wdXJyEngO74RTVWXMk1IcOQic5LDYDyl3SilFXFXOmlVJthVztiUBtCEpsOYQfrO81gUJ4A/+NtDr15H48R8gf/3br3r75rU+vH+vi7MP8q8WLhfX8j2m5V5Ghia+AVRJMmT5n6iBLDkhVOUswmN+2iLH1v0HsIaxjvhqPb/cvxrumztY0YVhrXXoNvAbRd/s3zZgSPx0eB6AOWCMGUkphS+0a+zGvT3okNFGrHfEpriRI/F+wMZyg5sjDTRW6Ed6R0T/URWP1uCN1tT4KvFDH/zh56zEfAHM2JD0qfMMWYUky5+G+BsSJp6XJXO2XG5ijsw3XNdNzA1joLexd/aDhj0S8qneY+joA3AHyZXB82JsMD2AebzRj/tzv2sSPjc881Y8G25urrUKWGhFwme5WsTfGluhv7lZaHF9pQXPpQVJxcUCmn21WF6RvFqWH5jEepMUij3S0lkmtqSaRFAkfOqZ6jnXz5zrDVwDp6dP9OzZc/3www/64fsf9OMPf9HL777Xk6dPVc9qZW9EPHVcGyCKxyJmW2JiC0D+McVj/FY9p/sdlS2kGPNoSf8Us+xI8dOn2CGlsvQhEC01tun9Fb6NnVdm3L52lLn7Id2v7rVDdz27ioHlQAAAEABJREFUj4YxT6VDgwGHbo8JyedXx3z0slTmYfR5LK5R+fnE17vr43TXE9Lst4UHRDr0P+A+AG6dUAdCJC7HpdY8wuMMPM7AV87An7L5A+4kf8q4H4P6R5uB/gUzXp54SjV+secQvgU6H/aHF09e3v0SavBBzdOQEi85AyDoeF3a0sZt/TJvvPVBHR9BcxD1N25WvCgvSTD5Gx83vHhf+9e1wP42yFX/rRAnbC5I2hhfXl3o+vJKTgpdkty55AU8wHqSP5for5BdXWPHS/o1sODl/JpEkpM+N36ZB0ryZ6WGZM+aw5v/UHRjzGHOB+UthxAfzBmK5HFx+EwpK6V+nJp+kMkwyKb0oey27rZkaGP8OS+atj8GSQ7bVUrQAsC2tHeWJJbR2DKhl/WMd4cZu5L8sZ3BiR+2glhWGYs38pwqVRmoOLDwk++UKiVAXVa04Q3H9uqSXSnFvxy0nbQc/g3iYGY+4zi7AY0TEE6mGL1/3UseSPHCCzydlLd2aBS2GUTGg92Aj8kGnXHOHtkO+nBxTi9ubLDhgE1LmXamjAymw4Jry3urJa4WWoZRaeKBgDM3Be01yHFQJjqUcUhnXzfbjbbs7eCRyxPGPHbE4MYVa1TN55rNT3Ry8kQnJHXqes4YarWsp5s0VIbSX5KQ5+x1rlTNZ6rjkFppGLft2t6/+0ChXGXVwOyk1snpnH5mOjmZkUCaacZ+qdh3GVAq68auYYd0CpwkqzyXifg74vGYGt9DVje64UB+cX6hs48fSPq80/t3b8v/FkYSyN8OOvv4nkTQGYmgcy0Wl1qQOFqScF6tl9oErNWSVAogKRGJGuZsC5hu4zCPjbHntIc2vt2zJrlj4J4S8oLXxOb7ShM2G/wD7G37ErtHjKNAKwVvLMYLG6XwGu08L6Gggh7l2DEfwkfMOXQL7WLZPtD0oORM+6ksm4nKBEBfXkvMWvveA9TWgYbiK6ZmoWr2SIATHqxvzjUmiXlotWZe18z3ekz+rJFtmMeGS2JL6HRGTYOYkARhUOxvdAlwoiv4regOC5dO3i8Gc7uxw7UGKsfPc631fZ712pD8WfLcueF5ce29wTPkmsSOkz0r9taK55LxDc+SxfWlLg08c85JPJ59/Kizs4+6+HDe768LXdF+wXNmvVyqYS81jLX1HBFkTRJofjrTUxI+/l+//Iefnfw5Jdn6/PkLPX/5nX788Uf967/8VX/961/1Ev4EWyeOfAGU26GfsPrDP8xkmV62R9ybHxxRrOS+db/djJISa6hbn+hvImU6J9zDyUM/x1ru2YxMXFUH5umA/9asZ+S2zxJSHw/7uSzEbbt7JcVJmPSegj5WeYmLfEcFfzy8UH2qOt70uPReX8P4J+Mp8zEIBtx7+YIu+pYPQwfdHTaKcH1v+4TdYbs/M39rKJWOXsN/3Bgee36cgT/fDPy9b0V/vhE/RvSnmoGyAblbOyqQb+QtT6iGl+OGw063beW/u9PGYaM8VuWXWQ6QbpJSAiWlZCjetuha3lTjwGg/vGyHH3BDYqnhhdiHoxUHsEj+8ILtXwdy0ufy4ko+yJVv8lzGy7Tl1xzwrp0Uipfwa12T1BnkVySF/NJ9hY2TQwvsbnihX+J3RYJpS3/NtlHHuAhWHl8koJwA4gV9tVrJ/JbDWXm9oU7qRwxdCnwCitzz0cENYL93Aw5COeBgxsrSASwstD2Xvgp/N+02dwHDQJVU/kFOC+sUXo3dyahLUr+eKSXIFHynMn4vf0tFkcHNxSelpJTYA0AGgkbuYpuOqgCSDmCz0YLzPn7No985DAFG4kUCQ78wBSB3p6xlC0T8rIPQZSAaTCq3VOhpZ3kRmMKvfQ+Qgw9FVIyDEwY1XJJykoKhoiCclFYRykH/mfYTI4m4HXNrzJ5saeRwjFHumfad9bJbHU56soferEdlHhxTw2HbwIHa+x+Q54J59u7yNSol5aoiAUMSZj7X/PRU85MT1bOZhFx88KTWMQMNED0ytsxhtq5m8uE0vh0Uh/xKMU/YRV9g22Muz0dFm9ms1gnJJv9toVP6Oj2Zaz6fqaJ9VWUiSvTKenEP6WKk0Ehy7K+En6QqJ1HoolPHfWXLQb7ZrLTyrxb6PtD/T2Fv377W2zev9Oq3X/Ub8PrVb3rz2yu9e/1WH969Ad7p7MMH4J0+fngPfNQ5B/pz/3rpxXncfxYc6Mv95ZIEUjngm7d8wf1oSZ/l14JWJDBWzDnzzb0TgnnbikpUE+iUWYeMJDO+Ae/b0A4bBbQKH+wX28PQshTPa1B20tt6vWwzYOvxYPRJsL9MdIeGbt/S/xQUa0svRTk2yTjJLI6x94Yh5xp9BCncME+N1uttJH38LFh7/XhWtJEExmFZcjnhk9ysByPFOG2AHfOnKURiqHQVc2Uzw2ADTdg0aVmeVs1mq/VqLSd5FtcL+dmxYP8seX6Ub/zcxLeAbniWGLze8UMI/1oxe8wJoHP2y0cngpwQQnbFDyNst+TZ43G1jM3z5tjr2nv9RE74PH3+RE+f+m9snZaE0PNnekkSyN8C+uu//GskgF5895Jk6RPVJNESE+FrNuJniFwO1ExR1K6Sq4eBg3mY5VGr1mvA9DOdR/XHhNEl++KYTvqM2HX7QyixprHMt9UHEqxLCTlk4PurY1afM/r7ve+0MUs79muoe13tYvf1WLphjBR5bUOwswn2d6ruDXuMIQIduWHdi7QtrBmDrQbIWQ/zPzT4FvgwiOJzkO7mv8j/4erqH25EjwN6nIFvMgO//73om4T96OQ//wz0W69HZTyZhyMCPyTjRc10Uk6VxAtaPLA4PLbAlrdQkPxJiZc3Xk4F7lQO89a3JFQaXuq3POEaH9LAWw6+G2R+6V6TePHf/FlwgFrwwn3Ni7cPVhckdC4v+Emrv+UDvuYAds1PZ69I+lwDA762rG9zyU9k3eYKfIV8cbPQkp/srknwbOjTL+AdMTvebcS14Sf/G619aMRm7V9zI9nVxaHTVgU8Ro+346WoK6KgBn6QWTWlzZcXqUE64KK5qy5Wpb7L5lD+KevEmuyA1m4wwkigcMGStfThLeVKXvsMn5QlQ1fW1/Pi+QyMpnhJUD1gx0TJ+pZ5D9seWxh7CWu3AxGh8J6U2XdsIyW6oyDT/oc9pPJ6p4wBBZsEQCFw3FAabCAmhd6Kspcl0bCnCxriCg6GAkk7YoeIMrgYsELHS2cYRxWxhfFBB1gRGjXj8Ly04GJ3vB77OK6eSNvoyfaeA+G35Tpr2NfNptGW5E/D/m7Z3+oXpvPi4KGqas1I+MxIxJyQkKniG0A+sPu65xjNkBr7A4OG2WfuMuOslGlfkdipU1ZKiTiS/OkwZqSQHSCxPMpV0gz7k5NZSQLNT+RE0Jz+5ySGqpxFwd5tgIixw2enhLTCvwEUvIim5Xr2fcX3k+XymkP8pc7Pz/T+/XuSP2/1+tUrvf6NxI+TP4bXr5C/1vt37/ThveGtzt6TBHr/URcf38uH+ov+IO/DvBPLC3+7kIP9lTGw4L5jme9b8euy8W0PEkD9t3489633BXPgtSjQMQKPBUTcjt3UAJl1MQgs6/u2rbH5ADEXbtH2GD6bn0JL8w4Bs2+yb4fg3lLmvXcGohR79w84jgJbhmPfDf3Qwejfa2dIrGGtmj2RcxV0zt5PIvFjaLReG9ZqwA3JstZzxd5sB19J8gJnFjpLyiEf+priIVFWZLYlKFoMpci97wN6P12MZ6ut9w7Ppobro+U50RkDW18zXDtbkjgbnlOr5Y1u4hl1LT9fvCeu/FxiHzghdL241E382tgynjtL9sPaP+Aw4CN+lRr/LWONEAiPmWJg1Dkpk/ysDSRhnRT67vvv9N0PP+rFy+/03P8tPInZivlUykxLUvkMWMxPgSK/r873KR+u87ROrL3bJuxx8pNdp9vt6Iel2pN/0s0R6z3RVzEPGukdPRA55Q7ln0fMnCvuQX9MSNH9g7p+oOUxs991HY53NkgHfHvIR66H20afJTk2FZ/l4E7jw1Ec8nc2fFQ8zsA/7Qw8XiX/tEv/Zxi4t59fQMULZAUQU5U156eUp7xwPnl2qidPnmj+5FR+OeX9XH5PD6CKVyFeSJUqKXDeYV5Tbd/w9uYD6IqX6aVfpFcbbfiJa8NByUmXzWatDUkYvyz7G0GGDS/MlrvdlkPstunEezo/6e8KuG/DtufBbUCrYs8BpWmx5XGHnX+jJMXfnFG819i24Se/G2Jo+Cl0w8t+y+HYZ83kcShhGKaMt5MPJ62VSD3mHZhCSBmojhenAYoHa7rwaK+HQNOD4taTljSwpMPqGCD+ZMFF9C/qFKD4jP5MhMQVFklKzEPOmWU1VErw4tMJZUd8Bo/V8xKA0iWhtw00JljYlhFg07IXnHQwOAkUSpYIU1okpQQoKVcAdGzIJD69J9YSpi+WQXJ4ookiVthpaeOk1XcwUeQJrWis/lM0ey1gKL3+CCKm0IMV/Q02EfjAgB0Nlth5HloGb+w2BWPyLQrzwbKFJx9o142vrwIdB1t/E48o0DN/EDllVSRkZiR9ZrMT1bO5anjlGhtH5zkpgPk4whaK5ZT/A7IcfWZlDqg5V8o5y2uXQMUJ1hhTByvsq6rS7KTWyelJ3GOePnuqZ8+f6dnTp/Cnmp/MVc1qpSop/IQvYmbeihPTROSbjGW5YyU7Au64XumJw3bDfWS1LN/quLw8j/8l7OzDR318/1bv37zRmze/kQjyt4HeyN8Uil8bIyl0TuLo/OyDLs4/6op2V+fn4EsO/gBJ6SvD9YUWTjID/vZP06zUNhv6JymiRk5YGBAQLnE5RiiCoyZu6lKg934FC565Le0YR9CF29lLnmI6AScVDPIc9b7csrTCH6XQxYPt96AXD8i+7cq8/bh57FGvITdi0+2wj8F9iKNLglKuM4gkEPtoRmIjszoC3K7h3txwX/e9d23c37tb/Cs+Lb4MjAme7SKahqyMIyKSYk5tZ76b8G5nmQF520kR54SmbUvip91u1PbXxRbeiaAtfLNdaxvPpg3JqqXWJHSc6FssSDD6hwz8kCK+ecoPG5wQurle6BrwnvAzzM+65Xpot9KSRNDazxuPt59DAiYu19kV4DnLmp8+0fOXL/T9d9/p5cvnevbiuU6RzeoZc5q4HhK2BqMeQ352Gbp9cEPP59TYvGEqu4++O9b7Qxl2Ib7v6K5ca+jvLENDMGUwm5CIzAHjPkT0jcv949zv7HNs91t+IcfQxXURrblUgjS2wNeP8R7cvZ57Zr8rMwR8f6e7ud1R97f4vbTH5vSY7PeK57Gfxxl4nIG/1wz82e4+f69xPvr9U88A25AiVby4V3EwOz3lIHbyTKckgE5PTlVVM94HUrxHb3kZcEKkjbfyLN5KxVupIEbo0Nluy8v+hgTLxn/rYbnWipfqNcmgjWG95ifAG61JCvlXtdYc2NbI1iSIrI+fwvLC7IOBz3mH0MbBgQPfVrzEizFb/TkAABAASURBVORP1wO8k0bEqS6pSuXF2okgD6Al2eOkjw8gjm1LMqhDJj4J25SSqchRlHF2Kv8QyzrBD1A0pW5xD9Bvx0skOQ83iBaJOuM3GyPNBwBL6YBJSRN60uNd0v3WbpzoLY3mhXJtEDqgbzTEKj6mC5RR2YRpJALaUZSTUjJkpZylgCQht61nprUfWpR5wE9xiAqLoDGgpB5ySvjs1ylVSrnwEv5TwmooXTlvog8JfSdAmAUUbah2laPZcaZGczMq/qdWU9oug99V0YrB9Jg1HyjWXTQI1MuMoqkJwNatvwkQdkVTapQH5S75gdnIxrg8N+zB+PszHDq3XGsBHHDlwNAFYn2EbU2iZUbCZTabaTafq46DZkV09mbXnp8C0Y6gAmPx/2fvXRjjuI107ReF7h5SsmPZku+xc91z/v9v+vbsJtlNbN0lcqb7e95C90wPOaQoXxInYQsvqlAoFAoFdA8aHFKulePPnIVt8eJfoEtL0ccITEW/plQrONjp6Xdz3uvswUYPHp7L33w4f3DOM+dMZ5seP6pqhObpUbsmFW7ksE2vI3yIxCSrJqibeMnecSBz4UNnDoFevnyefxj+++//qr/+r/Fn/e+f/qy/GH/mEOgvf9L//OXP+huHQ3/77n/1lAOg5/41Hw6BfHiU4CDoJYc/Lzn8ef36pV5zGHD55rUueKY51m1O8cOO4nbzRYJFMu4xZvCWMmInDrBMjtAaIppmQPayYLwFhDo68qFbENikos+9ngtg9mLhXL3AshuRbo6yz+SNzv6POZ8pbc3DPtX0KQLKgSAF+dFqM1ue5VsfzC3gHhhty62DjPbkmayfDHPZ6DqfGI1jMs5C0wWz3Ha9PkxZH7Mi7YjNUlhRj8JrUx4TmPjc8mHQ6MMgPr/8eZH3EPdSfmZwcJT/WQBj2RncWz442kFTl/vuYo+LPAB640Ok/Ix7q1Z3IcdjZK1q8ZE4DNyD/ntAH374KxkPP/iQe+JcHfdnIUZF/mfnF9p457ejCPNqV1nx+lHX5Dly2H+UFRoXcHCQwk+d2izbqlfLEnKXk2cfkfySpZIL8+BcNix6H3Bfvo+6VjPjcBjv197ad2nlwczgPplH6dm0gRtQbpD/G4jrTzNGbmEMMT8kGC3TvS8uTFbeZ/cRuI/Av2oE7m/1f9WZ/WccF6sx+DQahnM9+OADffjoV/rkyad6/OmnevS4fR39/OEHbTM6bFRrp1IqIy0clhiCGmwJ2XyPbKR3bCwu2Uz717Au2Ehfsik23rKRvgBvOfC5TFzmYVBuiHlRGGmzywMezLNHmfIEgj78TR7DmzVkli/wJs6HRN7Em07oBLpFlVEFjrm9lLYvR13u+2Fj6N0P9kopktAzpmUc49GmaHKdlLJpT9GZ9Sc6H4HsEPW26D1gYDsolFKwsIYo25IOV2mspXiBpekITd50bspnE9hWQlyWFUpGDgBZUgziPqVpP4dMH322UTAFopnywn+/2CmK5AF5R2PMCphCjZwYTBhtUNql4pCoc6GUItuLGirYCSCvq7RdUIl00d82ST+QZKrou5qC5XQ3+ztCLaFin5byRJ32aNX4Go2TzBhNp0nddrYJO7KmLYc1SbQWyc4ZNs1dqcg2zkDaMbU3s003uQscoma65UsblwzbHlnfu8u32vKyuoX3mhwdSStkg6JSglB36mqv6AeJe5oCHhXgGCzUPI2YE1yGWafIqJWAlqLAZkAVmi/HwnE3RWQ5iFpUOQTqh0Gbs4EDoDOd+yDo/ExnMwYOggZefDvrcaBQDea9GlFUSkOFGhB56eCCxIIYOWTw/xi2nQ+CXr98qZcvnur5s6fyr4k95UDoKYc9T7/7Ts992MOhzwt/64eDnhf5q17P0X+WeP3quV69eqbXL18k3r55yeH1aw6d32rkxX/0DaN2MbxkCIkch1Z25ByDJRaN9+p2vXWNbLjPrDMXVodE1msIBXGIMG1AQIO0CM3u7UIiBbdkbnWotr8umY4afVDBOvU4R21ZH5a5viHbph8VF7qGuVe38bdB/Y20C9ai1+M242Xbrf1RzrNhNFJoHcOxACWFc2a52YUKvw5wzQJckzJWRf4X8FJkdcuT1ci6EffJhH+jxwzvckG/dp02Qw82enDmdcqB5YMHOvM32cBms1HHWvV82LZtbTlEuuSQ8OXrV3r63VP99a9/1f/8z//oL3/5H33P2vOvk7169VaOzUh8FZ7HTsPgfs6ynw22e+x2tVJdpAL0A6/4ge2uNNtHnCm5UvWDim1ELdc8L3tD+872knczp8a5t2NmBnNs7tjgQWLO07KvZ13s+Xcyp5w4bmT7x5J/dKlNaMvxZXFwL0B25/Tu8d9s6i5tF+dusnLsdLNYDspNcCj/VNxi13QBtrm1nYMluVJXV/tSeU/vI3AfgX/hCLS7/194gPdD++eKQESnfjPo4cMP9ejRY33+2ef68suv9Nmnn+vxkyd69PEj5U8k/ZX0YeCTi9cXDk78kj+yMTJ20D348a9fjnzY4p+Y+qejlxdbXb691MWbC10aHApZPnqXxaGNsFcUMmKmhZLAQoXcdZXDnVqCPFSg5JLK/p/Qs71xx4ssfm3tD3sG3i3kN4Wk9Kd5n+ByjgUGtRS3qoJZQ7OsQI1Wli+q6VgHlMYum3Vs2rbRWtmy4Sazrq5fds9Sa05pkdYFCTjUTfhzABpa+rEU7aNUJmEJA5kTNXx0SfNFNe2xAtPstIoJPUSiGaAF5eSFbsK17nGkvWkDVbNagRbPClQ0sj4y7ERUhXdINRrNN/mSv2Yk6tGWG7qFCqUgS8BnajNGz1mSJ3jm3C6R5bSQ3JK55cKv6bjYmBVmclAJs2Qkc6dxXDkyU6Ptsh5HeLOHdrNvvhfcWcLZomFbC3QYEpylewntffBz4UNX4JfQ3eiby3YK2QzHnEOf6AdFB6KXkKl0uEXs0RwDywZ8JopJ9xn+IbNKkJGwwRxmvcczYgsdyqPHuwdqRYquqPJyO/CSe8ZL9YOHD/TBBw/1AS/WH8C7/PD8XOcPNjrnBdu/HjZwaGR6tuk10LbzwVAX6qGD0VdtqDvnYOmc59kmaY+s09nQadh02gxVm77TMESiHwp+gCqVMhJR4sUp8sQh0rTdatpeitM0iQMChqtapIiiGiG6TsDSTlweL2COxegbEK8SU5Ql0zVSOFsJ7CcYU0RV+1sxppX+enWWd91MI/2JMBW8EZg7gJpVGZZkmTVgDykdosjYR/hxT3eMZqvR42J4+3HRp+xfdIpEhYYdQB8t2yCGWx/+jBz2w6fNiT4yoZsUXdZHmnZLYt34uRJy0KSQaTFiTWNVpl+ruE2oKIRLhRHjbyR1uVhKnSksyQc3nueJ9pP9QGb9nonuWVdnPqB8cKaHD86Va5P1udmcadgM6jm4qcwLTYjTyAHhThcXb+W/Wffd99/rb3/7jsOfv4A/6zsOHp89eyF/O2jLD0JGfvBhH7uu0zAM2mw28q9hb+C7rlfNAyBrSMsjUe99tfbv3eyoAXF2mI0j+TXBvpYWe/4asx7MPA0/xsvWttLNqteZHef5pPIocbcflb0SE9kus6wfNTuYpduzRdNrp2k2z67zTbLPK3qkfXnPjHALYJd03fml5jS1iWs10w2ROVa8eYaP9bJ0cgxZc7fsh7T32Px8etdofojtu3l9TctdhZfjUmMB/Ezg/hXTv/bo/hVn7H5Mf98I/HPfIX/fWN339veIABvjodvo/OGZHj16pE8//0xffPWVPv/yS3362Wf65ONP9dGjj/MQaLN5oK4OuSlVqWzbS37ksmdn48vWaTdpB7Zson0I5F+18tfn3/qbP28v9Ba8AZccAOXX6LdsLTgkKWywjMgtuW8RSlODJspjoFFVSgegAvQf6BsFKhUFusXtvCGwaTZJI32M+OQXGEQ6umaBSTv0mBiTNUqjRZoKmWHxGojpUgtKKY3lBa7IF7YYG7kcnMlB0tR0qLaOR6W9REfX5BI2XT1h09QiwzYNYW9yHwYboOShctn9Qc0XUwyUBQUraTvMAJJ1ZswE68jnfIS6T2OR2scFlmFepRSFEVA2tQEtpWj9r1LuOISovPRUUxC8nAktzZen0JBldjM80xLGJdprliWvorzQYakogWBkddpGw0RpAZVOtmF6hKtCt1a2XdToZmFX1L2tinu2tceAE4ZcXrBXgrnSr1VykJpzVPbcortQm+VFnZfsLYcWI3Tk8GdkIkk0LBLzMDlOpSpqr9oP8hwEL5kqHP5EkTwwQ4GvMZdpnmXTBmqQmGdOKAQHOtGhXlxQrhTXCiuGI5OgWvQTtXKI0/Oy2+ucl+oz8OCDB0pwAPTQ3wpC5sOhs/ONzngpPuNAZ+BFe+h7DV2XBz8ddjq/oPPyPXSdhqHTGTrWzUMgv7gvyDrXhzZDVW/0RX0tqvjf5bdtCDoHH5q2MkbuIUPEco6IUBVdQovCYxEXbT00GlHARo4b9kRy7bG4tWxy+Axkh+2q6Hp1YE8ZW2ekrMMPdCLQDUwWYGrArpIlDejKXKtcuEY9Q1seVVBisGXMIwc3I/zo5zljokZ0RsJOVCh+2peZl1hHDMT6W9bglramy3r0s2gdoyijCKEi3bH1BhF3eeEWKgyI6N8Yeb7RRUoymzKfMywRD9miDUPxlDrk8Cn3PZC8rVGVKVRZS7Wv8g9DzjiY9Lp8wGHP+YOHegBcPueHIBvqNueDBtbkwFxU1l4sfaatlhEybfnBx9u3b+Rv/Dx7+lTf/c2HQd+rHQI94xDorVp8GJEbtKayi6UUBSgF3021XEWiLIio0nyZNebigSAkHZUPBfrdF9b8XrhnCDu8n58Q0hL2hSLapyazg3vRO5kM4UmtQ5+Hao8IkA4xcOGgYa6NqOWHsjnDcsP8XeDxGHfRbTrXPWpyHZxugpsVW/2V/LTXp6VXmmZxvdRScCVr87cIj0uL9JdPrwfVkprPkbX367it+bXOO/g4bud+rrawLDzvZvb0qtZ9+T4Cv+AI3Lv2oyOQt/+PtnJv4D4CP1EE2PcqeKPpYqOHDz/Qo0+e5OHPN99+qz/84T/0h/8D/vhH/eGP/0e/+8Pv9dvf/l7f/Oa3+ubb3+jX33yrr7/+Rl999Y2++PIrffr5F3ry+FM9+ugTffDhIz04/4CN8jmb615RqryvXw5jdnxmeo8/KRhJJQ8Vb3bF4ctUtGPHyTsI716j8mAj9yEF3YLGgshyIMkPV6wIfgLCRuPFhT62yalxjog0GWTND9GPBSBTIV+wYlNEIyxlyvKh3kVKGCPZMLutKQdOG5eptE6CLPfyUNmYlguBK1w0pWi2qUxq/6QRexOw4wttPNp0Zx5lGTaRwF5ZxUKyVHnZ7mIz7aU0m2NiYus0QSnTpznDKqaLPuZVSpFfXiJmSpmEXApJJUJ+4eoqL7G8uFf7U6mJQh/YV1G7FuoSfDGsFwrzsK6RqZGFq9l4VXBcdjtG7X5+AAAQAElEQVRjlja25Ra5tWH+APxYfETV9YbSe3PGot0UWMVUj02DNZFMqthWMpmtWx50GG/WOsMepOUwVvK9gk0f/ky7LdO+Y21gCbk1ZF8zxlWVAxQf/vSbM3X9mYKDoMiX+E6aAzlan1Ird4qgf+ByWO4MRBQVvwCXqspchp8jNVSj0EZXrpjLXpiOw4Tn8IhtJ2pV33caOOjJl+z8ZtA5L99n8t8LOn/wIL8h9DAPiB5wcHSuh7ygt29joMOB0cPzM50/PJPpAw6OEg82Ok9+gA464+X97KzX+Ya+hqre3waqEt2rsJE3JE6OQTv0GXMsNcSBS1FljMEpUBCuCLWIjZ7ayZneeVkXJQjjp0nyNmTgiGPnmHJfhGn0OhwCMRezvIuqMB84wnxFBJYMSHq1UMvWmH12Nchm6QkF1pD8q14++PFBog9weAiPQFnHGFFzQNyf/Wt+DBjFD4zluNAdjS3r0KD9OH+zyvY9ah/+2FQDrdCX1ysY8ymDSSrtOWTx0GwDTRpzyJtuMPoCoAWJQXw0o6jK15hlc0VRAHGs3aBhGLThoOfBw4ccSD7UBx98wA8/4H0I9PCcNfRAZ9w7Peu0cgDU1Y727kftgm2eM0qe+/kDkNdv9fz5S33/3ff67m9/y18Je/r9U7168Vo+HNtuLzgIutDFxRttL9/q8uKtRn5osiNuwoZ43qa7+Gla6MkIF+C1UD7zQrddrjVO64ynxfLUuMquiLnxZ0T6NC+HmSjdwMdS8A5ECjRfyPZl8xYvNFy4EbfX0qxNKcw6eTTGImv3tIjpyGrasQHJNcrgXF60fhidx2FHZzbtuJzM3bPlhxei7dr7tJCCzBgBEsaixlF4v9Ss3NRmP6OzAmX8mQuyb4m94BfI5AALjhmQq4ln/SF2I8PJBle17lxeh+d0I/xIpUJfmq8UzPxMTogOfs4670uWofkWuLHtonSjgu5r7iNwH4EfF4GTt/ePM3nf+j4CPyYClZcfNrG8TDxk0/v440/1xRdf6ZtvfqPf/+GP+uMf/0P/8cf/qz/+x3/od7//o7797W/17W9+p29+/Rt9/WsOgHz48/XX+vyzL/Xpk8/1+PFnevTosT788CNe3D7gp+0beZMsXg4mNqi73aQdH0TeTE4TfoNS+HAsIfFSQybXWW/L5mzLC4EBUerTREcbySLxkVpKqACpiD2qkwQfyPJlpVRFZadYQqVYB6A1YXSCrozLNWUvw0HzunKhRJp1BbWeuLCGzZFBTPg/4njrwx+w06y3UNT3iXbwE8iUxslINFJCh8s202f6Mt2rMbZAbSm7rgUE+xgv6Le6IlQVBWUSVftRpu0sWUolOiQYLNEeS/CuM6RQUWDMca7EuOPFtfKi3NVg7kM1iqjWctUI5cv+pmd9DLyED+o4mOhoiyEV+Qpn6YWYM7Viyg5ZEabmqpMK8jWy2Wtw6QbQnHRUOTJ/R4IslNYnyu5bc+9aXZ7pVkQpGSQtaf82lfJT2Xi0pV8sXO9nrrFd+8nL+sgLwZgv3Ck8GC9m0S9VUXvVzUC8B1Vedrtuo+AAiAoZI3OVQ0paFKZHM6K8AiXfWx31nm+j9p1q0EcxAnuoQjAy85NGymNAc5QeK76WolJDbj/0Q66JswdnOnvACzfPpPzVMA6AHpo3/OtiptR/MOPB+QOeN+ccOhsbKOAw6AEHQA8emj/XQ9MPNrzEDzo767TZgD7oN8TjT5zriOGoFvwBtUgVv/pCPbTroAEoh0LtmsewHo8rqCbBlRmQa4k6OoxEVeBERK89mJdIDPjXUw+i6QlfUCQVEJJmjwhnukIZIeutrCCkTbdx8F47Vsz1s9WYBz8c3IwXLFUe1GnMY0QJdQzQX8WXDgo4NInosnKc14lN+t5prbbUjTN4XvA8lO9qniOmYZ5ahbMF6Bd44qKE5NFFIaccAAHJjYxiUzSAklNBPstnn5RCZNjQXlbEBKsQy0rse55HPhg9O/e6A6ytcx/6QC07y4OfXv3Qa+h7Lc8rRdHhaj5KjIxh7Lgf37x5q9cvX+nZ02f63t8C+uvf9PT775G91MWbS/lXwRJvL3X59kJbY7vV5A/KjA9xowO8xyoMa9P24a6nprqSu9WqOLOnpXPlNeKZZDCshSnnDwX6IcGQYEgwRUrfTDVf8DN3TG6SH2vtS+5+X4DJAWRGQXhm4vVqOisfqi1MeCQ7Fmiuz3nN89MmDMxtUutdGb6PQMa6E5cLc7SW6Y6XPTutunjmZ+daYxmtZZVeTY0gMyDXUrPl3DNmOqvY9WQXGXQvy4o5xuapM1lw1NmVukXnrvRqc8qk1nrPrIpXZK3mOD+4tygv1Hpr/lT50Nq113G1/VUNtzcsvxJQixYsKkv5Gr2ln1uqrpnZC5ZGC91XwJySIT6ZrjrusnFS+V54H4F/6wjc3xn/1tP/Sxr88VKsfsEZNrwcneXhzcePn+izz77gMOhrff3Nt/r229/oN7/5rX7729/ptxwA/eZ3v9dvoN/+7nfKAyHqfSD0FYdBX37xJW0/5zDoUz36hMOgjz7m5exDbc4eqO837Ll7AlGBfaicUUAnb5g5dmFfkoc/bJy3M3bLT+uo83sDhG3x8mEaKqWosAEq+819UV6WI4sI+qyqUeWXiCL/QwNDPuzgrAYfWpn8OLnDvYQG9ExzJ5VSRCbyhFwn56Om3GTuNGHcyCo3h2GUaDlZsMDlGRgsWGzm4ZKhrtj2rI99jCOgjI9UMbaikJTqCEjKvlBJ3f0WbtJeByXzGCLh9+zvhJ+TuFwPcQNYc2mKLtHIogixooY6Dn6MnpepDtRaFbwclVLcPH2jE+YBXV6gzs78NzTOdP4AymFE9U/TI5TKmq8yU1488I7my+YEvaxaaBbekS1t36H2d69ej2HNn3bkoOHxMEushdHxMTzHzOHScvREqSiYn57DlX4YOPg4l19oh825hrONOmRd10vEPqK9zFNQAhlMJvdmuAsLgrm1fqXtgO0B2vW96tApOlCqIlHU0X+UmMvIKSsoG7yAh1E7Vdr3mw0+DtoMG51toKwTr5Fzv4hzEOSDoQe8mD/gIMi/ptOwYR2d6wFr6WzGg/zmz5ke+hAInBtnA8842+yx3/E8CvW1KCqjDQk3hEszDWhR1xlVtdbGoxCG5ov4y4dvxF/GcmeE0tasdYWULIes1KEHFxX7HTDlgCEGeChxjW5Ax3WLrvWLEB5gWwlMe6LyJRV+lgXrQAmaaHXh/+hJ9Ri005gvxgfKTYcy64ycXumSHF8DKDqMBShKE/Q7LvYsuILJ5VV99osMC9hVA/4GfkaEukSVnytBf1EY/wyVkErR8UV5eVO2ywtQChUsg7RTFbXKP5zoiG2f6+ycNXTG59R5wgc+A+u6J/6VhVHwJbDhNDLHhpjvEVCEReKxuUwcJMepY93MoN8dhzoXr97o1fMXeQj0t7/+r/7y5//Rn/77v/WnP/2X/ur/me67v+rli+e6ePtWPkCabI8OcqiZyaZlP3R0ZXSPJK0QjVzLb5JfU5RGptd+EE/7w0ibEuXGFIhhUhi5eUNcpgas12TGBn5JaePgizljqWZ57NlTTB6E0OCq2dRFzrQJhyiOnPWM3KpbTIKcK8rUtHRsoZWKsn0GuxAEypqvptAKy7y0Ejkdt07hSWtdiq6FZFrzdJCy5lXLU3AtO23wlK1suq+Y20EYvrT6rLg2hGy4zibiRpm2ahyFlupsP2020e05NkipMzdNfp+50nA/SVuPtu+oGHJh38CMLTFH67gjHrl3lBj9dMOiDRpbNE3XoMGSdgvTqLUad8jb2nCZWn7QJKw3WKZcO4GSQQnhCR9pms2ovZasvheimH3sBTAokGBWyQKQz0Eoozz0vahZvvALxf7CpkMuG3vhzPBcm7lGrpalmhWn+siK++w+Av+WEbi/I/4tp/2XOehrn598UES30aY/09nwUA8//FAff/yJHn/6mb744iv9+qvfcNjDwQ+HP7/7/R/0+z/+Ub/3r4n9/j+S/vEPf9TvKP/+D/9Hv/89db/7g3772z/oN9/+Tl9/9Q2HQl/oYw6EHj78kBevjUrp+VhuBz/+ls/Wm2MOffJvBl1c6sK43Mr/e9gF9JKfTvuPS/tgaOdvEnnjWBxbsty9LFQq/IsSqmy6Kxv9mocTvED1nfLlFJnrg3ZRrG9MtNJ8TVK+PM9FPEWQhTxUcZl639CBAX/A1wiFeds0NbANESKATbdLK/C0b33Ap9w0K2/MMJd1pgmy7LsW+WWp1mDMDekLnZMk9LS/JhX6LtMsgG9jQ3CVR4Sy0n/Uk2IrKeUgAEGfXa0y/LLUEeNujnegUKyDru24H8uGoZdfsM44gDg7O1fPS3/tg35CYYeN4kYNuQ3BN798yJuTkArQe19p6b1b/SIbMJSRm3jMF3YK+bdrPGHiTrbHE6sKELfC/PTEfLM504aY+zB24GBlGDbqukHBfEVUGhUlDYJrqF1YJ+rOHf1Gg/qo3FN+QeYQqd8M8gvzwCFv3/fq6W9BpY9+GFJWkRuBjtsbXekUtSrwITz3EfCgVBXkJeVVXQ0N9Jn2ae8+9+jxBQwzrFPhDbcLDnIw2wZEZJSgGJMKROFsBorBPVVA0Gfgk9vjlGQ+1SbeQRwLUwRmIftEmenZF+VeaJvtIxQdY+6qOhBdT7nOGGZKOULuM2hn2EZgx9CNV5yoWcvKXI+DyUFxtK2lkTH58AfwuqSc9VFamuNH88e+g6hYsL1A09qG7U0wIGM8KZKO6I5wvFnRHwxlkptD9olyRNDNVTC/9BcLVLG7b0V/K35mW49zIZQ2ycyoRKfCHNRcRxttfG+cP5QPRzdn/LCC+6M/69UNVZFzhJ0ATvYfjPOoTf0ujYj4NVcK81TxtdJPLZ1q4Ycd21FvXr/Vi+cv9ez77/W3//0f/eVPf9Kf/99/688cAv2F8tO//U0v8gDoDQcWW00YLe4TmAZ2lQgpio4vx/xYclxyRI4l+xL95HD2Auzv+cbkOJm41kvLXVPsT3FeKAJ4GWqflghJyMmFbI98SdXqcp+GlO+6a3dnvtWumiQ7V+aabfFP8bUMPcbZ1vqW4bbyDu6a6g0CWhxqslAO5RzbqviDWO6PW9tlp9IciLrQfZu5HhKMy9VGRgWZmD8hV9J9owPTlA9luGwGFe2SzywFZEuDRQglUXEt3SA+1kslZ8ZctWJxwW7MFY3ETXHft2PlJu/sJjRbhzxmlih6nRoZ9FDGfKlOh2bVhbguEYq8RymQ9pNmPbthusdyP8009Wkx071a9net8VyN8rpq4XfIU2OhWZgzKxkumhrm34W1rYqyy6awGSdTY5GZv8d9BP59I+A75N939Pcj/4VGoD2gI0KdMWz4Kfm5Hj78SB999Ik+fewDoF/rq19/q29/+xv91oc/HO787g//V3/gsOcP//Ef+uMf/y+HP/+H8n9k/e9+9x/6lkOg33zLgdFvOQD6ROahtgAAEABJREFU+lt9/hkHQI8e81PWX6l2GzbEnTRV+QeLPtDZ7kZdbrfy303w4c/by0uZXlxs5UMgyy85INpyUOSvcfNey0dhkbzR9IcsKCqSgayUoqhVFXRs9P2i1SVvGXXohySIUIVbEh/AmfggZFdfDDZLhWpvZwt15ilKMI6b+zDMRw1VjFZeHhtChFWHPjCAPQavhItwTrafVS1DRKUHCllEdKmC/aihCjp+Ot33nQZerDfGppfpMHTqkFunWt8NiZi/kTSyUR7z73LsMDvK/bq6kJFwa+7QY6f/rKci0AyUggF19NsR16EftOEApx3m9NoMPQcBnTqPPwotGMacCtR+99mu14aXLP9x1XPoZsPhxGZgTANzElJU2kJpI/xm304+8UI0yRv4yQsn6+6WLZbupv3PojVmLMaReXQ8DGZ07/1ornCvVXXdwAHMRmebB7zknsnz1Q1nrJuNgjpFkDpJUCIPQ2LzK4nA0w+zwCSQUClCWcE8dn3HocyQdnrmcWAteE10/aCudkra91DA/A6zvNLOKKwjowb9smaiVCVc7uBZB1FCtYZKdKr02XNg0ve91qj0lcCu5QPU6KG1r/K6w4BURk2sa0bDGBwgEIjFBQ33C1tYu8lHVamhsLwUoUI77a+MhwOUsLikaaxSmO8jODdMG4whGFeXID5dry5BvJLW1hf9wdASe+Tr1GyvJdnlseBUKRvaJyrhfR81cE/5mZCDoYLqJQVMYh8P/IFHvE+LjS3tF6TMMUFmRVrlqirObbDIIQHEtoBa1RlzDJaYDBwcNixxQo85CdZNRCdaSrSH0XKN9Duu7gN359g75n3teD4N6lmnm2GjjZ87w3mWh35Q67fI+rLRkj1I9lvEmbUzJigQSt9yE2PM8frzic+w3eUuv72z206arNBUteOz6+LtBQc8L/W3v36vP//pL+C/9f/+67/0p//+s77737/q2bNnevPqlbZ8/k3YnTwO+inYkOPOYEguNRwVmugop34ZwUGOMAsLzcKNWY6NMU98FtgdmaKNW+SrVPCSpIxVMhL8Qa/J/BmadrS6cMVLXlAls6qbWVcxA3PpOvHKNQ41PkzZpcmd1wTF0XQ5NGfPYbltHtrBkRb/Rvx3GjFqQFapjacJFn6hTbpuY/6GoSmdpIl1IHjpfEYb+FxopDaS+bra7UfGlRWZWZJMy64UPfbSag65nTTmirV9K10zYeGMVtfyWTSTWIZI+VQ94nnUrl1g/1xzoK3kPOcSxrqQOdlpsAhNjbRt5hTcdC13GVgEuVuyMrhycunnSCJH70gC1NLmQimsWF0//UThVMJUE5sxXDK9ikUO9UGWOzOO1BDY95SZR/fG1Oay7se0VoxVoa74e/Y+Av/eEVjfGf/ekbgf/S8wAixPPvTDD3VT0DZiszx4WYmNug6waT43+Inpw7MP9fDDX3FY9EgfP3qiJ598pieffa4vPv1CX375tb768tf6mgOgr7/5rX797W/01de/1heff6WPPnmsM9pHDOwng8OfkYOeHdhyCLRbweWt3vobQRcX1HMwdLnVdrflpXTip6STxt2kiY2296XebAYb0eKXBMbgl0Jv/DteHP2ymjwvAbWGDOtW9COKICo5M3wA5g7Q1iYVDDdkJWWhN6lG5EtLj21j6HsNXaeur+r8gkIfabOIawLjHlNuSJDNu+FUoVbZLwx9LiwlErrk1rPNILP/HS+SPRg2nfqh50V8SNr3vXpeqGpXVaKoFBpjM+PkFwtv6NMH+zRRD+iw4I9VhW76Mk00FPUNga2uljZuxrkZOm029LsZOFzYwA/q+y7rIyLb2Y4PkRy4oH2NDh8HnXNgcP7wXOfn7dcu+n5QR9vaVYXwAl3NV8YLv9vL1465HxNz9S+YhBjMdf8cdkupPllPHcMlv57cJKXY8MsZgSC1eLgN4py+MedQzIXnaGBuNhn3gRffrtuo6zpF1AZVTBagXBVy/G0I50bzSUMoUw9NWZGQyzZKr8Be7QZV7A+8YA/+NbPEmQaeF0O/gRocQPWWbVgz58jMn6mnTYKX/opurX36HthNP0soaj2gwAOxuIO1kijoUBbl4nUEVUhFvkayKTGx1hu04qhyon1EqPO4aB8J7IorMAZpybZEPBqajHyv4l4bsjVtI211zXbXKxhbh58Nng80Y6FFsbclrom+Wp8UfnBipWCHWOSLsJ+jBmVLvYCgzbhljXMMDcfFSMfwzRqGD35G2+MQJKltpK25/YowwrkExwBtz7HuiMfgWAw9z1HmHmrZHnPZMYv93GAjrS0UbzKRMbNzlYr1WTu1xzbPqs2w4bnDOjw7z/vC30js6b/Sv8TAsiEZ4bYlOO4x5pnPmTHRojgxRhJ1kxwD/6Di7eVbPq8uwFtd8rnlH1z4M+pyO/I5d6mXL1/qr3/9X/2///yvGf+ZB0Hff/cdhz+vdcnhz2ij9F3csbFnXLgDGML7Njll9egsIRVwKimZOzBgl7QUl5gt8iO6KK2FbgBwey9d89eEJyutxSkPh5lKuDwD28we8wRD2jEwPkWopECuZa0kv2Qeq7GU17S0Z0r6kdmqssz8VflBfEPNrHBMFg+PpVINWwEVkLJ+r7xndFjOI3dlQ+qeHHOr2eeLXQtWJpcoW3wVVjNEb1frbi63FqfbLHWttUujfTfTROR21IA9SiNeWBFw3zb78Eiv80cNKQT7S8icIj8jXTj006bA9ixfqHmJx40y9k0p+RHByMoxrDWSGRA8WjiXjLmc3c28xUbKjhgKeyH8kiwzXF6o+Zuw9GNq3KSHfG/OzALkjFH7WLm8wDoLf0/vI/DvFYH71f/vNd//RKOt7cPKD+4Qe3sy+PAHV/hjD8DX6NSDLl8eN/KL5OD/fYeDHP/h548++lgfffxYjx8/yf8V7LMvvtAXX30t/29h3/hvBn37B33z7W/19Te/0ZMnX+iDDz9S1w988AWb3p0uLra6vBjZJI/aslne8hNT4wL5W35yarx5e6mLSx8EbdEBs471dhxqiA9XdvuqEQof9LCh79nY92z8jcF0YBzQbn75ihqqpYh3M1pPPqeQvFnAXpGQNYhNRwEWlBIcdPR6wPg/+OChPpzxwQcP5P+h6My/atN36rCNabmtsDcxWvNru0WFetLUMNF3+2krAlIePlFlrVIKfhbVWtJ2Xyt+dImBF6TEpmduOg2mfeVlqqIfqgww8oAHo/jiMVKkd8qSSilpG6Ic53yAsPTv9l0N+m19ZiyJ44YX9k1Pn4kOX+ivR4dDsA4Evhb6LpICyyWgoHZVA/M/+IXMIGZ93ytKldsEuuLyu5APMxLjTvs/dsxctC0KeaB4IllsZNhP1P/dRbja+twzrXhLni+D1+q9krDBWnH9CJ2Ih9cOZK9diGH1GmFtbIixX3QHXn4Hyl7/4fsEaMYof+sH2DRtRTnrzFvH5SNUqgO1yrrYqOs3GoYzbfytCl6ue/pqOFeP3NhYDkw3HBAlOAQ8gz/joOiMg6ABX7t+UOUerbWnjwqCcZUZENYUbsIcksv+IafSRzHt4dsuQ5J1k7SlRLhcmQ1zfSEYLadFCp3VoqhVeTgBbQcP2l+2ty9cYRyqhNf/jLQTnTrWvW21su13Wuah0YI1Axfp5OAf4lvSiO9GU2GgyYxEAiPJky0sRsfEJFMy0oTCnBY9Fwl7YMUQ1EDkmsTo2KUtevchkO9Rg3imQiEnGG1stCxYynJRRFXM8Wi0J97MN7IuHCtjUNdZXqmjTJsubMNxoz3lKCEhS4gL//EGpo3JVZW15HXv++D8fKMNa23DuvPhpD8j3EdYsWCr0HSfKGNPjMePzfwGKmM231Tcxyh/Bl1weONv+bx9fSH/Aei3fHblN4L4nNptt9pe7vQqD4D+qv/6r/+n//zP/9R//n//HwdAf5L/p7A3rzkA4gcdjunigmnh/iutM8Hqh12M470b5sCPWk3tQ+Mg2zt2EJkbb3SUBiR7Y1j3/TCeUD8lO1Y7aMzcTI61xF3k+ZyYbWqsQ9F+GkhIOE9+Mu2VbtE52XAW7tvP5RWxK6sirCULKOK5vTf3brjdFa1rLl8TXGnw9y4uPjMh792127j9gsXAumwe+UzgVqmu+JmtVjRcbrQ9c0b5MSKelfk8gYrPKvl+WM0vWrIOWUtpIrNW3ne5yBbaqpfcJo1WNrdGk2aezV2XpTmz8CZYxXUrum9uZoHrF1i28Gt6k3ytc8/fR+BfNwL/nHfAv+58/FuPrH0wrUNQVXnJqTUQBh9gjVaFZNkenaxTe2gM6ruN/LJnnHMQ9PDhh/Jh0IccBn3y8accBn2uzzkI+uqrb/Lgx4c//oPRn33+hT5CZ3P2EHu9drspD34u2Sj7J6VbHwCBy8uRA59LveEnqcZbNsc+CPJG2z9ZNba08aY8DwiK3S8qHgsvEd70d2z8e4PDhZ4X396Uus5Azy8ThQ9oRqpSaO+tH4cfPvjIt0eLLEsodYJP+AE7/vbKB/5fiTgA+tWHH+gDqA+Azs/ONAzEqBZHUKLtxEuSeHGQbVN2V6UUFWqdFmpdqiGTmr5rJVSFm6pkNUI5Dx6DgS/uz9gwxmEY6L9P9H2nnnFW+0InBePL2JKXFCrCLIBKlKYEDsj+htBBwbFyLDd9z7w3ZEwZaweyrw45sJ5/5aLrKr4WlYoRNqmTXw4dC4q1Vnzrddazjngh67Fb+1AJlEtBw2mS4+B2/jWK3e5So234DczxtAogJORXkvcvxhXxcXHpZy2NVcH1xkr0Xuxx27U7616OTS5aCz2uzRJVJDkEI7HwtwxG1taEgCRN9FtCfd9p05+BTa6HjrmJ6LSHKjzxJoBB3BPcL62+qrMsy71kHphSIIXGLHfwttOpq4M65nNInGmg76637IBhM6R8YM79d6AG7pdN/u2Vc/l/Y8q2w6xP36V2sl9k9BOgKC9Y05HVOppZgVWzL42st1GTV59gG6W2tRkpK+WIMgVrPSJUIxQ+wKEsQ3SY9Lj/bLTOgnZ7VNwGtsO9YLsdtGNcRpgnhoFdY22m8W0kze8muZ63kVjeRmOutTPX4DJ6GMp4+B7iUGI0ReYAjCwcs0SjNSEPYmufD7AwyEjoN116xc4WjBgwMqioeUxdrYra4PWUYPxt7L26MFg7GQfPtVHpgDaOS8a9yZofyLuiQxyruhqKEhIpQWu8IkeELECHDxvW3oZ1Z5yxLgfiH/RrRaKj0fcSoUreQmBexEGzLwVaMFijU+V+6ruNhsoYAL3xeTbqzau3edjz4sULPXv2XM+fvdCL5y+SPn36TE+/f5plfyPIh0Vb5oIlKqPIV3GPZq6hMJZrwpWASGQp1TLL4g/Oppxn3z/NBOFJxtTIwntki3/SFedaoNPSis3ycXZ77Vq3rQH0WZeWw5m8G/OYm2IbZSwzEkgNyCFdE7SqG8St8pb8RLs7+36L2X/mqh8y/hNhJAS3WMoGmaFnWqGnU7PScsKShlcAABAASURBVOUD77oejwmEwUq3rTUQ79NiA8GKpXSHtNi8TdU6t9WfqlscWegpHctse4HLV+G6q7L78j9FBO6d/MkicH8X/GShvDf0U0Qg+GQyjm1VVTbJJCg1FVxLocM3rOHz8wHKR1zb0FW4UFQ2x2yQh81DDoV+pU8+eaIvPv1Sv/76N/rm1/51sG/0xRdf6dHHn+js/AN13SCVKr88jH6RldgLs+lk7zWyGduxgfPB0OVu1CU/SfUhkJGHQhwMXbCBbgcEI2cWNKJ9lKJS7EuVN/89m/WOF4+u79SbGgy2q+g4HkUiAQaFD+IqeGFPLDcb1AYFt/e3Fc7Pz/Tw/IEePgQPHuiB4Rdaf/vB/dk2dmzjAGHFaH5iTvu6Jsqi5QeUuU0hvgB/K454vvoa8/g64tip7ysv2FX2se9Mg3qPsYgm2KETXnR8EBQSsglAqSyUMzF+13v8iFWJZUesbHMgfkPfqzc6+jOQua6HOr570H9ggMQWadKOl0TPk/uIqOoG7Gw2Otv45X9QrR2+VkVYo2GkpdfA6ENB5tmHfiPrYWzVP0Fe9jZGrTreS3865mB9SqOHso57XioWmtrHWcaAe2Pccp84HobNOjDMV2W+Ki+lPfHt+g1royeuHQj6KhiDhsvEPKhjHjvuw44X2u5so4ZzDcMZGMBG0aGHroJ7VVWcAGGn2ZI6ikYvpU4H7RTug7rYo0c2A/98aBSm7rc7U09/PQdHPiAyzjbI/K0hxtHz0u4xBeskFNivihISq1pchMCrJZ8jfmaM3LQOBwR5kVK1oGm4gBUWp9d2xWYdOtZfr74O6rrGBzQCXfRoqLSRzJxRNXOyXkOFr80G90AeemCjg2/1IWHPPIo0pyz7YkpYZ6dNDBQQOnmCszRn+1rKC99os2R9g2oiMCa2GZ8t9+J+DTlwVqE+yZzZv0g/C24azaq43Etr3+yZ39uc7bT2bVxdsBY8/lxDVS47Hg29ulx7lSiAcJuOXgD9d1m2jDpsuK3nxW2DcrAeAz0SbZzSO7W/qQGhoh96bVhL/hXmzWbQhjVe05dwA4JLdIiDx3EAVeF6w3whDp26UhW1aqi9BtZkPsdynVQOgHZ689YHQK/1fD4Aevb8eR4E+TDo2bNnyb948VJvXr+Vf1Vs5AcZXsKlFJViqF2lkffOGe97tznRYPSNY7nDabosJfNHOHY0juruXvCfIrF2a39jZ1Z5J9JlMlLqek7bslwkiNcsc4+kqZjZ43hse/E1pnl9TbwWrPpbi9+H969gHTn5PjbRJb1Pd+jedfyoku4QBbS43TJ/n+xHrId0yiM33OdCzZ9GXYuz/SKhbU7CMgbKOSGmrVE+MniStRI57UkwLa35JrmSz/aPpEv3R8Kl8E6Li+I76GEMB0XbNg6Se+4+AvcRuHsE7u+eu8fqXvPvGIHgk+oqJH/SLGjOeH9qtMOfSMJZDNR8g/IDj6XOZlzY7dgYn3M44m8FffL4sT7/8iv9+tff6Kuvv9HX0C++/DIPgKzjzX8p2OHzJ+3yWb8zsjyxqZ60pcKHP5ccAlxebnVxcam386+H+W8nXG53HDCMCU6BcLwoamh5ufMLXc8mvWPT3/UdLxxVfVfll4vKcCsb7/w1KQ4/xMbXhx8N4pq08AWuw+6m7+WXifMHZ/rgwUPwQA8fnOvB+TkHGgMvBq2PIBYFCwdMlCasCEx0BSR45bXux4LWbprrJ0ST8nCGCu/zMa9Gi7paVCOgNcc2MM5h6DV0nYa+prymTlH7mz+zLcZcfCjERib2Y5fSl6LZZmDTqFl2nzhPmgj3KMKXMT3j5ersfEMcNjrnJWszDClHkTm70Js3r5k3XnwuLzRyqBMY6vGtrxW9DjtFJUK+8tfhfMiBfzsWoP9A6o55zp9Kzxv2pik1OrrZHVFSz782NOLDaAMLZmup8F6ZDdzc4Ni7QymI+3Gr8YrkoGu9peSXGmPHzTIZxGmygoqiVFXW6MYHKjkHQ8Y3opOC5BiD6HoZeV/Ad7leNhqGc9BoN2zUdZvUI6NxFRk+2nOjwhdkhuuuICjv0SliQQ/fq+sGdfja+aDKYN309psX9j7vJw6hOBTKwyLWcpltBeOUUeyD8AEQnNFrJkFZDRCp2D/Kobx8b2acupDHP/BC3/Pc6oZO3dAz1Kqgr4iAhsi0XHQzly0vTZx6RYGPXVehBmOlHC7HYkcKXb/GeU2fqNmLst8sHThGlJJj2lZCk3k9oY/90XHRlkMgY9co9zzMbKMRj9lemjY0ufO0kbawC21txxyTdT32A3oNua4qMe7UEU/XtXgQm+jU4lpsOmGTyWTW5nZm6cMxrGnHNjpimvagaacwzlSeyA9o1SHrdvgQ3PP2Vfvr6oy4n5APezqeTX2ujY06r9Ohb/fG2aD2K79en9Sht+U+fPv6Qq9ev9aL5y/13N/8AS9fvdTLl6/08sVrvXz1iufgm3webvksczyLiparlAPfxKWRVCiZ/12yJZTv0Vnconu17mr5etOJ+b4izQf1FdmV4rgu8zI95pNhLUSDdJDMhSReM4eaxt0e81gGstDW6CfK7dSCZpIhXWFa8VruZkfCU2M7UtAc8CvCubgf6Fz+EeQQqgN3J3PXxnSnVu+pdPDpwC0mrktOucSjgAbtGdKCWvLxpJNXW6HHdo5Lx82u+9DqF7npglbz43PbO1hhZIfCPXcfgfsI3BiB4zvnRrX7ivsI/NIiUPcOHThxROQlbeyrkxlz92B5T7nygeeXu42GzbnOOSTxr4c9efKZ/Megl18H+/jxE334q19pw8tesDEvJXgd4ehhAliZVDTCj5M4aBAHQZPar4ttdbG9ZBN9KR8I+Wv0Ww4JRn6y3f4m0ERLqbDRrzXkjX+tnXo+mb2h71KG3LTYVwlV7Q9G0gtxTXQMmVOB1gjsdYyr5xBow9jO5G8D+fDnwYOzfCkYeEnou6qaRnV0lSxhlz6a8cYXyq4rhdwJWHUmZmUdM6ZWC7KoRbiE/0VtXDUPa4YeHxd0jJ0X3RqBLvpFXN5k0DeHPwJpEx/mGeCgSWmzhprdjF3H2LFBv813bPDGFsU6NWNyxoHB2fmZ/OtwPXHoaDdh/+Libb4YvX3Dyw+Hd/7GQOBP1/XY7FXR64iZGKXmizMNTczrdtxyELjTmL8GxsurN/VeFOgFOCT8ORTeg2MA76F9XfXYi3X92qM1v9Zp/Lp2zbfadT4Sc2NHgLzm/c25kXgUYhcliGWnnsOMfhjyBTyi0tw+lj2N6OTDl6FDhzkbEvPBDwc+A4dA3SxLisy0m2nQLuAjegVzKHVpe1Qk1Z667wWFmQNeMIHeAj9V8NF+dqWthw779sn/y1jdDOo8lgpFXnkhD4P1EtgIt136S9t2oSjlrKuoVfniz33QZJ0Kskq5w+bQd3K8uqHTwJg6bHfRt/a2p3blrOB2K61y++DYR6fsx9S27Rftw/UAg3hZRLZqfJWdiNEiyx6XwkxPyeaqpWV+naLpjZZ5vSyUdTK6bHC/K2nTTSv2M8dScDdWEBd66Gcb6GhbaZeqbGN9YuCxd72GoTJvvTr4jrnqkAfoosNuBYVQVIl85OUek0pzMCR3Qx3rhXrr0IAUCp5laQObtudyRGooH1w2cgTqmIfFTFbp+MIq1XOOsShV9tdr8OzsnOf6WQP3xdmZ+Yc643PtjIP/Dc+7yhgnnH7Dc+71qzfKA5+X/qbPG719c6FLfmix41k2ckg0ETduXUdfSQmrqQVTMotvRYRVygxexxfNVgICsC+t+b3wjgxTcGyYdtMMyMl03beDmtseSgRZORwpWcjNKddxq24z0/h35szDLieZgZCaPgyp8afyGyrvGMpyzeS7Gr6r/ppBJuaE7E6iZWxX5uLGth6NcaPCD6rIEWcm5n5mfpClv2cjVt6PcDWbHrJclYv3LNOFhS5zBHuUsrEDdiR14aYWrvv5gD+kn8/+veX7CPzrROD+VvnXmct/w5FUVV6UyLSHkAWhYJMsPsbh8kPNH0aGy+zSqUolNEL+6b4PBHzY89kXn+urr3+tr7/6tb788is9fvxp/o9iPS+bwYsXDdkHF/GGphIdqKCjzNEEh0E7Ns/b/EbQKH/zJ78NxKb7wr8Odnkpf1Nku93JL8eHvXRRlKKCz7UGQ6kNvEBUXiYqY4ygvqAnsT/1RmmCwhcgaeLTemIDb9vbywtt315yILFFjh5te2xthoGDj40e+psLvBT4GzFD39FXKF9McChf7xiD4AsjFRddqJQi/6MIVapbJ18I0DUvLh9S2dcuQh2+d4ynN+CTwnddVQ+1T10P33fqO6OqQx7Zl+jHMzYxuIZCP0US3iqKVNHriE2lTYegg5ZS0ECfwza/oU2TfyY5YbfQR9XZps8YbM422mwG9UOPvrTlwM6HP284AHr99o12zJUXTkRV1Er7TqUE/RaRZRsco4tJjnse9NHnlti1F89ZJYnHkQzZmqf4Xilm7YXOxT05JT8l2zdYMQe/zBmrysauTbHe5AC1mkNuOY2TbEcOxqbERFykokIse89332voB3V9r3xJDoyTRpHBd11V1/XqWLPdcMbLurGBbpA1DMi77ozy+YyFP2t63aDAhqJXQlXCh3GGmFtF6w8FRhMN88t+jmFso4TIOqJNlArpFNi1/a7bqM+x0O9m0OBfCTP6zSwf1HmcfZfrqKt9lntkPfob0J8P6mmzAf2mTxtnmw10QM64zgbGuFH09I0PdI4/a9+ahxYG90KCGAb3VYf+gYaiA+jYRkTQxIBgYuSe34/b5QQZ1S0VzdrKeLh0ECBbp6XdQl238COxNj9T7p3kOEwVPohabi5y67jdlN0FrH1uqC7NgKCaNmiVbSkjZZgxo6jrCnyFdtCGruta2fFyrBIMKlwfqSePE4wG68NdiMuxgpDQc048w+2JcR4CEecwWHM0RcNp8XJxEOtBe9BqnS+Y5a4zMBLY6myftT0MvYY88PEh0Dk8GBr/IA+AHuiMA6Ke9Wlf/XzzN4D8N35evnglHwa9fftW/rVlf175cylv1ey+5GOdx648JZOzlLesNCLc0e3XXvNYLY6L7y7N8ZqDPzKglEzvbnmssTRYKLUrF+/i1m06FXPvTDhOSjWPY5fclQwFhphCWM3D1pVpyPpfarb4r73zOZLT7lI17fVOq/w9pW2OD7k5o/lw4Fp5lU8MZFW8yt7S8qrqqrxqtbALXWndlc1HiZX3jHjOWdCwzFuOJDPkixDWKXgWNer8GEsTS9e8y/e4j8B9BH4ZEfgRj5BfxgDuvbiPwFEEKiVeMuWXvVzdzgzk+YFl3qBswgegN+rdZqOPPvpIn37+pX7961/rSw6AvuAA6OMnn+qDD36lftjIL1HCxsRBTymhiFAxChtlGWxz+LTb8VPUHYcxlxwqeGN9wWGMD4D8U9bL7ZYX4h2HBihObQNaSsHWguAlMVRrB60N9BF+iSiSD1ggHMCMco8TMUgkAAAQAElEQVQhX9jBlvvcuU9+mnvJIZB/JYmOVLHvl5xh6DkA2ejhw3M9nA9Aht79BLawgw3v+CdvYJIXcmyTF7WrlEKp8bkRpTr1c3MwCTcTtRYOeSovwEannpervg9V0PPyUnmR7Wto6KjDhz5Rc7wVedCPeyn4MfFyKPtEhxYbjkeNokQN4scYivBtkg99RtrsJh+AsbWmLaqqtaqj382mJw4DL0aAg7Cuq9rh/wUx8wuSfw3ilV+KiKW4sq/eL+2dolb6QEgaeVMaaTfOdPLfvOFwT/TrF1BU/k4p6MeAHKVTsiOF9ysw1hv356uu2uvtpJHDt5H5a/FxV4W1WJkHYlkH9f1GXdcrokoZ1ZAUlLtEx9roqD9gUAyDOqODum7AVtKBtXRG3QabgJfgjnvWhzNun324n+joYgZ9Ucg+x2h9U8g0kudwedkfgYxFHxsRvaJW1iv9e23QV889VXsOgUBnH3np7kBlHAUfF1rwuafNsBk0UD9sznRGmzPzBm031PXGGfYop15PX9jJ55AXNC43H4m4Heb+SILvwXgaioL7LdBvtCqIQ4TjHKIAdLgWAznRLhiHatFEtgVk/krVkbGsX9rPdJaN+e0JyxoYgXzPjgxo5BBo9D2VPiwdFLpz4+b34n/gR1gsnr3oj0t7eEsQ4xJtiEHHPARz1ygyxyEPhIqC9YcE2jV99FyWquQ669JRoGHo6CpzKWZ6ivCgTLFHaoYy6llKn3eM37FwXUNknwU5I/Fh6sWWHypc5rd1aMLUFXWsh2HY8Cw7l2nH2uqGAflAfZU/22xH+O3DHf9alw+rLy93Mnb8sMK2uE2z08JY5QesilhO5FByHUH7iyHs+b8vcxwr+29P7YOpYf5uYC5uUPz5xof/BH7MdXpD54sY1cZae19oojvkbQwtv4P6D1Thc/Zayyu+Mt5rKhZcUbPoLuB2RO1nHJdNL6Cnm5JVbqq7Kl/rrvmreu8qt7Ytv033Vo1bK2erq7lZsa3yqP1SuKbVdO+yzmfNH04WHw4WrksOdffcfQT+3SNwf3/8u6+Af6Lxhz/xjRM+Bxtc42qVt0xUXREj5XOqvSy0KrcNXrA2vCScP/hAHz9+rK++/hp8pc8//0KPH3/GQdCH6vpBhY05Gftj3z4B9XazcPDAnpm95MRmecHIi8yWw4j8Zg6HP96Abzkc2vGSYzpOI+2m+eOxqBTAGDsOUKIGL8szkJVCXZHoSb5g4ZWY2AEbtn+R3zh6m99qGdng4xUvA0V93+W3Xs54Ud0Ymw5ZVfVLlHxNqBrwEHIOmkradx70HwgLQJF8YuzNfzEC+xVU1hrqu8qhGf3xgrIZOl5O3BeUus510GrKi9lgysFM31mn4k8o6Mv2bFfEqBia8GXKuhpF7sfoiE1QJknEgdMcTcR4YsM5Enulb5LbOAYDL0iDxw8ci4oPE4cVPgB69fa1Xr18JX8byAdqo0Ts8Ms+4l+Nmv0jzuSYjxz4jfQ3YmPk8MdzPtKn+21I1b9zFif6K7gDrtXMkz3L3dKYiz+MZOwnXl5H1kgzEcSu1qpKHNs89BlbZhuFSDiXkETX6mYqqOVHCGt3iKzbK1hrQ+cDkwcazvxC/BA685Q7XpQ75r7rBnXoWj/gDZcbNtQ1DOgP6BsdBzHGcDYokfIzdalDnxwg+yDH/frXwvJ/DeNgJw95VvQMPWPYnHMvnmlzbrqR/55Qwyblw3DGPbPR0PXqeC51XUc8KgjGS6hIhJicGBNhRznXKndIhONX1QWgXWcb0KAcWed6Q0S6wbnbJ3hm2Xby9GAKIdGGFs4pwBWRwZYGXHOZLiiv02LBdIHrR9bHFvjwY4vAdW08LNRMYmwNVJOCm7wBL8JAuCScHvfwmrY9ETMRC+tW+dkTacN8zHLXOb6mRpUyVlUtXnOdD4NoK0MhlGZAiLv20Hy1/g/+2ydXrWh4vMSB58U4xz0tRygKnEGTiXH5M+SCw33/evGYz3V0uoF1Msjf8hm8ZrozxtgreF5FdLiITvgzSjwWJw6Qdnwu7PKHECPP1JHnJQnPi9CU+wxKMngGmxbzwDRF8JY36B98LbHEjRXrZROIbk05Pa1RQbFwKGkKq+ttrbzAGj8ENRv5qMSWsrAwCL0KUpbZUiFWBj56kiyHHT24hAUzjhxeRjHXrcmR3rriR/D43loffHa5iZGxdhmERXcEgzypecu4Tur/VIPFDikXxZqe7HMtZOzr4p63kVZoK+JQbtJb8iuq3NqpbHGzlcUfli3uLnRt5ZRsXX+Nv6nBTfJrBu4F9xG4j8DPHAE/N37mLu7N30fgp4qA2mcwn3ptYx5aaKu4Wz/LR1Dbl4xtb5I2O3W8mJ2dP9Qnn3yir776Wl9/+Wt96gOgJ0/0ob8J1A+KUumobaq9VZnYEB+g3JpNhXrgvnb89Ha72+bm298A2nIQ5P81bMfhhL+ls2Mz7w2+WxZsBe2iVtVENMrO2+8dEPp2byOapoKKprxIMKAdtn0A5K/1X15eastB08RGv6BSa1HHQctm0/OS2XNI08svRJY3u0pbhRFY37CkIC2KzLVcE13S38RLSx66IPdc1Boaeuzzonx+fqaHH5xxcPYQPFD+DaLzDS8sHf2GOvwJBuU2PYcwPb4NfUd9VQ/fd1U1QoFOmVEjZHnfYaPO9ThfxMUmufk+CZEsC8T2zzEYicVIzPE8+97go78NtdkM+FPlBrvtpV7Nfwx662/zML7AWFc71dorGF9EtSpmRpERrVETeiPxGKHTTM3DoiOil+SdmS3ehmbAGo07neeor1SVK+Wl+C5bi95CT+ivustaYjAycMdhgic4xIj2xDGIY89La0csO1PmOJhTm4iMErnL0SmAgOspKKGmSYH7toNYH920NajzgQwHe8NwrjMOfc7OOAAafBDEgQpl13cc3rTDn42aD7TresXQ095Ajp1uxgBd0GF3kZtanpQDooEX8LPNoIFDngG9nnYVWd8j6+mfg6D+/AH3HniAfwb+nSE7o67hAe2tO6ijXce9FBmjmmMlihyYCEwzkBBrggFTlDFifQb3R7bzuJLvCWVHfYfKIYYIaBetOVxLpZGczIV1m8Z7CsJZFptuZHVmKW0WVwayB5cNq5gaE4VGvWZG67mIdN9Fu9uQ2P6MKEfjyBCQjTz/Rq85eJtq2vYRuKDloif3Y7gjD8Bxm+12lCMcqxWIYxcD/TqOFUM2uAbzgtT9Gmk6fZmFTeACyAJ0TnPR1uhgFmKPZ/clhz6v3r7R69fgFYfTry/yEMdKQWzWa7hjrbRv/djHkP+JXOiN2Nrhz47YGI4Tj0yJutTh/izJO28QMqOUghrAlnP5SiYzlbDgXWi6t2vNgbhdyeFtGiyfHENmiCiTH9JdukztdcO1D/Aem5F6zpCZzDiqmmWNrGtqEy1NOR1Z2OOKVjqVH+uf0niHbO3OO1Tft5rhHJrgKHfXvkzxBL+W7qvvzvzgsdzecF87T9e+fOTZCemdh3Oi7ZHtOxZ4Pt1R885qNw1hPZenjd02ppusnrb0U0pv8+qn7Ofe1n0E/lkj8M91j/yzRvne739YBGL+oDQ12L8q6doj3wXA8uAgYsML3IcffST/UejPOPz58osv9fnnX+qjjz6WX9aqX8p4WZjk4wbly60/5iZsjpNl7DoLcD3Ckc3pdjdpu9vp8nKrLS8pPqjZcfAzshmfDHTSEM3K6iWk0k+NUPqGnGqs0hH6yWc/+EDZL9o+YLp4+1Z5ALS9UHshYnvGT5oL7Yeu4wV04CUTDFU9By3BQYzN+NfLsLxKRaUAFYeNXPmNoPST/qYxB6cJXlyYV60Vm62PBxwAPXh4zuGP8UAun/Nyvhl6+UUlaNAR747+u65q6Du5biC+PX512Ko1VMuCgn145D06HWOxTnjumlMEgpmgXKTmrxnqdtMuf+o98RI0aqdSpQE/zvHP3wLq6DtK0ZY5esOL1oX/EHT+UedRdK9u6NWhU/FTgdECxEUMPL8jryQjh0sTh0ZboGkr3tBRIEb0DyPcMgEj+KnSwWqzuCq7G6NV3JinSmZXVNJUZquKq+VVFaxrT5kqzEYhkDVC4TkljlHgKYvIjIDmJFtoxweWIyCyTeay9Ra4zrI9wi+9nQLql+LoBkXXM88bdZ2/GWF6zlzCc0CTc0p9l9ho6OZ66MDhTcfhTdL54Mh8w3naNN+h52/9DNgbWNuNnmnoB3VgGHr626jnsLEfBp0Z82HPsFAfHiUG7DZ02a7H/6qOdR6Ol9edwcAd47bmyCmQkIqxt5hGVNoNwLTHTtfquiLZhqGSbW7N0nA0FZPITBhLZMmZMptz1FsRxgbWQMSMtnujyf0MNLhhSLPMOlZdwV0HWYKegjGYbyrEAWb0/cjz1CUDNfykYvanWac8J5eXrmwrolMeoBBzx93r6EAHBXLrNFTCQLxl2GA4S3OjfQDbPHTeMlx7k72hc5UiomkADKY1mvIsGnX55lKvXr/Ss++f6dnzZ3rx4oVevnqh1xxS+zkz5nhpT6urA7UN3yspx3gtnWpt8L1XSnHDfH5PPMNJPKmmlLWssEIalJzmq8wUsmIp3Z4WXY/zds3bax0+ww6n5sHn7OJQxOtUuJal3l66arCXrRl3ti7P/FXxjeOqc4OZeGLM0p6k3VJG5jLkWjrI7atxTWUWHI9sFiaxe0YWfsZsl3cAHRycXiQIf+L0Uw5ob2vPrJy1rMH5quIGdpmjVRBu0Hx/8ZX19P4G2nyka5ldsWCZ/Tc1eCy3Fui1MsxR+vEeHZm7Q+Fus3AHQ/cq/ywRuPfzJ4/A/V30k4f03uA/NgJtSVd/Ihk40zb2wd461H6ya16UARvn1kL7KziUOBvO5L8J9OTJp/riq6/17bff6tPPP9evfvVI5/zEvnY9+sHmmQMfPiu9F/VHIyxysfEsaptsrHujTcXIRm/HAYMPGba7LQcSANnIoYQ34JqvAk3Qrs4vObWGOlAjhBhYQ2LHruJ/Fsr+TNgdtdteanu5045+JvoQLwqpi70aocoY+77jsKaXX3AqtkspwpR8NbZkccmVJWWf5HNiYDYMCrYD2z0vq5u+12YzJM55uT3jBfj8fJD/CLP77dDp8KHWoqiS56WvFV8aBtpbzzLb6/sq0w6d5Puu6dZQV0L2V8TRzhVJuCHcUYG3zDHwIZDnQExW0GDDS/YHPgDKbyXxkkwj/2rF24sLGTsO60YOdaSQ/ahd5TCqqpSCpMiX5zxjS3w9h55LtxkpO+z7fRPxsX44uwFp64a6u4lvs37Cgjs0lqo1v8huoktXUBLxuEnRcjSiqIKoVRVEVOYoJLc0gVu6bzTm0FGJwLGEoLVO1jE067oOfXWY7bDvNTIoukFdt1E70DmD54DGBzcc2nQzBmjDRvuDHJ4Bw9kDDmWs39AhS7CmTYe0c2jTUe66gb56+ukU/qYTa7mDDv1G3QZwL3Sd63t8q4qIGd1MXV74LzBhmwAAEABJREFUyliKqGjIeBXyIpEv8nBsO7ep9ItN7q2UhWWBZpHQodEhhdlCdhWIMqEQIHlinH8HaS7sieuNvQCmlTPPDNE+eRZBgLwnGh2ZQd83StleGca+iWHaUKFMwifHTLKMMinXB9mYBy62aVBxQzrU2gbxITa2GRkv1k3Sqo512nHfN3jOLJtjaj9UhXP0YjsQG857nxElnZTPghyXK/28RG+d5qZSwRQFfBHXyLMnfy311Ws9f/5cz54909OnzzkEesUB/4Uu+EECvaBJopkMsjGBbJ+KLWO7cu91qhEqQKWgwecX+YR/fn5N8C25TnJutdK4zDVfTTYXZlJmehMJxapqza/EZh0q0xNYxrxWeVe/i5mb9Up6Zo8MvfOi91SEvlP3FgXW7PXatc2FX+h17dsljJjUdOzwvtBE78zdpr5T66Cw9vMm/qC9cGvNRfZuat/erWWN2zXXvaNJchvlimjc1XyvcrXiXWU3NN6l90Pr7zBVO9tehmwK1suQojV4biURj+arDOV5EHfoD+WfJN0buY/AfQR+2gjMd/FPa/Te2n0E/lER8L526buyOa+8bB6hD/UoRRd8vhtKmp9j+2LIf5vD3wL65MkTff3l1/r662/06WccAH30kc7OH6rrB58jsG0uYp+fPIVG2SaXUlRKwbhTQT7xkz5j1G7LwQyb9/YT3B3tR5q2rXfx5h8EcPMSwYa9AGipqhGKEjpcczsVFcs53NhxyOQ+Rg5/TF2eJn/so1ukUmN+senU9506XnAqspj71HwVdKXM8E9qmZqkmdrz4iqlNP+IrW32fdWGl9IeDF3Hi3SvYQOGjn5DHX263+p+q+T+uwj1+DP0nTYc0Gw2gza02QxQg/LQ9xq6Tj1zG+gXt5cvnIIUgEi4I7kgX9R5onIQU/rZuw9e5M94Kd/ktzcGReVAgfj5pW3Lrmj56WxEVVeqvG66ms7aKBjZHwHaeD63vLQ57hNtRU0DaqsUK146lAKnG5BGKAx0rREMJOCpIW9c4+lhbKBilYpWppscvcaURtJMZq18Kr9WvTci299X75mlfmJdE/PZZlYzIbV4XFXhWBJT5Rhjr5WtyZbwmVKkHp08gICqYUxKVVLmLSllbDbnOswD1kr+8ehuo84HNAsoD/DGIh+ODoLO5bqE14cx66fsiEeXtbTIu461xPrtup77C6DbUR6GAZsuA+rCvmUcihRFMt9VaFHjQxEdfBuzTJyZpn6h3uigVUHbxaYpQtpWECK7jkAOvNaaLmXbT6CeaZGxzih7PgzYE8m6a7E1T2FCiftmuUe4bxBkyb3YimHZ2u9gzJbbX8P1zQo59/eYC8a8axa4xcIfU9c0m44fmOcjmIeY4x7yP+qg6Uv6kC2zKO7NjJ3atR8tvtgfvBGs/OjBxaa0z9Em2ZpFqY+Sf+3r5ctXHPo819Pvvtff/vod/Au98rcTOaDe8ryxVw6Ybbd2oogxG1p8nYuOtub7r5RQob6Q6+gqso98hOTnVfKuz8ZkJBdvRNxYkxXvqE6dnyPLfhkaKc0vNAvXsjlgqTTz13TeR1BPKjfLLbfCgXPpKqgliXXhuc6fc1jFMtN3IgfzTq0jhQxaZkdiF052i5Ak+2cdFuJMUpr8j8xa871Leyblx6UU/fDMLmfrxvykttOuFGm0zKW/D/FoDHkrSJf5zIC2lDWN3ed+cu0LNzAMhHRD5b34PgL3EfgFR+D+1v0FT869az8sAuFP1ysr26JmjQ1ZpuBDuKG6gowkhE7qOMSI6PSQw55fPXok/x2gTz/9XMYnnzzWg4cfyC93hReFwsts2xsXLHHYI5C/CkYRXglJbOB27JASu5EDIQAdkbefvjYri+ulFPGuoUpmdDXgA1lpFpu62K1nGTV4yd9i8aHPNg+ZLilvgT/gRwW7euvVWtT1nXwI0vmlEdsBmuVJ7WqlxouWcIyLnP5cV8zCJ0nqOHfExDZt3+j7yH42vFydDT0vwJ0G+uyIccWPwoDpWjRTdEU9ej2HPBtels82AwdAAN7lTd9r0/foVA6AQl2EggEVbNjD/DW2Iq4iwteA58wIspFQeWyTgn57bJ+fn+mMF3f//ZWBcilEiDcgf1tox7yM8DRURKd8uS6hQn8BYFwlH/bs2JVPBjEfeZk17E8qnMgiZfZdCgqBPUpakNXOIitRcqE4A8jQhFmlEEsrpaGSVFDtL497XzgwoaYLbcxR1aFwR25Eb8SROWyEYMKvEbgfRsd4KpMdzH0iKi3oHDlMJtsws1C3dLn5xzhhRpAyaPI+HALm6X55/5gp9tGL7IN59FzGoI515kOSRMxy+wUvELSZJweuozskcRVzO+szlrTV9QrWt4h/G0ORr8j6Xh0HTx06MJivIqO6+Wg+IiDYxUbnNiAp5aBdN9OITrZjmftLedAO/WBsGFHgA8ZJcQKIVskaWTSTPuAHFlKWGRVtQFmag6s9PdJFJTwbpoB7cATmFoxzQ9MFK2Oplh7QrQuOS46Je0UeFz66LF/2i4kffc9mP5Ol1zC6LnXnqtmGbQex67DdETujyegcefaDrmVMGCk9w4gpxIl6mzaLK20oMCREI6M97ROVc6Ie5XE76s3bt/J/1f7s2XN99/1TDoD+phfwrzkUevv2UhM6OEE73w/Ypjy6rR0wqHEa5XrGYNkELYXIQSdq81kelAsFKIQET6J+4iaeiGdSeAESlaKN5Mz6oXYttJVuyFNp3eoGvWviqwIPyLKFmr8Z7vG4lgHOAtcxdXPpJuJ+Fhx0cjhZdF0yd8tQJ71Tlylt6+idmlbwSExXODi4Et6N/RFN79bBrNXi4NyYhe8gJ0b6jhZ/r+q7j+Hn9Oj03OHbvKD8rMiFRXn0M3HvDDrwiMlJWcyMQrbgOZZsZqf7yar77D4C9xH4hUfg/v79hU/QvXs/LALelnuz3tBseJOXUJVqJTXAoLDIXBWIQn0f2pxv9NFHH+vJkyccAn2mL774Uo8fP9EHH3AA1G/U1U6lhMRGWyokIOVHKnvnpN5qGv6g9YbaH747H/zwU1zzhjfZNNP609WW2K+rlCKPo1b8Mj/D9dYvGC9q/8RlWzs+wX0AdOlfBeNQYjduNbk/GhQDW35h9EGLX3Yq8YgSwrTSaeyUhYGnC/IlFYmkVJ615jcD6020a1sGcxMv/y6BoBltKi9ZtQu5/6gFM0DtKhCq1ZHVGqkzcOAzDB0HRz1z0ufc1AgFKGlT2ND+CvqfvWqzgq0CAlT6C1BrxVanftPPB0xn6ocB2x3RET7jNwc6nhupyG3dX42qjralNJl8MejRhz7bncZpx8EebYl/a8u4sYib1lQ65AIIIGwbtn1AR38L2jgPdYU6cWVj6NVUmmBfPZdxw+uvVQo3sEu+lG+mNLxWadkCKvd9wVsMEeMXN0ArEiDmxN2VQr/EMPagMfPiJkbTJ/4u7GEdYAN7mZmDzO0MQu2k7B7BSBvzHrHkmLp/U2NQhCngpT+AKCNEPRqEPnBvCCDIswwNwyJ0OqNThw0jbVA1ZgxYD/CWRbS+BJVK81XzhTnryLHhkMd2ouvl+6RLav4Af5toLY9uwGzFzZD/CfsUdPOVHVId+NHQ9C1vc0AIs77JYbGMcquEb/XIk8mMwpzmYsxzH2nWsZho70pAfNpk0ca8yQzInELKsRR6tBFD2DDGuTkUx7CI8JDW5T0/N88xsfYCxxqKIjrEViCCyBHo+HLdsYQGivSvydt6W/tDzwy51a7zRdjoSMMtz5DLi7d6/bL9b4TPOfR5/uyZDH8j6O3bC/lwv4WqNGOYd1vDQaHY5HhlBrMZI/Ml/SywIA+AhKR5j0Si5OmaeJ5P7sR0gbjSVbKmjACGZyHM3yfN317AA4Y6+kxKLXP3KTVzC9Y6k0e70g14A7JP0xxF7alYZ/vqm5jxpoqlNQoktgHiA+MGZRSoaTnMPyLV9bhPOPAezt2quqr0ej3R0w8WXZ3RH2zoJ23483l1bHkpEWCSh9DImM8E8mVBUkUNCYZEzcwnyQzxT5J+UmM3eLSM+4bqe/F9BO4jsPpMuw/GfQT+ZSPgDwNjHiDsfm8Pn3eBaVaz4/EB0YyOQ4GHDx/qo48/1qePP5X/GPSTTz/Thx9+lN8c6XjpKiVU+Kc0VNg/l9wiTnATNveAIbHfm8DIRn7kQ3jBxD4W0Gb5eAw21oko8gtKjUhKMXsr4mJzThMZrQxLJyM7y+1uq0v/usDlpfxrSSMHGjJCqtjueGnter+0Vg4+bLtIyGmua1cKqdcBpZhH03XALw2USBQyAmOOb6LP9nIyiXfb7KvjRbnSf41QDWkxhfcqlKMWdVT0vAgP+LjA5Y4DmCAI1iulZNTFld64a/iZyIbDOhHK/rBZQUffHXTgAK/bDBrOeg6YBlkn0pDwfQKjQyvRS5SqqFU1OnyrmC4K7AoNvyyN2mmbP4n3W8reAy1XLAy2FtbNA19sJ7qqruvVDRVf+j26AVnKO+oH+qyggJDSlinsOo3rwrv4gsIJGzmHVO2p+atYd2R+zJglN2d+j2ytSvocJRSlKqITHDQkuMRonuI+UQ6pFQNPKC+6UHeR7RzILLu+aWddZpYB64CMNZSOSfhgPygv8qTYSrvQcQE6ds9ode6HESB3OdtFVXTYdBsGvuVthiWB3+iysGKe45jnHAeoaM8L25B1wjaxE7062+oGxeC57ymDYaNuGFZwGXna7jDZYapAA6obL4dmwWkl2su4WttkbusOHB9TD7Ld561m3aq1WCSsEZRH4tO4iYq5DfGikGmWJB8ZkyUutsZaQMHqI9mILUym7j6z2r4wM7RJbrHH+GybYJFoYHkqXM/oJtf2UrOYWsoZgywwKvyxTw0pnLNDqwPXqnYc/viA5+Wrl3r18oWefveUg5/nev3qtS54hreDH8cKP4vwVwy5ZONmCznjSUFSlynh+Ah2fCaM9ovPDJJ4gJFKA/olQVlFAgVovta8VvI1eyTXzdfs1c0Kt9R4nCNjYeA8da8qliYwMVpJDKtxpRHNLW/3I3uiG88lPH3CZZmsrYNZJgvSNHpJ54yi+zBmSSP+eGgcOUrkN6elnnknKX1PZtVkP7CVrLH7vvdMk5/Kl55cV529L9YG3qvt+zQ8NdY7DO69/LmufGsPN7l/k/y6eSS39kD9OrGAWHspea8+soW8XFsz1lEyzgBp1jhJ3lHd2txJqan+/PkPWsU/v1v3PdxH4BcSgfd56vxCXL534z4CPzQCXu7Gob1LRkrMrIEw2D0GL2sDL1y/evQovwH0xRdf6PGTJ/roV490/uABL2W8cHHI0DbD8waFz1ZvskeyPbA3eQO3yPgQ3407DoKAKZiQiU16s1IUBQ8SSOijlKJSgBoEbRBXsXWo5EOX3XarCw6ALnYXHExstd1d5sFT9lEmFV42K2OLWlWBX4Si2K5NFLKGCe44NbmO+hYXo/NhD+PDA3xxS+8IDPNSoBW10Owhb98AABAASURBVF/kIUqtoVJKIvBJXBRbmbqKX7WrqrwIN9RsG0EblbQHaZQe5Wvuv9mRCv0FqBHyeLseG6Dve1XQ9536flDPIUvUKtmguJiLkbnwWNxBkEVURa2q0A6glWnk8Gei3ynHP2qkrdhpjYtPgRogYUUAa4xBYcpLu1/e4TvG2eFH53LSXkPSQZYHch8wdJ43+g/bwLTTmnf5p4Xn8AaLq6pkGftI3MaMBW3gCQ1jLooC8LuGx000oHM0tL/SiEvUmyR44U96nGEFwaxnYshZw94UWi3ZTqtz2fUNljFjFHCfmXPtFVAnn/6AZOd+zFtz3W5LYcvJz9bfuuM+9K/12Gj6y5hDlSaBhQJ1ov8oyv+Bivh4jttc9zLtwgc8XicNXgsHIIuBpdRJbosdBfYwO9KDATsny9cxaGUazvUmi8z8aTSb1mv1LQatzNBZ/8SyVa1yaxkWmY7ozZT7hJIrwATWqVAIhtQgxoSARAs6G4Fji2CVyop3HxSTWI4dijYTjhMwbaCCMp01k7Qh4SfyfXK/+0JjGDoJnthmA8aPX+kbY6Nin0bKhgVWTQoz5gHQG7188Ur+H7+M5y+etQOgi0v520E0tTpwb4b7ociabA6LYXl8huWtPu9F/NnNh0DTVHjKGQFFl/vSpVIKjQqysqeFEgVyuGLOKFk211AauTWPH1G7NHWg4Hmm8CEHc2WtpBuZCQeJhbhcLi7KwwuVJvd9IlFqCPnCvgPpZxfx8vyNfC479obnaDtesh52CTLSwYdmQ9gnpksBs41tOcU5uS/mZy6tSatZS4rSUc0XXeYaQrFRBIfFkUqRDWjn0jhT83iXZJ15za/L1/g4ltDvsUC+Za5bPqF3td1Svq56XbLonqIV4QLY90hXxnZDS2sZN1Qfi+/i+p2NHZt+V+m2rjk6ojkaJBiv9AbKpOQtv4pcY1eFv6jyzxTMX9QY7525j8BPG4H7u+anjee9tZ8lAv9Ao7zsd9FpsznXIw58vvzyS33x+Vd6/PET/epXH+n87AEbH1681pst9mLTNLExlNhHgkkU2Z5BGYo/TEcE/rsx3pDvdtt2COSXRRq4rbBXDHaspcCVoAQWmlsty4vaxeEPm3o6ySLmtcWe/zer/BbQ9lI7XkSnaUs9DpKXUhRsgisIH5BU7MOXUuhLXAU4ma6xyBp1t+ZsdaRj+2/Im3Qc8saCSEgFLqTAfqWvmocYwWEKQFZKEUmogCmhQjPJZA/l5d5m0GfaRx70Zz7tkGU/UVXpr4Coje+gHrtRS1XXN3mJghXmCZttnka1XVHIdZUDGB8YNXtFtmnHglYj4/XLgl8SxMtDTjrNXUc1CX8pN4PJMMaQfYgIdV0HKjAd1A3QAdoN+W2gLg+CkEGDAwG3aShpQ1ev7II+LceJsKPmV4iZNzXmYpJsnlkWyY4KlJfU5B6yY5UlCkRREzGZPZC7L8S3stYiqgI+wuMPiaT5yvYz3+SrykW+oq7FCqotX1XBBi41tE6svcxA41HKNGLhoHO1jXWNVCVrfPpKRkJ2SCPj9wuj77ntbmI5jPhBvcfrQEAJgAV0ia2MRYeoyoc/HeusYz1EzPNNOUDH3C+IhWctWD8cUwX2urTbxgOLzHxDG7ulV9HqGTeDwX18brqLHMM0wT72YOY0l91mljSCoDGHZlm23GgxEQenrSPL5hhZrxXhPKeYID7kWZbjJ3xDx346sI43RTwrCTItl+XGUm7UfhdZL3tI+66x3HSFuZNx3OIqPqYx0xmoWqWJnSNPp/CR5zm3gEtoFeDeCt3OQH3HQaGf0a/evOHw54VePH+ml89f6rX/3s+bt/ncdkv5gonZV5pacgWz/0mcFfqeuA8lHmmyL9O+BcYWfhFCF2kx4wxairNF+eej9vhG6x4wmKPLuCTHndEdN8HVJoDBb/JWXOWFNVQohzs0XDCQOdENtiew05bPzZx7PkOTd9mgc6876+MJc9o4z/C+0ETkKYW2RNPGXMvd8zXhNcFBiwljYv25mwFB08sjnM3jKWtnAj88XrVrxTbBnLeDgrlwksweLAb2dGFONjotnE3lR7cXaDKnVY+kP6Cro/bXCscGiRQaB5ndNBAeJ1QI6yyjMHO3kVw3OdbbtE7U2QHjRNVadKNKHgBzB7EA04d3xpr1tRi+0eiicE/vI3AfgX+mCNztafWPHtF9//cR+EkjcH3ZW2Lc1E3wCX9+fs6hzyN98skn+vTTz/T555/po49+pbOzjWqtNGWzzeelP9cnNphOE9IFQjAZk9iMj2oHQGwwOajZGfyk0R/KeXgirnQoFCVUSklIhQQklWIKoJNKfpRPatfIi8eWnyhfXl5oe3mpC29eeYHZeQNAndgtBu1qhCoHMV0NBbz7EnJjkm1iH6qb4GrqJtqwDxUDw48RTPQwuSjBkaHlXCpRiBegv1oDnvHVwjil0HJNybgcpSiKlLxMWx2ssgN3bDRB5oW8lKKoNVGjZj+VfmqtKhiMWhURiq5QB88LdhRegCU8nrTLF/cJXtm3ItTRpvrFHJjvsFOWkeWmatLkecSftl9qeahdI5FpklbGJLZDPmRsL/idOtsGAwc/nTEfAlk+8NI/4Kf5Dr7rmr7HIS5c4KUF/70I6QvRnIro6IBZmoLFuVRYKtZeLjLTm+RLHXND36mVmTI6pRQVBhu1EkZD0CDT4aL+UGjcbKIV7pxj9466o27Xdf9rXHE4e3G9GdME2chEbDlsHbesB1YQIqs05DhZd45Mdm/eKCIopApdDoPMoxQc6iTMN+ScW8YakOmCHBM6e9q6xSjMWt54x2Dv355B1cnfLDG9htY2bWYbylCGfayJeC+Y+dHxSMXWYMx1Cr9XvMJEMBKjZGzMud80kbamXPOwFifclZEymzbky1KAzVTEspNrWrlxSz7OBjyf3FX0g8TrOztfjC7UGoCiq9FczKxoETfCAXS+5dn85u0bvXr5Ui9evNCzZxwAwb9+81qXPLtHniWe6xoeOe01X/ST7mGDwCjhKvQomEuE1xmc1SGkolKKRBIX5nMGJvglzVWpUjJfahp188a9bx53a7CoJc3s0M7B9WeYqaXzwIp5fC0gcNA0RZRLYxypmZtyzBk/tycI4+Rjj0mmPsQf/U0fH/QwP56jLXyjO239jE8wy/bDNmbLB1IP7MLt9fbMUrOnN9c0lVbfZsv82EbCUJpMjFd5FZWyjl2sxi/4dR0NrhSRtJTrCf2ZNuEqrxIJwbEB+4ZQPuNNeks24r0Yx9JmGcm1JotCVsz9zSRFV7Pb6tA9mFspLuxCj/QoXEsFSSGeOnEdjCx9tWeJcsRucNBwqWHRbaWb87WeV2+L9Vp6aOsYJ3h+HXpv9TdNbatd5adNrxRg1zprnqqfL/3dOvr5hnBv+XQE7qU/WwROPXt+ts7uDd9H4JcTgdNLfy+98nkSfLz7W0AffvhhHgB9/vmn+uKLL/Xo0Sc6f/BQHS/jYrM1csAysZkUe4JCuRQYGYeRe3Pjz+CJbMvmcctBjQ+ARn4SvMv2I1sh6xeVKFIppACmQCVlttNAWctVNE1FI7b97QP/ZNmHP4c/Br2jnlZ84pdaVKM21E61hpb+5D7ky7YbbJeWtG9lpY75xgmv/bIyMaYRZBxyR+JWHhO0TPKQolZVDjIqfUYQ3VJS7v/Fq2BHeU37HtwLKil1FmQx643wdCcxZtiWUK4eX605rqgBhXdfURW1qutCAfIgB1rRcWP73caw045NvvyyEVJEcFBT1dU+bRUGUgo2qGuuTJp4iRinSR4/mU5dVhcZ5mSbjRa1Q6B2oNMRmwCme+wPgob5G0Ed7SuIxKEv+qeQcYFKRbdfIQwAp3JQtYE2sIMsOVcsSAGZy0wBhKTjZgXzoNhPKAP2uDMGLZNMyTPhTtJVljaz7MpTyMpVZp1V8RZ2zL5n/ZncpG4/rG/adNYNRqZ85OXQdNKOw58tC5PUVPf9EAdLsqmz4lKDi4secdLC30hbs5a78W1oWkvuMRitfEM7i0/07REY6V/6aSuWZAMKC4XN5J5m5H1qfuIlCEqAyKWUT9CSLVpW6B1b7gO4B0E1XyMHVNl2Lq8JZinSFguacWhaMHOoa3bpWgtG+R4+YKstz+mR58HIQXqTo0sno/0GI7ygSJsVHLOIwiEVs84a3Obicpu/5uUDoOfPnuvZ8+d5GPTmzZs8vB+nMX0thTagzPcz5okf9hhG+j+PUUmbnPxKKpQXtCfoxM2a4LnlZx9FeigA1dtSETpk4poJ3PslD+KmFozrUNUKzEqOeaE8cA8qR1wRoRK5yNSu0gj5BDxXI4PNsUNH5m7H/C6HO9v1gQ9zv+WHNAnrZN2oEd7zDWeLt2AZKHReFHC36B+q2siX8mEMOXYPBEz43jQoNIackbF2pozYWk7VskaSth7aGnLdAa4xUu0gvsJZo+pY5/rorHXcEJ2WHMLjqptKeyN7Zta8Wp7FP5DEPJh61Sz+2uRMYNFcdBaKdJ1Oicd5Daz1zB/sunTAVfWm13JrNW5ehS5cbbAoUee+D3BFw+HZ2Mq35xg6oXBaekIx1+Td5Ke0jmSnxpr280hMuQU9anBfuI/AfQQcgVPPJsvvcR+Bf4MI3HX514zFMHTyH4R+9OiRnjz5LA+APvnkYz3gAKgfhtyk7/gwYh8tsfsspSj3EaYLVNhqir0b2zJ/w2TeVO7YYOYhEBvKMTdzy4at0CLk5pEHDkXSVUiygiHXYR8b3qz6j4f6p8iXvGR4Q7vjgGneJihKVbDDqbXKhyARgSywUCRy5bXwpgg4XCKng8zJyl6TQZGw7gCAkViMbbTkHo8hFcZRa6h3v/RpPpCVoqMrI8WB0aEDHVjvNBLYZKzyBZuf+/AFzRKh2tUZoaDPqBVaGG9R0GcEZXRK5TCFeIh2o31nbnI+Ml42rKZfq/q+0r7BNtxGXNkOX0bmsAUIB0lUnUiBzCjYpe+ABwGEDwiVF+1bHLMky60T4YOiqq5z24o4Zsx6tJs5BUwDOvD71IRZv5e9i3GbW3XoOOd9ZCpa3KxeSlEh3oX4lVqUY3DP2CNpf2UhM7l6L/+RzGzxRit4TZ21gOfgGqg+SsH4ZgG6bp8gGzkg2BIDw1FILXSOxkMslgG6ioBQ9Py4f1ivgWxA+c40ezqRHdsYsWe4lwPmZlad2fQJXRft2UHXSg1L3uYTzTYYmNOJ8FDhqABiRKHF0feNC0fAOknEyv0b9impnLuSBs0ozCHNpg+C5KxPO3y0vx6PaWSsU6FlNM57bqaexy339JZ53cvT60PHjEacBiCFQ0yyebuLLKuggX3fr316z0NRlzz3X718re+ePtV33z9thz8vXurt2wtNPIMKvgVQKUpouUrauOY/HdtHceE+OX2TI04mKeUJtIRdMxYY5hNHhZTMmslLx6XQzZfrijPjZrUTNTc0YK0QTMaz+LjQZsKtmnfkxI1ce3dTNTO1yzywTd6ukKISAAAQAElEQVQUHbuJOdn62z/zZ/N2utTWPGtgNHZbjT7oX60HnGnmbs1HelhpLpNx1MbeL4I1b1mOxEwCr6HOZ/C5heCWtHRYWDtSy6Ak7gpy0tLloorIaRGbX7CoLHV1rljoMtJFz9WLrvkGfM/Yo21Fo1Us+Z6WPXfMXLd5XH9cuqGDq0aynNlxcy+8lYmmEeKRckVvXWxaKVm1zfI7suvqK8mKXZu5QZwqIw+FRJbWWfOx5Ws5/G0Gr8QDbdLSYKGIfrZ0oo8Top+t+3vD9xH4J47Ayfv9n3g8967fR+A9I3D9FjiSsPFTbttstn3Q+1fBPvmk/UHozz77XJ8+eayPPnqks7NzFV5WCrsBNCVoKXAzLbLlIqmw9y98dE4a2fyMfCjvOGjYQUc2/RMbuRH5BOSLJoU2BsSSxDQXJg5lGm/7WYV92x7lQ4w8+LlkE8tPLUc2rovdgq9Rm39J4S1TKc2ICnbEoY7LRlA2XcOqlEkT7DRN6DeIESrHkDXUkqinW1X6MsLfvEEQxEj0hxnlhV5Ssr0M3ulqGaeUaJnsfpCV0sZWo9KfQbmG8hAiD32qYj6M8B90jg7LgSl83vGT05wTXgY8jFBRF6FKOx+6mBbK7ifslPv2/PkFgfaj+ZR7N2JkQU1XSc1jQhEFBBBXUVbCOfE6KfdvPvCh6frwxy+SplX2x3KtG7rRoVs3nxEzNSnO7o510xOtlu4aZc6JQaq5XWF8pRBDoyrmuAdjEn4zLanqLJxdwUHWrB9X3yxzO+NY/4eUTlkJRzmNBWPwOMQ68LBz/mFIrT6sAea5TmFm2MB96yUsu/atllN9W3EN69yEpkc3e3+bZJ2v2uKrDMaEx5k3zQIBjEEGJcntzECzjfkFyBbW1AN0fJJ3JvxhnZC3ErmdhGT/2Nv3T3+RZVe612a75aUJ5zy7Sb7VJoufNIe1zPqLZcquMKi1R+kCRtoc7jTmPc2dyPNz65d+bVGjnH5P5PDWN5eN0xAlU+yP7TlqQbDe/U0/4Q9N5AP6ly9f6vu/fafvwPOnz/LvAF1cvNVkBZsAhXYQUpFK8x0TUmYBAZSW7pemS9l9O9KovDMVNE4B8fXUum1yN4Jbiyj+yHS6+cg6cs27xtRcKkSpcRkPN+LzxTaWz6uFH/l8HKmbtqO2y7wTzNEBNDXo22tDUPmyUdBkMKlLBe3NLqCplq1E8qjcnmxrrZGO77td15ifa2X/R38GsZdI6vHc1OGpybLMsFEil+RnypYR2ufWxYT/5pYa8z8Cp8xkLFwx3j66fQzm/t0Etq0FGCd0SHDO2xqjcJxcNUtsomGaJXcjKxPLEsplJec2uDdzVNhLG2PPG0QMRpDtWyX5uheKpNusUe3eISM+obm2R5GKf3j6hbjxD4/DvQP3ETgVget3/Cmte9l9BP6lI3D9Nlgk1ePOT5HMKIWGYchf/fryy8/12Wef6fHjJ5Q/0vn5mcKbc15WCi8Uja+KCihbVlxXCnaU28eR3B/EPnAY8xBopx0fpIcNkVXRJ4l2RfwrUilkwgb7CBIc5ZQVsd9L2MaOTeiWQ6xLfmq5BT4QGjncEB/duKJKm6gh+xZRsQtfbCvwDMrhkgRVSKaUJ0Nq9ZbBCzrhyEg2Gdg3zfHJF5VsE4Tcpty3+60RiloVCAqwprBs6hZmJ2cpsGRfsuQIrrVt4X8JcegToKpyyFQQRKkq9OG+pKLUFaQURQ0V6qUij2HMDfQuf/I78tKXPoXkw5au5+DFqLZXbUCinXwxdnmM9tk2LFuWzkItMyLIAQkjyadodoxlgMzWGNm6LfqB4gFFET4QCiiViy+6crlqEc38TBbpzXSluGKv6I85cnts3+3y6DigFY674wWi2s9uGXKj6JxKp/uy5UV7zR/LTrdddH4IPWExZtlMctxkY4J5czepU8TkNFiWmBslP2cMh5QF09MI4nwVjvrtoHPsus+7oqC/Bu1yLFAB5lS51uDly/QAc5Yu8FhwHCdHyCTHiCyrLaEi+SXL9u4PsGIQ2xdLPXZrm7pM1ZKyk6VwlWIFnyPvFe4XngtyeVazPyMv/qMPegw/O7n3t8DPgGMf3dE8v4zG3ozoW2fkvk+R7JtBBxzqaV8uPFdGvX1zodcvX+v585d6+t1TvfCvfr3yt3/ecnDPIdN879B6leiTZFOMpsnnLlrhkNvDQ8lck+QjysUfgDK34ZGJC0tpFt5I7GDTNSda3qj6Qyocj/doNxJXw59PxsjnYVLmbdp6Xe40+iAo5x0euXw/t0lVEkKJCDFMCm53wFoHDZeMg+Q27rqmB2ysW5VWQNnrb+Qzf8d+ItekHWXSR9PUutq2DSmrMmuzlOzPmeHrsflFsNDj2qPSnVxsdpwbR+3nwk3yufoKuUH7Tr4sprCxzMNCl6oTdH+Pn6i7UUQX+7qVb/kLUa4DXv97nbswtDmoHRUO4n8I1wZ45FET3eGu/Ic4fN/pfQR+MRGYb5VfjD/3jtxH4B8Ugeu3QpPUa/70/Wb+VbBP9OTJE3366af5d4EefvBBHg7V2skb5GwIU0pR4SWm8LJRSiAuoKXRGzODzUAezrDZ9EZtouy6w1atqJQiMklQtYumEgcySlmBbfYtn8hGNrc+BPIB0CUvNe7DcnGVUlR4GbdvfikvpUj4mKBes81GtboKvAFxop39nMQ/+puANxiGqzV/FLs8wtvDyHiEalTVGnQZ2ncnX1gkCZtOSRGnCHprwh/VohKh2lWVWhX0IWSmwRgjbCEzyQVkMhBPxG3iBcBxG/MlYMJr1Eoo0Om7Ln99rUK7WlVKqNDOKZzZyWVHgi2znlNhpVErXUE2tMYV+b7YfHAx5t4iQhG8yCZCHWNt5RAVQHm5/2QyOy6lyOrJuH87bzoL3psww6xhW5jaxCndLUWF2DleEVUBj/cyNF8x0zVpfPP5uN4yo2kc8hGbShxka+5Um3X9D+HtmeFRj/KBwZYYuKdpNueDQ495LkKaPsw+Wd/YC66Nwm2Mg8bdubu2K5gs9Gy4zQpmqRHwvCXCwiIhI7sltZGxOnwXECiXHR0kxOp0w4JVgz6iowtTgBQj2FADJMumJ+CeaExNAb5fQv42X1uH2PMYrAR8f245yNluefHfXmjLM3MEWz+PjewIRTcTV8BDRsYwup62jIiDAcbWqqhFmZzHIrn50I6DptevL/TixSs9f/ZC3z19pmcvXuj16zfy32vzyzvKimKfzQFM+mR/Sh8ov0fau8LzyM1sKu9LF1ZY9baSWnvBSjyzxUOCnwnc6VSWDt+luG++93ovMeP4mvo5LZ4xV7WYClcfw+4fS9KbspdZwRDRpYecS0ca6zMvDE/wlk70a81sbhVaJX+XDP13qh3puNB8a2OmtUWQlg6jGPHLOjvmeTtt5XXkwyCvTesuzfI80oI9Wo2nxqh7+Y9gmsk7GDgoHrirzW6uuaqZ5bX6ms/KE9kJHcfhhOZPI7rW37Fg3XeIEummjo9bnta6i87plrP0lv5njXtyH4H7CPyTReD+tv4nm7B7d3/OCKxuB7N+Maj0Z94fwrBOFm82mzwE+vjjj+U/Bv35Z1/o40eP9ODBA/V9r8KueGQTRpK8iTfERo1kglB5sa+zjjdt3rx5ozay0RzZaI68MbSNJkqpXFQKiCJhn0ySebCnYgt4gOtta8tLzG631Taxy42h+5xoVxKhgk3zbmNManakIjH+aQpsc8hEBQlZkQqQgS7CccRjBjRBc8OcG+OJnC0I9WgpQZMchg9lCGgxTVtUk9Aml9939pRwCEMNKZ0zbM2chI1SCmc9ocqBSOWAxijuwx0KZZIYq0JKQAr1IQsk+z7upozVjp+kjhwGiflATR2He8HBj18efZhRsBnAZlvrxeQyArfKgSt9d3FdRXnpF3avs6jM3bamjikzkHp0GEHLPapauQgGlTIDckOKa/KlVyqSnf2m6GR9w/wRTghH+8k6WPRKKcSu4lpVO6gKUcjqmnnLkDbmWm6HjGsVK8E4z+BKlKzbLUjBz5J5rhLbiXls/RU8iqgM1QiXxMDBIWUbZwcR8x1z6Sq12LL3hdsVsndBV3yc+2GdXa1x+YCC7VkX7ii1UCAiLuQMjnyEANdRImCZL5kj1Xhscn+F13t6Fk0M76YGhpwSQn6AVW2JNtiwPBhHhA+TqlpNoBTZdmQOfPjTDnw4/MnD3y23Pj8752BHXtMJmpi6qVlaMxL08AYbtgOXNcJv5VXIi3wLo6KLi51ev3mj589f6an/8PPTp3r5/KXeINtezn3SYp/yXvJz1BIoRg59WGYsDkFJlljHsO/uu82Ac8MaCzU/o7k6F06RuY31snrPZOnWbKU6u3ik3nw9Eu0LI3HOgpWMLDib/TExViJPUwLZ0l8wJ0E5E/6YLykjp0DKqszohwQ7zmbogNhrD+bCfjUlmc0vuiZDMwpLlUtNoXHH/CI7TW1jmj04aOCLC0UqrG+I2jXh3pif8f7smvA116QXwOKXDVo5aWYu/UPQeicnvU9MFmcZHizjJd8xvh0C7lgij2CV0jzl64dfCE+lpcGpuhtkR2vnms48X9fkCH5AX7S6ntJOZtfrHJSUUk9KNrOjQkpuz24f5e1t72vvI3AfgV9KBO7v5F/KTNz7cSIC/wiRb4kFS/+Vl4WZZ3Phl4ihG/IA6BGHPp9//kX+KtijRx+nzL8iplI0sWmfctPmrVlBBASKVAqZ2oWafLgxskHz5mWkjx2828vUatbfI7J9Sa+anaxS49fbDPMjNnyQsf9D0D4MosP9x743j2mgqBSgIoFp8hgAvMtGysRFHTkJXdoInYnORvuO7cnw2BEiVrsmUZ0sreRNa9B3rfN4SkqzXvg8AmFjwkYTrvKATxSiQDuSfGHDdktUlQhQFSUU9BEFpQBqL3zsFZXAdxmh/bXD0e3lTo7Z5XanLS+APpBzzALdmG139JNlbO4bJxOZ35Rhnr6xBpO2t6NG+JExj/RHAdeoTwMF6/bboBkxUUJ52ZeGKtMO30wja5c2FGwfcirRu+gwq1BLKsaZwBBJy7V41fT3pVbtxsy969Jm+lnwq6gQ+1qrSsGafRQXLPm1tBYf8yOxMARdo8muGcIRt19wvf6nlBALxj8msEvRTnq8XReKPHiwJ9TNCdWZg1hfBWZJi26jHmGDp6owsrtDe7u2dTPwUu1adCjlXLlmka2p5BJaq3RVkgOz08D8hO+o5+AnM+B6yjWcfXfEzjZBvr0t969teZXZhttTb7LHUm6+h+MvDn9EGbsYTT/afG3bPc6zccvBjw/MR9/zhrX8TR/MkbA+YQGCfPaEQvPDQxq5h9v9izg1K0FyS7RHcbA86vWrN3r+9KW+/+6ZXjx7mWX/sX4/6/y8KgX9UmwATNxFI2Cc+SxEnv5TNSfMwrUchkR78iW1GtojOOSNQ3QlreXmF1jNvGlDCF8a+155vJf2SrkN5CBYuZOs4wPjOBKw1DvqsUaJhwAAEABJREFUyzGdXeZxlN6XUmReR4ricmcYY54nwOJFtiTXmV8ovCcfcj35zbvB2sZB57hk+dqNNGkXXLHCXmTf2yhaLc/ekUbTjvXCD3t2fK60b6+5f/oiNcWFGXNkLWs1LccL0vWYtNq750s/brHmj6Pp2ndjnjgrzqYYKiXG4LILpkjSOuUdSH6RJV0yD9C8Gxnmb8GifovK+1QtPS70fdqe1D1p6Fg4clNkSNLAfhVl6VT2Ew/5VBf3svsI3EfgHxSBX/b9/Q8Kyn239xFYR4Dtu7wRypvFG+9V5YOzB/rkk4/1+NPH+uTxJ/rk43YI5F/5SDU+Y3NDxsbUm9KJD2BEWSVv3NjAkeRrnHVGNnE7v3jwSb1D5jrDeoUXg4Ap+FFKUSmFqgbbvQqp8C4y8dKx0yUvN4a/BTTudrI/Wi7sFHRlFHFlNtOC1y6vQZV1TZJaZ9KIv/mFGejIOA7bD+qwIjCCpVkpRf72Tw2iW6QCZGi+bGDBLFpIQdEQTVNWJLePKCq8cFd/AwiUGvJLFRkK2l+OlU3L7YmrVNSuSROxd6z8UrbdXWpL7DyPro/AXtT8RkuhnWG5kCe9Icu+qGvjH2V7Iy+L+XdHeOkcs4/tXu5NeesLBxfbixHsOOEJ3ZJT33T9slzkQyAqrLLHlaY23+quVizz02rnHB8I1F41mQlfqSZW5HLBYkaGBTjGZjmuSUxMGMxHGBbapJYL/b1H8FkH3csWvYUudQtd5GvqurlsFvg9/kaTs+rNBAM3VVI1EgevE2Ni7Yt4BevkgMKUMDCSuFAnX5KFhsumxppfygWhAXmv5PaGG5kucNkIewuzlsN7npCK2utwBTr7umLBDMthiQv5PnltGGJtuMq8aSrsGbe1LdOrQNN6gKSMoRnEbV7X+hYyrigZ92AsDRWPQ+trxB/P25b70HTcXmq5H1nYqZotyDAjDKSsUZ4k+GBfxpY1V6xRlH0XVTM8V6Sdv/3z+q2ePn2h758+0/MXL/Xq1WtdXNAnfhT8LaX4lpEK9xhryc+jkWeqTlx0jYtj6xP/mk9XFFHCS+7Llh/XLrKFunbhTV1e0Mq41wSlEZ3sdKlb07Iu/AieAV1rPTE+hEucFir3aWjvZSklpWFqMKmlFEUYARWXgwkhFdCS+20xMNdk6/y6NDz3ibXegXcvaxxqGpcWnbVum3DO3c4DCXyXMcu9GrasxZG1I+Lg5hRbrQvmoCTWTiYkWYL+XCm9vWKcPklevCbryhPDXRxt85wNPFK3Mp3BQH0fZjWGkyKz1u1Izesq9broJskNFpr6jZX2u6n8sNyHe+9omX2Tka5pnpJdU7oX3Efg7xyB++5+9giceiL/7J3ed3AfgX+qCLABqPMGLnDc8E7E9Pz8XI8ePdKTT57osQ+AHj/ObwH5AKig683XlIc5u9yK7Dc1WSn2bDBs3Cw3vGEb2ayM/ARvx8vA5M2bK9ApEalvGoKPomKUwoYIoEeSKKlIiAWhNGm33eUhhl9u2qHGTjv7lbXiQjMbQN0KYlsGlbKo8VRQmOh/Supy9piW7O/EpnOafRdUq2ua+YloJBuSX8rkcQDZBxW57PrRGZZNGm9uQZHQL8VG4FVUSlHw0l1LqEZD1FYfav904oooCtpiQFIhNqN2/AQ1vwF0uc3Dsy0xFGMTlw+Usk3YNgInz5sx+0uNGoprk89hM5CcY2Iz8sJp2PaWA6ALsLWMn9yOWY9ya5k2MkNEN8m2qjauiHb40+gskz1oqkvfSVO0zIYNCjGUPKuCOjcFpBTtM6sxxiTQvTwZ2rkC37M4Z4WYBvPiGAcxI801ku8M7Qfkxq5a6MKvy5adgnUOsN/GMiSP0IgUHPQsuxtO9WnZiEXAnHnutqwTz51rPFZ/+8fPg2B+JHu0wBqGy0VZlVnJvAlcJ66CzDjM6/twysu2AAljzfzMWJQqc3muRNR6gZkTZSav6TtfwyqUHVqzK1hEhGaJOSReI5Cce9O5diGRa6YookizXyOykdLo9ZJMmznlN4OoCDQTzc8uDxt9XyyoKLU2aYJsyz1newu0rGlOCwNbYnaNkbLpMTCHDY8ox0FbuwWhIvDaBqCe+7HwDB715u0lBz5v9OzpSz33t39evtZbZDue+TRSYbwkWO4lnv/C2DRTlSIV7OnHXNjN5gvNwipb5DfRleo/iHWMPV/Z/eJmFjJaZLNwJkSN2nVOkSAXEEYp2lPzhRgzdSnTcrnXhTedcmWYS6Cf9CirR6V9waaMvcDMysCeXZRm6nuGteCRGK1VUfEYVASjvNARmNAfgfmU35iNbfneWP9zVDAmkohiEtY57Ls7SmX8RZlbj+bMA/fOSCFhnjMR76HY4lBvXcxmuxWFpTLzu2VtUjLP7G6tTms1Z3D1dPVVaVNP6ekVtVJIrdsy6xITk9vU/sF1993fR+A+Aj9vBH70Y+znde/e+n0E/oERYENxdIMcFZpfm2HQhx9+yCHQR3r88WN98skn+uCDD/OPQZfqBkWjN2IJeYuj/VXYsOWmzRTprDOyYdvR99JuaVVKUYlQKYANn6lKUUKzFhte0txPqxuxteMlZ8tPtX34c3E5f6OFw4yJusnaqGJin2xDasIJakB0/SpunWLc14jvo+1mIS1n3WGvwcbj0EKB/7VWlaCvYqAOIZcic7Z5AlMr7PMiWV9QEPC2UYhPgGazKmrIslLQCyDbInMK881uiALtAltCz2Pw4c9FxuxCW2K2yxd7+89oQipRsV8UbiPbcoY9YjCXNFeho9VFeydivzWw65dQ97W9YG4utrwobonlFjPYY/Qw2Z5mSTNzAYQL9j3RKZLWpFc6tuYR5tHQA4acQCrwspqUrIlmTcaWc4zf4x4TvlKfZXtK2e1YA62tmi+lqKRvQW0Bh8R+ncKiDXsy3VZ/XOce0kSKnRkpyWxfn6U7ZMfNDw2WMSdl3NupzR0RDdZR5zWyB6ssbugZMbUZp1Qhczk7wg4V+vHAGnYxJNtOUPZ6Odi2DhqzHLcQOKGdMvMGZayYOwDtVZwWttGWi3ufUGWTkRglcyKz9fQp+6BE31fVvP5ShmmSnaaILm2CmEXG/f9n7z0UG8eRtt0XICV3mNmdDd/57/8Wd9pJosjzvAWApJJDh4lio1C5UACDwLLs7uXiW4GOkDlsPLT9hyjaHco5c+GV5CwnBHa12SVIj+KsC1hkW0vFfSGCBu1bFmVx65RTARLkOXLQ4/NO978+6n+/ftH//vegx6dnxj9ojBip5ij5pd3PoSnkeKdELCkxN2XPM0lZwpGRwTTSh44s4JY2WVrjOD3DojU18aiaIAwgzpN7zdjcsS4lyyo4j0q+ht5hej3U+RSv2K6TvG6SUlJOWTRdO94Qqbh2Bb2pLw++M9N8JPHZs8DXnfEKbOjrIZGdMSqfZp+puG54Btt7vVyNDrx0eP5WzdnFwDHgTDXCEwjN5a6Z+bpXXNesCxd+KfhAr2TWHy3xzHjhLsd/Vcq9d83mBdWRyzwHS+eczFyHI5+LZi9bFK3Xh1UpDMTFQDfhbQVuK/A3WIFveAr+DVbnNsW//Qq0z0nFpi66WJMmz5tOHz9uKfr8FEWg//7nv/rln//Up0+fdbe9U9f7FmPDQ/OG3sCejG01Gza23AISMBkmPo9RjsBUiyiQYZuUldidZjZ5OUN3nRK0ZSkJG3GMYIJALY0CDUEOxBv4cdOeYkMUgPjRWGyY0LFfwhw7GVosRERDBDEVFFTVz2NOSEubiDUxjiXew7U1UniX2KqHM2VKkucAeE6ZiTA1pZREp/lwwGC8lVVJN3hhtrKFjDgEyV2nLmd1Xa8+ZVmOsTyeTg/sLE85SdApkStzGXghdMHMhaD9niLQYc+ek2SYWFZS32XMO3xqQHwmrxmb0SoJRMhik2EB3JnDRKxRI+djLv5QbNoNO+3AA9gvp1jgZA8QvmJc1aNIU3BZ/GOgHNCRl/lUMDrFQe6B6ew8w0qO6lKzqTipI3NzToFZn4LRVp2sB1SvA+MWL0Vu5Ms6Q5KbNfYFIEsPweq4X0OeGVsZmsC0ofHSbOs8LsRaLN9IHYe/4ISBG+P5mjlwb3nYci6ySvGhFOYUx5xhcO44W0YVzGHj5rViRpasZlbtjDBCX3Sv083iNXum4ykwwOIxMo5h8TVlPWZudjI2VLoiSwJYIvDETVw0vpYQHDWvG0PNsjb3gour4ziCcTN0Jpn1EmBbxzH02Wvfcb0Zo8n1O2AEGH3dUgQaCRTg+7cFBGOqDGZUemeLk1fG9sZhX+SjaeTFFnPfqxHAEQyKbxI+3j/rV/8NIIo/X3691+PDDvnIrTOJR48yXcJ8Il4BxyqQcpJDJiUJG60OIsCRX7SZIy7i0zadCtZ8U04eJUDksrb4dvok+dcCrsx9npo5UyWzqbErnKABWkzAGMuzeSBPNpjjzwT+buvYx7qMX7aJIQg6nxx4qNPTg/SVZqdLJp4kEJfWkT7BJbLQPJZDcIkgXzV84yLgmbySFh87rIVH9IvKI8uvZZxa3EZxbkqUkEEm4LzV84ERjWlNANe6FwdBIHcOCqZJ7HswilCYBJb1lXoVrQs0q/N70W8Z4EzdVA2fGbwgKD6lb2anZ8daQ9Mv2FKgtHdNfYnxZ6N4zv/ZUr7le1uB33gFTp8hv/Hwt+FuK/DHXQE+L8+T444Zy9YpdH65224/UvD5pH9S+Pnvf/+jf4A/ff4Y3wLqchdbm8n9JFEjMBW+0bHZV42HGv3EXqXAhLFl4YCdf0KZU6dEzMwuL4MTWN4CpglfcYQH2C25E+84OhwmHVxs8K81DUPQB+JbN+I/AWE8dxNUgURsMod3G+kMk5LDN0A6GegcE7Lmk5SU+Sewjg/CWJNTRocdAVMyljLY0uJAUFqha49vUIneQAQopZSUM1ENXaeUklIGkqMl+cjwxgWSkrL6DKSkrssBCDUykQObxwMviANrN7KbHNk4ZmwT4HPfUWjKqVMmZsZfOJ6l6lwNKkcuSIKweGSckdgD47ggFHTIBnJgxDAqThmfQrW+jlbl1ju/nDtyygyRYxxbO4zxRUDJSBdVTYgJs1fkNJDv6HxXRaCRC9W5FyAvbJovy0I+pEKCZIS49BC1OXolZ3RJ1pTWGYiJyNEakCGSooO42pp9w1cNryrqGKAy5zEKev77Ws4hM9fO10fumLuLD4bEObFWdDiCygwgckJXzxmUvGjGxCEADR204y5gb+TYvaW3dQHVI4NfAtTEPvaxzGA/Y6BNBXJpK30IbWRg6uZ9fRTWXIVUcZ0N8/Xwp5HCqPpWhChhip8LPhTeM/hS8UfzYc8Gs1DyYIDXuDBVxz0pYDTEtX7QyByOoJoeIQ+BYLcb9fi406+/ftGXXx/kv/vz9PisgedxfFsDm7nZh+ezH6LJQrqUkjKQEgz5qR1eI9P2MT4D7kVaEUPQRP6Fdx8CEys4ljHiSndOrtM511ZJy9Psmxxs+EobXvYAABAASURBVBI4R8OpDdnSfPsYyYTWR/GZdSZY05QhnJehPOmKk/kKSSaw03JY0sBS0/JcTRgsBMbyUySoV9rK5xXLOjPnY1hbTzGDteQ1+nTYU/41/+v68wuT26aaW0euIJ6e5DxV+Ro12YIxnw1MBzhogMp9GRbWwEM7PujtbbUAK/JF/zLaiyYomQeGThVmbohm+t3EynlFnoRBQ1uEXpEjwaL6S1DdahZreiW+kbcV+BuvwFufa3/jJbpN/U+8At+UemazZ2hBeJcL0nu7Rlhv/u7uTv/4xz/073//R//61y/658+/6PPnn6IIlIgjtmrez8e+m8//oJFZ3mCaksYA8UMrb4om+cUAcwnb1HG7Mlhio5p4qSw4ib2rFIH9YW5rA6JoKVSOc6AI5CLD3v+7FS/vA7w3IVM1NzqGY05szwpY7rEMkxghRnKccYIEaBC12YC8NVtKkS58SkmeR445QSPLCZywMYBKc8QGlpg2Fh5S6cSR5HXKXacucXYyQIFGOUnQyRgrVYcsi5Ny1ymzpl1KSrZDP7E4IwWzATgc/LLHmJ6yFLa58wt9p46XzdRlC9HUhqm8XoGrbEbkNOdRhSycXyRLYcVjDTIfwGKNQLVknBQkIwZuXeEdW+RnjIRxoGQQc9LJ4ekUcL9S4rrimAoT8XoErHKbef+62siMT+LUIDnGTsoJYH3FgSs9oekbDfkDmnN6L5BGc4G81PKJMM4VPsacAc5BB/RyodCQc8Ijs0Yg2xmBQUdtEWURAB1YL8BVFYr8AkRMwkfDLvhjPIbMBot8kZVzZ22BJfPCn/RVXdZnOlFW1sNAZl8vzp3x49o1XdfPC+jrpYHi1xUTS4UldjmAdTf23wDqKw3PgmoB8ieniCNfu85pZMRigeGKmMICD8TY4uR5+Btfw8j9GvcnwbDC4Kxxe2vgGRL/+9ev9/py/6D7+0c9Pe3l57GfnREiPCf6BpA0p56Yf0qJ/JinLh9HGZCjPDCmljv3GAd+aR5n4S5TtjEs2lRJ0pFPlebj2G4WHxG5cg1X9l2IGV0ZyjklkjJcClncJpbbFEB7LZNZHwQOlwK/JuM6icuD1F8znfX1/Ilsi+zYuWTi3lAtTNqMk21UpFoNvZZae/l6OrWy5XeFowEq49xPBkknfGGxZ218Dyqu8+WetMwiT9jYED64BH53Fyf9Ba8ret+0L3iVM7IyeCm/GCI68QBYOb1GVp8jMw9kOBJeYdIV+SviS8O+4nJT31bgtgK/7Qr8xW/T33Yxb6P9NVfgeHvUxSTLSwZk3EE5Cj0//fQP/ec//6d//+vf+uWXf+qnnykA3X2IrajoxcGeTKLIY5gqRqwJ/VQI+VfARjY3B8M0eR+jKXa1nRKbChcb4mWAsePbOf6DvbaKr3gvH+yTJmKpgLKo92gYJu32Iy8dY9BDjCFNU8LaGICa5liO5+9AGwaldADGCgI768kesicdsaCINxqUYID6kpbUkUkGkFkHZCABxjkl+Si9qQaMMxXIjFak8IXAW8SUXMDpEvGJk1irDFbGaARYI09r3hCGl+XYY9tRBOo22ziXG14au4xjTuQv+eVtZAPPNtMO8vnvcqeOF8yOAlOfO+WUlTL2OcuhR4F14ZjFM0FmAiaNJOcxjMU8TSM8C7J4Cr+qZlznJcYNHDw6MD1S94D5dQBE0WKNgjrrrDJ4NOc2xjd/DqRGhs65gkbPwYA19ByI8XJKksd2JvChwyzwK10xs9MpvOBo02V1FsOQL+xFivlclFdhrnGXUCXDsjY2KtdU+SPEHdM2ILOqQhvCnuVacdSENlcARTMfBJ3ptwLm0a7Yt3Ph8xF2l7uS27Gu5IzMBMjXRSCvS5O1CRbF633LJ7MGThmPQCGHOWoexFCEYed5YOtrv0CH0poFijxzPgD1BdsH38xNaylOS4s5cD1XiUfkioerlJ8J2JTzPiFfVqIxIw8d6/e7fXzrx3/75+HLg54en7Tb7eTiMrc65sybHBSgOEKShSSRoTkYr4/J4qTlQLcwPhNXuZViRTp/w0p0NsZaZzqRl37zo6w+w5pYpRzLwmrJz5oAbFZtrJ8h8SHl55P5mKODGGxsbDBtWNNSGUMXj+6i9FToK2jU4VQ888t59PRsXVTkQSs0fU3EIs9rZD4j15p8PcacsAk8LdcCNpZasMQt12wZK7R0xxyCH9A8Rhn75eB1oi8bnWgd23AiPmOXtT5TNcGLJ/XYn0dJ87qOfcJm7foszEKI47g+XwhpJ3IkrzaWgVZDmCprXqhCvxrjZnBbgT/dCtwSfm0FvuJp8lrIm/62An/dFaBGIEOZoW8fg7TZ3Onnzz/r3/928edf+uc/f9FP8P47QIktcmLbOFEEmfjUnSiMCH6BLFV+RMf+jZcCPpjZKIzTFHtVedPP7iKlrGQcQNQkqf6K1hRbSpwSg7Dxg6IX/ok9YdKB8V0A2vsbQFSDXPwZ2IV6vFHYSGwS8PKY4TkiwQBp0jDTiiLQpMw4yXZ1fJO4ghLjSRPjacr4JWXi59Qpu1AidlSmkWbkqjgFXXpxJIAo9OREv9DwUfSyEJoR7ZoSHkBKSR3rlcGJdZKVwnsUedlecp5MC2kmJ2GR5Jf1u02vD3d3FIE28Bt1qZMwHHnROxxGTeNkLnx6ij+9vwW06ZUM8GJ+ZUz7kQ+RCYCPX+5NvRXKOGvrvGZqXIuO5VJmzgYXpfwrMD159b3n0zMnIPvF19BV26TMPxjFkZO5GcScvQaKos+gkbUo0OiR+QFcSCOAgcQCs9zykVNWMjgvohLePaocsPSw0SwxscaNtnwNZV09lmGtCdpuDSwwbfzNUAJ5TM+5TNtcCZyZZMeDoq27zwdnBqX9uD+gbG2ALG3FFNK2BquNDaYNpt8Ktjf4LJ9AfksMcX6Lv/sC9jPFeTcK4N6KxN0ZQnjcNXHDTRt5tBVybPJkDWXAxhIQzeOtnSuNv9cYLwXOHcEyNC5HDZkA2/dg7o1izwg0mzpiGcW978NF2lbCuNwD2LT7gVXy89rWBt824zTqMBgO8T99PVL0+fK/L3p4fIDfaRh8D7FuSeJxJZDKYQpA6LR8DxW5e+xpDAczMhvFPJkSNHNC6mY/4wbckpWcKl6jtazSqWI/X9empsmLZgo4HQnRulV1QaVfq7+KbqkdOacjrjCXZLowI9sl1k8nh6+GIiqZwxeiCL+xJ9qbIkzlZC+26xy40CYgnrngySea9Zk8SwZAhB8C81DxvGrx0COirQPC/qatJeEcXxrY56jpne+aL3JHGuvcTBdp7e1SSV0407PqReIs6ovWx0r7tjmaPtYuHInSyk29SF+ivEt7Sb/W+bOqLtFa/NejbzO6rcBtBV5cAT9mXjS4KW8r8LddAd8dFfySsKxDp46XO5q6EGY+q7O2H7bxt4A+//yz/vHzP/TTp590d/dBmSJBUqeUkiSDOIyPIdVNifdvI5u1kZ0bNQe5UDNSsCnysnn1NsIbvdjk8ZIxxSd6SLUepkiyJoQTxZgDRZn9Xhr2UwG/nBB7xNDxZUyXgDKSNyreXhyIe1AUfxgrGeIFAYewVRyTEvvQBkTAfWLMEbmmpDxm+bBrUJOYdVJKAIoU4B5CE7qCiWQCwAE5BK3RkxhRhCjAS2NKSYkBckrY0Ty5AGk0RhRtco8Nb08pd9rcbfRhe0cBaKvNtuM8ZxvIP6Uf40VvJIBFSdkvj0DfU1TpCuSuU06dlLPoNKaCYfDLwnsGNVXDYeQzaSuYQO4aEBFbGkq35C6gyJJ8nR6BCz8u+JBjhi7QycWhjCywXAzKi68uHOwaRwPXyxgvrQPX5UGji0IuPKKTzwt4MniWsc5ZiYl2rC0jQCUJiaCy2tEoY4Plti7Y/cvQfORRMV14jxNQr7sw8HJi9WLL6xjnlg5hcDyvS3mRt11Wzzp3HQU3rqO+37KuPSkQj5gjACPFmm/QLYAjfI/akLDJTAhgrWBojTaGfak5uRlsbzh2CLW7Y/EVjmvXtl5HY088wOYWVMjGlimyzvWaEA+Yoim9LbhMjICSW67XhT19DbMY6MwFiq75OEqjY6DQYsv6Zp619jcgCY3t5dzN2Sb7mueeNc09bNu8ChSxyVkmDPNcHYDTwrxGZGM8E3wfjDz3PIqh2Li360icYTfqebfT/f2T/ve/ez3cP1IAqn//ZxqZeQqwT4OUEhkhT6wMdErm5cHpJo8OvtCY05l0PJZM5F8kfgAaCrf0lgF+UC9CkaTedyTMDSBaBpiU+6+E9UTIL6I0HMxXdCW/XBBTNGFwKF8VjTa/hjpuTGotX9Fzunx2hngWwK1p2JdaHcoeQZqo9v48G7mGDlxs02Hkkh35vALH5/oEP2lCNx4Bl5F5riIoItWAVRbZVhHKH9LW4clW8yV5NFo8QZBcWORZZMKA2aot5DLSNavFYvE6oq45ro1etImzNlu38VjuIosFL+RxvwranJrBStVEivO5cKfUUYgj5tRyxV8cZ6W/kbcVuK3An3IFbrf2n/K03ZL+PVbALwnH43biXSNE1t3dfdTHz5/1s4ECkP8G0AcKQD3FgcwLsNj5TlPC3rddgYQsxZYzRy96bxXGadKBF4cDO4SgER7YIYHoFUfQbPzY3sGPSmlU+TaQ4pjksog08eIgEp2mxEu7tGdjuB8m7XmZ9zeCBvhWYHKsVL3FZiIFeHdyINoIgOMbQCNWo1K8IEzQbkkeQ8zJeJyyRsYcrT6gH4lIvoRUIMsRt5bJM6UUbIQNqhkZGywEsy5EUwQi2ARoQq4CpRfjQ5GA1XYZoT2+cYFRxt4gO7Jz2Gx6bVwc4bz1XcnHRY/hcNBocAyMMy9mPrd+2fc3wDrsO14sBcT5ztlWHg68aqzDiluRVRHIHeCkZ4spYiGV32UXSPBJMZycb4Y29BR6AAoS277TtjfdYIOuw44XYX8Twjlz3nR2sH6MGmMatxfegbVw8QeeBURDbuQ61vVHwOIrIuac1CePVQFpjnFSpczlStvHvDjW2HQDVGfNuiJ0ro5SAFkRQNjmrfCKOWrHd+iReQ+xHnCEz12nfruliMgabzescYc1CmYoYASy1zsAPecnG/IGdR+2WQUjYB3xjZMtaEPjX8BCN4N9gNNGuqeiy7xjFc2RC/OWBkYxTGDPDKAIxJ1P6mNxaj32IaGDROq4Bki8cWCtUgAdLQdYNXJBjVxbBVqAEanq4TgVjOx0CiGv5qCcHZ/7wech7o2tXLxzUdTfnMtctyTgtGwd0eIEcM37nI88B0Zoyxw6YRXN8iBKN1AwfXx+kv/o8/3Dg74AT0/P8fzFlFklpZyVUsYhCUHB9EtDvjBB2TqIdVeFFVUN6xVBJ/iJx6Qx5Lo5fDx0rWtQDHiEh3fhSm9zqfQ6OtaySnv4ZhOJRdckb8c1Tjnr5Bj8eJZbDbigmsYiKBQRpJTcgCQpKcNL2RQ9VNbZ4c+SepLOdIeVpFzjlgDkyhMzrte7EdtRAAAQAElEQVQx+sUQ1cK8QJV4a4Mkh4r9AYWfCThUGEnSn4kTThPX6MiFNkKP8cz2iMzeCEBMHLKCgIVej/F+mtn6RwLhGPGCutIxpucQsDYhvTW7JMWcUbTTEvcwfDlZqqhoS9+URcc2yIKX4VLSyJZ4xZ2nRyFO+9QEOFVypmaiKgIh7CDaABVXJE8q6Oiwe2USs5lN19DW+vU7Zu11o28rcFuBv+gKXH1W/EXne5vWbQW+aQViw8FmfQniT24+o5FZF79C9OGTPn82fNYdRaHN5o4Xi16JDX5KCVeDVHpJyFKCMwjM5se1DG/YyobuQDFo1MEFGz7ER2/m2ODFJi8+zNlABMYRdxpR3IvD2MArmQsymLro4+LPvv4toIMLQLgSmpcDXNx4GYjiDtibrxQ7tANxxwVCN8HbQTWDFDEmdi3WkKYMpCwxToSZir17Z2aZH0SJSNmQE96CUj2ag/GkiMVoscElOJIyOLIUC4dbYOxHhb3XyuvmsSZP1PIAvIM/2EmJQl0UgFwE2nTqeJkXcQ9srCde8oeAwWGU2YjlzAskL4/dZqPOL/Fdr9x1EnPQPAPWHprhwk/zYUljGm1cNuOarS2rdjPJ3EKUol93OcbulMktk1sf8EF9f0cRqEDfb+FL7uVlN0v4ZfKEmMPF0pSOdBgcemzAWoxckyMvGAoZ62IcRTJedybWFJeUOnWsiSFl1iezPkrKOj5wZYxo0TU+loE4zXrE07DOs+hOItrHhRPsi/7H9DGMO8Jn5tZ5bbcUf1hvr7MosJVcfR04R8BrjV0GbGPIeas8rw82akDgmbbM/HvBfguM87osspbjGuds/Xosrk2zRydnQuJfEfUijMzBUKLEieQE+prBKNhw5fybX/JIwjHAQ2bWByZaHRFfqPoCC0VURwCc4hpirRBkA3o3SKMCMKHLDMn16PuD4pvvkwxdoNhk8sQqIoYvU/TYvt7lXJxFTAhFGLiDDlmhd/uDHin4PHx51JcvFICAp+e9Bu6TydUVoqfUMdeMQ6oACt2KR0RkejfLjQvYs1AiWqOMF4+RB+cEWDpNE8gAiramxRMvhBWjS2vejKHIlhEKH31a9ME3o4ZDSLdOHDaa1852Bq/vDKGVWat4cut4GjXPGBoa8ylmUHpYKXQ6OSzMXAvGgHMCPIahGc80upAZG4Khq/Rsh8jNvKFURYJCvMZrGtVpa+qQM68jXvI5HVmIYeLKBPxDo8mftcgsL4COc+9rYGR9A1hIpHMvU9aB4/qecQz8Q7qTqTDG+fwQnjfWmlbkEJw9rvsgimzVx60ePHpjC4wrtByYepWcID7GRHRLawTIhYJ5sUV8dwDtiu0YIziq4czoRHjCYk5k9igQrzTswqLhNrMQ/rhuGe47juGghhryaFEsjxNXlWu6im7otgJ/8xU4umX+5mtxm/5tBd68AusXI95tix93k+Vbfvr/6dNnikCf9fHjR334cKeNiwO8HKaURCv2V3r2bfIGfWTD5s2ciw77Ya8dMPDT5IEXb788jHzge3Nn2xKK2AISiQBpvaWIQRNxkwirAxvEvePsBznegVjeSMZ+WXKUCqYVR3IfnQlgKlCRtH5hQTiNNgYoPMVekoh4yDSJFIwg+WWP/FLKSgl7ZNGIIUUHa1wgzzLEpi0mqNehbPX58PckkU/IFTs7M0B1GS2bvP1FgG3wkBlIXVIip44TazwxxoEix0BBY/BLG/aYSWwkO14YXfzZUADqgc4FoNwppz5MILArZOvJrpEF54KWvuYZgkbXXMnleE3CaNU5GNthcuv7TvFtBq69HvB12a8KDqZzLThk5utr13NyhAh4lCgM844s/OLLeowzRgot671GrO3I9RUvIQTKSoTtAfJhbT2OQcoqAKqNURSnrPJHCCVtFhX6NIZ5SbNVI67Jm/6duIZzDkyXlKFyVs/1sN1utKX44/XOnIOce/QZUDmws8y6nvPi81BgwxoZeuwMHqQBorPWdC9hO1lvzNKSpvMt3Ff2BOCMMx+C0QueyPIMVyMRvF27kNbaHGwuIIpQeMZzwp4JLZj18vXBMqkdHo/yIkOZAmJM4mO+XENmEi5gGgQNogby8CMjIFwaOu4W1p2e+7YVQ/OKXoxNTU6YPA5ApS2eYYw7tLFYyM/up0eKPw/38S0gfxPoebePZ3CxS0opix42H/kj0KkgIyxAzszHNCIoBZhuEDomHs83J0MwPyfPgtohITWYBmzuZ9+M0SGurTD+rBLP0SosKBWdmcnPBI8JE6cMPLdIbuZOCJI+kcjXWsjQEcyffV5tg3NkAUOrGM+ZY1cllhWSzz+ItcaLxmWAlEZONCJUC5Djo6HB0EfjeRn4SjfOuTYD+wI0zbpgqsE12upVtLhXRH6sMZOevUyYB4qHuD5NFcHIeThQrB+AkbUb6j7C32w1FJ47jOe49R7RIR2BSAWd5l0NKir1rWp5jtYRyd2LXI2sMRmXUQtmAWAzrKGWlpcT7VM3gy1y7QKbbnAmWGbVTBSRFq5M98SxPrNWVpfJcIvu0kBFxnm47HxZWqNdVr4mfedYr4X7/fUnF0qcrFPZS1m+x/alODfdbQX+vCvwTc+UP++0b5nfVuB7r0DZjMsvDlEA+qjPnz7p4wcKQHcf5AJB12WllBi4AeSF5q2rN9YHdkQHCg7DYaBIM2i/3wNgNm+Wuygx8SLuTbbsQNikJKU6jrE6JPCxueHlgg0kYYl30H43aBcFoJEfZk+xYZyiiJN1ehA1RImtp4kJbBDYzbIFbA1472lAUVGYMxoS1YySckrk2ClncM7QSeVoXuCpggdraoyQMnUyQT8xsYBx1Agd42CAFsvSYAvRejZGEzDaH1wStFWB8EU+cg4OXncX4TgnIxtqh8jk3He88G+2nOOtenDHS73lUpb3JbjbtEKOeVoVektnA29KDCF0dwJN18SpEYHHEjToucvkgDyDM7nmPsnQG5sHSEjChi5aG6XhEB51jlkEXuORl4bBxUTwyFxGrsmA+kqQGaOj8NN3HUO5EOQ1yGVIUIlUewalxbpVyYsobM8sToM2g2vypn8nXoUreTAvzv3Wf/uHZ0Bv3Jdv9ZTIdqiQe5WiD3p8egpGOWy3rAuy3ONiW1CcG9OnYN1rYJ9is1CFL70zNxRu3edLDkemMHEf+MqD9sXefv1rHaiqmFg8Y4wVL1IJKwMoGgNyrfha5UKhoSOJcKeLa4sxCj65RLCLEHNHrLN1K0pCHTvj6zEza55jfK5R2Z/xwZknEmd2dh49Z67zEmRCXsHmcEXufmK+k56fd/pyfy9/++fh8UlP8MP+IB5RWDt6UkpJdIDK4ZCm/FzyMy9okQ2Ec0xklKFbi0nBGJObVZm1QkKz0AHBxJPjBUblFt/kDKk5KRV6ws5eBrUDnfWGI3nTX8IMa7FzMi5wzJWJVcNiQL/iK3lgTiPzm8AlS8wutimydz9CBdR5Onf71pB410nlk5zQtLbYNolxkq+byP26qy4dnscluTwvBmOKVT1aEmIxjyJ0vqbAPgmA5zlxXfqaCt96flFxDeKJ0Otm8LN6jGf1oIFntWEEj5bxGReYHwjZcTRmKPuBVJIJio7cyPVEiLy0pjI++v7F6Vph4LyLV+mZWSGOByynDk1i0Y/DjJwL1YOAoTQmR6RQ8cgxhn29XTK8JDuJRBZIljsPRqQayF1Jy4EmsysIDTzYaqivame+Zf6XY50Yn7CXfS5JM7tM8n7h/rnk9R6ZU1tmYu6at3UNbGPa+BK8pLtkf5PdVuCvtQLctX+tCd1mc1sBST98EeYNESNRD6AvzTfUdtvr8+fP+unzz/r06aM+fHABaKuU0Mbnvjtv2RRbuonN2hmwYZuAgQ3ZQJFmD+z4qbGLQCHjhfuAnlZiKJEA8cEpINNnZAkwNlC+YWj2evHT5z0vITuKQHti75mE5+Q8cKDZ7xQQE9V9HRRUYkIgTmjh6dmL1q1bCrnaLijBujlxY9YkYZ95qZGx6sGamHI042NgEvG/gIHDbmKv6u0BH+jsJKdIBp2TCPrY+yLnfGwPzmsfQnpdXHAb2AwPrNPgjTJ2juMXgL7vtdlu1XdgaBc6lL3etihAGIjEKiSV41hfF0szDiPmYOyxSgBzYWLWEIJ1N4c1kRkPIBfnKV5w/Q0HQ4YuYD0BbA5qzUMq1qGNgkGcIywg6cljKuvOuo1eE67JkYtrjHMw6mA5VpxWeT1Szur9jRjAPEK1w6OUM1go1TGaPvAlGQr7gV5pNa6trsSx6msg95l59eq3vbY918EWYI45U0hgzmWeHtQgDq+5aQC97bwePkcBQo7Vb9u8PsuIpLUwM2WbFZj0+Z31JkII0a5dyKPG3ChCH68JMuYcc2fNxHXGCmFieXH2OfZ92KBcm5pHD8tI2tQJmI0wM1H8oghlBXLGbeP7W3O58UIXYDsD8+PmGH1vgJ2BLWyyfm5M1mPufJ93z/rVBSB/A+jRf/x5HwX4eHSVmwPLVAFE8+pNxGA0DyFIpKXZslExdmHEzQgVHuDaGut7kvtRHhRwfEXQhTI/USTxuPG35DwQ4J8JFKsaM3JGEbjJTrH1pzJnG2f2VLHiW8Ir0SUSM6ZEymTGfE5NUFcR+phnZUmrSTxP06FBHpgufOlGr5evFGiZBseYYMzmdjyjqqxoNoIYiRVgnQGZkAWKbhbCFTouMbjz1hI2XsBeZU6LbPGdNBLwDNhjFNmix5DmaHhXVFKFoSE9akcFnpVmNp2JomxrNnJuiqpkXbSlj49431hmuVd99Zj0zBptPiAEJVKQFs5EkVs0hwvGq4+OVtkVmp1XskqSS6VWyPaGJjrZuaxVNmFMmiknUXBLzpyVa7DsJcCWFhac4sCnXdM3eaRkYQOf4BDaYibMnIAdVqIj0yNmZfT15PFox1yJOtaVs26s1y3Y8zmC5Sq1ZfG99bcV+PuuwPe/W/8Qa3lL4rYCP24FvFm6Gp2XEL8Efvr0kz7//JM+fiq/BrbZbnnHq7fb1Lwntj/noCodKTYcgP1h0D6KPzu5AGQYkPmnc/GyHfES23EDYyQgPhITA5k2LmBT75cPw6goLBHX+MDL+4ECR2xwwwjX2PkXPzja8oozMdqEfpoQR2vjgJE5jnXeN1tdUnIstn6YRHpgmlgyzT8AtwnzHwGvg33DxnIgY5hyUjaGLzb+OGdQI0kWW59zUkqAVkf7FSVwFCtI0OezuJbe1h7TWGwgRiYysKs6sOYHNssDMLnQgcw2Xc4UfzYUgYAN4G905E5+oVRWHIHcAawAYnr8BBUGjOMWdI1rFIBwtJL0aHBuyd0Ksi0KOC7jROjAdMhKPoUmORU9fCHmWDFW5ZbxEGC6xICPNvFT5OUnyQcXglib8vcoOCf4iPOQO+bbdcpRGIHOuYwfMdwxkidr8hQwleFUHjx+4NJDRKucfTJ0AIrgwUetCb8OZ+aRKRb0nPMt0G83Mt27ENS7AGSoS8TkbwAAEABJREFU841xG72M12KgYU2Q0xTgzk7MoZxZmK+lcX21OfarRrMBU6+0/Rr4juG8V81FtDii9hwNCdrgVYD3NRN20GgcHRSb+5FnwxjXSpNaU+zKupl/HcZY02pHPFqJ354JhC82EDYD0Ux5ksUbQdgELqoUSUgTAYdhrx1Fn4cvDzI8Pz1T/BkowOMVy+Q5G3R+hH4ttl2B5PVZq0o2R5IzhucYWSE+CRwhFxmPdVb41NJGuLbGc7WRi2eR1DNRmHVeVhjq+mjG1XRGLOZMnxKsGzHHyND9BHWcQeM83aKldzUhEcsAih90NMOYCwqaTnJyJgZcGMf9AjGVhRVpVa55gMMIzGdr0UMXAlvToOAb3Xgw1w99jcscyJcWovMuzaKgaheoaezMtc1FTpuAERgAMJ9pQ312+94yFDfntbw4F9lxf6SN+a71+NNmSejpaCGzLnKCMw1qKvlcRM4Io9Vng+WVr4sTXHR+1s/r6YCG0Jx1zHola6MaG6wC4z6H9LjmraqABVTpIc7brEqzjhAz3QibGRpf8CXLojnqXzJb646upxJhtWsoAs+xUi8hh1qHfsn2++s88gpi4cx7JGOuafbNkv8una9Oy6wzmDe+wV93BW4ze+sKxK3zVuOb3W0F/u4rsGyMLq+Etyh3d3f69OlTfAvocy0AbXk57HIWFQn5mDegZZeqhVfQ5keqKAc+yKLoQPHB39Rx8cGyKP6wccIEe0dkg5EcP/PDW2gl/kHTm0rWKRE8Cbd4AdnvDxSUBuDAS8kB2aTRyngDsG2Na78A+CkznnUJTDg2aBP2E1jNxti8Y0mK/bVSbC28BCqU4sj05JYxMsBh6d4f2gRBj0oWZjpMlVICQhR4ZGuOpcgGEDL0GcCuvFwnFd0Y85tiTSvNplcUg+RcDcTCmDaSZclhoqBhn/hbCZyHw778BH+0H5Yeo6ewsaX4s91s1W946YeXhyUKJtEyva+PWUR4yxCv2lRodEGw0xoB72mbKOR0xde9AcHcmNtMv48Izxio5mF3TprnmMW8sqFTjgJXJ8Uks2qKOjqSY2SlBHRZ2b92ZpzzYgYZw1kCPa/NGW+rS2DDBk2/5hv943BmPvGtqr5XvwLLDaqTYgWOkrDOUPRMnjimbWcIY8SBv7nz2pwGeavMftX2NB/za2j3DxdEXLd2bRA/OU+F4/4U62JXVTp405lrTNYY5EufjivTMe1dU6kISbGDoJk2QLqtSLNH0HQtLiNBci0TmQbhVsGC5t0cK4+K7NSmHqcR1UBR/fl5rweKPv4G0AOFoOfnZx2Qe238zPQdEuAOn9KSRBPPL33zEcnJxSh5fnO8OqDHqbIqCW5Nh4CuyJLKPwUWRwIEp3owIpStDZDfrZXILdzYFjwEHmsSH0VwpkFXW9XH86kaxSllJoGr7Hsgpwz4tXNk/d1KWIQQHs4AWVuRmymU+5qvhQHk+SK2EpsIDDZLCI9fYOKahuJi93U48hlYMDIniNwuvl7MFvq4t2WROD9TnqExEOOCazscBcnqQh9dtYiRsGqxLF70mWsrTlVVmxeyrHZYsQbLzRtfAnRR1Wm6JZIlx1yRnMoW9xMNzy+i20nxCDvKk8/JojmeawvRcNiUKItHCF/uwsVdg2Z+yjd5WfeFK9RRGuLCKeLSHykdt4hbH+r2AGzCb8Yep8GlYNZZPsrX2hjXb5NZbjBvML26Vs3e4LYCf9MViPv1bzr327RvK/BDVsA//XcByH8A+uOnD/rw4aM2d1t17HySR1xv7E1bOGMMKu2P3okP4JHCRCn68PHGh9sEP/H2YL3ClgDGArMDngJLmOBNPPNrmNARwy8ow36k+DME+BtHqHAgju2JWajWJ0uBhE1piV1OCknreaTwOTuSp190/K2ig/8gMEWUsWajODAKvOpwTSmJCpbI8AiQai13nhPxJipguIkag3KXwBkMJMDrnRJ+isPrNk5lrgOFHH+TqvwNpEHjYa+Rgs7oRQtrsUljFHjLRsY5oD/gZ9/R9vVFLrPp6yj4dP1G2+1GG4oAXWZ85M6thlshdMGRW+DWMV4jjVnDkSy8lsYyH8uWWHVxLNFDjGTdLskW/bk2JNGVPIKsIynmQ94UcfoeXHnLHTPygyBFzgoELaJ4ipyX7LVIxU+ZvGmYMDt676Yr71WPIYMvGYQMs8ZBnjRrDGvxmjfdYG3zPWgSZT6ZNXmp+OORnIFxAfwKQe91AdHW0pj3sRMW39IcbA3XYtlmrTvl17pCj5y0sPKvd0GYt8bXw0jhx9h8AHz8QQ6uCeUOzyx5DQG5yMjzxDxCzPO8DISFnuKaCRpPDIpZECn60uHneDY0NNuiVGOdV6ghaGi5khHQxzi+51SvaMSyMDCWR/RUBIwqJXqCDcOg/fNOLvw8fPmih4d7Pfsbly5A81xRPcK10kpJomk+zDQoQqIX4kp/rp8zlqcSQx8NWgMxzFp8jbY1pkaAqfMRUVxukUp0l/WvSWdXiEjQHeA0XvGdPPmAleHKb0WuDNrcLmtXhi+TXA++lsha/jLQy8Y/QPtS+p6iwcM6QePvDA5rkG+aVWzLDE0+FWZlsZAlxTKRQqvdxouRpIW5HOyydPFaU22cGCkcF8nRVFZi+bkTQVL0Or6htRxct0dBmiYGakzMkU8IcBZbGnBTrQdtsguYcHPJA9oWL3u+rFXLoMZyvBlec50Nv5ZogxoDHeBQ3kMYx3qO9AXKdTVSGAolXbWHurXbCvzdV+CH365/9wW+zf/vtQL+7N9sern489OnT/FNoE8fP2i72bAv6JRS0nzMZFJCmKIXfVIc7A9K0WJi7ziyceRDjY3kyA6eFiZyPIPsk2J7O7kIZKgygRMf2gmsCoTRgZ2oX1IO+4MGCkGHKNRIEQS7hI8CUnCKvtCJ+AUWqZAZpmki16nk7JcdwDnzqewGjIA42ocxmCeRIzOEjkAsAkA0ObGp0hPFmCmi4IusvEtm9RRi/Dc8OnCX4Sk+JClmIexdlPL/yrPnJ/HPz096fr7Xo/HuWfv9jrwHjcR20QUCjzK+GCN4ClkT4F/tCBj3GuGtZzglxs2GlBmTSSGkJwO3SpEyDYFjg4KxfYIxgGobOVEjxbpxYM2gGUwyX/XXUQS9qCYS8yIMWlsVcI+AZsoAGc2ZZc8joFfOhg5syGEzd2YNKSvZvsPb6xG//pWlnCSQ7cfYtJWRnFPIQ2eZwVbkGTLTll2COSRGTQ8ZzXwQtTvlq/gbEDNUjjXxuvRyIci8s3LqhljwOoZPYyGtMRTO9o36/bHXqcE6m0UW5yxUdQ4UdhYtCnj6ucW8MaAhs88CWR3TNywyBNhx/t0Xp9Uy2s4KY4BrzdwRVJ8W50hnZpVfM40c2yjcZ2FGF3K6sDMOwoqaH2SMk7IyD7ABGz9P7p94vtw/6B54enzmGbOnMM993/yxTeG77lKVprXwm+l5yFcikd0rFqhJLXEvJzBcbbnil9A6izX9ko91K1tIltfCFZB1AjQtspqbpYvwGlWM5xmYYH5h3XAwS0caCwM1X07z2zZCrqWRz1nfK5Fz6RRvpEd2tv0B4Gl5LhHahMFMw6bP4XRu5xZfJ1niVsqoQQ1ptpIr5IkYViLW1pxnYmi08RF0jbscuWkv4Zc92qh4HhkeMSiXtvKowszzopJvQevQpg1v8Vtda+sc1vRbwvwxbOqkO52sXZH7Xounsu81YIybzTrDH2MGtyxuK/BHWIE/5/3/R1i5Ww63FagrwLutCvh2yrwAbnR3t9X2w4fAd+ANBaAOo8SLSmJ7r9WRgl73wgKeprrD9iZ2pLAyuRCh5Ugq/wQ22G5qdsGIIwFu5BfxUryEeGM6UJwZ2KC6MOJCRvFt9oqoqkcKLsE1gJxlpguUgsVBg78hAxwOQxSbHDs+mMPMyQUhtbTAmYKNnGOyblIgkwET7iO5FxA/LoyPdIwym3QXfzqKDV3fy3+IuaP44JeUTFyxbl4/f8vJv8K1o+Dz+PSgx4cnPT89aQ+/2+81kus0DoQ+aCI+Arng4uFH+Iliz4DNgXVzIWlifiObDOtFtj2D9SmrJ58MHUNDqx7B141riGbf4FgKWxgYlsmRisZa/PE4I76Iw9h0EK92zeOa4XV9ZEL+mbnFfDyn3KkUObIydEYmMle1SalT7rM6zkXeQHNOU5cxSQozSL8sOf8G4jANWjVLnFuDleqMvGRj2ZnhucBmXwlMpU2JtWB6uUnKMOuwIbEgiMud1QXoaYuVmffA4tkoezeaqwvSkjUgqu26FANPkesQqvamGliZYFLofHnPgNS0FY6vWLnEunWQGc7QQfeis1mAaQRLysG4S+4qMG6sPZhIVfhOVLIKJ0hakCUJrkULmAAt5MYW8WihjYDFjJ97jRSPnikyPzw8Uvx51Jd7CkGPfs4MoQtrHmfrGUip/lMcKfrv2PG5oJrlV0Ul38W9ZudnA2QCn8VkcbxG8gIy9ghGxPxtCUUz9VZo5uOSxBVXJ3pFdUXMFGZNjrlwHmfJy0TLa7bys25m1sSZ5Vp5mcaFxso19fvnlrmqxD3haeVc4jRcuYLe3Dujc+PL0nO7JlnsF6rpCk4gA+irm2MbviLAi251Ib8irF3snTkv2czvCr9/Bt8+/dWJKg+ceOR8e9xbhNsK/LVX4K9w9/+1z9Btdn+CFeClpWbZsfnL7K76/k7b7ZYC0Ed9uPugzXaj0LGfcX1DdROb2AQISPLhPsEV2pRtk1kDm2ijBiklpeRb2JBqREemTMQ+kTbLpCQfCZxSMkmBAzteVEY+NAcKGuMBD/iVUyERBwG2p6EEqBRy+ds/CCdijRSUhmFPUWWv3X4XsHdxheIJJtFy5EFPLjl18pptXDAAXFzw/6jVu2DWZaFWynZjIHBi2Mwad9jebXrWeKsPFNkMXvN+2yl3Wd7wOh97ppTUAcpS/CoZeR72g573vJTtn8HP2oP35DtQ4HGxR3XbzVDh63gMLctH5jIe9lHkOpge/AcHya/6YHTWPPQsZHybtq1L0ZU+bKzAZuR8jFSBBvBg3sUgxrJcyEbLAJ2Bo4wewkSBCO/AhS39il+R1oU55ymwFyF3ypniGpDhc/BZ8sI0B+RUv5S7TnnTqeP8GEyry1Ifq0dex4O1TI0XcNBiV3rzp2CNocoDmTeYMTaYbtD43ARg018JGT+DwES62Nr5QXnJqqg9cwyCAUdzroZg3tHZ5xRwX33rCu6kNfsTcSRs3Ym8staMrujF/G3sv1xhnLAw7XMOjSGNc4+Y60oGr1tcT50EVsbPsIoljtG85dl2HWaGHlxAxMq2CfB4qkeu+AQ5kSOR7YjgMRwDnInZTOKUxP3m2JwnBKMmaXJPsJh/sxbPvEGPj8+6/9WFn3s9UfzZ7fY64Cc/K+26mAeVondnag2WfR2QWTiO5B5E7SaRQKXfhi7Y8zx1llqtk1ZH83AOhnLiTY3xuLIplNFXwTjPoY20hCnzO91l3J8AABAASURBVJcvFqZK9pG+yXiOmbCuQAYZQHPzDBqzpptsjX26zc/Yi7D6NoZ1b4IW4LUpEWwx8VxK9qZQ1bbmir4qfgc0ekUAsj65Rl9P5vfO/UqGr1wU35z11fjHitfHuW4RmuhO53hReGr0m/PtKioDex0Mhbv1txW4rcDlFfhj3s2Xc71Jbyvwu69A9osBcJ5IN4ts0/e5FIA2G20/3Gnbb3hZ6ZTsm2bTee+5SApVTBL6JDrNB/sk3jqUQpzBKUBKEmD1XCcywcuGZQJbb0hhR8EIhV8MXLAZXQBiA0YT4gC1A4FDNTaUyIJvGGbCyHCggLKnuLIbdhRV9tr7xQfZgZclj5exTSkrs+E2JHBHwaDr+vj7OT2FHUMH7nKW9SnjBKQkGTp8bOPC2h3r++HjB338+EEf7jasda+uw1Ac5JRJmDAy9DhnJTacB4o35MZP6Z+fdzLsKVLtKeocYi0GXlLK5FJK6rusLueIkQk7UvQZXIjBfqTYdYA/mGcBXTwq249Rtm0gRsV11YpVETg2lh6jCIo1G/9hmDSylgPr6DX1uMNuR/4DcNDA2APjNvAaj/gZmESJU/sauqL1+FX0IppCe+RlxoCGGSjljrXayH/zygW5Owpzm+2dNtwHPl+Z+YlpYk5GzIu+bN68OjWQlcgtMRnzCB7OvjNgbxrx0pAtzIpay6uTRYaV1XcnHZ9zcRrXGRhO5e182W3W2fB7wOkaBu+RDPNoEOZPAfE1e5uiHuPE1kRDlsPDf+/HS+ASqfEY95/PbrHN3Mu577m3OsBXURYEEd2g13EzekDZ9qaNO8wzxgANItpIbwC92oqbe8dcgERmX1+HI/dZzIHAI8QEXyYpZsWcJgD5fjfI3/758uWL7h8e9fzk+/VAvQiDlDAG5MM44ZtgEjM11stHIj8srxp5GlaSo9E5kMO58GUJLn62TzxLIUXCisNzaeOF4EIXDkUeyxV5+a6HiEaHuvQQb2oExWHO5w0+Ryt7xBTnmEaTw9CK4lLP2EVswqCrZ+QQFwjztZmhOL7SMz8s3myO7dyKa+Qzz4F7THHSkuYjz9pZdEy8pj+2PucuZ+/6F7cIN0r1sBk5G1XJglbpWrjOaE1b9yLMxjNxZt40F/M4s35ZcD3GyYReDvP9tZ6kIa6OFj4EMA1Dzu13znfO4wLBhXS6zsFHZ3sMjC7CS7qLDjfhbQX+citw6Y7/y03yNqG/zQr8ZhP1i6zheMAu2K7LMmQ2WP22192G4g/FjDxvwiRvpuliO102sZNcOLCcvRDyCHXWFd1kV2zMEQvKfUARhV7e8PnzGxkest6s2LQHRmLZxAY1xqVAY8fJmJ268cROLTAyY9sbCCHHMM50tOAdcqLocqDgM7igQqHiuf56lb9xMxFnJLYY07Z28kMod6wZa9RvegpnG93d3UURwQWe7XajwNaxlnfB92EThR+KDP47Sx/B27utOuJ0xOM9iSH4oCfRjgQt6yjMdZsc25/IhWLPgSJOgyl+pevAMrBorGsmuT4ndcR0jtkC+WDV8I1iDHikCDRSiDmMg4zlOc4bEdufw6JmkKouFAmbx2Bk/UdiDuQ1UGAaGGcHmN6ZRze2bwXBx/9UFj7M2znEOhPI8UwzAC24a531hmv6tbxFDhlrk1n0nrXacB7uPn1S/Brkxzv5vCTkwqZAeChORCUXVF6W6Ml4PYLpNSwehbKuUKU/5Yv0vH/rbM89Q3JtmFnu+A3s0Whfh422/BjK/I9l5b5x4PfAaQzz9l9HK7w1l89JaDgfax/TLX/jYhMnlfM8RiAXWy1HH9+SAZtF53sp547LoQc2QI+rIWORVsA6EU/ZdgV6F4wMs3/zs28DQriZZTzNYOE55FzGyY5p28qLhxS3lApwVrivfF/yeIj10HykmfK3CR/uH/Trr1/06AIQheaBovjEszGlRMQ02xYqKaUkOlpSipzlLBRHSkKh86MaVkXjTrHVPHqN3g/TqUsROCWPQ2ZSdNKSMPS6cXm18VnBWMujxUO/Nr9Gz2YlBV+A8nm4Zv+6PJFyAXEkwHNJSHX18Aya0itgaPwJfkF1YnmFnWd8Ra+yjLEe0Tn9q7ZWcFkbvTjDMPiG7jzrc4k4cb6nVGZQR8OuTEOeSFm+0uvkwPJE8hpLHJrePXOPZHgt/rfoI7FvCfD+aXm0dw57ZH7EONjXwresbfWt6DSDK+JTsxt/W4G/5Qp8t1v4j7F6tyxuK/DbrkBuu6mzYcvLROdvtVC06MEJ25RSWPpFwCA2QRaY9gY5cMjKLiixCzLYJgBx2JmBNgpzE8HT8ZJhFle3ICeM0ASdohe6IvGYIz7GUwTHGjzyojMhX3RkW1wEJU8lUxwJMAM49sSubgRcpHimAPT09MxPwJ+1c0GIlyB/E+jguOREIAmnDl9/S2S73crf6Pn06YM+f/yoz58+6tPnT9CAMRD858/omuyjPmL3wYWGba9N1ykTT3FMSjmp3yDfbigk3cm/kre9+6AtfL/p1HW5/IpXl5T6pB7/DtjYh5fMDXYb441t+7DPxJ7YuPpVYKTwM1AEGlyY4Sf/BwoxAwUwy0cXaFhHzM/a/Ns4rNWiTAs5x2cUbAYXgXYHDcQvRaC9/E2g3bBTgSF01g+MO+AzemxjYkXgeUdUCSPDkXKdg6pnNSKWJYHCBw5V43Pu1PesMwW8jxSA7jgnG+gN691vNso5K/uE07vVEP6SiILPxJuFZ0QTFMy4Tg4XeDOgt7YoRti4eJv6rnA1nfPxiqT0Sw6XAlySLR7XqVO/wpd+7YXkNI2m5mJFW7lmVPBaPraTeIKLjYtB9umJY+i4HnpgA4C5xzLXj9ShzwvkJCHPvnYydgGdcsYvfDL6DA+o0DjTzIMsM7oKxcfWM3i88Euz18hFTosLdOTZxSMyaBskcjOeMDjwLPD//nX/+Kj7Lw/y829A5ucobkqpxOQRCDsBUuKffCR3BgiaqetA3ihLD3Ghed0NRVXGigGnInlLf2R6xDjBAl43U9JL2dTRloSq4J0If9qbndJsuVAhItUENLqdAs8lZBfmcn3cFqh4fkt/NgbX1MvxJh6DwNG5waNeZ6rYGRrQ0E7WAsm6LXZr6XeiYz5tlgWPzMDRC2fqBJzunNRMnBj9AVh/3s5pnJ6QWQHxI+ZwPSbbmbOrebYOgo5GYnM7YeUAV8/P7PUbE/yca34Ix9B/uAwjq1v3W6zAbYz3rsDZPf7eADf72wr83VegvJicrkL5ILIu8embu8w+zJDAaWVcaL8MiDeKybvz9b4h1Elp9ihKF2Zsa1xU5sqYwaep+FTHsGOQKZTuGgWmxdhVb1uDzBvIydEFtqcDp0RgXsxSSkopKUPTwIpjclEkCiIUJ56ftN/v5D+a7Jcjw8hGyS9LHsMOuevU953uKAB9pFjwkeLPx88fKP5QAPr4CfxJn2vx5xOFhc+fP+qnnz6F7CP8x/gVsLso6nSbpJSlzBp4RXLO6jYUgChA3N1tosB094EiBfzGcsbOFH46nHqgM73BB3nobXOHfddr02Vl4hFcsR6sj5jraOAlbzjsowhzGMHTwE+6vbhsb5kvDu9vngAwDGPEjeLOjtjAjuLaLopChY8ClNecgpDtlm8DkYM33YbYaBNwzsQ0YB1rNouVIA0gmtUjHZbMyfMxTIVGXxr2rE2iAPRh80EffA4/fma9yzeB+u2dlDupz4o1VAefC0QAaOWiC9JdKK52i8VCLcYrmQs+kTxaY9APa2+Nv0rvPJdF6XDfAuexr0hiSI90RX9RnJD6V73sXGDkHGoNOYUNJ1YB6DKynF3M6RAZ9+g6wDiDa8wMrYyNoePSMWzge/VR/MG34dwLBWO52c+4gllDZU8R0cPX1+UpoOA6Lx5xD3AflEeh7wHLHThBgFk+33cufPsbQP7jz/5j0AMF4cl+WNnS4OeHHx+IVG63FKh04kjA0o65ImfEQrBGhbCkQZGUnsRMTB7VxPvAeeJapm1i7X4pMfQWe11zIh+aEWLNqQbzNV2ZC0+f6nyaUBW/FZGbWHTnKq5LrQ90ZbS18NIUyrXgUwyFsXs8aTC/X2M+TEGG6Or99OaEwrF7s/nLhiwGrdk0suEmv3yFJtQFIiW4t7X3Wb8t5ne0+o7pHYdaOD/PWsZF6nVskoqLojJ/dHQp2VE6v5BemMj3uqZfGOKmuq3AH3wFLt1Jf/CUb+ndVuCPuQKxt4rU2ieRcealJcub4JSSMhsysdk8Bi0He9mJbTaoWOFDU2VUDmsLFNuROorHKjL/kWP7BIQDcheXAFEAmIAQ05WtAPqgjVscBOSRKKKkwFJKKfL3hqLrsvookHQUXXptKaZsXSgB932nDl3OWT5KwYcc2R3HT8GJZ7kBqYpMEbvrsvoNL3fbDTHv5G/q+Fe7SoHnowJ/orjgX/fCJr6Zg0/XJdZ4BeaRbyjkbMhnQ8y7u6029iHHzWZL/F7Gm7sN9EabO2TQLkIFUCTaIrP+Dv8N0BOrJ65nluRjLKtJgWd0EYiCzDhS+DE2sOZ+aSyW7lfgICv2Gjl6vSL+VP7ez9C+6XOgKETxp/EUhFz4KYUgdM4jYCRHn3VjXwF1JM5HpRbknE4htPhzaXguditAPGScQJmXuM65vvuu0+bDnT5R/PlA8e7Dp4+xtn2/Ud/3nOdedLRMZANs+NofkWnAVIFiU+ilP5cWSembHZyLP409ijsLvwPBOBHb+K3hTm1P+dM4r+lP7Qs/Rl6FLn2NU1GRteviRFiVS4ymbxgDzrnP4Bn4/s+cbwG543wbb5S5DnLeKiODwc1y9OTJFeCAATnninuwbQBfPxQQ23WUHT/AtpjJ2GAaiBjgNzcyCB/HaFCcyzVe6NLb1hQ4kRtjc0dwTx70/LyPP/z89PioHcXa8TBxF082judoELVLxjxbaVIwkmAaqbMDjVOb5Y1peFbMBI8PxjdbcjD1bogqUPFPSsU9UHTwDUO6OR0DdA571ok1UgDCdctr5mXaj5y4WksqLxufadOZRJGbdJSW8zEg5uFZ185MhaqrqAorOpCdkzTYuYq/GcUF+PZJp6MBnamhCBvVsI4mX2x+fB8LxGK1OYFpL4973eC6X51lRdft/uSaWM52j7W5tEmDaUdSeFs32TdhYn2T/4vODm6wUcOmC8S0IRvm9oO7tdsK3FbgtRU4v5te87jpbytwW4FXV+Bw4OOIFjeYXyi8oV+BA8AaAQkQm8y6uanI+9JEZzvjMFp1YeZNOZ4hbnQSXoAx4ILQRCEiXkGaDT6O61HDGF7z4cgNFGrPI6bBy17XZXV+CQPHyz4vZZtNp822p6DSqYfu0HXYOv7ExtXgQo9zGP02wnjBh85jiYO4XZaLLC7AfNhu9eHuTh8+3tXCTykAfbpzAWgb4/UUehIQQxHT+1jn6fFdsNn0G7mwc3cH3mx0Vws//aYn1yLbbO50t2UMxnKxyX+8+BMFJv+qmOV3m2LGnUYaAAAQAElEQVTX49NR3EgMljxIlmiA8+dkM6/RRaDDgYLIQZNpQMjFPGWs4gOKZv8gQh/U0hHSTNhEZ+4E8BuZdwDxB8YbLWuFn6AJBC7vItBBGAvKuZ/EXLM2I67dbV1ih1BFZunagURzp9xt1LGmHeu9YX37/o7z2jP5DuOsjA1d0CMr6IgwtIwNCFkh4M02sCGQgSZq2JZEJiEo6xs0gxmjn+nvQZzGO+UvjYGN8ztTIZ9la7oJLXsvsCTNfcaOAWPUgDW/lNIlGaYrZ5NJ4r7QKpbPhUG551QbOvWcd5/73HeIkfVbMDQ2EA5EiBxYQRU6ZyIF4INtDigygmOKHXqBGtiHQK80O5ybOBRBq2JtY9qQ0Bl3Sm1OCRmLNfDs9x/Bf97v9EzxZ6AQfOBm8aPXgOPc8JAfsHYVXUpJbRm1OsKu8h5VKn0VvQ3Ng/sp/DaXIytySynNoiWDKWQRlXkGM3eJ05OYWlbfJ+Uucw1kZS+wIeaxRNK7jzK2pFc806KvZEGlz3VekUl0i/k5tTLgfIc+8MjzdIz/6a1QIbx082F3URyhLndlnjXiZZMmLVOSwDTJa1xTrihE0c3nILhiS//D2zyRSvAZw8fY1WGdt6EYVJ9FUMS/W1/z+erxv9NEWpiGySdOLzja0Q9CQvL7dF9doVlN7GLmnIeIDZ71a3oW3ojbCtxWgBV47Y7C5NZuK3BbgbeswOne1x89htjtXQyQZqn3nynBuwFNMXlXVPZ+3s9JtlE7rK1K7EKFr2/qRgte6Izj2zzw1iWMAtNZXiISK14SJlnmTXGHXUfXueADbHhxK7DR9q7Xdgt24cdAgWQD9LY3sPvIFGdSTjLkBFaScmI4g+R9H0y0EMsvB526DiCW420owNwxzh0FIcMGetNvtOl4GWSc4jcRY8J7UkpJGXm3ydqsYmyhu21WB970vbqa890dc6D4c7f9oDsKPx8/gikyffxwp7uP2ygObapPz/z73CkzaBZzSFntGEXRZzqoFYH84hcFE4pvYzOqePGqgoZsaGj8CW5+xcSvGawhF94YBZ+BsZHxwhnjRjEImQzY+ToojjXqdILF+i1QlFO9fInLOLPsKE5CXH5lp4izMmvUc9767UZ9D4AFlkfIPcgzMeDaWmxQ8Q0bTJr8CNunwZGiMCUB6FObUx4Tj2P0TeC4lwKcy51aA58Nw8KvY6x91/Ta5mtonyOPWqCssOM3KDGd07GuyItsTTe/es5ClehXkNEF9Mr9NqCvOGd4rpMsXw/o43y0mCpJ5uZvjE3wJxjTLOGNzapHfKV5jLXqEn8qW9ubzkp+BjiflNXzbMy5j3vlwP3nP/i8f9rHt3/8HJh40MWjVcdHSlJKqYDakRohrUj9ngd50EoGEKQs5wap86M9V5JYGmWvE8/NnDrFs5Nnr9cq5yyVdh7iNUm5SMOqjRbMUZeOOI9VBMhp8gSk2ovDQhJCkgEEL7QcukiD5yJPx3j20iFHugd4GR0pBs66uDpQz9j060Akcflc8Lo+8xKV+aSkRKq0wGLNaagtAdEW6pSB/2GNWbkB7x7iKOF3e7/P4cX8XlSW59e10d41hxPjE/baEJfl1bmiyzZ/MumF0+B77k82i1u6txX4zVfgr/QY+M0X7zbg33sFyks2HzXeAJ58CHVdWxsrAO/+DU28wilJKSUgA8mM6NWOss1DUpqErY6OqYiQ05TYcCdsFTDJOGUpMLKUkjJAJyNE8reElMiTbaZ/5Ssj5N1Mucvq2bxHAYQX+i0v8tu7je7uehW612YLbADsemADuAjUd0mm7zYbYvRAp4542YNmlYNxyqjsl0i1CI/7sFdSymuwDZ5eU8DfJpILHCkp9502nWGrzcbA2Ixr/ywGxl7M000cmdhdzur4CXXXd+TYqce/x8d/Eyj80NOwpiWJVArAZkAeO7CvB4omcU2MmngZ9HUi+IA2aNhe6toiELU0jJIyOZbxk2DcVA7WwDFBozEAKfmNoRjUPqTQLT7kuuUVs6ZDTGTy9zwaMAAjhbJ09gFiFHDOrDkFn75CBufckXuPfQIwopfAdoriDwLTlhliwugRl7amLTFfwfYzWNcgIzXESAhtDzprln8NnAVaCU7jLSpP07BITin7Igvk7jXA9mprvjZY0+ZP4ZL+VGYev0DuDPCsdFlleJ87wOc8gPPfxzWxVe636vMG3Ckjo8PZxSmDryxYZTogFgnc+MCoZmzaPotvuBTxC71jLuq1z3KNL3rPy1dRzvRcxz3Ph5z68qzw3IDM88NRR+694XDQwYVf6FL8mTTx3PHdZ1ASjc49iMeWBRK82oG8kV+D13PS/HyqkSKJSr+CnIbBZs4zOcdkbg0ezYBsFTuHrdcsqe97ZQplfYWuy5zFjMM7G8O0IVheHT+ITmJFntEdKVLkVUWeVCWvoVQVztZQ2QWRE/V2jfU56W98NbCsGVITejHdZjdj4s70a0RLErvs+YGXZmWubMGlr6I1ylc1a6v3zePI8/iU8ekSscpUuU9ObM9Z5+dr51zzIySc0h8R9reP6WXzqA1z95n9K0A7R+UaOp1RkfreO9Xc+NsK/J1XYH4U/J0X4Tb32wp8zQrkFzdKvrXY2vDJ5JeB0d8M4YVg8ktAgNiSt22sR09KuKQENmtAbXuTtg5N0mprhwFRtDpQy9/eUbJuRAu2EJtMbKecc1ICsscDFxpZwsh+QELn+ZXNeqfNpsB221P46Sn6bHS33Wi7Md+Bi34TBZSsjri5y7Hp37gAhF/X8wLQdYzdsfVIIlGVgw9o1qbQJz1mliTiSUk5FRBYcUxsHid5fVwEsnmHriOPDbltPHbXk09W9oTDp3WTMqTFuUPfdeoN5LnZZjlGx8tKxiDnhKVkZJ9gTrs2B/DI28DIS6A3/yNvKSPnfzEfZzIod4ZZyjjQWYyU6QOQMTikpWivN7wwTmEXtMoRdHSFDwOTVRYoOrGmKJw31+8YMMTLjb/NUHiuK+RYsa7uE53BAQyJGOZ7KfcMxTzoMYpWpms7swVbFhAdcmMQAeiLDcQqCpxtgPiVMDASmm0NkG9odhvJ9mvgDeGJ7PX0KNXa5Bqq2MhZG0zHvJtdEbzQ2+saFDeHKpT7ZmvacMpbdgprm0obxRkxcQEy5537qQeiCNhv1APZfN5y7XBtZK6RdQwS9aUFYu0o7JhY64Ne5+Zx1/xb6ern+EAb89jbNgZLmYsSOYOZV88zxnMpuENe5jFy/09+xnP/TEGPmqDlpzFyxZGUuJ8DiCkAydwrJUkNdHzkFbumV+IjkjFJQ85rkXP/Lsw7KHKKlsguzX4sH/FjhpyzImZ6Usq0pA6cc9KyVlnluSpB0L2nxWgrh1fmkkSu4oCYe4grLR/J8ZkFM8GcmpFzEXMedXAPW56PoxqGoBXelsUTw0K80ntuK9sV+aJjpJ3qnQJD0+mxTOdU8134t6bKbcGy2NrwxqGv5P6OCG8c6NTsx49wOuI5/1Ipo+R3ZXki1Eu6MPjK7qW4L2X8lcOFW5ltkGfdjxrzbKCb4LYCf9IVeOme/ZNO6Zb233AFfrcp5yt3EO/+sek7HIb436+GgRdofx2ctwy/FETC3ttBsD+PDWqKHgHYqomd0YTSYOllKJaho3AzJfZS+IwBoybv/ImT2Xx3XVLXdbEJ31DY2PACs9kU3hvzDt44APkW2Gx6Cj4dBaA+oMfPMTbEygbippREC/D/vBU062J9T8yNC0X9hrF7oFNOWWEscIOQSUri8Md6A1jy91oIHPMCMzErAhzFRGZgj9dT8AkgV/Nd9stGJ+uzDSvkzGAGeMtnQCzZJykjNOjkQIzFidBsfdEbjTnXDfNuQPOcfL5seAGwt9SxjQ2mDZHPesSoeNiigWNXGgeaXQDPA7BvCKtNRUdzO9JPke/ofhw0DFDxbSZo8qTVCEbEXwUaOYmjxwPKS17HOvaRCx0OWYTl/jCCRhLyEcIAutYYCZV9gPjWkCXQjBUx0C5tLW/0ov0eFKvyQhhrPSEDZkYGyJfaYrJQXq+Alxy/Snd5XTxygwhrJgh39mmY9Y9zb9kKLDPM56Wcf6yRuO+5Jlb2DmdgnHbtLOeTIpB1FwBzlqX05YIy7euqAmxcq2AM5wge+RIzYkxbQtkPQ2eceVbk7Lw7ci/gX2nyM6bIE5aM6/uEZ/1EoInn8MTzygBCH5S4ReQjBUHPs0uGbOkJhCydCFds6Ff8TJI8bWa/loihk/yPjpZEV6CNPakcMV5jEutkYPX4HOj6Xn3AVhuwnw0SOr3viCHCpY0TzMtduqxexDmmdMkqHwnhuA4sypDGvsvj2uJ8x698GV+AeCGNzl4XYJnYsfKa/NiKlVTALI78kmahecNs8HsQy2QWquaBgFaZFfrdc17lckpynk9Fvx1/cbXeOPwLi/qC6jj4mw2P3b4bd2X+V8TfbdhboNsK/EVW4Pe+g7/TMt7C3Fbgj7YCbAvZHLjws9/vdeCl4OBvhVAY4J2AZHkRgPALAgwtsQE1qL0nUOOoNkigsHmhUfwhAAa2nDRS+DFMYH8bKLFpTbljA5612YBXEDwbdL/INPAGfbPtsQWMgR6fkHeJQk5WR0xvgv3esgYXgVCpR7kh7pYC0GaziVg5ZSUr0WXwGpRVjgRqUHbWYkLyCxWEIDDw5t8AmZL6LqsDEtBR+OkodBXIyhlIgAfA1sNUzhKVdfOugXPGennd5HGLCNJEHUs+1rT5Ao6ZmJMI6DEUx0i6I9GIQQtR7WxjiCRMGKqOQWdqIU4CELXYFbndG0TM2dF6gOux2Dt/AN4vvE02cm0uQM4UfkYKl76Gh2GvwTw+Phf2iXX12h5Bx9BZdIwOZi2EXrkL3j5FaR2iaKYbhKB2mTDHUBUzstfMBHEsOebC4Ad0rO1Z1Gsyy0/A7Jv810ae2bfCOt6aPol7lJ91ti3YZ8ec4hwja5gzN5/nKsty8aRA2GMz+4uDcWgQFxoK2tEVbz4sTQC00CuuUTjjkHAth+HL3Wj7cMPedPjWWXBf+9rNPM/KM7JX3zMXQwajd/SBZ/z+wL1i4H7x89eg+RnOfcdzXwYceBwppaRkmt4Y8rxdVZybHkuYUAhGTdzfE+PSQnLaHclPxzNvIEfPZfYdQ6gQ6/KRWZsAnsmZ50DOnPUOqJfLZa9XpEwrTlE9R2HN0gauXcms9FW0QosxaSi5I08uyZXNmrTBdZ7V5bIrSfk6KsAPfUjStFz4oSg4rvNdh7tCE7FqFqoK3oZWaa/It/m+avWVOc1x7b+chxBbFETrrp2/pv8D4Mg5uncmk9VdvODyO+N8g/lrQ72m/4ahf6jr15yOH5rQLfiPW4Fb5K9dgT/r7f2187353Vbgh69A+faP4lsTu53/EOguvgV0QDFRYCgb7aSUCpSETjZCRTj3WM50ECn60jWawFMAn35gdvy8dkBjxVBi7w2w6YiXmD4KMptNwdttrwIb+W/8bKNo04dNqaFbQwAAEABJREFUj33Hht0FHfbuSmyUE2Pm7JwnpdjUGgMUojL63EkdhZieF6TtZqsSo1PyS0Dq2PYksnIzNggZfAZOmmdQNs4jU1ogzJLk8VJKMUafenVdDw1kQ4e+wwjrXBG2pCgXowJQsVAavWa8JIlNu4wtDMDASUCPMVf42ggZVOBkMigTwFTflcBwpSVl/8v0AYI7huokxVge0YMbEF1rPhceugKhmTdxT78p5DAxv1Xcygs88tIa0Ao/8APFSxeCRl5uCziIE2lzMO4YrwdMA56VkwAXjp7zIa4WxZHp1wCLLRmbAKwDXWjWNLigRmQt6MW22Jhq8KLLS0rWzusX5+x0zZtfrEdjKrbMg8NWFKtQ1sGSE/C3ngzYf3tbx3a0xptew6ncvPVrbPoEYm5F5p6Lg2lBIc8VymSRBWHsuGtYydpl19Tmve7cJ76aY+2DbgZrXCxmCePPNIRDgaq3OcAt4idSz/KzrM9+phg26nMXUObSy8c4jPL/AHbYD2q/Aupnsnh2zJe+aRs3SFJK7sQBpi8m7bmRWB3LDbp+xHVH0sxibeQonobzCFgrTWNAM1WGDYrudLjgp2LTHDDzGeLuJsfKgNZGoUtes451LM8IhXW2ZQGnXSj6lRxubi6ieG5MZiwDqDyySaa02TSZoqOZqoARfjEDk5bGuieyMSiwe716OGHypBXTFMgp8pgkyzEeBy7+2PIQkjA56qwzHAkvMTbyZMk/rqUTm6wy/ok4WOt8jQobnwu1g3UUeTX27TiH6VEsJEUKsWpOe8VeIVmrmNcVdRPHFKNrkm/Al7Jt4d6WdbNu+O1edeyKmv/78dsDHFsec6+P+1771yN+V4tLwf6EKV+axk12W4EfuQK32+RHru4t9t9gBda3kLd/bKnYWI3x4kzhZ18KQAMv1KUA5J3npLrvPFofb0wnS6KDCCMp8U9xmEpBXe5wjALTyHaqbDm94RecQ2W6rksyuCDTbzYUeDZR8Lm72+jO/xPW3Ra8lQtAhrDrsrqclFxkIJbjTYzjze3EpnSClgFdktjkS33XFXDxyEBRJqeODXaWiDUypxFbZzpDESDFhn7d1pLZnvFsk5Lkl7GOMTvG8tgdwpRQZHk4ne9zk10rYASbyUnZIhijI3ByCFhielojqhyJm90NpscYFD3Xg1pBCTzLbXQG2J/IWrwi9rgrIF7EDjfLg8C00taTx+j/CYxr0tdlA0VeZANussBcq4NtKfwMgIs/A281frn1OSc45ziz5gmcFNdIFPs6+BXEemYpdwA4FrdhxZGR5XgZtzxElrwIBMMQe/vNUEQ4hjriNuYSxn0W49paEzf+NWz7I5u2/FVR0WIy54vGdNXAVaqgU75If2T/lhHXNl5h54OMefgcgtQg1tbqILAJHIJVdyKHLVEhwt7Y5sYAzdwMwUc3W9u/SGarFdFOThHZzvbmTC/YHMBkyrywyj1z64CkzDPGchiuNeuQiYPww3SgALTTjgKQv/kZ9w/34MS9kACsaAk4b/lchGQCzttFW8ZfLGFK49nHPc6zcgQmchHPbMjF9HI6i36mquHllOTpVQueOAyLHY8WCUXmme81M3TZa6Yrx6WZjcRjMvSzE7EVkzDRAK1JkBhTcSSllIKaO2xoM5vITTZJjG0MmpWNOJIt3swEi7Wy5Bm/CuZv/HhLAMZo1WyzYo/IdawjxTGzpMC1T9K0Y4PGoaA1bo2vZlFO2tq00C21hotU8e2mRldsE0NlC7o6YFG759IwWsFqoitpiV36lVjlEnnDQLMTMWgz+2biwhis2yJd8g5ZdC14ZUC+PJq0YV/tjX4/vj6Zr9GU9WxZXI/QLL4Jf2N4lnM1/DoY9KWFXlnfyNsK/B1XgDvj7zjt25xvK/BjVsBlF+9CRl6YB16k/RKw3+3l/xbYPxGevPlm6OxNZ+w6YWjLdgEmNrbGwqLs3tJM6cJh7wITvhPFmIlxDIIvDpNif5uzug7gJcYv7ttNH3/QeVsLP3fg7XarO2DrAlHfq8tZmXxTIlL8T2EHoo68R/CRywvPxFy9C0zsFjAL2y538k/MuxinV8+YCWU2EAZTLTAV2vIZ/GhiXLa37gW2ilHFwIpv65BFNhAzEb9zAQgcL2iMq1xi2C+AdAPPXZop1fiZdc7EMxRlKsh99R9ZX7MkElNQ7Yus2tsG+5EXLuc8sjmUZWFb52tZOGEY8mBqhw1z0wnkqg1ktyDcwTge4ymKPaNcsBlqISeKOMNOwwuws45rdTc8a9gB8OOwl69lOg/Ckmb1GeiT+m1PoXALbPRhewcU7OunwJ22/R32nP/c49sBxlmK9QaT9unUPQ2F8IISz4utmVZc0VEUy2ZfMw1m4UKQWcvwRWyPszBVUNGL/m0cx3kXOPi7HL6X8TpjaK4F+hrcVIHMrAuUM22DtWaRLpqQRbziufTY2Bl01kLursGZxXWBXdBWRMYwtTcV4HwCkjLPwoD5Wl5lmEuUiYLp8/NOzzvgeU8xaK/DqgCQUhJNSvrKw44Gu5eLwFmYOwf03Ew8CeRnjz8P2lNlGb/FOve+JvFnDAGjFe/EfS0Or0FiBQ2qByNilFmfAhbbzljtsVKYt/RlSliO4iMOrBkHc9ox9lrUfBTPVWtskJTqM99ruWRnveFcYmkDaw2NXzDJ8gRa3j3NL9ozqgap6EjNKhb+nCjy6BOjBTF3juU5aTnhKsfLuRRt6Yt97R0QsiKoS+2Cluvw3DJz/hNiZwiublDIVi3SmCe+UpyQF8c4sQk2AkLVAaG+tjlSgyWGJYU7TmmRlxO14m1+wlp0GboibukbG4r0Sn/d4JJmLAkexbKd4UjI3X7M/wjOC9PgSnwSo4XSllxYWqaAhCWjhd5dszV9g9sK/F1X4HYf/F3P/G3e32UF4sX+JJI/9C0f4tcB9vw0eM+L96ADL+fehNs8JW69dLzViS1OdLaQmjaZSpKR2hF27gBaE9ssE5emlMxZwwcgG96R8UeS8wuJ8RQFiYmP8BRFni6DuywXazJ0xj87hAF/GWIHPSmZDhgV8qAl/w9k9u26pAx0XSfzKYNTlgyKgBLY3qSlGXR8WL9I8K8+pjK0Cz+Z2PFHnzsKDZteHTgzjsfNi/MJNZE2cCTNWttn4h+pY0dRfCLfY+UFzrbMgDUXvt5Ued0hacHhM67GxBaJ8lpmgVY2pm13CsXO45TFHOTCzcgL6UAhZ6CQcxlc6PH1CdSiz0ARaLElDoXMyJusvUK9iz+8BG8psm37DQWgbYUPFVP4oSC07bfqZ+jkwpH9C5CvpwA6byhoi/yIWcSNelFt5TGUlXcfq9WiVNxsK/sicoxmX+h1X6IXSaFfDHamzGeSE8EydAn/Gn/i/i3snBtj0rgyjqM12THmhQ8zy0C1zZEKf6wsMkxohT7rEVh5CVCtm03KQiH1PXk6lg0M3G05c5Xy8CvYtCGp8RBYJdEBRSeOgbh+vpbi/8Bzn/Pvh4WfJSlhkaASWDwxKaVMQQqh3nIUTywjT/BRK+trkac2A4Qf9RO5TfX5bRt50Dmg3nSEPzFoxd55GIiVWC+xbpBFt+ozOoNYsDC3jryM3gRHtlO93hDS7N+WcWJVzRdIoBWErS2wpqEUaQHFJjlxC6x4LzAproLiFeMUMmp/5g1F9L4evzGunynmPB3N7zQUk3IDcEOZ5CmJA4peEaP1IbjWca1cVjHRy4qvkuaX5sNFNgJH+Xr4OEfMyLSie9vYXhTD26zfYbUOCs3614UmhhlQtJIrFnClh+Bz2v3RLIvgUl9CXNK8SZav+F8SX70E6kiXfKrqN0cll9J78LK69DTzN7itwG0FzldguWPOdTfJbQVuK/DCCoyXPiHjx30jP/UVm39eAPa8WO93OvAiPo4HflrpDQGbF+KWHqI1VLTGgRP7tyQ6twDNB5bR6LyJio0SSr9kACll4SlIhGwu0E/TQf4WUuThXOrGMqUkv9h0FGsMuWMrC6QuhX+SZPAwcuchjWdQOVIolFJSYqfRJXJI0GAoEVVw2GYgAbTiAlEb/IiVZlDZS9nFICkTU4CLP33fa2PYgDcbdRR/XMDqciePh/mqjXLKI2vhqcNpLG9GyIMrY9kDdrSxIYxJrMqNtFgWlj4DSnQNIOcWMcw5DsEd14B8Hsdqx7UanIEyjgVrwDCuvbWs0sh9XY6O62//BBy4FvcaLxaBis4FH18XgaNgNOBzkGUlP8V69jkp5149xZ+e4s6277U13m4o/gBBUxAC91vwtkPfhY/9cuasAI6m1ZHPaOZDiyUInZkgjrvgXtKFwdwdW5obGaJAWetmah20E3sJMJmbXVh/Fu041GxQiRavssU4nJEYg2prpmtcVd+E1vEa7YCNbjhkMDSt4ej8OWVgnjo0i7pMy0HCO4hV54gr1n4rdk2eqyy5BounR2iwSH2+nZ6xoWm4NiHj8iRfcwYuXlpQaBPQmmUJSwGMgqMlmWeTJZoSz3tAHL7tDXJnQEYLU2QJujw7qi4EFlaAz4C5iky+AORzpCUuTYxVGsxZIGRHPm9jkhNPxfZ41BKvqsLgWB+iuFQKdaH3Kb4gbk6TJxOwGJVRJ3ltPfalMYu1tQCGGeAkF7GQVeoiOs2pDdCwnbCJ4k8kCmPZGVyTL4brqzPO3aI6o3jkI5sAmlFMg6RoXKAI3Y4jWrLogpu7kr9iBhY6jHGBNRebniK+2JcxS18M7G0onNfBCRfuTX04xwQxDwbs5ljG3w/W0a9G9cPPSoanmQIadTI3xDT0rXlljiVN8xbs/Lp6EnkEnblkS6IzYbg0lp9c1n0lXAr5laHe7lZzjrlFhyuJtAu3cMsFDH9rtxW4rcCyAu2uWSQ36rYCtxX4DivAhzqbgsMwaOADaYgX8ZEXAoeelBKbFzfAkjNocjBtpYajzYJJq+0vCuKmxG29wpgw7ij/ZPpw8As/AD4cSm6TiyARxZZS4p8uHH6VSSGfwqLQISgdhRVnYzsykI0CS7GJ5KOZPGBqMx/kTDgiMIV06Qgym8QOJyl3HUWIXl2X1W16bSps+14dxYmMXc5JchKOVyHiuOPctBd1k3OCoROHHUDmFwS1ajZZAypSrVsxmNpqCDiMYUYPGIBoHtg0+jgPGJkFHA8U7bggFCIWFh/v/BvYP2KPTO8QUIo6g/ytBNPH3/ChQLkqDJVvDB3Cb+SahWAMxZwyyXhd/U2ebe/CT6/ehR9/C4iCz7ZH1viKXSRykS6AAPZ35oSKmKYbnMuWdSg25ldQ51l013pHvaY7lq8i17NyLGFFWQ56xvU5BB0HaEMZG461cMSb5aaBGAkVrXGMgNR9LD2a4+YQXwUMkCswQAkO32jrGt3wLDtOYcU5gFnjAqUv4a3RW/5otZ3C+EI360w0WOyursUlxezmOGbA9UTa3Fe6r1EuVc3gK7UyYYN9YHdVHiZ0mWdOyh1PHT8FAW7PaTROHgy5AuT7tAKP6iZUOXAKXTGBBE8AABAASURBVOHOeo9bo5zpLgnIl1nOGkefmTcSzr6Ae5ycdCXhaEcM/OW25BGTuGz0JunXzOL1wPMs3premd2Z4NVB3+SxLNyr8YrBen3qrH7MQGW49/QX8njP9Jp7w28a+tIAJwGKSenfFDOMFvvRn8Ehc1ee36YCTsaK56sV3JtG74es05C6IIm4uVpWFDIn4LGdvuUGFAVZCPPONnr8teuafmesbzGPYZlb4Bqoq/iGbitwW4FlBcr9vvA36rYCf6YV+EPmymdPfVEcKLoc5CJQ/FHI2CBMc85pphYiZHS02OIbh9YbbgjzaaWZouiCImSiR4ttSgkGQDLxSTjyQzpvUPbDQf5favx3ifw/lMXfKIo/WOo8D3IBIHKlaDUdpijYOOMYpsbMKatBIn4SRxjxWsMcRxbgwIADY+32e+2ed9rtDM+MvQcGuRg1585Lk+SYSZkxDBAWAUntYBryA8v7mSbNqUOWlDOSnEU6EhI3iJPGGEiybS8bhGtRJRBgW2DxSSoHYxUCu0pcRCwMJ2Dyhiv048reMxJ8ySvUdBGZNeQiomFTaVRzy7wgFrC/xdjNYzBa9XERp0Ap9IwUJMdxz3k2DOAKFHusK4XKA+P6gqlxiOucyotxVh8FNoo/4G027qMA52JP+ds/W82YolAp/vScI+ZJoAwwaflopLEYp4A1zAuhbUFhfoqL1Vv6xdPU4tHWbI0X7Rlls4tCKyo44ch2MYwx3RlO5tis7N3oBVtqWCRvo+xzCm/zfLuV4zfrQrs3rM+h+ZNXoeb0PhzX87lLLOmZuIxa8jB9amBZA3SrIHH6LDIB5Lj3uW45p77+QWhLMx9QWC5YcR9s9PHuTh8+fKhwp37Ti8daWPmZV751KCVxuANowWdEb2/XrC/Ime7IM6PEnjSTRfDOPkWuir6MlXR8LGMt1LHF+zmmEE6+FIL4oV2Z1/Uh1nrThuvWX6VpE27Op3yTvwk7P8NrxtXGyBBj8lmAW5B18UeeYwbEb2gOZLOGTRsiook3QvNvuLrBXo6Eopq8GR0FOmIuhLim5/66YP22bE5jnnqd8Ct2RV4Y3aLMWTMGTodBNLdZx+f/LDy9w6vCl8ZsX2WnfBX/KJT9UGbytOMhnNsy42PdjbutwG0FfOf8mVfhlvttBf6IKxCfPLxEjxrYMI0HXqhdBAjw5mBSeyHwx6phngUMrbAmAtwV0dwjmmamEYm4hjxj+RbHcKIwcxhGuRg1uCgTRZ9B+90g/4HqQ3wLZCTnCRhl+5GqD24C1QGSEvFyIj4vRgnIbSLinQJD+7i4c6D447g74j97PIpAz6Z3FIAOgw7+dTSCT0RU4iM8JSJ3yvz0PF66kOcAIdfqaLuLpJSSlJMSPgJsn0Qs+UjuCiRomgIyMmzwU240GDobwt/6ArYJuXX4BB02id4gDvzp46XKaxCEBS3XCcaw8IQjdBnDNMHgFaD6v61xFqqffQ3okXi07FyYUIYp4Fhrve0nh1VmnWWIvJBzTcrQeOORwOCwhSRs8YUo8ZfYqNHhQEwX+0aKRweup4gZca0DjjZflbcesM8Yf6yaAhT+5u3vLWoDu5f4I6pzkA1eBGd6DkzpXBiSRdPmHOKLXZ3PRV0RzjGWsEWx7q0zrGVndBvrrfgsAIK3+l6yw53mNOdzA1/WP4gLneNcEM8iR5uZC4T9F7hkvcgWu8s5rfTxlaYLwzmYAVXc45y8BSfuS+4vrnr3oLgZbG4bcS/6OrVuu93o0+dP+unnz/rHP37WTz991oe7jbouSWniDuM65tknPgvEkVLiLk6iK6BrBzZhZL1HBgeKDua4XZYe2/wIjtktYb3sWjIJFq3xkR2yr2s8y+xYkcmvgTSv69d5f43Xe328Zu/zOZ/VcibeFqk7NWtJNIz+wN4GFG0lDv7NnR0bvNnpj2Xo9J1Rw6bfBu89K2+LetGKz934uKzK9+daHf+AKFYxOif3V5qZ53ODyytwk37rCsy3zLcGuvnfVuC2Arx+8CFLm19Yy098LWd1KA7QR7PchPeuBtMGm8w8hHlFZ20Bv0aYStH5FjZVYJqSeC/X5F878OegITa4iZcPqelHjAYXaYZB/hbQzoUZYLfbwSNDF4UrNngTE5qwx9kjVkhETdBZKWUCQzpf7KbDKG8M/etGu92zHh8edQ88PN7r8elRj49Penraacd4Htt2e8YZpkEDxaEB/5ExC0wyppMBMQNdaDHPIg+SPMYyYwVS4lWkAi9dgsuWZcVRkYQuA8YwWKUK3g7bKkkyqB6WVbIh1qGtVeTedl2RfGQXlrxjqkACF9BR7BFPCiQUSgQlJuLRwkfCBwCTYKFR0AqN3Lb2gayNsdc5QJcXesdx0sWsyLAlAM3hQ9Fo60NATqMO5VtExBqjkIMfzXrbCxuftwLMJWwGxBXmudkJIA5K3Mvcdap3vIuAi5sHnYF4fuE/AozQl3XKrNUaWIeqw+qkjdgSbx77RF3ZErfEafMouBqAPEVfFw2KvsXGoDZSmde+iq6j5l6CExLBGX3d/SWNz7eBoLNZ4Wc2COcbxEl3JCetsoQQtEKfOFxhHWcNJR8HOXWwrMGp7jLvuKExYYBxcecUygnhmpn1Cao2/DbbuygA/fzzT/qnC0AUgj58uFOmAGRLF8h93ifuZd/qlpXHjaka5w0ov8GmmXglYq0mJAbQ92jHGa8CV7KiV4Yq2b1iNKuLNc8GEwY0sZbg1o7zatIVfi2x9yzuKuwPIZnjFDdJS7rht4/26nq8JZSfJdiRTunNFwb+be3Ssr4zxDxQuQNn9nXiaPAj5nXf72Rxca7fmsrFoCcJn9iYNZxYXWBTedzphaN7QfejVVfjf+uiXg18U9xW4C+1Arc75S91Om+T+WOsQPl4HSlCxIuvN/vTRA+s9m8r8jhtFDTsi9h0KygEXcT0iXeIAoqP6hRmE8MbWoCJotBkx8DYWE+R5eCiy36gEAM878E7+RtBpSgzyAUi2xgmNnxzTMciBgkwfmbkDE6wALqJeR/2I7H2enp81sPDg7483OvXL4Yvuv/yoPv7B7kwVIpBz/FrYq0o5G8oRR4UoQ4UhA6HSQcmEC9PxsQXk4NkeVlTcvNaGyZ+uj6OB+QkGHIwtl4YUyQZLZNqEGResHuE5G8qvoTDzDRDoaw7hpHt+Tqytcg8Ngk6F6/j6G9YkdfgNXcRhLkNFN/iG2LIbWcQNMlfiOm4BhL0/AHPl5Fk+wC8YDByPhWcB0WUkTGbzej1oHBj29F6dEVPUQZby0sox2A8IgqfEWGAx3buwAgMMZe9TNMpAFsImmPgVcewjWEIv4FrbMB8B4CbTcUISXmRm1+AuOTOAGQHPedtugGqk5bhA+jWxZrlRb+cZ9Rx5jF/oS3jtFiLsXUrjlzLWltuWOkgm78LKw2Wudn+rUCwaGv7ENAhI4+X4rax2/yNcbzYZp2JCmUePBMgqqgsqK8Hhj8OdCY4Vl/k7NNgbdBka2x9401XmBMrvNlCld486VfGc2EKfVLus/rcqw+6Q5jULpKReyLzUNnebfTT58/65Zd/6P/+v//q//2//wb96eMHbbe9soNzLylAWj9+kt5xrI0jpn0915mxoMLk1WfEgouw3deFe3dfxz8ercQcGek0njM7lb2JPx7g3IVn7LnwVFKTPRUf8ZlT+Ra7I6eZeS3N2fCtxJUFuyi+mnZaX15vHfncrg46+iri+WHWcIjPkGJuvlDuF66tS8PWGhYLOapFbwQipWL6p+6ZhvPv3B1BVRzJ1kxbuYYX3Vqy0KYMi907F3zl+EcmX1638p38P3L+t9xuK/Dbr8DLd81vn89txNsK/GlWwC+NLyWbeSHouo4Xhl5d3ymnLP+01z6xb2W/HNiCi2CDRQEHU3oIKdEAKUtmKPDE3hsTmmseQJJlqdlUO/ZxmiisDBSC/DJe/i7QIBd/XHwZKAwNvNgfhpF37kkHbP23gSZedGiKYyQ2RCJ2BlSPsHGhYzfo6em5fPvn/lFffv0C3Ecx6PHxQQ/A4+MjNk96en6KAtRut9Pzbq8dBZP9/qA94x/IcWR8x52YjMefqEb5pYsJamQRRxd+POaAhe0ppFhfoG2AvCo1SZBz9splr0kAQrcws9ZMA881rWYpeSPldTTWTBS5SHJCFrmRy0BuB+bkbzuNh73mv7XDGg/oR9saCDYCERycCWcA0axZQNgHYBf28HOcoA+o2fqQyxhjNJ4YK33RTdiuYBUTBeFZw+YTxZsDxZudBs6XYbd7inM2xHwGdAPXDUAxZ4j/VWyPzPCM3TN+C+x2lj1y/sHQT09cE7vCD/ADsQ2+NnbEKvBEPMDjIytjwM/0Dv0Kxh3TgHc+wBjQ1sG45Brrx9yRRM/EY93pouXlZMCbMUDOjXWyJ4jlYkwimEAGNVsVGqOVJEiHM8AYFRi57l6HJeZp3Eu+IuY5MGxtjvESYEZyXg9QxEJCMwdyM2kwHeB4Qay6S7KV+og8tnXoSwWrIrfj2n5N13lj6PwjedO4rO966xDLz3mD//i5i0A597PMevFMwjVkH7Z3+vj5k3751y/6//7ff/R///cf/fOXn/Xx4502FIA6PhP8zJrskNydwkoYRif6LNFOhC+wvvY89UuxXnB7kyphZQBdbh64aPwlvEK91i8+Z5ZHqjHuqCObr51jW9CYS2OOIv+ODJOe5wVNe1cy3zAdPjnmNY5ho2P0uKbQ0uDiGWf8JiCf7k2GbzAi1hus3mzyfcK1RToftsQvvd53F58HC8mFsVai+AyDp62sGxeiVXdNvjL5Q5FX1jGmEd2c7TE3i2/EbQX+9ivQ7qK//ULcFuC2Al+zAtlvCeF4oEgSBF2Ol4G+7+OPgm43G/UUgBK2KZVbbqJoMdUXBxxKS1IrEFnlfV/YQNDkw9ggYRzgeI1OdhPv+7xjQFMQmoDkMYGUOpUiVFaCjxgEozagA4UTFyn8R6IHCi8DBaA9YDz4pR561pmnMDMy0IQ/jVDEVKfkuIDxJOcwaaQgc4gCyCEKTLvn5/LNoMcn3VME+nL/oF+/fNGvv/6q//3vV4pELhR90cP9r7p/uC+AzYOLRfg8PT3picLSU2DTwCMxKSI9Uyx4xub5aadH9M+MZXhE/4zPI/CE7Klh0+ge8fG3lUJnWYUoOrggRaGh0APFC8BrwMKNBlZ9BMpuedluJNYnZJM0smke6xrEelIE8h/IHsD+xtMMUSQ6ULw44GOYwIYRXIGxR4PHZoyRczeCFcCuHLmAMYocgwq2r+MZG0yvodkZMwf85XhMYGRuozGyEutAfjvW4UDRZg+4mLOHR0YBxt92GrGNwhbzGf1HpynADOgCOEe74Qm/FXCudrsHPVlngH96eqg2j4zHGAPgghAxhxmQzfS+2HGuhjrWCB4Z2zhkplmXwUUs8BjA7Hx+zsDnTWcHt7FOwUa4qwGeiFhH1g1i1U5lp3wxdXz5rRkIuoiv91lLTligzjGyAAAQAElEQVTBaimOMEYRYIQyGrLI7RyvTT32NVjmGAEZz7jFM30JrD+Vn8pOedtXmRGLnEcIcJlCpQuDMXyjw8Y84pAZXwZbcSVg5b7a1MUIRPHGz3s/142rRUUj88/xnP+w3ernz5/1r3/9S//+z7/0yz//oZ9+/qSPH+7U8QOBRLCUJon7agJ4WAdNJ/+dIALpxSNZSxCja3BVzbg8tOmveb5JHinwfA/jYKIL9rjzqh5LvpXzKW0x3hX96poQ7SUd6j9C+7pz5vNi+IoZxOL6XoDgeV4o95q/+4PmKwIXl6/xPT5NcLQS7Q/ee7K/da4ec16WI2aW/jkIL1yDFzJuU2yYJ/kL1jfVbQX+9ivgu+pvvwi3BbitwPdZgfLJ4xcmb+L9orC5u9Pd3QcKQVteDnplXiI8lgtA3vubbnBtm1ZeEnhdmHeAtjwHqycKPhPERCoTtAwkk1Kmz0qpU8pgVX/bThMvrpMOh4kCzUF7Xo73LgLtoI0p/gwUHA7QO9PgAwWgA4WdshkvsVxcyo6vzJSAiC1ijzrgvwdc9Hh+3kVxxr8C5l8Fu6f4428HuQD0hSLQr19+jWKQi0LW3d/f64FC0ANFoMeHB3wfFMUgCj5PFG4eH57kbxJZ5l83u3961APFg6J7pID0qEf87+0Lfoh4D3ow/eUR/KD7ih++POgLELqwf8QXoCDxTFFpTwFiv9/psN8DA3WWg1yMYZJsN5gwM3fLnOcCcF4eTZgY8KMosadIsafQ8RxxnxSFK/PMab9/4jw8abd/Dogi0WGnUiTaIaPoUnW2GQ7P6J6RG6wzWLZHvkO+C9z8hzmW9c/ojNc2VdaKUxTABoMLLVwTA7kPnMvBfIUdsh1rs3NhjTntWH+DizhPnI81FLsn7ZjvgM/gwo7BY6x5ZLvKG++wd+FoAA9A4wPP/G75hpH9DcTdGZxrYObKORgCBopGjTddoBSGOL9RIDIeOX8FOKNXGjcdVwFX/Il+LW/0YsKdAtPkI3dPoS03oFSGOAPGWhd5ZpqiUSke4YkfASFK3GKjEDXVKY78WwzGCP4Cbn4En5tlhfEcCnXeX9JZ1uDUw/Ima7RxA+ug42EEbrmanOlgMGwY8qxZZ0BBrBGAKs0T4wS4kO/nugGWa2JalqfaZIr9dx/v4o9A/+sf/9A/KQD98s9/6vPnT9rebZU7nsEpaSL+xIN64tkw8QwmkpYjLeQRZblhLfTAa77SbSrBMkoUdIP5+m4eeiaOY9Uxj4VliY5ka7s1fWT0GlNXrKIj65P0rqzQkcsfj+F58y1JrdbA1+q7Qq3PCTQtTiKXLJgfMtCO4tnAcCR8C2Mnn0Djt9j/yW2OLsQj5vrErpjFuTjyWl8v71hPmxqOYv2RmUsL8voE1pfs69Z/5PnfcrutwPdZgUt30veJfItyW4G/xQqcf5Tk3GnT9dpuP+inn37Sz//4WZ8+fdLd9o4i0EYpZXnDf748qYoaFq8GDbxJquqrCD9eLAQkChApZSXv/IyVpYReHBSFJvECMhF7ci6VZiq8j4i6jg4Ugw7sMA4wA8WewX/Th+LPfjdQnCjgIoD1o18siCViphiHsaAn0yH3OADxRuIdIt6gHUUU/xfxTxQNXAhxkcB/JPphVXhxgch8wCNFm0eKMQ+PcsHnMf6wNDzy4O8f9UQx6An/B+vgoygE/mKewk4Ud8Au9DzUos8XF4Tuv8Q3jx7AhntsXDB6QPeEr8E5PrtA42IHRazBf5+IOU0s2hhnSnFk1nyGuuS8KdIOGg6HMm+KSDsD8XbA0zO5A0G7gELhY884B4oU+6D32lO8MBwoahygC+yQG/YKniKHfQ4+T/iHPf6HBs0XvMR9JkaBAz72PTgOY+zBI4WgkbwHYg7wO8B4ILcB+wLPGhjD5/CJ4s9DnIMHmfbazcDcfI52FIV22O8o3NhvYKyBnEbHDnqvwTSyXdg9a4ftLuhHaINlBtOGRj/ryXYxxhO2DwU8tmNwvRX9c9gFbfsGMeaOQtKOHIxdFIKOYtDIeRwKtOJCxZx2nYJvAUXne6JCGCGFNRkXzapjBDEArY4T31raUWg8gcin2ZAj/FBhpIh7BMjHGYgz0/jrAqBnQPIYgPEc6pxXac8k06ozxm+Wfh2RGWcdr9AtrnEDx1/Tpzw67lVLmUxBRz36xodd4wvOzMjnyvd1778BZKba+3wVq3JO/atinz58VPwh6H/9on/+8o8oAvl/B3MBqOuyUuKZ62cGz47JeIYa9BTlU8F7+DGiN4/6SG7sV+MUnomVkUoHbq0uyMjnSxPNuOpm/t0E8/lek4ix05L+e9a5XgPvcdF3P9LrEb86QU4U7cA9yMOInlfo8VC//TPCo6R/PYHvbcGcv3pO783Fc7zsE48Jq66bWPvD4Xcefp7fb3ZK5hFN/FFm71xucFuBP9cK/D737J9rjW7Z/vFW4A+dUc69+n6jDx8+8FPfUgD6/PGT7u7utOl7Nv+ZApCA9S42MacKoEm8IEy2AdBAsokvrwoQSC63hF9KWQnIrQgkpPACTwHEdBHIIB9ZQl90CaXkmg57vVIIomgzDAft9oZBOwoBO4pBxgfko4tFk8qR8K9jCCziJn8rKCUl02Is1bkxyETsERiiKDTK3xIyuMjgbwoZnp6f9cjLuws+9xRzHijIuODzYBq4v3+SZfcUh6LQ8/CsB8soDBWbB91/udeXCv+ruPAUlYgRdvavdHzr6Fd8KAB9+fJrFIf8DaX//WoaoFD0xd9cAu4fvuiBmA8UPR4Z95k4rVC0p8h1oFDkws9IEWX0ejHvkfkGsIscDcEfNLDoIwWXwT74lsLInkLEnvfxIbDPxRDFEcuRcT7Gxrt4Am99ke0ozGBDQWAwoAt5YOScx/JrftDWEyf0YMewz56YhsF5RU7kiWydm213FFCeKLqUYs89xbh7zssDGKAo9PRMIYa12e0f9eRvMLnghc/ORSSKLm1cY4NjLvDM3AEXcMLnmevwsYJpAzzj7+LvBzEGdk/YF3jW0yy3nfkn7chrx7VVbOCxdz6eiwtTvg5LDkOsfymijPI5o6NBX30JirKBMpf8EUhxF4BOmjezgK8HF2WMKcTEmJybwI0/wYN52wTsyesEfD7jV/GYh21bUck4fJCvcdggC7wjXqMbZt6RX8mXJwZzgT5ZiwxfoMyZpYi5X8QIMwtFm9eMoG9oq3GDpCO3kpPdyRUUfcitMYcd+ZljgsUCvTUwNCibFCrMIEvDzoSvgwLLugzo8GQOic+BTlue+x8/f47Pg+1mo65+A8hjTtPE49ygcqSC5r4+VxPPzFi4WfE64RwifXeG113ebpHeYNrGrHNYPJpikbyZYm2LbQ3K+hX+r9zXucYU13QI3ti1E8ZN9kYPm/kacsWH0k9c/4H5vLburwjLlblQr8/zPbYl2stn4WVtifDO/ihFX0NHgncGe7v5pVEuyd4e8X2WV8e6qnhf/Jv1bQX+zCvwA540v8Vy3Ma4rcAfcQUym/5yS+Xcx4b/n//8p/71r3/rn7/8wk+E/6GPFIJcHBIb+snABnZSPWKPFt1aELRtDMG4O2LES4SFBRJxDVJWSinA5pNK4YX6gwLMV1DgTFFKofOLif/nrQOGAwWePZs+F2aeKRjsDBQQ9mDLDuj4QTZ+xGdMx5JxjO0cDB3iDCT5mOg8Rnl5YpvJxt5xDhSZXJDwN42eKTI8P+8oIDzLf6PHBZ5Hijr3FIBcCLqn4GJ4QOYCjosv/nWwYvcoF4HC7v6BAtADBSDDPfhev/obPmtwLPgHbL8YoO8f7vHDliLQPYUeF4Lu/3ev//36RfeAf23twRjbB2wfowh0H8WqPXnv/A0f1mhgTgcKP4aRtRxZLxarLDTrOwLmJ9Zgwi6KRODBQNFlpBg0ggdgdBFpxgeNoRs0hPww87YvOgoBYd9wtal/NHt0wckw+x8iluN5vMH5u3gA7DkfhpATc0AWOTpPYEdxaMecn56f9BjwIBfDHin0tILYMwWWPQWfgwH/0XlEkYErgvmLwgcLQxuVzaNTADu24MF+I2kQa8drCXNQyNCHvb+5soZiU9Z20BiFj73KHFxYgqZgFDx4N+woLu0onhmetKNAtbO8wtD04IHCycCYYwDXMkUF90yCq5x86NfNupG5GOwX4BhrYK0H1idgTZPHELAn9+cFyKvILSPnyOsYjyGz3r4FRsYIiOLQnnWpgNxjj5zXgFnvtWvATDxnz7fOB0QMy5k3bT1vPxJehFAeeShEPDbWRaFGn1heYcmF/Mq5cE9STrLKQguPNPKOIDA+N0FHhyAw/raFpVX7oNBO8IDXK65FRCTvYs/dhzt9+vhRH8CbTV8LQOKZPfG8nSAAmyMJxLO44NY3feNZlrzQa+qKGBPy5LMG4qilI+4ac24Vkuiu+TQ54zayYu7EoLz2QXxtV5elogtRSJB2QbGIWDDawr+Jei3om4K8z8iTPF/KV2Kc5Okb5xWPtbpdxnGe+Mzik4NHbEmi9FjPBPSqXRGvLCp5anjKV7M/Brqc3GXpHyPjoyxIlHYqOuIvMe+/Py5F+RaZs27gOKaNF7CkAY/dqvj9M6+J3NB3XYFbsO+1Arc75Hut5C3O33QFci36dGzsvQSNzxR7PusXCj///e//6T///a/+/e//6Keff9Z2u1VKtdjCC2z8T1FKmiwzBhypgDdxCUkBy3htUIA3hVCWJbo1wAqn0LYPxpEqzchLwIExD7zIHLypQ0lNQocp1VeiDC4wEWBsMEmYx0uO/QaYYRh5AT1oz4vrLl4YB/gB/qCBgsIBm9HAeDSJWIYpPqGzFLirOCsxf6XCT0q8HAFjYkxRA5h08K+h7UbtAw/auwj1PGj3NOgZ/EyxYgcM6He7g0wbnrHboX963uvJOOyhsbXeEMUsChjPFCZ2Ac968q8KPT8T/wkaeHyKvy30SAEqvu1D0cc4vv1D8ecLhSIXkMy7MOVfdYpfG3t8Jte9doy/p0ByIJ+Di0J1jSbOy+RCyGHSCD4Y0E0Udw68UA5RABhYg33AYBm784F1H6DjBT1o2xzCZgwemnUotHWGvRYf9LN/oa0bVrEHx6HYs2NtBtbLRYG98zGEjHjkOkBb/syaGZ5clPN6Ufx5CnjSE0WhHfPfRbECP66ZA+A5k7RGxlVcKH5FLJDjCp64RgovF3nCbuSiAKJgRKGHq1Zc0wodtmDHW2CPmvlT+JGLGR4X8HwKPLMunCNyi/wqNr3Ak3YUsAxPs35PkQjwOhlcEAGPvjegB2CsYNrrOaI3HlyQ4VobgF2Lx/rt4ptKT3qKbyc9MOZjAX+7qcLT0z36xxmKT7UL/0pXe+ufoA07fM0bnrB92jmW4UHlG1HgXYEnsMHyJ/J5CvvHGNf+kTdxA8ccnsj1iTUp2N+umoG1GwJ2oV9o88DwpDFgBzaYB7M+wyXw+gXs49wNR+dzkXm9x7DzGBXW8awzb2zgGvE5JZoonQAAEABJREFUG+I8Oc6B+Ib/n703UXDjRtJ1A0iStWqXbXnr5Z7z/k81c2a6e6a7bUu1kpn3+yOAXLgVqyS13RZp/IgVgQByqcwQq1x50SXnE9cM51zLOds6XZqOsc+HzAlq+kbTvGn8nj+fxbd/Gn0z04z7W8fZrXMb4YCWuCdm/OI9XpwEcGDT1cKEB3o/zq1kMxrks41k1rmuwrpFhfaBRqgHPKbmNBW3S3IStlu3aTfXvM3rCbrxpvR8zxDwsRvAkEc0zdTqfqoxEqBOuK3CVotYUHYBEuclKm99BJe2dh50q2VDuenKhBteX6hic3M2NqJ36ZkNl49UPOV4fLZkPnItx+HHHfgyduApV+2XsTPHVR534NE70BjP+ozK/uCvXwF7+fK1ffXVNxR/KAC9eW2Xl895GTjBJ/ECkKylIOPvCjzcW0rWATOo8YJQAJk0hjA2HgLFh+fExQhh/QenjiKDvtGjwo0KMyteWiSLYraOAV0X8+rHcoscMHIcIP8lY5e89N8LvCSpAKTigAopdxQCVuhWKl5gX7I4jdE6I342S8CLPwNNqUE9A1B4SzMzawA5KS9ALckIRyGos/v7zm4p9NxS4LjjZfsefnnX8aKGbdnZCiwL7qH3+EjnoNCiWNRZjDqBQ/IKfQuzoiiyIvdO0FoE1uMvmBQ+7lXEuL2j6HRrN9fXpm8l6VtD+pbQLz//Yo5//mI//fNn++UfIf/803v/NbKrn6/sw4cru74SbuyW4lDgjjXd2ZICldAyj+ZrKbp4Ln3BiJdG8uwcrXXSs+f35HNPgeWefO6J6ZQ5bnlpvxWlQKVvKEmWbYXvisKOsUbj3NCRMEvmn5YedBznjg1v2b8WfkkhY4n/kv25156gX7GBK3jt7x36O9kFbC1yy74PWFqLbys7c4tf8tK+UuHg/saWjmtbIrcCthbYGjRO+pZCjmytz3NP7CmsvTXZ1+Fjidkub9fGSBbubOn7fwu9paBxD72zJWPu0E+LHXeccwD90vNYUgRoOU/LWlnvkj0UWuexixJLaxci3g3FF6CCC0WgGy+qXFNouQGiQIWaUoC5gzrkV6AxAz4wDvgYaPG5g94w9kZFIMc18xZobgd53FSETWMm83kM5XTF/hRfijvy0fGLNd1iiz1cstehv3ed7EsVWyj4LB13vsd3FGLuPA4xnUevsUBFZv8mFnsnuoQq5hK/JWMq6viQ78p898S/ddyR+x3nl4P90J5U3RK94Dbnb9gfQPwbcMf1pD2WfenHcRXHmmPc+rm+MuXZci4Y1wxqSMdLM+cEd9mOS6tTB9XVJsDGlZcSNEl8AHG1qhcecC5zV68yeRWfTJVnMlImwq4sPtVcTDFq2kntq6ILxr4O5tC4nLx/uNvw27WezVCHe26OPUyj1VbP0dqqag99em7c/D2u5obXZpezSJpiMlTOqnv6XBo9CRWKbf3aJCFuHLxtI0MXA4L/5P1hx+azpuBr4ng53dbts23zH3SfJO+nTx+J+HjvkCuF3dM+Sd574h9Nxx34d96B4/Xx73z0jrn/ZnZg+NevxqIIZDafz/1bQM+fP7d3776xP/zhj/b99z/Y26+/tpevXtn5+ZnlPOMhOpul7DRBEcwsm14UvHCCJLvDkqWUjM6sPPh2OHa8xHei6PS60bnM4xp0CVY8xK1U3BAFS/glRQS9mC4ZVykq5k08241hRTaio8c/ikctL7srU/FHBYGlXsgoWIi/5wVI86lwgPsQk0KOCayv7bLHNXhTsSer4AMSkI696KSHX/k3gZJ5zrxoRcGn5eVuFWC+e4oh96Mi0D1FojsvDLW2pCAhWVSgnuO1j1ivGVtkHcKK2CsKFB3xRHss723FC9+KYsuSF847/Q2b8qJ+rYLOhw/+a2Eq/vxMEejnn3+mAPSLQ0Wg9xSEPlD8ef/LtV35H5++sdsrQIy7mzu7o4CzvL6zewpAK/ZQaFnPklycko9eKntQ+BK/pJByR0FqeXtr97y03zquPPb99ZXdX13Df7DbD++DMrd0d7f31jKPCjycSLTELhufzGbQeJ7l/ZWXVzO2hf1pbcUeLtkD5bREeUdB6I79UuFnSX5L8l1BVwxkuHVEFAxKYGTi0recfwaWHISl9pFi1D0v1tdX7+2aQtXt9Qe78b8XdMW+XHN+CbfQQEuhqGXNrfZM1OUb1rMG4ra87A/ATrGh7aEC0bVRdRugopJg95YpbmEwqkSA/eL8brG17EHrxYt7zqtbzr87cGM3FAhuKBrccUz922OVcgz87yJRbFDxQLjjON0U3OGngoIDfknOKkIsibek8OHodbc+p+uqjbyiIDK2Kbc707m6JNe298VHcYHPR9y7JfsrkPvScc16hFsoYGz4wmMf80vyvVMMgfXJFsUi+SrGDTEAx/fO57wiJwGdxjiUEznA+9qZb6l8BHQx7qYft6RItfRYxMf3TjmJFiwljxCy5gvcMPaGfBziwd0Eyl05Bb1TLK2NteqY3YlHt2TfW66BJddAy7myFDg3llwDS/Tcfa3lxkKzjguii45LAYHekll/KxdvB3w04AC3DRdNyfwiXIIb5kcryHffGM3TThzWB0ytE9eDBI3XLDgXArenaX5hcOFONwhwVa7UbOpvH/VRvk8M8BFDbcsahvXZQR+f3rvizr27cE6GZx8X1zoNFNbUY1Hmg45hDHps/jHq1+q1uDp3OZ82FrChqAMOoOVrWRPP8ZwTA8I+G+Z/ZXtMKvjS+Dm8maDuszxIbhqOmuMOHHdg7w58zJ1nb+Cj8bgDv7MdeGA540tJBQyz2WxBAejMXlHs+eabb+2Pf/yj/fDD9/b1WwpAL17Z2fmF5YYCUE6WHY2llM14Ye4s+c+0Vi/THSrklJJZARzP8R0vFi0I2nYrW1EwmIAXkhUv2iteSlZua225AjzELR1dkTte9AVzyrTMnxwdc/YgN5IwJuflBn9i3RNfL0P3d/d2T4FEWFJcWPFCxDuHJf7TGPECtQPmMMYDfqrz/kQhqbMWg+wdhSGzxgIUiZC7jlwoArEE1mi2ZNAdRZBbCia3N/d2fXVvVxRSrnhJu/5wa1eOG7v+cGMfrm7tg2To9dWdXVNouWHM7c2Sl9OV3TNvqxx1DNj/3DSWQENBKuVsAXTYU5OQQUqW8TWQUjJjfDb+kz/UABILTMY2k3NnSwok93dLCjVLijF3dkMuVxSBhBvydHp1ZfHtIApFXjiQfI3umnXcONXfObqmeCDq3x4ixg3jbvG/LfT66gNrv7Lb9+/thuKUfi3t5hfxFFmwqQikolHLcTLODU4i84+fa+KS526sw1hbUNNh9/W0ZkFZHM2WvOVKxwmDJYHGku9fY8a+Wb8vCVvH2BVY2lLFNF6mb3ip1hpubpTjB7vXN5koAq1Y53IdjGl5YW8ZN8GaXyufvjh0Z7a6MTYfUPRZCcgr6SkE6dtCFHeoIrGwe4o/9+S5hOcBG33LHrV6qaeYonN9ybknesc5f0ceN6Kceyrm+Fq0njVcSeYYye488h05S75z/przUUUKFR6CLimALFnH0ue9sym9tyW53ZH7kmLEgOoXdtfj1zrurHVfChwUwpYC+6njEPPcMIdsFcSS3cfcFxuU9S5ZtwpPWv8deTqt6xB1HUU88r8TKLrcUby5cby3O/8G0gfoLxTPRriBx3Yj3GEXOC/uNL7gxin7hc+d28UXMG/sW6xBOfo6WavyWCoXclAuwrLwA73mvCSW4hLrboQlRaYe7EGr80J7U3m/Qjh1Ws5x7o0rbPcUIm84n+/YLx2LFRdMV/ySLgfcdzW/pnYZLbsleme3dx6kv7AnPtIKVflAOtXNKZe005JG8JP+MdEmAzcEX0LRihckah9r/uKl249tOaGj7V7H/oj/CmtdL6fV46bTusrCHjxP+sh4MiGN+18oW93YOW9Fqka0PwckbIHH2KJ/iqpfCuntHj815rL23f6Ps0yjr499aLX1TI1xESt628iz6sN3f695hf1em1aNqdi0/pY0ylL5OPUuJGe9k1yRh9O0qo70uAPHHdjYgcfcZTYGf1mK42qPO7B/B/LoaaihgCBZf+/n7OzC9Ktg3377vQnfffe9vXv3relvAj179sxOT8+9WJRStpQSk6T6euA8SjNX07ndzOXyPNF1HS/TrXU8oOlfnFe8jOslY0UBZsVLSAtEpVtSQVni5zxU/H2hK54uV/C88hqsQxO1TNZpXoGXefHMZq18mWNJkemeQsK9Xnbu7+weWboV85o+rKvrWBP51rgMZTzPl+2AJYWYFX7GfIFsZjP2gh/oLSAx3reI39rdfWu3FFNuKACpmHNze2cq7Fx/uLMP17fgxj5QGInCz41dUfy5ovAj2w2Fopvbe146l3bPi/xqpcTYWx7CEsewIV8dO+dzY40jO83Oo+P4phk6qNsp5DWzuS2EueiJzeFnzZxxM9aRraOQpbnuyfuW+a/JUwWqq1+u7f0vV/7Hqd///MF++Qn8/Iu9/+kX+xn88svP8WtlP0Elg/f+fyN7z7j3FLfe25X+j2UUePSHqd///LNdUfi5Qr56/8GuiHVFjPfvfzHp3kv+8J4C1LXdUoC4J5eWjW21D2Rq1lhKWuPc5s3C5nPWsoAuTuFPbXGysMUcnJ7ZYiGc2OnJGTi1E871s7NLu7i4sPOLZ3Y5wjm6s7NzO9UfxD07tVNizBaN5WzWcR7dU+S45WX5luLBNfldfbjiuL03FcRur95TNBM+UNT6heIWFJ9bilsO1nrt/C92+6Hig93jc38NvUZ3JcAT696LYPAUFu4pItzffrDlPaDo1FI0WoKWQkHLC78KJi3FExzM2s6yP1628L5ZLhknNBpI61giO8q1sGRtS477kmtEhUvRJUWDu1pcgXcd9ko1r3jRlvl7ELMFsglj+xK/JYUq6St8HHErXVIwinXdUu8C+qYN61wKKlJ4ThR+JDtU8EFWjgV36B3s0d1WXFHYARRPbryQ8sHuRNnrWvi5Ye9v7t5zHQLx4A64vtBe1tgCFZDuStFGBbQ7LwYxl+gkl2vmvLYlOSxZ1x0Qf6cc0E3G+Vhi1LhObxhfdeKFW3T31rIP2ve6x0uOR8u+c/A5P+LUaDlXltwXb7jG9C1Bv9Y0jnO94x6dEvedZEYD8NzpbPSRZiSusRolFRePyC5wHrbEZTr17tXH7eAcqGGNLGz8cd1YUXimTonOxUpd6LtBuyu/sV5XTh061k913P7LtRZ6ttdYVAjqlZNDwib6yPLpzZFp8rXLI2GpgK1tnCI6eUKG1itwFJ8rxcVlqDf0Th/TrY9RfoeNn0zdD5G2F3YzdVrOITmFGL3khzH4Dlwdta7ZdbJV/230wHVsG/oE3TDbKPfKVrotru9fXV9xVDD94Nvm3+vk1AsjRleCMKim0qD/XFzNzKl3T5mpDqxUMca8ZFC2zOLqp29BlbBvtNbvwRvqkeLBrR/5HtnjDpj9PrTX3GwAABAASURBVPdgy9X2+1zocVXHHfi1dmA2m/kL8evXr+3dd9/5N4H+7//9P/anP/7RfvzhR9MfidYLc/KfShRK9FTbmaWUrZk1Ft80SRafoJhd7HiAD7S24kGjpcDTrpa2Akuw4qVkxQvHqlvxbtJa+HbwFeg0Dmj8ingthZsVbwwtOqGkw3zMrYdnoNwMEXeZS1xzHkdvSQ7yZV3zxdxOKBhcXFzas+fP7fnLV/b8xQt79uwFhYJLW5yeWqaIkpJerxM/4AGL1M/+jqJQB6/6BCmxTmN9rS3J8/5+Zbd6ySqFoOvbW7vRHx9WwQeoCHT14caLQfrGzA1FIBWKblQEAhqv2FHYoeAxX9js5ITCxonNF9CThXnBAzpnDTMgql/vm+MbOLFTxpypCEIx75wiiHAGPWXNJxRJTuan1jRzSxYFLQ6TLSli3Slvilc3pRj04cO1fXh/Zb9QuPmFosaHn99T/BF+tp8o/PxE8Ua/ZuagyPMBvyuKRu9FHb9E8Qe/K4pEgfd2TaxrYr1H90GFIIorXlhhr+554V+xj2y6CZljNsuNzWYLm7FGL/aQ/+Lk1BbsyUyFIP8/Gi1sflKwWHB8z+3kHLDus4vnnPPP7YzjfQGvvThTYYgC0Bl7csbxnp8ubEYBjdODeVe2onioApD+ppL+D2w3FGlu9Y0m5drjAwUewNqvwU3BNUUdfdvplj24ZX23FHtuBApAN6z5DnqH793Vz3bj+MXurn8G73uoULSiOHAPVhQE7ikGLQUVg+4plHAd6ezMJDzrwRHNM9M17jpdr0C8/ASzzPUgQHRCa5M5kf3a4ooRbaWD58L0vdA8MIzkxHebBgrEkF/ujBSG0CV8EMbAyJ55EYXFF38NdbktcTs0K+c13xiRh+wtPgJE84ooIPmHD7aeX5JyQMWQwD06CiYUptptqIUp/eFlFclAO8JyjQ+ZeBSg2oIlMXqoyFNknw++BSpuyV902cfkmBJDupaimFNk+Q2YzqVYwrJfy4ptqNB+aYNYMvfee3K5oaB5dX1t7zn/bnStaW7Oo477KzeDcH5En9w3cTzt4Y8Ojbw8rSqgkCzA+iHVDRA+YpupLuV6Gz5yFwYNHPcJTh6Y0pjC+oHZTbkG7fXF14lOJGf8DA+OXmqHuiJDrPfqrKP6041kmX0quo08NTd629jw5JrojU8i5zKn1c+6XPUjuuHiG4FDpbCPaaN4Q4RYbd3PyDntj1qd93tNrDH1MOvE6EJ4OPtgt+YrkdD82I5DKbkg13NJ8s64rJfxNjpKvXvRx1BphZDU91LPoPUx0PUm/aiiEvfmbU7runVZgdD1cxYZ1dASrBwA/8jlp/Q2N7ysWTeMkpT9EWh1TVR/pmZLq/QbpXXta1Q/e3ZmXH13OhxuOHoed+B3uAO69H+Hyzou6bgDv84OxAtfzN3wcivo5fDZswt79eqNfffunf35z3+2//N//q/96U9/tu+//9G+evvWzs8veKhvLKVkPNv6j2c9FDUZXc6u7x9s8TFL7qNnd71MtPwgbHmxWAlUF4K2XihZ8cTVEnRAyxytdQyWbsVYoYUKzjPGi0D4dJpJkzNvSslomh4kYEYgumjJ9J9ZStCcWFO2hhfik8WpXVIMeP78hb16/ca+/uorL3y9evPGXrx8aecUDeaLE2uamZmxNn52M7WHJnXz4g85tAgC6bG2zrFcruz+/t5u+dd1FXauVEwBV7xwXYne3Jq+baNfD5N8XeQbCi/6+zXG089sfmIn52cULS7Bs4JLjgu4BOeXXszQcTo9v7Az4eLCLrA9e/HcXrx4ba/evrGv3n1jX7/7zr799jv77ofv7fsff/Rj/O3336P73r4T/e4H59/h880379iLb+z126/s5avXpv1RTH2jRgUYNtC0Vv2a2p0Xuu5Ma/hAUetaxSJwxTpvKHzdCezDPfug/bjHX9/GWrE/rR9biizLJYWWe7vnxVQvpLc31/B37N8de6kHysSUjc1mJ17UOqFYc0JR64TCzQkFINEzfYPn5Jy9uXCcshfn7MX5xbkf48vnz+ySfbm8fA59bueFSue8fCkGnRPjhELQYs5xny8scZ4Yx6LlwK84h/XtiVgH+VGkWhbcQe84hne8YN+riAfukG9vbvwbTaJ38Pf6G0haH/BCEkUdpxSL9M2gWwo9d9cUgG5VDLqiEPTB7vRNoNtraOD+7sZWzLOiiGBcW8YnC1yTeZZM17aKPbPcwDfs3cxmeQZFzgmagfkne0/HuU0fjeNieur381qGMTjhZeuhIdUuvmO35CMeaAJAQ4/s46AUfejNVDRCl3U9O13hp/Gt09B3uLbIrVNuFEHxhyGGetlElXlnree+go6g/1ubwJ7pvuRAbh0UhWwEiilGodr6/6Pb1NZir7Cer3PdM6/Auctc5liSXIu++oRNMdyueXw+rWPFWrGzvlygVU3REa9CY1rLOm6wohxhYqhP+DESm4rN//znT/a///N3+8c//mE//fOfFKE/2D3XZou94xgk7nMq7qeUzCqsfjoYQfFgRy3pAI/kXSw7gImZmI/GjCTMtWVwGGjY6J/USHl9XGRr7EWxHJjnMIBxB4xhFThGa1mLywlZMDpazQXt0NCb7Lbtk4xL2uKjJCrQ+ATQ2kamquqpbL0gRoOFyosKW3RVJXOFri3OS7WqGtON6cbGMZ8O9rRdc43DmQ7aI0JOx8bR0XBdNdmPScZFgGw06dOgrfsktWt7xqWhK3pd3oMSLgLoeo/FhoxBq4JIbtmGoChMftKIlqiotQ75iCKKhUybbKDeg3vjaD3ohpjiBJR9U2BBikrFC5IBF7juKyRNioxXMclXA+9UvhVt0TAuBmAY84iPaRrqcTYHafZN7TYNnopTwHK4f7PjMPSsiR4+RuJEwyFE710BJwrZ0potuqPquANf8g5w1X3Jyz+u/bgD/5odUGFoPp97YeH167f23Xff2Y8//oFC0J9MRYFXL1+avhURBRDjB15HZ5Z4iUw8K/hzu00/qF0RNvxhOj0w8oOyc6wooLSAB330KvgYD8x4lnHoJaPQS7ceICpWvEjpm0Cux248pCWgFxYhpWyi9JZSCp4n6Ey+rs9YeCnOYD6bUzA5s2cq/rx6Y1+9+cpU+ND/He0thaDX6J49f276toy+UaNvAnWWyAyUb/8ojxVrEG1FqYpIXrLOe/09oPuV3VLQuaUYoGKPXsCuKP5cUxy5FqVAIKqix7W+BYR8g++SQoOxFh2bk5MzihWXdvmMosWzSzt3PLPzi0s7hT9T4eL83M7BGcWOc2T5PqPA8eL1K3tDEeft19/YN+++tXcUeb777kdz/DDQb7+LQtC7d99TKPqWgtF39vbrd4x964Wxy+cv7fT80hYUXhqKIpZmxnL9207LssZrihvX19f2AYhes5Y7gZdL/XrZUkWeEXQcFaQjUMdxXVEYuru9N+3FlfaHeHfaC+IbHxUwfD8ozpxS9Dmn+HOuIo/jnPzO2YML6Ck4t0v24/ySfbt8YZcc40v24xz+/PKZXVY8h5eN43zu9ks7v2TMxXO/Js4vntnF+SXnyYWpKDSnKJS5XnIz5/DMLLEP2gtLDRkCzqvsOn6EcfzMGkvoEuedgc54vO9y7BvH2Itht8sodrH2W4o6dxTBVOC5Z/33t1ecP9d2C39N4ej6+gNFQ3B1ZTf43VF0arvWZsReLOZ2SrHynGOkc/acwuGp9oBCmfgA+3R6yTl9Yeenwhm8cAI9McVYLBY2I86M6yPQkPoMiGZWkFirKPAHekRv2fuWvjX5wHgLvWV0DsaRr1nRu4+6Fk0H4JM5lUeF7hFYSmudEom8EoCjwDWbiQLm1xQbMH00dgTOPS/AcB62lacgZBtYMnhpLUWalmJNS9HHHKEz9JKlb/XNRmAdRaAOO7Aam3uDuS96pyteUyguyc6c2RH5Ba83xRX7sQ7tV0WHvSO/acvsd9YGYtX1dk2x8R//+Kf94+8qAP3Tfvr5J7viXLqjkNhqfkIkxqRk1sMkGB+M9NHECyERvjAHkrb6EYMWUse9VZBUqfgC0ijcDpLINMAS1nwSMvC9gMVTfUWfjhS9jwSwLqPq19vbWs4LwLWow8sBlVcP38teigVrToFF9xbr8yLXxHnsBw9eC5Jsk8+BgmYR5F6peGFdli7QW/o1hr7vqwM/36UjS+vTtx0fdyo2+F2hi8dB5KNijAfX9WhW6YG2X1svVRw1cSQuAnChV6u6SqUTqkel0j2M6l2plRMqUmy5Q4gTxrGQGUBDCU8f4+C5tzkfRrdEp1UF+MkUKp3cWrjoBDLXAMSU6HnBS+3FJHh06nXXchc6yYJN4vkgrKIQb4PXSCSiS76Ewm2SGBo+48mH0ZtjdmrGOY2cuLhbgeeYFiz9H7FWtoR3/WSumtCw6lEk34nG+7H2yB934LgD+bgFxx047sCn3YHsP9SHmE0jPpvUp7xUv3r1yt69e2d/+MMP9uc//3/2w48/2Js3r+z87MxfDBPuXf+0KgkFcqcHQAHRtTzt0kxAhQe97Dxn8HxM4ceABPSj5mMlw9DE4WjWMtZ/uFJc0UvMqtBODzU4ZibKTWPNbGbzecFCdB4yL7JzXtrn6GbY9ZJ7ol+N4sX41avXvuYf/vCj/fFPf7I//fnP4I/O//DHP9oPKpL8wD5QQHnx4gUFhnNiLsyYN77901lLHjwTmPLsMHTGh5ys8JLdxvMAjbVrTeaUpUGJgVNLEJqt6DoKTCmzJl7GF4tTU+HlhOOgb7qcnF1Y5c/Ozil2XNiCIsiCl/0FL/UnFADcH/mMYtAFBY4Xz1/Zy5ev7fWbN/byzVvwFXhrr7/6Gt1X4BvwNQWfr+2rt+/AV/YVa379FXp8XlEQe0WB8MXLN/bi5Ssvml1cPrczctGvYM3mC8tN5lgnW7Ex+oaPHoqWPCDpmz4O1rXi2Gl9on7eWHxa9lC6e15EVdS407eGKP7o20UdMTJu+rWs2WJumu/UixsULs5PWT97wJq98CE9x/WctZ+yJ+fnzyjoPKPg84Ii0Eu7fPHcnlFIu3j2cqAUhS4F9kk0CkHPGPfcLigAnV1css5zO6EQ11AAaij+NI0KImDWWOY4ZYoPOSEDo+jjsvSpMUvZzCqS+TXAiXC/7OyO4tatfsXMcYN858WgW4o79+zBPQWee/jbW4pAdzcUgq7t+gpQZJNuiU/LvuacbDFb2OL0hELOucVeXHC+nlnsg3TA96Tqw3aqveK8OWUPhQXFn4X2eaFC0NxmXD8z1qkCXL9W5tOaWIb5My+FIPFtm5CFPFqz+Bk7IGRogw0fE2D7Jj/pEj4CsuYR8M3AsGRT38ART3l5fie2IN+FrhXlzz64PDsh/4q6FmgWZpazQCzm0B7mnFlOZg1MogVB+sYaMfaikU8LbPJpLLsu9VTZ5pTNdF444JnHgOYz/DN6FfEE6TKjMdv+z2BtYVt10GgNERJs5pzq7PobDITYAAAQAElEQVTDlf3008/2v3/7u/3lL3+1v/7tf+wf//ynvX9/ZTdcZ7o+O+5BDCCbZCklozMzUZt+5CdMtYOUB3YXp1Qplxg3DKBgnbODf+gG+SEuKdNwSiLJOKS2/VMSxC/ymHqFVb0gj6l9U2P9aRG2uhYmUFYioqMw7qENF3q9OyJVCsu4lPxsMGUjzSbGlvHYdc/Ibsh23b4uV/+p3o9bUfUeOlxF52RfGhsOY+fxWtzxM3R91pM91brCov1OFteschPs4U+fuhjFMBPnvQL7/SM0k2BuqxoJwYcncjCcY6pqINPCQ72ECp8JpWQII+JYjw9OR06SWxwEiBduoONWTGNVjT7RldzKXXPkQgBuSHpeg6wN0d6UgWQzMbpAfhn4HaFQng9iLe7Qd637IDId/QGtzhuuTRCjolY47DRPq9DsAmbmoJFGa/qZ2/Lzu6WAr0JQS/FcwOCO/X4gKQykb+tybNqmth9wZI478IXtwPFq+MIO+HG5v8YONBYvGdlOKIg8e3ZuKgJ9/fU7/xWhdxQAXlAg0cv0nAKKMlQho+WHrv9Ypps8v8oBpJQspQRXmvw0Bme99AdMGhww0psl/8/4JDBuDLOWokItHLSrFS/R+lEcYxOLmPGy3TSNzXgxn1EIEpSzYzGz+XxmM9YwxzafL1jvqZ1dsN7Xr+3b776zH3780X6k4POnP/7Z/viHPzn+8OMf7EcKQ/o/pH1FAeT585d2xsvynDjG+vQQ3/Jg0v9KGunQSD0VQFyRWKvxOMYIZK3HKPDAWiBhw47g+ysH4ufcWMNcs5O5zU9OPeco/MBT+DlxnJkKPsrL/84Nhbw5OBG8YHRhZxSBzp+9sMuXLx3PKQY9h39OIecSXvrnktmLl4639pKiz2vW/PU3FIPefWvffPOdvfv+R/uOYti77/9g37Ff31Ec++bb7+xrfN68fUth6DWFlmd2RiFhzkt5w/HQPulImSX/L064ZBnJWKPkxPHLIKVs2pBWRSKKPkuOs6DzzSybfhVr1szLi/7cZswxmy0sc0x7ZB7XgFkyc2p8coGxz/GdCrdpXJ5Z5nzQ/s491tz0t4QWizNbqJB0+cyev3jN2lgfBbA3FM9evfnaXsC/eIXuxRt78QpUKt4xslF4e0aM5y9e2SXH4fzZMztV8Yxz6UR7VYpKiVxI1NpuxfnOvypq/RTElqulLe8FFYfuKRDdOlbo9CtpGqP1zxZzO10sKACdgFM7PVmYimVn0JNy/kjWt6dOOXdOWd8p58kpaz2lYCIsFoyDXyxObIwZ8ozYszxn6xowAwk0ZhQvTPvtyGYcKwzQBg7khJjMoJbxzxle40WTDoqZwdMHzUjI+NM7L43ODQca+WViZeXDebBg7cp3Rp6iFTNydpt8Zic2g/oa/Ng3NtMcysdmzK7ZElQp6REeqpPXIZtMhUon0SHdGDOLl8exrrGseQq0nh55Rh5Ivh75JXyBoQP2AFp/sTTT3jjP8dDIGGf+6136G11//ev/2H//5W/2X//13/ZX6E///NmurlR0vPeibafjp2uyIKVkKSUCmyX+s72fvNe61cge6tqGmG55yn+r32OUyaaZPiEte+KnK+Mq9QPiOpJyauQ2WK3/DHbDQ8345Mr0FKWfC6IVuTKfherYbAvccid1fe/QMzZJ1z7+M4pcZ/34oDVCCd6OTz5tqa5T9lrXrMTq7nR8uFxROxnkLSqdeFFhnR9kcRXy3ERJUgaqKa12gZ+RJoos9QQK5orROPk63ECn81AY+6Dum+4gClTRG4KR2uNpvCC1KBgXlBBlcVf203qI8yBujq44r6mLNkLgODY773tQvXDY09zfc9D8WxwVpkDLEOQV4+CYq3V01lL8WS45GsgIHA4GVh5XtX6cBDCVpxJmDyN6xHEHvuQd2LwyvuTdOK79uAOfaAf8gYaHG9EIGZcaKl46GpvxYnRysvBfn7l4dmHPLi/snALCghcpvQuo+LK8uzf9as9yubR4cjczjCklS6ZPF49TLngnpfuGRQ8egCbDyIPxY0lDipMcHYow6BIjcpPJu7E5L3dzCibz+cIWQPxszgu9wLr0DZKmwW8x5wX5xC7OL+z58+emoseb12/s9atX8MJre82L/ldvv7KvvvnW3n37PfjWvv7ma1Oh49mLF4w/N8VPbJxeXqgDmdAh1OyCJt+iTgUfFDQzcjb2yizDAksslIZR4z2OmSVyzc3MGtY1OzmxBswpFsx5yRUCZ6aCj4OX/PnZqc3xm4mHqmB0qr9rc/nMzsHF5Qu7eA4uX9oFePb8pT17/trxgkKFFzbYizevv2Kt39hrioFff/2dff2d9uA7+4Yi0LdeBPrRvvn2e/vm3ff21bt3pr8V9OKFYl7aKTko55QbS+wPKzHjRRvBTGsVUrKELqeEKltK2TLHkS3gZbT1/6PaiofcFYUg7UfOiWM8pyjB8VyAGVjM0AUyxzfnbCZYMtFsRYZI9pfjlQvYeeHPM8uzxYD5qfMzj31qC30r5vI558hre0lh7DWFnzdffWOOt1DwqoJi6Rv4N6Jff2vBi76zN18B9K/evrNXb7+2V6+/pmj01p69fANeeVHojHPxhOLLoplb1reGTB8eKDugDfAHy8708KmiT4tefItN65yx17PZwpS7rt+5zn/kecaaWafAHs2hjSiY4bNgzQvN6zi3UwpS+vZYFIcuXD7VPnix6My0JwuKRhozo3A0m6ETBQv42Yx981ii2BRvcW6LHuhknynXE5vNBI5BnnOIoOx9Zi0GyJxNmPHgnx0cNDPfm8bko7UuFnOLAha5s4f+a20U1s5POQ/PL+38/JmdFv7U13Bui7KeBfJCeSufxcIWixPPZwGv2JGb8hIaM3Kis4rWsvOVmuGjc8/BmBSYkXPOM1POA7D5muc2mzWWte4K9CiIHfE4A+CNPQi4QCe9TgtY4zRwu3hBOfFuYlw+pr/L9Y9//GR/UQHov/9m/++//mJ/+9v/2k8//WI3/iuaS8Z3DEuOlLJZgqfZ5LOhmFhDYGwwj+g1t9wrFT/CIdMW96nrVCouI5JN2VaMDFtZ3++tlqqUx2gNI7Z6bFJypJl5Z8OnyEquVxbdQVlPBvYRPhnDUuPcO2iR+6f9zKlunVxfptlqkHItIRfr3su+H+7ux0h+IYmzXhfSplz1I9oPZ8O5wtUPd4GQQhZfofHiKxUvDHIfNp7UZBghjfjqWenIVFmvkhB/7MLJQWmEjHFyXhT0bewspbyDDuuRHCB6MJN+0AYXfbiM+dBM+/X5bXJ0whr9dBzZEbplTUsQRSDunxSDYgX1esApVu/DFUlgdMgyO1e7DUU1HOlxB764HYhr5Ytb9nHBxx04eAc+mWMeXW1Nk/1F6OLi3C4o/FyoaACdzxfMl8rL+b3pb5WoANR2/MBLbopOLw5wNn6wwI7XoNHPOincLzpcnAmqXoWTkVOo3Mc7yTBZhYGc/SVqNp/ZfDF3zAqdU/yZ87Lb6OWqaSzhK90pL6YXzy55+X5uL54/s0vWecoLpF4Kz88v7ZzC1+XLF/b2q7f2/XffgR/shz/8wb77/nv7ipf4Fy9f2hn+M/YlWfYij/bCX8TYE2Xe8VDfWfmQb5foKsg7kUvmZSulond/rTt2r45trR6gbP4bNvi1jK+w3JiDF80Om6Atpn5igvgBxCBelSnhWeV5njG9NLbk1eYZMWfW5IVlf0E+tQXrPeWF+pIi0vPnL+3lqzf2hkLZW4oib9mTt19/bW/fvkX/mqLJc/bn3OZzxrPvluoaYj80Zwer/dJqxSN66zhTOgxRDCsWjSevzFodHNPsORJXeoM6ksdQpzm0OF8XC3NKpzVrX0z+GkucDAw0DfnOFjajMLGgIHBKseBcRSCKNS8pkL2kMPaSAlnQr+wlRZ8eFHnEv5ZOPHgtUPh5/eYdRcWv7SVFpJdvGMfevSDes+evvCB3xjV2osIZ52vOWotWoJ0Bfj6xK+xJq8KP1sKbfbvS3vgqyXdmCwoJJycLqDCzWZ6Z1jUB+zYT8sLmrHO+WJjGaO4F8wunFEZO/VfpzsypeIoqC/Yiij8XpuLPopwXsxnnBpi5fBI2ikHVvuBaW3ih5cwW7nPmPho3m51YBqIzXaN5jgw4ziZwPltBa9qXbNqfzNrkP+MYKb5yjuLPhRd9zrmezzlXx9C5e8o5rG80yv/U13NpC9a7EL84Jz9BeYqeWp+j8sozTpnGsjVmEyROM+mykTz5zc1zYz2+LtZc40hesFcL9t33gmLaqc97ytzA92JODOLlcq1y0XPaWgWHv+c5JaztEvkEOC3sjvPi6vbW/y99/6Oiz1/+Yv/5H/9t//Ef/1UKP+/t6vrWi6zGOlJiLqh465iz45xjTk41v68RfH9Lxp7IhfWL/LvhgLTjKnvMwjruYo/xH/umkTDmR2rYx+fEoL49dfR4HCdKH+9wZljRwB02+oAD9VAgpS+s+Y0jV57Lr3g9Ns8yrBLmqzFdhezUu4nFNZNu4juxPCzsHdtyzVaHzhBKvHE+8F4ogxbrXqIbFHdCc1o96xxVXqPE3+1RLIWMR0ZG0Y/1W/kyvnoPx3XNe81vzToSO5aIM+tUIQiBFrJp/Y5w5246bG2o+r7m0ysKQ9jCHclxB77MHdh1bXyZu7F11UflcQc+1Q7ocqswm80yOLHFbGHzRi8zM97fEy8D+sG3shVvIP4tBP9J1VniP+s/Xf/gm4pOVHCxs94+5txWut63yE6q0ilBUCb4TCEkN401eqnlBXgGFvMZuc9sLt1cNtBkXqqyacysmdkJL14XKnJdXtrl8xd2fqkXx3M74yX4jJfdC4pAKnK85oX/3Xff2/c/fm8//vCj6W8CqdDx4gVj8JvP5mbkYXzatuNBoGOfzGDRROtwqDAeB1Iij0rhpRPCx9ifzge2vNi1loLHn3cyHi30SCFVNstjNMjJLMkuJFOhg0PlRR3nFYMhrajDiAdawzc7BhuONjPLM2vYzzkvsYvFOQWBS/DMzlUEogj2koLPW31T6quv7WuKHfoGzKs3b+w5Nu3hYn5iDccnp8S6BIOCzkynz6rtjPdV06aRho0/klUIarUHOVkGdDTlJhif5GjpW/wUcwxfP92dY2lOb5fsSWv3rXkOLXtBUBNW8G1Zt+n8Yd0nZ+d2cnZhZ89e2AXrVtFGuHj5ykTXcUFRx3WXryjuyOcFfi/tEv/nz99C39pzLyJRLKOApkLas+evvQh5RrFFRTP/1kjKrMgKEjSRHcjGJwEaa3AR1rA6cTpoXYefU++w5WxZkG+ewc9sDp3nhamoOZtTjGDtix4UgxaAYomKp6fQxemlnVI4ERaiiwtbAC9oYJ/oVQQSiDGbnZiD4o1TlxeWK81zlgI4Dn5sWvL1vBO9+MYsN/jPbcGYhed4xrV7Di57XJzBk9cFhSDlcq7iD7J4/1aQ82d26jmzXuUnLM6txlx4vsptzk4JzE1eSWKPJAAAEABJREFU5tB1BrrZkBeFlEz+gq+NQk/Qk1gz+boMXbD+wBnzAXSyaWzW+ohlWntntuResIRyuVgL34OzIs538mhnJn5519otBZ5//vze/vo/f7f/919/s//4TwpA/6kC0N/tp59UALqzpQIyRwI5NZZS5toExKfmqEvS/MO8Zsm2fqoaqsvTsry8g6kUdldTwh5/lwP6h+y4TBvJ9IoDcnDfQ/3ceXvXX2PrCa/L24dv0/ZZjZe0zfHfSseqaI9OmTG0Rw+rA3Sq9YeoKtdojV9pnM9mfm6v+Q5iGtjKaSL9wEbO1kdzySYyqp1NQcLoXO2chn5rv9Nez8NKx6PXB41zrn7bdNW2TolHcWddu0vGe4dpt2XHgN3qA9OfzJg5emVcIRy9ZBk9jJofTokh2JbPJOLErpjCRHkUjjvw4A78vh2O18Tv+/geV/cb3AH9EMu8eDSNfuhVmKWUTJ+WJyh9K6Pjn4YF6ZIls2I3Xh/04qA3B6dmlvjPyieJeodneQapfjLtgoYk4qTi4NNJAOKVd8MTWpOz6VdhMrQipWwpyZE5ya9tNXHnupwbS4yz8tGP6XbV8hLV2oq1SvYf6sTTi+BzCkWv37w2/SrYt99/Z199/c5e8FJ/cfnM9LdVFM8ULyWPT2eWMkhmJph/mN0sSQaFdlY/6KxABHWHrFw657UO879ZKF0AR+btyLPF14gpX5YSBR7GsRzWxbg2D7qG3AyZcQZdFYgXWtkpluW8MJsvrDlZ2JzCwAkFkcXFpZ2eP7dz1v785Qt76b8i9dbevH5rr1XcYF8un7EvFNqaPLPEXpOG+eQwLeg4+B3HJIo8KGjS94ChoVXLZmlGWtky+QowNnxSz2pMrLc1fU3biz7LJcUfcAdUDKL64z4W62+hJhDbGuYi58y6td6ZihkUBC9Yr/54dMWzZ69Nf9un4gJZePbipblPoacvXts5uHjxxp69emX+N4NefuV/R+jl66/Zu69Mfx/o4uK5nZ6c25x9bijCZktlTYVmKM3QZzNlS7/eZIlt1j7IKuqgazn+9RjIZqw3C4qWZ5YpenkhSJRjrkKQoPN7wbGM4smFnZ8+c8S3auDPn3E+DNT1XmB5ZgunF7agmLJYnFvQE1Oxw7GABwugb87kPCetGeklwPGhb/XNFNPaEumLch4g5zzDtzEVzXJeeP55trCZ89D5qamg5X/jCX7O/s5qDhR7fD0UhpSvr4l1nAsU+s453hNwruucP3X/cztVnBnxm7nlPDcD2YKPdZ3GWrV++XIeLShWzVjngr1wHy/6zM3XTd6ZgnIWJZbH03WTZpZNmJsl4kuGzkAWmhPLygHomr++vbWff/lg/+PFn7/aX/7yN/vr3/7X/v6/P9lPP+uPPt/bkvN/pRe0xF6mhtxnlogLw+07cVUmMwpBDoO3+hnz0k1lokkZmAihGvetdfzHNN6PLeKncaU5DIxTA3v9c3WodOz9QOJj18pzbYntKpWwdV1uGHZ0bfoyPJyekEYMrP1HB6iBfke07nDQ6Lctr+xdcfDHhm1uI13mKu0PbBnOzWrk8RSWBGibI9eVdcJNz8donh6lZanKKahuLVvnlUsx6OevsyOdyxvdgw4bI6Ro1BU8dV2TcQhZx9ipwQVDX2bZR4Y1NNXNf3VOwmCTdBCOTscd+B3vwGHX1O94A45LO+7Ar7cD2ebzbHoxtJRMH39J5+m25ae2fg1FL+/Sy+4eHQ/yXXmgh/dnX2gMT6b/LAQfNu5wG4tbeT2vp5R6mzgHXUbf5MhXOWdemoQmZ2tysozdbyhM1GkNxicnS01jLNKhH8Esze4x6eFFMiwt45LtlJffSy8AvbWv331j33//o33zzTcUO17b5eVzO8He8NKcUrYELCXGCpDSOtOLVRHgxVVdhyBAzDS2j5HNaNK1lnjIsoLWi1QaI7SmTzJjzeK1FqccE+odtsQsuA4+qF6uFXzm45qc2S94ij4maGJ0rShYOcyLTwwgSma6mWVeWBe8TEcx6KW9ovjz9s1be/HiBXtzYfE3gYir/Nl3zW3wpk+nzvx0CU59MsPPlFoRmUgcSKxfeZsXtFp3wjGDyjvF1Sl6miTNG9BDKuOJpGMNwayYAeNl29evPcisD1izMOnyfGEZPlNMcF5yxQm2k1MLmygyezMXePGfO845V85tcXFppxfP7Ywi2SmFhfNL5LMLOzk7s8WcccydM/vrazBzPkPZt+R7g5BI29vg5+Koa9cLPth8D9R5bOKIssaYg1icxzmTA9RzV/7ghOKJcKZv1pD/mYpiFIIuvCBy4b96dUrx5PT0OcWhS1+f/v6UsFhc2oIiyGxxZjMKILPZqc2IGfwJvIBtdmJ5NiejxmDIth5vjg05Dy9iyWTPeWYzIJoVj7xV/PHYdQ6nmu/UFvBaQ+DSTrQWx3M7u3hmF76eF/aMdTw7f+Fr8oIQ8im2c9YseqpiDvD1MG/O5OxoLGft3YnFt5Mu7FQFoNNLW/geiJ7bbHbKPgBonzfrns00fs7SFKPwiktxJ4MZvK9Ne8heLhwRR3rqnP43f/737z/ZX//6d/vP//xv+8t//4/94x+/2PsPt3ZHAVRFoo7ziA00o7CWEvNYYyllS/Cut+x7H36wa62T7J0YIal7BDiYE+9u7R4wMR4ubEtDS3koQvWp9CH/rXZtyPq6tjoeqNy2mAOHftQ6Dpljus6p9MD4ybJC+JzpKjehZlX5SqVvLfIQ79iXkA6zO2122a+b6J3ddHmCpmVMgYiZodjShqR7NxjayHcqDQaNFQbNk7hJ+IkwCTe1TKWJowsfmdehw91vVy4yAm/q4hhH70k+7nATIkZFvyaG8tgfd+AL3YHj9fCFHvjjsv/1O5C52gTjR1i8BDYWNFuTQdPYrMnoij5lSyl5ol5Q6fihSaGhA/zzscmid9SUkqWULIOkMQZvjM3ogYmXzconFVoIJqsIlZ68WqbQy0JQ6atPhkkpWUKZ1TmHIB5olHLMqHJqLJNTZn1mWRpgFBVaAHVJXdhmvAwvKPLoBfD1qzf29quv7e3bt+a/vvPsuZ3y4t7gk3NjKSUGFjCHgc6QO9Q0Ed+qkU5vP67HbtIX6B/hW3jZWlNeLcWcjhwBsr7hIn3HGlpkwSrP27IKHKwI/zq29QKOijm4mzWszzGDF5AZb9qXjAwvX6GFH0A8xjXNzObNws7Ozu0ZRQx9S+rl61emvw304sUrO7/ghZeiyJyXW0vJpzSD0lpoa8On35NBBYcjftbD4uMDZSMP12SLnAfa+hpkLDrPH3/GqkCmwphoXRMBcGbNjJPOrPJQxkqWfgMrihM9zPR3WALZ7inAVGgPjT1dAcsLwuklf2HaGxVCFqcUQfRi73vKecR1R0I+s6iQkDJoOMEzL+05Z1+2TT4ZqUKseCjj1AfIWfuAAPEaWNDQo6aVcZpDe8H4TO4Bcue4ZxWrWEtTMIfO0TUCfNVn1pSRM+PNYyUTn+GdyubFj5nr6cw45tprUfNPpheSVTsMTTrBWIcoa7CgVuZjlxgyw5e80WWKNrOCnE8teCjn6kyYn5uoF4oo3kQR58Ki+PPMFhSDpFtQgNGxm81OPEbEndtCMgWvBfZTsKBAegoWOr4C18Msz23G/SJD82xBfoGqUyEry6/HwueIuc5M8y4oKgbV/Cece629v7q1v1Pw+etf/scLQP/9VwpA//yZwtC13VIA0jnfddqfxH427HK2lGeWU4MMbw062TKyqAC7pe22bHHuVZxpNA5WaMSL69Q9jH1zKmPhoShTn6n00Nhd9roM3cvdZ+96tArBPfd2OW/kt9f/38GYbVjTwA2Z93s5qD4pp5+L2wOSDa23FV5k79GSQz/oMzBsyJAzwt4pqr3QQvYOkbFfQ89IexAOnULBdP/pr30pRjg8jnIUdFREFaRS8Y9Es+4/ziRzbx7ZuR4zP3+nypH9yB534LgDH7UDH3Elf9S8x8HHHfiidiDeMXW51R9yokLDzzcoDrkRzdbk7LoETbwiaKNUULG2o7U898YTb0pmKSXLjhx8Rta4RAxDB1AZruafnnGpdGtKrxAwhyhzUgmiIRdvS/AakqWAJyNxU6Anr5SSZb1wpsYyL2F0/TNJ/dHfkqPxkSzIIfOipBe5l69f2nP9YeBXr+z5ixd2fnZhM17UctNYSplRJMIcZokc4c2gxj4ZWXUB1tEKSKKw7tMxxjQ2Z0tsUnaaDWLRJf/TINpxwtI6QMtCMmOM+4laIroM2ExUL8fwDXDZSkFojbJgfVNAgNXSNQBEDCZxXkUN2SXnZmYnvJDqV2Qunz+3i2fP7Pz83E548W3YG8+JfBg4ain4CGIxkXQVYV7vW3LXEMHg9yI2bj2ET6Xx9cFaa4kcWWOeEVJ7BS3xV8SRzwQUfiYyvpJr0SfyVBxi2oy9Jl6zsGbOC3deWNaLvwoOKgqwd/r2z3yxsBnFxBnHL6dkBjQ6E9uby42lnCxZY0YfCC8bfXTuhChbcKYgldUGrMPt1V8UZGHG0AFZ+QusJ1fMWZN0E8ysQTbOD2MPBjSWszCDBozzJPuaGjJkLstQIUFBEp/RBjXW3lJk8yXQ6eViAPvuNigjdCwMWiG5VT5am6jbNCeQLpMTx6f+Cpl/W4hi0Pn5hZ37t3pUELqwxQJQHF7o+IEZBZ+Zy2e2gJ6ccg2gn89ObSbkBSnEHMoBwYx1BC1zsg9R2DkjxrmdEkP3HV1bp+eXdsp1dU4u8Y2rZ/hcgDPTXlxd3dhPv7y3n99f2fv313Zze28r/aGt1DBLtgTVXC1FoJb7aN2vDll5JPY4aS9SsmT6RG9FsrWPrIK5PduDH45T79N13J+6Xvz1mYfz7z16ZkvWrGuLdkM1hNjcg9jTjSEHKJ4+8oDgExfPulUvTEwPCsPaH3SdOOjS1Ok5UY4Fzi+aa4LS08oPF9d75zrnhnAkRQsl53N2IE62tK51FACXIYiET4fxLC0/tcbyp5vlIyKNEhqxBMxg2gZ75SoNv80Rod/WP8Z32/ixbnustdxwypx8NA41ggKICGgkHnHcgeMOfPwO+CX18WGOEY47cNyB/TvQuFk/1MQ4VQf0w67J2RqKGjk3lvRiIOCoRyAVf4S2a3mIl1Jas6T/ElQvENAsig6NpZwspYBkS/TA6qfwuFggWXKbYvOywIN1p/lEY1a3Fif48IuMgjf8BhkXcshNspQay6xPMH6A68e9XobwoGVgPG45cSp7nmV/+Xr58rW90t++efHK9K2XM17IZvO55YZ9IqZZMuthFHaS6TmZtOGRPSdlpTUZNlGgMT40WY4NMKlM6XhcM+ddyTiPI6rssKm5r3QwSQrxQaNHD6PCx8qDhYzKmyKNEYsvL9FyVR55ZgaVn/6WiCgKVNmLQOf6taazczu70Evyqc3Zm5QYrDXlxDxAPFxr7I1TuknDR77MY2N4zsWxLXSNtL0Pc8L7MSaGU2Qd55YNaGECo3gaSd8AABAASURBVADVjzW6fxNr96obY83Bnmo8vOYSQs++GC/xjI2cQzbJ+Bqx5LfywgQxyD/mh/EUsmX2JaeG4RlNMg6x6RjIT9TQ9g0XRrgI69SscutUYbQW0W2Y2iKOYoS+l30trCuHzZBzRVl7pshRdQZffSyTLRDt43H8Mzr3N2LChz2xHgFdAtLja/IBLnqHW92+KYvEOPo6JuiMbZS+oqyFNdgIGd4xO7XZ7NwW+kaPzmn/lbFLO1UBphSC3IZ9RqFnQTFvQRFooeLPybnpm0SBhc1PKJBR3FNczyUrBx0LaE4W+7BgPs155kWd+AaRrqOKS+aGP39GgVWAp8i6YG4VbD98uLVffr6yX1QA+nBttyoAcfNJKZlxXiVHNm6jxunvcL4zPuSRAinJX7wopp0NH5oJ1WfMV90GbTkORelzF/6xhPQ2hyTTMjb1n1HDOej7Wab4mCWVECOSRvzh7EGHYSMcCym6veN10hS/4UBWxYHUJ/DuwQHu5d2Drrqg/Lz2vHw53g0D10Q39LFjr3txcmK7Z3R9jOmRjnHRh+MD/QGuLf90YLq4S6h+asbSbGuKOLX1h0cZ9yDxYA96bXdgvomhkXRYwMO8FE/Y773fqvEfC2ZQ494NIVj0MA+2qecgrW/dg4GODscd+B3vwHBl/I4XeVzacQd+CztAzYI0dMkJo2cJRL2QNE3iYTqZ0YwHio4qRseTrl5IHZIBJhs+7swQaEpOUxKVR1IX0LOTg44YHptAopDwwT0l7yylZP7fmMKba80/HS87RiwVpkwPqfCZ8AlrSslSSmb64c0Ll4Hhh2/250XcaL543KBWgRo+Z17weYmb6ZsaJyemF76Gf7E3XqwIbEznqQdNDEouW7AuWxE6qPzk4NT0wZG8MEmwBE9zPudkysaFnZ3WoRg2Wk/lY3RrQWsI7YGDooaeNYWW0a7DSRRC0ziQQYlRbU6bmS1OTu1M31g4jxfTE16EY3/qGHLzxUETIKpJ9gDGRzpAQ6ClMpOtfWq8Ka1rUzjByFXnsWCKhOyB/ByGg+qPfsPRFGvmtPcvYzyWF27Y35X8BFxlB63NEXjqbQK5kYwP54s1UPZG8ys/BwH1K3z3PNiTAmOjZWJlDnhiTxiFxLHTeeznNUeFE4WhOMszGW74yNP4TKn7qSNvL2A5j1tp9XAXEaLxAnMiyR1CQ4egPAUUOLAPzGxjZPyqLB5kUH2UsbEf2QtFg2/LIlrl6GMtPm5WJ5GRCWQhmbE/5rxkfOBRcsaSFu6KpTwD5Ens4LG3cmAMumFPkG0KP0auw98pc5G3Kf/ZgqLmqUXB59QWXvA5C6pC0OwU+4IUZz00zsp4lATNDs2j3B25wdTYbAYWc+Kf2MKLO4WKd1CQ4ho7Ya4FmDFfznNeerP/nZ/r61u7ub2z27t7u19yzmjNls2SkMzYb6Hrkum0WnWdaX90HzI+KYWPiDhzf9vzSYpuw4d5BmHCeSpoKtUNs0P+JE0Jf5JATw0yXsmY3xIvNnaLYaTS8RqJT2Wbpw7cMy6OH+fWHp/tprLw3afI9mEb2kMCRJaToX6iSzO1Zc7gGrFSeaF2MunqUK6biV7CZLAUT4dP4535ve3gSKyxDDtgSDkexVPpC0X8eJJ3R9PPnzrBbq/q8fmpcuCnxd6Jwqe66KyxradI9XiYKuLDXkeP4w58KTtwvCK+lCN9XOdjd+Az+Demd9bxz2n9WHPwotWkxjIPoqnMrOKMCj8qtAimN4jyIJT0BqGH8DH08oCcRIVk6q1+9JgsVFkhxEuHK2yylIAleFolUJphcmAxvUwIXddCWlJTFAErziklfIVs5gsOOjwshWwQRriPXmAF10kPYm9m1vCiluczYqIkdmfJH9R8SzwAHXqrUJCEryhIlsywaZwogpmhc1j5dE41Khhmd6FmDdUQGXt9Zx0PgVKxC+SED4J4CDPT+/qha02ewpq6F93mnVSaMFv9FpDiu6lRjpn9mYOFzZqZZebLrDWP1xZLUyCgRQiwarycWmRqpnGMd1k0J5t8ckg+N2ylsN4msu8LmUqp4ot7qMuRI/FznlljM0OBQcEDGoJyojM8A3p0DJjGWkbdOLLNzWMR1/gozhJ6D6MikK4nARV+CVfGseY0WmfLNdbpxGKM8SG6WVIPaAy0+LgQrHIoXBlGbY/jRfFj5Tb5IsPrYbwiYoWtxSZZVHCe8cGbaTvFVxj75yjj5K9j7zqdB9LLp6clQYhyVByNQYzGHmRHQ4iMKTvtY2Z04UkPTxAa5zy5oREPoWHTnD1QeSt61kRw1wQNvfKpMcTLljmOmSLwfL6wxYICEMWYBdCvaunXv/ybPnlBnpxDJkQsE/EOxvOGVrlQrSvPFjYDCwo7UWSi4KN5gPRz9Jp7drLw6yuTC5P5mvXrXkvOa1GdLrqfdqyqs2TOc12JT8yfmwYt5yyOOv9Wft/k3tGZpYS/CfBmhbO9n6Tl7PUIo+8ncyghJ6F+Uh8ZxlDnPe+QD0q6uH488VUR5mNXRIjfeNM1//EpJjvwdLHHf3QshOlIneOb2qlPLz2QnOII8k/1RNsypvrI72kgAs3HauMFv9JdQ7dlUrRPa4+Ite7ay5mfiJljC4oO7mnp/EtH1U0eTyqdMNJpTWOMTEf2uAPHHfj4HdDl9fFRfpcRjos67sCn2QGe/zcC+cuHrr4Kf6KXwKM6z7WdXkL1FsFIRPr1lkYK8clSGlCN/diewQJP+GDomdH75L2ZaKIX8iRmCqPpQxDy8zwjWAnTMVJ2wFh6GuPoJy2WOlENgowF2jzghbEGXaNYAtN1Zv6yzkBYsoHxhp256c1EgSiCmaXwk1F6ZOMRSs34MEOIMEyLprTcmuTso7uirKTzPKrU06bnPOZImjxWjvXrPOWTQaX1k6gXgVRBcEu2THFsNpvbTL/+xQtqopCYMguwhAeo6fJCimLSsvuEikgwGSTWKiqYf/Ro1qOoJbuxdv7AzDGRofC+0MKzhXhma/IUGTnbKCgyCeDbmPHi3MN9il/hfarCm6ibGcfoiKF82EVyaJetRRFIG6KRjMjJ4o8BN5YTsKyRG5A2+15lBoU5IsCLEQoLoeFHv73JNsbgVcIUBT7aC89pxnJm6Mc6eLfl2GasPt47BDWNF8TvhOKsG9NIkX0WV4xch2kGpXSbUH4DrI+mcWugONSu2XOemRdjTk7tpIICzQlFIelVlJEPG0SK03g6t8xG+5blQqc94VrROMWYLRZeYDoh7pw55vOYa1bmcB94+RvxqONQjO0cnFoUgTnPOD+6Au1Bx1SWsiWdV7nxO0fLQH0LThTW6q0zpWQm2PjjEcaK7bwm224ZtIf4DN6P5JJl2/1JlkbGfZ4jt3WWTY4ltH6uT8wHbtNkDMKQVZpkiOnx7YnL2jtRLDhcnrjGGFz6VGgh4/BF9cnJlqM1zKE9E6RZy02qAdPF5/5o5cHlk3KjrD/hJm1ku6F4YBEjf92+XFQncAUWYrAm+wPRJuZPtUyP410NPxGqcoOue/lailfPixGK/kiOO/D5duDLiHy8nL6M43xc5a+6A7xAja60pskm6Cd15qe1kJQfPipomP51WLLAS4HbxBegCk7PRUJI/liU6FPy3vyNA5teMvQDVrTqUEer46vRqRHF4pPMEi/JOSWjWTJ9YpCKP1KkFNqYEJvHgPpkHQ/sglnLQ7xGG08nWrNyEqSTSbwguwODZI0TVVi2xjSvoptPnpmlzi9NtpSAoasUPgnkSbOUkpkFnCVD09sY1B/9/I/WMIOSIno24yjRwZsSEOv+1UfZMbJbWdsuHXKxvkiDJBfiw9EkgAZWKNGRdjftGeCf/DyKQivNGECGeWZewGBBOlam9cGbPtCMnJML6oAEQMtI3mBoJkgOGr3kMcjeRdGWEUFRac8EWDaCXlZIaVquImbly3oyMMFcy9pE5YynWNkEXrqtQSG4r3wEdCLSuR+yaG6IxTknG8m1q7Yv/vj5hA5PSykxfbIZhaakDUK28uGIFg4imwYImguVohOmzDPxHh16DdgNHUfzeCMf8s/ABNlEC1wvHag7qxwUQ9vOMks+ym4UE3/5OHwt2TW+jLVOK2l1ro/1CtVotJgwRC7BRy/bHrAGHyMXn13MOojEgrS2Cs2qvdDYXM4bayjqEE9r1vGMwl7L2hlMCPk2TWYY18VMVPNgsErFV0hXIV0mjiBe+yiETA3RlsulrWD0K4Ur7gM0/PHtzPweBTVLCOaflJKlBMg3s/ewZsn4yBH0g+DRbm8+oGSvXFPh7YBPG0dT8+DdhQT3CZpSGYdZl0e2PaaR14GstkrYt5bYsv0B5SOMvQ5NdOI3EcbRnsDHOfyEgZMhnpF3E/UThU8WqJ8/IkbfK/2sXj8gg7VyOS6gKu6lea91amx1Je/ZfsUSNGpw8xNRKjDmET9nK4k0zJG9C0X0KA9owxoOcH6si27OG2MemrHYyyIK2Yjy2RXHCY478AXswPH6+gIO8nGJv6Ud0E/qyKfhBYX3zhDKg0/mwWZ4hCgPQiICnkESXgnJoIABCS6AbHwSUOOh3x/4oRL3gjhje+ZNxaHY8CnVoLzblHgjDV6Mdr0CAXh663gQ0EuafrQLeJkvNzo9cgEevfBzW9/lnusovHiMGhNLx4wd1KA9kplyTim5Vl1KCTNwgZjIKSWj2eSj5IhvZGP+Cq9f3kGZO2NUqH1AS19BBv4GyKs8+bfOY4OPAfAeLyT/A5O4EoDWRlw4E6dJBJenXc6Z+oeMAjaFHQhcbcXui0soM5GhRXZrRsYSDT5JCzVBvJBK1vKSLLqJdYsv291KgoWXH0uwgHIy8hIVxLtjdBpaIY140QKJDvZRhZ1Qo2FyejZa55KMWCA0alHSdUHLyrSnOTeWm8YSe5IFhpjvQzIjQzpzfS08FJ30U+SRWHkobTBIqKjazJm2qatza7qcsQsSBPECIeoZxNKRHmiEqR7Osl4TqhLq+wdlE9kl9qz0rqqdDy6CeAcdzRx0tODxK7wIEk3cNmhWFVrAkAgZMETByjHIhdY90tpbuoB8hcxxy9ZQKKr+vo8yeezR/JXFtmokwNAIWeZGoEX8lgIQwOjFH6731mHTUkRXZChDvaVknlPm2CXXyKfzcd6PfIvZias1wKHO1d4N2bq4t/Nly8MDivkIlDQenn/kwbpjxpEuFI/rWYjOTA1i6yGPX9BHZsCcQ/uUsYaolXv82upI88TKgQqhN31ehgPkE0Bpzqob85KVk+syXPa7rqu9i58/bnZ5d5d3m55s0UD93BDtUSeqtDdU5iOOVQ1xMFUSsW/G7gU0OPTitkH7KWzaNG5T+xSNx+f+6NQDiBNc6Dtp4joOzkZ3W4a7nyzOHNx9unUcPOXR8bgD/6Y7cLxa/k0P3DHtf+cdaDaS17Oxv4sl40EoWeZtIaVkKQFL1n8kg14WgyyPJD94A0l6f7UwC94mn0HXWerC5MQLIOL0SiIS/TkUAAAQAElEQVRqRjgzjyU5kJBDb25Xvu7TB8bPeajx2XanWdPph72A96RJJ1RliVhFp1WXEpMKBpWlU6ZiJAeS25KUjuAUQagziUruLNIUbfFHx1tHZv0GNR5aEhA1fSXHvwEkPx5t9BRTv5IhH/FEUFNMoecRcplJukAbGmwhw+hECa0imgpKms3tmZXgYnV97EN2XUKTzApv+vR+EsLknOudm3ZZBoGVtqIDxLmzJ6IOsPZMhrJVNKYVZnfNDbyDuaH6ZpMbGMNo2PL47UKMQbnWZGSf2VdtPZnRkEdeMTL8jJxwoHW8iDMvxZ/ZrIEH2quUUSZGCxBaZucsNZZ970SzIbgFBqrGWkRY31jn4obeFXTEGRyQ1QZdK9GhXXSG0NgzKKJIy5posC2FJMioaSemwMhwDwFFitbzHXLHNglk4Oe3dETRJNpnjg9O5MI2OrOrU1BhsBPRR4/pYN2MJ7+x3XlCVj1ZkWtr9+SmfVguly5XPx0nrZXDTL4MLPut8fJ34MxwxsX8Oo/0K5Yr1qozcGyTvGTwEqcVTi37o29sCoQx3ToF8WNoBztusiklSylZBikl6z8aJKdesZ9JWsp+l4k1QpP4RPuxQrI0CTGVJqYHhMdkFr7R17CxviqN6SNzyr3/OMhvgK8r1Lor/5nS6s+tnhlNtE03MldWaVZe1GXvJE1xYMjpoKdKB0xGmrTHT+A3iscP+5gR/WoKo59ChX0wrO6dg9OOUTvUw7jd3LCHcLR1z+n8WCc+EiqwqT16fz8iec13xHEHvoAdOF4lX8BBPi7xt7AD65daU5JC728p2RI0JR5CCxKP2Cklg5hFR5+AWXTGJ+SUkknnhA7J4qMHRiEkTOZ+Fp/w63h5kQ8UdccLSUuBQxqDojKNq75Bpe3QJ8syGh83dNZXlCw+wwtLDsWoX/sx7xb9rBcjm9l0DNFlAqmHdD3EYFFjGbEu6SRIOQZ6RZEqW/KZshkcBibX36yRHCieJBev5G3vz2Fz3vTROKdhF9v4a68VHxyk3ID0wxgrY9xNpsowv7M1GrYWnUMvpby4+gup1tuFp/c5ORl3yjsl6QOZmJnVQ8ZuU575poqxJCMgn0GLnJEaUDZUL+Sa24F6vcl9qiOGK0YWzSG14LbW629UxNg6XtVlr3uIj+8Puko1JLMn/mtzop6U9iGX5Ze52J+c0XkRSDqB0YXAlTZWZGtcVCcUFyfb5OzFG7J2D9KdUBdKVmNb5VmwjxdlF3zV1Ch8WF1v+EZfQpkoS3M/49jIKv+I0xGHaHXPQsLXvYIyRjEQntxG0SKGtqciNKNe+UiEks+K3O5XS1veL+224B5a1+DXKbF0LLROYZyvRykFW40JEK8VWo+r+MqR6fz8ks+SKpAKREvNreuNQpBfasksJTrjU0jH/bPrVqZvQXYdkaQHcqvw+yU6Exg6tFDIj2WQumRxBj946XiNpfBAw3RR2eqs5X7QOdDT0mSyhGaz+ZpQM4yeVhWwPqKfCMWB7QlDRpG1oLJa3/NRQr3Xpm7bnBFJg1K/l9v87LfwGZJ9ZDZ+lB455tO7709fVuER837SA1Xm5l5SOE9E17kzj+jG4x8x7FGudelO1XFTy5zBTZbwcCh5BdTv8t9n2zVmrK87ETR62QdO0jr8fsyNdt1L+t533dgbjsxxB4478Ngd+Ngr/bHzHf2PO3DcgfUd2PJDbePRTQq9CfhYF+BEIaOWeLBPI3mTHawDN/bSA7SArn/yh/eGnma81AgarxuI0hLcZWeHJ41nFX7Em2Ps2m9BYZzIf+TkuiprcqHIerkprFkXBk8VpWzBR48KH9pI9BHMRzMll0zGlt20AAb5CMZH775yzO6Hom8tnABRIBGHdIKEoIRkO1qHu0rNg6g55CdICZ3okNUw0cz/uPFyZUugl+KOQlA3yqvm7NQHmK/JykfPjoksqIPYYR8Fecgz1hVrNKJXSB98jbDuo311myoivGA7Tyc/yNCkEHzzxjGVX8wTsZC1f/LjxbEPwFhf+9rJ2/reaUz1TGZyrKJob1YQKXDxVcKjol9rUgpSVyo+0DC2CbZPOUQmCmZr71u0zUKw6cipxHTDkuJkJop8eNxWoUL7JWjPhJ6P9HAeWobtY8DLv0f4R+QdvBvVaewU0gbIq5iUik6Llk7FmOVyyblfoIKOLcPT8xIrRrRCsQCBluS5ZIz+hpBTYt0Bjym7ij1Q5aDRejF0X11roKXSpvuLbKleVeV8SlJyLnXsZ0sRyOCTvglEOnLR9eayO3Y+GpOPchWc/EyWYCy5A1ZRwdY+vS4Y5U36FKCYnTxM9/QuxiTFdYS8rZc7I71t2pOrYiYbIoXajL0VynTIO5qS3GLiCG3REo1rmJ7bZMty4DxJ0bF7n0SvdI13VZV0GZgpcx0MG39IiuZLGKtHfF33SPXZWVa5fY6dhu3un067uQvaNo+vm5MzRTN2HfP4tGz0p15Cf8vmXsgUB7SacMmXnA4Y5C6PH6Fha5sg1QHwUb64XM7fMsgNhZ+Qmt1E+YmEXZOO5yz82HXMeybFx/lxh57WazbG9ZYjc9yB4w48cgeOl9MjN+zoftyBT78D/ITTU3ofeHgU0vNqoqP11s/HaF5BM0DLpFEMQZaalxgnfSf9GDJIFt0Gbjnl4WWbdfpEg0cDNhrxaRtqV5SknR91W/yrJxnh2MXUySyXBz+3c1xkz7x0mK+943WhG/zh3A61Mk5EOqkaCTB1GYotm4C6byG3Llc+M7crSrcqsYro3/pY4dOS24qXVv+1FF6K9a/94ao8q/c61eqSZV58EisSNafGPkQGHiNSsvqZiHJzZMZUD40PSONmGK0bMmotYybRBpuewwVfIWrnoTtancPcfxxTPGCPeFvk8Og1A0gmVs6MFODxosfFFy1qfrRdKTeyHVbl2lEnBwFViTf1xYZp2vbryNKUSs1LwsCPI61rORYldCF9Kq2vW/4d4QrN8B6uUgSKFNPldqRS7Ron4Ne3Ik+KQL1xL6McfcvEbPVUbAGjE3UCsjfx2i1AIUdrjGtCMjYai8UTxvMTRWRF6sMmTv4TiVMGX0zek59TyezjiqLDioKKrrWunikJo27WELWoQ8ta0eJJFMYZnL75I/eABjOqELjNxrVqukZNHxIS2Ypqi2PWaq3k23GfUCZbh4yVMcxT9K7KY59xnvA0t9aZXWCpTrXWYJ7YD1HZeq3GvKDGmpTfJL2JULMq066Jfo6zn8a+xgxcO8U1Uo++qNZIjFhTfjKxn7lnCK21CbCHtvUl26PSHpydUydsTD4odf25WQfKmbWud+2ZNYe64M5TDS9WoYtEx2rN+2ExIuz2G9sb/wky+I5tg3Ynhzttp3mbod2mXNe5Ex17Sh/nv3hh3ddvplI+NhONMfY8BXNI71Moo7HzVCbFsXGND1+/P61ZQtxtCfuxP+7AcQc+Zgf8Ev6YAMexxx34ne3Ar7ec+tOyPOQNP4qDSzwApadkV+LtHyonQV4dMxkIav2nK9yYVr6Y+of9qlfG3GZoxuNF9dLffIkf/71mYNw3xBFr/uSD2p/7RUFtqTJOp5Kr1rviUkhvrbLm1fuiaDWKF5TH2G9q17q1sgpj1QNfffvFDAr8JMhXY8RXhK5KngOCHrb1TYW75Z3d3d+bfv1lRQGoY4P0YhqHQvngPGp1vJ6pE/oMI11SV7JAbWPW5b5zR/PTVX8PyNOLl6ewxNAxr6GSKyQLkkWFnm8kbYNPFGnhTAt+7OrFIvzYB/19pJIkZOmgw3vYk8xZHtmiLm2wFoVIVjeAGQZhL7c2cK/v1OiPv0wkCumNwbe8rATXG5iqPv87RY4Nkp+gs47VBTseVngZsLtUeWYXy0mv8w3JrYo0YOBaLhq5j1EGPIJsGS2VcuijKJMCnYgq/rgdHce+5ork++TDsWu4dKKRtThp5BE0xkovD+mDVy8p7Pgyb0cxp9OFpqKZHJKZvtWj4o5GyyY5yYf5O//GUIukSLHXKSXGaBywpA679TA+SXpoTnQCZGfjuNOYDQ9y1DnfInXcFzwoXQ1RKZ5o1e+D8gXjQSWvOM/2jd1jU7J+wu7xGZvYcy1L6xHCRF7OVGqRmWKbPko6hc5XWvySoVOXzPe2+uvwmLFrdHuau3u3x+kjTEpDMM/5qYFIkGbm3QNBwif6B1wn5mGEzjXlvP4PFr374IpqIiCrlWMjdhsUvNePhTHfOxzAKAfhAFdcts0SoxPWaZOv4NpwsuGk6i2m5yH32dqxo7jqG48r3ed6SK+fay0/6sTLCdQYdT7JI3WIKGiei6iU6yj6QtatPlRKPXOIbsPDl3UbZ+U4V4+s9RCRonVsmLIQ0JVWh1Ra1Pu3Mmbzfn1cHX+kxx34UnbgeA1sHOmj4rgDv+YOdDF5glTAqnU8BIZVfYUsh0HhCBHvJpMhHQ/BKDowau6/fQBeI2dn1QmYSvMf/rrDRKCifRyZ/shnrF5iIN6m07nqsI6ERmOR/IEg+cOGOe/PICWYvomTXaFs2rBjS0CNd172rxueU6QE0kMObIptJXbwPhBWWxjBXWPlD8zwXtfGr77crbz4s1wtbQVaHTMQ1OA0jvxE9I0PAtIkmfHyaXxSeftJ8GphR3JGnSDLGLErY434etxFKxqG02QG7cZDWrUFpV8vAvFSz0Djbd4JHk7HnXSOWgTSMdObInviu+DHlw3tB+FN06Yrz14NU71aGR0o5Qvpm5yEXvEY5pCB6xPW+A+MLcP8zxo5710dzK5ofOvnDx2tKzpcpq4o1PDXPuKlxgAp14BP1ejEfxA4ay7HaCzqrU1+YwMyLY6MGLcpDusiyZVQc4Y3IKv+1pG7aoyA3uUtnSJtqkPbEbtVIYL7UVeuMONy6eG6juEFFIhUrOgY0/mvgymbzqI4ZNBk5RK0XR+FN1PviVv9KFLFWFd50Y5zv1WuDmkGKOIgHcjpvqGBgufkzIGDn+imRdahrKdznl5rcn5Pty+9fTY/P8YTxxx+rJydHgtXfVS3OddHhWNwvbc9OdMysBCznlHwEWC9+RK8c/GgjsO41a/MVYhfVfKr0UUF6Q7Bw7540B6KxeXvLoNrnmyLG72LhdX8k+voGLgZA/2oxZ1GfTjTc+tt7X5ZsbQVvBeF/GdcGVwnK2IQjdZdUAg+9NH7kHJSOx/qoZ8MmQjhw2Jowfs1U1jxHjDG9H0w1WlExwbWTlBphJFTYdf33CcqtkK2DNziVZyP5LgDX9YOHK+FL+t4H1f7b7IDyR+qtycbjxRh618+Qpz2xTGhFSCTqNJVyOaoYwp1nXdThcZJLZp4LAtqxJ/6GTb7hJ+IHv3jwjKGpnR4FyNPc0xvgMlUHzE+0jvqAwRU77R6nsHcP+wl9JJDrwmkgPLgYq6U7B50lR9og1aArDX5FBTC05/7yN9VzLFcLu1udW9397deBGpXVD94OdI63RlHHR/n6XScIKbF63lPa0zemfmLArzTfW8sCQAAEABJREFUfoW29sEBDWHpN1tYiYVJvBD7gGK0H/o1Ha2nLbpxvBgj/4q2z2awVS5suVaGSjwfyf4ofivKv5p6HtobZLcn9YojpkKy9EBsBaK32Bxnn96NV7sriibGVggcTeME2PXmJ+dIWcYpXSEsHUTjfVecFxf7Ir3sqH0PK626KmtEQBpBkujjoPk0UvSQkfiVNelkaDKCVxVzf95Oo+CPYsVaglMvoGSorxnWFAw5K16h4mGJS1/0CO6tUyfOJ+68Kjx4QSd4Q4647JluMlyEKvCYqKPlsmuJgx1fvy6hsgcw7WsquhQ7mcElsL9pNp3y7uVzOfdxHdPSWMtDYVjnukskvq4t8l5j+HAAaOwmsbUwFthpXYi08Bn1ynMkMg7NyDH5TVDnkObGpvNhPOBX51lgfw4/JRmt6Snj9o3RXmEvBG6zKe2i1fUkdp+77LugS9BGx6WG1t1j15gn6Vt+dh4y0BPwbvA+aHGZ828YEtxanFD2vc51Dj+N1fIzrL2H8o8h+jZQS9FH/+izlIyj35c0cmfI0Ykvvx47B/QeWxmGMa2bYudQuFS7kKdbQ/5uDpuzxUGkwtei61sOdRLxBfIbnRJoXQNVG/PITEVjD+G9Nd5v7Y7K4w58QTuwdqV8QSs/LvW4A7+hHdAPqI10ko0esieCjT+7fqyPfcQTQWQU08W+e8jujtUJYXLz0EN4/3hDRv4CZJO5Jv6jH8e27xNPFhMPn2qiOVwYpV8GpXiOIOWa3/q7tO34bPjpIFZMxkhp5VsvwRvrj8cQyYIGVCp+gB6ZZBFCG5nqIWm5XNny7t6LP/e3d7aiAKQXIl5JmYJF6ZgwUCPq42ciSA+YsJnvQy69E/z6Royed0ajnNnoZBHCUAbyEKd1eNGHB9d4gMXGw6sVuD0G+fS5aQapspVi0RwCbLSGeLIL7K/H00Mz8HmhrvNB+GqUeCEhiAp60YYWDww0vSh6VvA9Ff8QJlFwnspKVcDwyKY4Y5Th5C1OL0168cpNtp73NcgKOB7aE04SCaC2dsvq6jxGmU08vhrPHsd4ZG+ybYMbd3Y+grz9twl1UcGPk5C9Dq5rkRy8sT6tUUCrsZ4XvKjyBBFDvdYHxW86vsZhHIbcA/04Gcyd4lH4WfGCMnyrRldcZ7rcooP3eyDUlQNNLreWiEG4wxr5VscRW1VbaDvSMTctFD0T4kf1ye/viRiH5YSjjxD9GLC2sgy4jwnkY/vce8bVv9GuLPyg7DgytA3XR61z7Cxe2Ii4odh1XB4azSW1EcsV2wZqkgp3eqjb5yyb2UMRwl58uQ+EPO5jw/t0txyuGB39lsebcTDn5amf9QOW3LoFfpotC5SLoHuej9rsFGdTaz5CNuXMbW+byx6dRgrbXBRxm77qhnFTz0GvNbs3Kpqz0Y1HjHmsDdjS5OXrcwYHUcixHXfgS92B4yXwpR7547p/MzvAj/Ahl/LAkPoH5YEbnOCKn94lEuKkVdtYKZ0w1m3hN2IVRSFrI2pA6JqDi97FEL/ReKcf4+CAJx93r48nDDEtNsLRd+xQZ3S29TMyKQ1h8Ov6YaHP/StezGkhdzGi6iSNeclT6Eh6olO1JBU5RB/EjvG+D2VwSUIPR8vl0u6F+zvovReATC+W/iRdFqB9c7msq4QRUSjVBfzBSIUPKYHroeNpJ7xsY5C2xoxVppd5V2DUYB5QlXOgPMAWncnuvrVrKrNBNU+e+HMyjdzFut1jLwmtuQTth3IhZASBqQ1FAlWMM6CXxIytkoUSTewBmHorz+mgwa65hKm9SoNf1YypH0vlT4AMjWIGHi5DS/Mo3kkx2huJOmd8j8NBvY6bm1wf3GG9j8a1UtitTfaRgXxDWtOj9DXSqcDFEuPERsZkqrS25DgGJ4GbateHFgNij3y3zMNEh7uMxhR+RkVUrqVVu7K2W3GptdZNKtLaR4bREjD2MQo+0g8Im3EfCl18U8ge/IzTetB54qB5Jop/S2HzTPik63rinnCOPHHk/mFltSJAJcb9/lOr7utVozO78r86ZS2/eg6fLIF9598nWig/xzxdwrW6AyHrXtyWf9AInWHBCx96Ws/AP6ZtO5eHWLI61JWwpAMXPsoLwbhhFowc3TDtemuDXoBEY1UeuNJd+9xHiGE+cWGP5LgDxx3YuwPrV89e56PxuAPHHfhX7kBiMsF4UbD4hBj8rp+JYR36XX7SjzGMKNx4sqLihaZyQRVAXEeOnRhQKexai8eEqpxKVbudtqOZiV9S08uVoDFBsY08Q6/eyE/onNrGpwT0B4i126K+miC90u1R/Usg9OV5pSjWyVrMdfOj5ZjQHwJXK1vdR/FHD2AtL6imPegIOnk5RabpxUDZCIh9yxqDNNEXwYl3OLAXla0UlQwF5KbHUUjLpgj3FMBUrFou7+LvFlG0CnlpS3yE+FZQCVGI4gtFDDJ5UERVZJFG8wrMbTwgG7E1v2BVL8owj+ubASeKzkZFMIlmOs6CfGy6TKsfn6wKW+jhdmYZ5pDg0XqGzBXLjJKXW6adbEL2GOq9sNHAUTmIKNHHOD9BiCkamvVe0WLfgtN+rvuELLsQ0v5+7Ce+Yv+o3qolsJ4GRYaqCATxwk2uRUeOu+cqyrmn4+9gTN+IQ/O90pHNTSbGGprBQ+MUrqXA2nGNdYrL9dUh6+7kL+jaSnRUhcyhQSCNgIGzqnOIh8G6rXVblMpH6krFPwztsKIJD3sf4KEFVbdtqWijqv0z0Jaz1vfOYz+0qnGyPmBrd5jX1qGfVqmD9WkjRrRtxyksv16vtQqPyeBzrmN8Y+X6fkxaY9/1Ja3L3GjG7vBPWJSC6joT9euBMHvaE2bYE21kGgce8yOXuMm2TtzFOyNrJQ+0777fXNlakz+LVB77ONYWfrj/bzNu0R1Vxx047oBfj8dtOO7AcQd+AzvQjXPgaZS2+91g7Puv4HkxVj4xlTIVQpr22/SbP8Bd49109FYJP1oxjeMPvOeG2P/WRfF2GV72yiN6k87Y4aDGzTDZ8Kl8/6SCqfBw0YrMvLRQqVeywJ9joEZkqT8eHiyiwfJ4xDtuS0HlHrT+7Z/OJ2UmvYT6QxS8t0mGxrJt49O7ENyNXczFY9rwbR43eFdW77x3I0WLwl+4yUfFHRV7bu+X5ri9s1sKQPcUg+4p0rTw8mUxzMSq/EGQALS2ZAA7bc26qBkHHVFKrCVhVwXw/Z4o2eQDct2MWgTS06RMGbNQefn1PtiYYdu+yCIoxd1QvhXy3odD/RRDCUMhWesQZQ/F5zzjvSOBHNB6jI/CQ7yt85IFN3beRyflGKHVI/0UVb9O69ipnnSLonAQWtFBEGjmqOuDqgiEtbT+6HOEgo+cMHM+0ntjF4yNcPgfzJa2QVugbxJhlLYniqNzVUUg/QpYx3XmIaFxao33iKETUUIF60+tcVu1hNvOJnc37vVyj+1dF2nJqBydqvtYPDYfHbGPnXM6nhrcVPGgpJz7DX3Q+1/v0P7rp/zVZ9T1qSQ4Lk9Zvk4rQSEOwCGunoZ3BwTccGEdVffkGDXAFlpjQmnFYeCKYgdJcd8svRN72sfveVuGcvd0rfa5whV0DYimfIWQ1MdZEL3LblYnuIZutLdIx3bcgeMOfNwO6Br9uAjH0ccdOO7AR+wAP+BovKl4DP8Rp+dUJCd0KdEhH9Y8wmGuD3ltTJsOfGYgB8bSTG83w02mjfdlrdf2ffAbmfe6d3JUJwSfeOUJSDalYOOP54WPdMGLMzNfXUIQIC7rlS9k5dG6TnL2Q9Z59LJCHOpLCawCgGKDm7ZcvsUxtosXpp6DJJsQGj2EtUzYwnSdihx6gOowCpC+VbnzbJV9fDuhwwPoxXBIGB2NmPQ72rqz+a64c5+ecimgwKMC0AQUge4oCC3BPXNpDRBttofRDIKESsULepAUTH/zR4qtYBQBVyowgfg2EGv1o1YGkGumeOCb4oWdZObU/Oxo3RC+SQR/EVunrlzv2nXFSN5uq2FHjk9itTdNSTJDtcbczGw2E9BozejNkZgDKCUBadp0DDsKaBhpU9sh0q5BmcECpDQyg5NOgN3SBktwTY5Rcg0NnP41WceZQqJ/q4zzQOcXi8BIW0spxtGXWDWiU9ReJGKvCOMhFGu1Yk/0zR+uv05nS8ceEnq9SStIr9u4eIWUrGF+Her6c8WhnaIc4KuE/ZRnwTQfgUxz9mM6z8C7EqVfVJEnZOw4MRws1PR1ALQsHV4fXBfzwBQPmAk1eAwc6l+71fV9VB7jFY35CNrvbYi/Yv9AJuUcK+QJeT595HSycZzN/bRycm5fTeJOYh/3ITBtMwYXxlb9pueQw3gpW/yepFqPiUzbEiqy1f1Ue+aS1gBcdoWGdWVHxUu5PZqsPQ5w6X2PzHEHvtAdOF4mX+iBPy57Ywd+ZYV+sJUU9NCntwWJPbXR66g9/FGMh70O8ugfcXrmgWH93D3zwIADzX24ylS6Yzzm0fa5U11CUBz8LSyxt8nt5o9Gui0KCZ2gxxFR4C96I1sXhSBDX49gpQyeNH8v9fiDWrrVmi6smmMdYVEfc9DrYYlltLyImokBonJyINPEJtxFBVbi7nINdX3I4oU/FHJzKAtn6MY84oOtJb8lqLQvAhUdxPSSzru6P+RpaqEP3MCBdrRH/Z6tSjZS4GYewRnvWAnvi0Rjkpb9kYzCbRGujHcBngKAOZ/wESCcGeY67BKnRJo9YG7PaZ2uD3nIvu6/Sy7JFXND3k3O1uRsc6BvyeSsbwFhkZzNP4U433ekRAuxZ0KMfuuoMG304wAaJ1Qn8dn0X9Vs0HCJw+BGvNGpsBUiMhHUJOs4t5wTTjn29bzwLLzr5OYgDFTjIWrsiwo+0lQ06D1MoUudSyj0K2D6BpCuIUylJWjysyY5Z85rHpfV2ZbPI4tAirclCqrtFl3dXZ/osH4GPLnFTLsWVMOGVz02VfsYWiKMhqzlX8SHMhkF+ETsZmafKPAojM7issCR9t+L9Ytua8q7Ldvc637nOJ2quM31o3TKSngoyCiBne47DQ8F32mPiON+p6vFRm23K3sHHW27k2v3W91l0u3219ks6Odwyz205R9ngqJ1nn/I4p/GXMfPzqCT4I8TdqfyuDhH7+MO/A534Hh59Af1yBx34F+8AzuvvvLA11cvkr9EWOntMZ8S6jFDqm9yZtxHsNC4cWe3yyceW3YOw7DdI7ZKNnLgZan+Ope+6cOgtYbPmibEqT5yjD4s4gOt77VmHcGLPSr4JB5NFFE20SrXV03phGqvfJWhTdWJCuhEHGPeFZOuHUni/cVOC2BfqinxspeBVqNokmUTn3s/H0TSnbXS8UBWFibXgHTB9c+SilFUhVRNdh/9ySTlxSOd+QMcMZZAv+ol6tC3gqQTSpSBDPEG3eFc9kWQAbFJgAYvnWQPo3U7Q8cO6Vs/ApK3Or0EzL4o18X6pP50aIfwfVDli1AI3MGtcU8lK0jI1DOEGfhyVBgAABAASURBVEWgmTWNqGTZx4iFYmGQ9BDNL8BOWq8rfhPjNuFQv21j9+u2R1aCnH0iHHedg5wEnOeK1akbYYigtVewaeYHxjv5cFYpHugECkwrQonnMiNeGoDeKAibKNpxG3kVtZwE8zuOPfDR+AdcejNp9rwzMY2zn6YjG9pDsQYX7eND3ofa62K6bdt8aJDilw7a++L8mcjG0eLMLaeszxjr9fu0y4d0ac1pJH/KQ7E2y8eJsc7DYny+RXB5+/5vy+PBWXUohW2DxzoCNWP5AP6QsOOzpg/phW0k5vRbGqw5M1G49vN1Q/bcndlfen4m6/7cLin8LDtu00VnS5Yhf84HfDB8vrSOkY87YF/mFujq/zJXflz1cQd+zR3YeeV12x9oazHooJz5oXmQ38NOCRcB8siH5Bi1dZkTpX7IC5phC9ykrqxJbHGLGcxUDBJfixxWPiGXcUVn492tJn/5V1KKIipnUWRe5FqtHN9W6h6yS8BHhIepFhjVD39egZf/CmoOd6Kr4ypFNWoeYyRPho71PD5JVJQEoyVkzpH6nKeUUZfWsWzgaxeV2FnL22tL4UcwJe12ZS2UoTuI5g0THM3zrDQM9CiUEJyaovo0Eirk0qgbYfRUrDHmwa2suA4M2vKvhcGt9RrIU7w/XDJS1Hx9sX73Zso2OVc6hJzwhhbNmMRSGDRWbvCaeEO5VUFJoaxsq3lDGZE1/zo2XENBwtlnoBdfQREo128CmWIZPT71pPEtShEDi0nvkydrkLMZfUC9ZFQ72tg65ne4F7U8lVGIY0l8aDd65Vjgx5uTjWYc0Di9/fi7GF3xjTjrcSULslYawzye1GWfOu4Rpj2q1HfHph98k3zQpgJFrbwo6tKmkpTSZI0X44rKSNgPLbMsHUcSoX9q62ftGUXK6p6A9XGe6d441aOuotK9g9w4Sdg1fSfTeiq98QHmqeMeCLvVXBe/1bhLWRIsZJfXg/pHjX9sop0uqQdTmDrUhCqdWp8iKWvKD+Ui3xOBKWmmy9zpHtd/hUl5P7yB7vWvSIc5xnPBcxPWvvLj2GwFJ7lg2VL4Af6PQu3SlkD3bgeLYjQ9IQ9qH3E0Dop/dDruwO9rB45XzO/reB5X82+2A/qhqB9y/iCrTjh0DQlHAWLDE75LfSe70Csey0RCqcQ/OJQ7ejedsP5feg7+sa7diRCRQ5XJi6biT1ijrzOGb8crU4dBgHgrfFcoHq5mYI1serJzfXlFd9eEW0XcNjv3Qe3+0M7KquSHLD2uraiKHKJS91QCDsia2/1QVZ5aEtKWFg69IVP4STlZBomchOzU1j5dkaFtoONBzHgAa5Fb+FbHGWo9LUM0Z2GNfMUOL+iSKjIMyABOra28qNROZ+Rbka3JOWTfp4Yp5KjRVvZ0H9/aShdSuPR9y8jW18Fane9NhUnQOg88DUW0qkZK7KWxt7Bm6BvlSL4uT7q6SZVOjCOhJczDPj5ghxs75OboSCoY+oF3ji4zmxLP5CyIx7E0WXEqkrHWDGzjk+NA+D7Db9i3KQ7w0/omqPnEWEmKXCXx+9DW40xM8VH5QdB5wEBxEFpEhKFVXjQQ86qXjIvvIZQAujyonZp+/ctvIyr8COxbgibcErw5zDR1ggR1rloKRUcrgjz3IHGdmH9qZi7s67i2lUSnBPb5PcqmhMcDDstGOzoe9Wie/e80aOgkbQW3xdCvp4p2nO3ADxwuv35jrdMkfNFT1QOSr2jL+h8Y9q83b6z1X5vCxmx+n7N6N9kw71Q8sI5Peig0V0EhO9PaMPiJsaE9ULFvsDKpYfwOHILU3Dil8ecM8f6tn9bqr4W3yyW3azxkA6b7ligRNBxybMcdOO7AJ9yBfVfyJ5zmGOq4A8cd2L0Dmz/eHnxQGDskHgzH8raJZBe22VxHjA3aTd5JoqjiTjYxWP1ogjGKXncZoYh6rOrZAxgfOt6iznx6zWT9B6XzooILo67oIBqXPIJZvNcn/ARm4q2hLbbh2yEqBOEyafLXShiDvi2AbG3leZIHyoglf7MYu3WAK4u9EFcRQbOKl7oHeafUWIZallVIhWXR9eWPh6qYu/MXWDoaPPb4JpD5pzx3OT/pFHsEagrFLOUaOxhtUgQiKy9EyN4wzr+NQjHI+YYX3ByBZMdXQuQsfYW0AAMNprYqiQIWwiMlu6Y9EFf9DqCp+GhKscrHIQGIh0RjrmBKvy4XNaSGgz2s7Q41jN9ZLWQ28szAfC/jFTxbYmwGapWXDV0qtPhz8OQEsLkO1qnkyouOUW3SiRfEBySpFuw0VH3PIet5MfIRHUM+2haBg0srx1YKjC6JZxAivdZonrX52o2PrkWiFz8UpaGD0y5Y2TfX4Efz9xIuF+t0g6DgY4rHdZc8ejKTLMgGkngz75MZVL2okJDNFI9+f0vV7NlUYSuNNQ8m5X3QHMOQvZynQvdwJoSpTpWiekrzY8qRNl+cruenRNk65hMoP3JxWzPwo2Za8lbzgUoOE57Rw9AeyNXPedw+aytre+ocDyzhobDbh5NTNIaLEWCf1B4+P7fncPhk9Zni4BEsZ3IufWwCeyeOq3VwCXlS/OE6bv0bPyr86Ns/+HgRaMk53/llrpQRhjCV+6y510mO9LgDv+8dOF5Gv+/je1zdb3UH4iebbf4Gy/hBbS35HSY9anQbT/fSro1/QNQIwdZjTeYNjwdChZmXIvPXG3+Vsn2fbTeiXlf3SgE0vf7ZXVQyGNIbKdfXgN/6umJc9G5mQp/KKZ1yx+w6f7krEfpp5KOROI3s7s8LudOiN2gL5B3Qy2dw4bfJh2bo62yDhqg8rOvlvsmNNTmZ9XtuZojmn55xySgCme9hBwv0INbpcVKZ8BDmeyc+3NXnrN4mKwjNVOejvDN/1ow1l+NPkCzMkMFsPjP9n6nmmeIPemMNWMo4xpNXnUO0hO3teDgvm/igQ79igFbjGnin6spaxAZQpOA2euWFUlsLKevHnya5KJyNbjzRmA/rtjyrZS/dCKUEKspI+fTAxjk4bBAyyWp/Deoj5OuMukQ39Qlf6TEpFsR8bPgptjhXT7rt2nBRVNl3IbwUO+aSjC+5+ukAlcYhXpBQTl+J1a/nZe+RfAVWP3KyKogyl4h7ia+QUrwoR5Fxfgn5RZboM0gYU1AKPwZXEdpk5nrb+CT33VAPijSwU26nwd0672s3lar2U9C8JQhbZL6N2HTUIdHc2buQn9prOcKW8duipzW/dXnN/Chx23yPCvA5nJWUUGKP2KL59yNPPWaT82/Lsv1c9U7GnpEAJAuwB7TDPQ8IttflM8/04AmzY37UtMgcRj+DdXvWr3+Zbs5AOhV/hl/5WmES9DwiaDiDRT4BHlzKJ5jjGOK4A/9uO3C8Lv7djtgx39/PDvjPN+94/OdSTMKO5fFiP3740csHbxPmfwDHyid1/n7RiRaVEbkDxqcDal2RrVIFFozxDrM+btHb2sfVY52/2FRt4rk/ESLZ+KOHMFaIShykb6F1UdshuBCdRD0wdDw4+JpDHf10itBt9B0aATJu7GmIClIxygVjW/cI3lhVwAXvpt6u8k75imnV+ThnSjeMCntR92Sw9yqPEXp/mIo3ZE/HiypNsgySlQ8Vi/AusshoC1qOc6sY2lOdTCoKAd/j7UkpgmOIu91RWqF31gAKKZ6nUxV8BM4DFX8oBpn/XRocaT6uBPActeAKNz7QEaMMD8cqVDo5pmaGfzj2u4cYfJjUk+voGJjz6mXDfWfrJ93pcZiBedZCNTp+jiGCtmmQxGkcEAv6EJWpFNvgheAteW9lrQMtaicxauiDc5N3Y7nwmlNw+55OPio8ifY54O8ytKxd54hUAm8RGNBIEJCGvJNL8Y0mcuntUiP3c4iXLhBS7Lam1CXjltH15DLhac56J7vui5WilN2BPvl5GD0ml0S3I21X79QOi3OOrhPw113+gcnw2t1qJpVyq9ntPLLEPo4Uj2HJfeyuY6BtrbqaS5W30rGT3/sniq1Dfj3leMFj/vCMxqs7fNSv5fm0NUa2H3VmEWI8d/DRY1KTUCG5h5RVGPMbTynulCcXnY5Odv3HddN5d8Y60G3n+AMNk2lcoKPpvqkQwXbcpnWPFjpb+q+gt6GTI05I4gylmoY+Adpf4QlDj0OOO/AF7MDx6vgCDvJxib/FHYhXNX7WRXJciQmEMPQpJUsJDCrT357gJyOv8HoE7pxWzlyiT6CMCRsKZN476EfN1d6NlJWN2JIGDokCE/3QNEEvJV6jFE+LgWpC/aqEXuSMD1QWw2tKse1s7BKNpcWiVLAovkmUjibOMeZd0Xc1UaicHMn8BYZkWiZoeezQy0U/RIz8RMGItYQvKm/T7/MQ37XR8e9awZReSxGKaGxFz06Y6uTUMwuzvtoC5wUVsjBfAApjETRxgg/j3BFfM3KdFI7Eio1/mFvZagVYuH4NTDO5ea3z0AqAny+952HGOo0rKveTrNwEFXxUBJqrADSzJkdhBeJeg78FG5dJ2LwncFhK78royr4MBlYi90ERft77apxTN5WkERIdkHEMtCGqR9hoPumG9nGKcewxvyvKMGfdskFTxxAHJS12REwxYXEu61wCWedVaLyfdrmIlUrUcRStkE0Yy5V/mI5Sw3mI0+vL+eaHXEqHOs4bJ94xtjbFqBjrxKNn0xRSkk5Ty+hAE4Kro8tB1vrk+5VCWy+2kOiTW630QaVLFp9k5TK1hGL7DBjUqnGdyrYLqvz4lY4DuWkOuJ0Nl502N/QBesbVB3U174OcN53Wj6rVdW26HqjRGoQD3Xe5PWpdm6vYCFtdVJTHWEXYvW167Oq6HpXc3viHGA/NNWLhTQv+gF5LqhfLAe6bLvv3wlPxzuIeSYAiwj3ctvquK/en8PAkE48IFv3E8C8U1he4beqRj1jAT2c22RmKPKJoROrO9zfkbfGOuuMOHHfgY3fg171vfGz2x/HHHfj4HfiXReB9YudccSEmXgCS+/TPOLXYEWpsesRTOcb80VeSuNCIw2XUwo6C8R3RDXSmDwoRZCfbuuLi/oXvZ6gyRhqjpRiQ/MXJHvzEuosbP/wLNxDphKJpeSAOlllp1uef4ATj44ZCK49YW4Ip8H1OkywwGo8gPIw4V8bL32W6MY+Y/UjAMEpN3BAhklc0cYI13odbnbrS0HrvKgpmLvTdaKx0OPG+bl4M6vNSzkAG+RQ9Gs80qJTJtJ0rzrElb9IOHrpahwaOsDat1jeyTll8aa5z6p15jjMugtxkcyq+nify0bzawEp5KTf/yCimUnjyZel1NIpxw08xgPJEwhi9xiCUcZKAm6AyFCSoNAEVN8SZ1b9bg5nmA6GPaRFn5wgPOfYZ+IHTaHcUA8Y8Yt/qCGh/HsH76rN2OjwZTmNxEnV2iK6BYxUajRdX6Tq/TZbu8fCctg4LS+1bzgUdZ7n6IRezE8ob9PsRjhEr+K0969dZsG5LKBJ3HjVY66mtf5IrEg56733LAAAQAElEQVQJTjDnE73xSWBoLm09FFhoxjFcW8IwuHJaVNmQ9VCp+uyg6/4bbusBkNnVDbepAqepYlN6OIjfs+rxjgA120pDG/2eOfeYYuzn6g9Y5PrUHEsa2m1rRP1A8xm92+IYgbcY1lVyLNgVa33II2RF3uf+GaacTNf/uJG2JFPIcK+U7TeDsiMigHZYZnVRh3jXoJXuHbMeeCyPAogVuIdFuPDrezG6b7mP9V7he0hfBh7ievQ57sAXvAPHK8W+4KN/XPqvtAOjRw39sFMWesFIMALEymuBlU8qsh7/Air5BMIF3r+ZE1bXJe/NvMpho08YOkujgoA5LycijXhphI5ubEHESxqIBKC4Y+j2ImCatLVXKe2B4D5T/6pWoaJV5z6l01SwhRjLGWDjT+QeKxSPjUFZ+5LFIJdptZ62X1DxxayWU2sOhFx8Ejqft39E7LDWrGEnbaxv+xETFyuJ9HRsZczo1OGU8aLK2EOzC72OcJq1Qvq6jfITVqvOVl1rKx66lsuVLSkI2ZbsFEPjB0gjDJqek1pAIZJJ1tFw7Mu3gJpMcjRcaK21LYvDmWbxt7HayS64Ky4kin9pKGnWFFE2hSFYaFhTz4fGiziFtdwVTlRgchV5fPmSCR6nSCIXzhVb/7To13UPyQTd5sLcNom27ieHbVCwsV5yRcRwa18xQCcFLiKCcT5zBHzZzvvGdOGBOwypwfhGQ12hbsxL/hyIDGtkSYKVbKWPwyxtgYgM7GceYTTErSzK6bCKgXPDqNP+aM6OINqZjj1zOrrvSo77wWggrH4tF8II9UD3niRa4EQKmB2t7QNXv925Roh2IJ6YxMIUUiPJMuYlFxexayiea9OX2bb4rjmueTxK1IFm/2OMjkBwH9WTHs1DBI3eFfu6A932hXjINuzpwMWY3Ucn7E/rP25JyhHQdJ1EBi4EO+nLTJhpWIoM9+nb/tgx/zBryNEP2t8e1ygllkYTdwBG54yWJxwwauyiIcJYt8mveShBAcdC4A5sZUAhBw6S2+NHaNQRX9oOfNnrPV4lX/bxP67+V96BtR+VJZv6gzpoedwutjEJ+/QxOHT9u8LAjAfCR1R5d/gEbPSCAh8u6OoMHePUKhUvINOMOOuI9ek2U2Gjj3QjsWfH+njtsvLQr0x8Kp+rH7CDkacwNo9kra+Cl0S18FTW1U98i0k0rDUXY2eqJig+49RLztZTeeEjsgMaXiEX8aIOFT+cWYtRCimDtmNGFsZLZuv7lMhUiEz8t/Kkd7t0HXWT1lQEaikEqWDS+jyT2V0j78KMSHiPFBM2s3tSZPIU/E/+iJeywIs2zq/wFgzqCu8yK3KmUGVW0YRh1Lfh5S+LRU2K8g8pOC/0uCJ5H1pnvZOcySKzV6QL5+rSEbBww56Mdb1xB5Oneh861o15ubpDyUF8gS9CvHzG0PhAq8KPgFlnMoQmG8SHdpUpVErtoah5kVHHTXuBhE9phAiPIjtB6fRTdXWG7bT1YyxbBUcDluYJDNmIq3ATXawo1iRedtQa7OCa8DPJBQzELi7GFaVd65wOvfRt1SWGqDgkwKrp2otxkgbUsH44vQA72HpOTomOVk6EMEkObkdP/p3AzDTbEl+p9oOrAO049/ucXcYLSh9NF0Zwe3rmHlt7sWd663gpAy8/QKuObV1DVzSVFrEn41zlI/RGMxV3k2TvxByKml2lh477SL/RHuhce1y0h3KVfbQRzb7o40TEC9W/8pVW/RPoRgjlqDjZKifp06JOWum+6KMTqnevukr3jbenr+PzbUBJ+CMnKMNFGkVs4LhfZC66nLPRWHzoZHbZGbpeEA/6hn/PfwLmGOK4A1/wDhyvpi/44B+X/tvcgXhsiH7IcF0eLMHpJaRy2x4NE8YBiqYHe+MB3z7lR0EFj1vnG0/wlFtOPFkpZ96txsGMGsZEdp+JZpuAV00NmiyZmm18Yt4NtSva8uDWMVR+HVpBPKy/OIoCXzL6Bl6A1Ia2shs0lxncMCr++Bi9KSqu4A5D5/YqskGdfFgiifr2tTAdekvZ5RUvU6tVa+2yta7tVP+J0RrnXOt9b9BLd48wGeuVe0XVOkXpD3yNmWiTs1O60Qpb81/lqetsfKTbGR4CcxQGEjk15bs/GY0AUSpAdqA8XRldZu3iKnUeN1GH8zqOkuSVyCE76FiAxcf96GihiD4HObCX9xh1mHSVX6d1QqjOAe1Jpbg2jtF43FDRpBsgtQOVUzw4AkSLng10ja8ZTsfNeY6djptvRCkqYT6gDbP0sZltO1/DaUzlt9Bi1iFWIajSqScL9MTR4i/Jc6+6nmKfNJyLHJxOzOCUc+wS50kyrqFuhBjUoZdFwAs7nOuguEgH2dPkIRT/VAb7CK1CMNMhqFm5qXZVCVXtx5RBhHNWbsmvBfVJ4hRV5ZSOZvKf5GHbP9xP6lS9g6c71pKYG6E0Zw/o3JV7VH/qMJeWtjF0S57j2U1rcRgfXxyUpjwFWLVgo5f8aTGOKz5zNxPVLLm/3ZrWKFW/0PFKxFe401o3WtvEMswzUa8JutzNN3vN0It+RMpVJF6QEUrTWCdSjTFSDpmIU74Vw4DcHysbcbb2yWtyFUeTVVWhIrtGyfa5EPv6uaLvi7tjLx7YhB2j9k2EjaC+UChnSBaQ9bPEeZeTen6kFB/ZzdAJ0iGojViJj0PzOPej93EHvpAd+KjL6gvZo+MyjzvwGXeAH620yQT1eU4Ug57/Cmv9MyB623gU0ouI9R+NEXqFM8mGYfBWQwaPuKV1MWSfizzirWc0vg7QbabyI/NeVmMEnOr+aCMQH9O6B53Jq0wTrkw2kUM79OOI+I7F3gl9HwN+rHe+6ip15c4ur/pg232qmX9Z6x1Y1pAaghvSzkd5ZdJycgV157VOFlSFwJW2oXB9n5JLtcv+YMfTHrTwbhrHCF7jc+PGLV34yCwf/U2h3klVgLrKcGOuYSfkp9iihqW6uuz++EIHHyzaV38wzRqBAgf6cRv7j3mfY+z4MbwXehSA+Z2H1gX4pJJlX4cbra8W9OdT0ROjBcbxr2h5ye6jyY09iAf3IXZvH1SfiFNkwTyr2vNKXPa/TiOfCunEixaMxTVeSypeEbNBQ6s60dgTDYQT8Wzg3Y/zhP3qXNc5Z/qmT4U08HFLDHvtFduwBzXunMn0iV7cAM1ieJh/8PC5XbBIPHiy8kxCit4vBdd2FBMUCdR7KKy8kro1FJP5tHIQjA90YkN1SNMYbZ/g6WwMwhLJmuyxRHQ7/MJC1KhseZobrlJMikD41z1nHTLlZIxNZRuZlWZoTB/xDnVS7MbDHtvG/v/sfYeC2zjPLanZ+7//+36Jfc9BIUGKqi7jmchLEB0EoGKJcbLuxXuK0VrYyFhlLEEpzGQiQOT1kYzA8JlTFJKGTNYEti5QymNATKkcEDIQ8hyrPIV0vsFTMSUK5En1uPWmRYJ3Qs8nQJp9sko8jHIyTzI/a1qINlj37IrNCs2uLTUEi4zvGWmJsYKCWviHJxZGqIF4+VFCqFJSexYPNvMADJIm1PU14Vz/AhD/95Wm//4T+eTfLZOYNtNANGuPOHBdBxG0E1Wt5OKuDlwdGF1fV1euDlwdeFcH+m8mf0C3Z5+Yxp0Mn1yJATTJeOgjBlvGHbLCgLjj4eoOHIfzPY42St/hrdS+mdk4JHxZZ3Wb3WlmArXbmPvaovndGGIHE3VIc8qoLHcaJKySYXqMqmppcWBNiohO7cDDNcyPPzgQcmTUnzQwxHlRLWdV0QCQSnnCSLZZSZkjLYIyDVYsuiVC88EDH1aVeYIEgDnhj7oVxFkksBLGJm9AXZlWDmak6K/b3LoYqm7matqI8X7T8s5lruhMhz1WJ36M9fWIHWJELkroZZFXmt6pdMQ54C/qgYkAGu2OTQK+4ilAjHEHMEJOE44bqdR84InRiJ7OMJ9xUD9D9LWSiUQIPhQ7G+nSG1c65po0BOabkZwcoEWtcpJ33AQIqiFlgI0f2QyCkUgyCMiENp8EkXaXyiRXYlr6+KESU0zkCQN7zYUdsTyJuFGC75U7AMsn/0UJIs0iaE4wiRoaEkTmFmRc6JiyJN0ixaUJpF1YeAgjDbYdURlpWoH3UsgWsNQkG5mKZoGAEUaye+e8pXPJQqCZuJ6bM9WyYLgcihUPFkcQZjC5jthhYBZFHjrKdtF0HEDZlGYQnokK5Aq4WxE4weJ5MBRPibTrnoG5cIwzKWNImeNzH/V4hOCxmstTV7JFGRPHSO5xFPG8AU9yC5grvxOIzbY55xna5PjySITpvyn9P2z6/N//+7/0f//9l/6bFPS7JeETgoHTUWWFKoRaXPPVgasD5zpwXUrn+nZ5XR14WQfwPIrYOfXPQJAk+YDAAMkvbKAPHw/dZOxBgu8wsUy+TEX+FK1NrK49XzWFYi0T3qKIi/BVBJ+oCDviS+qc9OTZ4VFf1FbPooOF2uGy9Sd5xeZzohAmlYdBoRH8i5CgBhYZaSMCqtp2hfR3pUHu5C6OPa7zqw3QfDyUuz6Kn+/vxcTIXdY8ECKSCYb0USjvAGShwQHhYRIgTZGC+yr3o2avbZD0vqpqgLu87PLEIaTEf+TZqBo9K8l7lepgB5HTzf0d1+1kAnXLvmcCj2NDjqWlKq9zpLmo7JqAwEgEhNW1QDRDlTo3CmFYKwnqGZp0stzTjk/1gXHDgLcxGW6aQNtYHG2YBHGEUFSJU/R0gMEEEJlh4Y1GLXrnEoPFaR570bQpo1rFCJFOet0VQxauDM+lehaxFoNMPWlgoRXzuwrUygjr1mWCfdBDSk5+dQm6GV/OMQjB+RUMMwwYIKr0f8KthsmDh3Q0Ju+kmRARRrZHZV+9w0pgyVsmdVKS/VdKpTavxDELoGrklGMobQxim+YsihF5aRE01nx1la/MFsxQiodKvnowcdPn//3f/6X/sAn0H38FBNkkkHHsE2C0LmWEnNY/XNlhwZLqBdUlvjrwr3WAV9W/VvNV79WBn9WB8L1HkoBn1JfXIOtwISV2r8fv2Ew/AbjJwx3wicFYhIQ3FsF8xjoRp3fJjaDlGtVO5uCNdGfULbMJLwoAPDaBQLetDkP03t+u4ETHZwCbgoe7hPwkS9BfEykENywmYOUXQRGTPgMMKOsFZ5x/FBOCdBcpPpwcFr3k7FzUfqdCO84CmIVj0hGYv4G8BZDOCa2MRgOadgPxU0SvjH08Qe/chHtRpnvG1SUEMHnIBc0w716qmc3wx5iJFwWeBAy8O44h0uE2prhJPjfcH1ILlvba+jQRgBFxwidLlJSwZ6Wnh6+X6udWSVBukEGfHBZQECeCJ7QQ0lddUEPMfHLKWkXyD25NTu7E2yvVQLQlVEkq60OOUVgeN9ZJwObdTd6oWTQh+pOGLAPznKSfA2UQ7xtc3C0j7TIk8mU0sFpAJnk5pt7pgNWYSrWG6sZCgUUIOuNIKJ3ERieXVHz8+NA3JEB2FY7YrgZqldlZUYfAHAAAEABJREFUFN0toazObpXQE6FhLvil09lF2pz/2kHTcxUxMTTtCdUAcPD+A3xNSsvmDzRqwxkOGBaGggpYCqPypCggkL7g6sDVgUMduC6dQ+26jK8OPKMDKzHwVJ35IARcrPDwx+e5uwh0TsUmp4/6hPTw3o3U/BbjGKLTg08GXIBwNMjIB73DOBpp2/4Zte5YxZcBnng+4KEqAwtd3Ed1F2UlJpCACf6gMCbAicFDJG54wANmFKTF/SlwPigFbSj5A+AXqSKEwfYoywVTrseQk05VMwrtAYgJsV3xGixRGIRQBEaMZKZ6ImKKZ8IxO8Kybx8Z1hhyRNBQDJIKCNJbQ/TGMVp9JOtTYkERev02L31YMMtDeT2hCgVD0kB6tZEY+i4JWcOSbkHO9nBRBzM7vPRhB1sooBPZB2/bHChviCyoUe9nPBHH+z2L5QOuJcaM4LEKwoZdXbDtxaRnF++CIdoSOZnCsbEzFLMx+isaQTYIMRBFp0DXEwyRgjyN62BgQmPZMvX/MNnKl7garlJq22ek0kNzH9KdIcdwboa5J/+E1WdxXcD4Tgu2ZJo1TSb6OJXjb9YBcSOIrLvKhs9U/+rXVI6qWdDYYjMnstQQRFwIcg1DQQB6OrvyK2E3ufDVgX+wA2tX0D/YjjeVfC1zdWCtA/bieccD3B12DiDfP/KDS5q/3mh0TuVL/2BsfKdjqBObotSDc05oc3rqx8t8atDlYBkF6INVTrPWep+YE6ELc8udAOzaSy7Ui4MPezOlBMPCX3jUA4058dc+giVZ6MxJZcacRjUeQwxjlpOIFv5CqbTOGcjiYBeTMSb2GPmiDMxQf+D4WsppgoJgmQsJUT+6toh1tSVF6L0O8v0iB91fY36wLrs/J+Ccc8pIigA0GAONX5MD6/2iNufVtkL5lCVjcqg7sps0riPa4BZA9CDcn7H9M86hbevYhtJoF2nqDsEe53j0nCaOsL3o8krLGkYda3FSUVmAPKEIHiB4zcRVQWM8EPC1rqfL/qCi1lJZ01ln2QICL0z+Cugvdm8ICZhANNk3Cv+nDbwPCC+xMdGZYPEKGsmKcougM2HL7tJfHXhjBz5oKVx5H5TNlcrVgX+uA6MvqJxmz9f2KyBtT1a0NvPZcE2/qHNHYCyDMbAcSweGQ9Gxmw76w6cHj4S0nDyLPXvvseQj09mI3+fHByl5rkJRLGFiUYTEf0MkNgsGkKWJ2PON+pTqAxn0DAb02NAgzFEpRAOBAYLrARljCIIwhn9wFy2HBhYg2plohnBuiaztg4gwZYCMPaHE8NHpyQt5eZLWnth8sY69gA8PHs4MCXFN6AB6gjnliVcTgGcJQYTgFXNOxiX/sLUE549gu25l1QmOBKD1EU4Afn/wZ6TrDse1XvqufI6Hrx5eizXQUNW3lKQlUyuPHNWedi7HyiXRck7vs5r7HZdo3Vquzmky3AQbyWiQOSnsTnrLUHPSoJwDX1yDjCY7YF5ByJ3+hZVvqrT3tlRSYoxDwBoIh5w+1Lito+Fwj7eOtrlDHgWNT1SEr2Gx4WTATSB5fMMkf0AEnGBPpDwD0Zj4FXD+6L8iG8a84OrAp3Tgujo+5UhcefzTHeCFmK0D2QnjK+IjUpZH1QwhAegNAythJFk5yYf5CrE40YFgBtsOZjhGfGAoGrahMCeIkJZ7D0Su+lDsDeWjG4AviHLiTDhKVk3ok0kGtagRvQZKE02GzyL6T/zhjz2zg8dgNCJ9ziRFyeMw2SqO1iLKQ6gZ3AYvyBoLuWmSsASN+UcOpI4RUm+5oJDWsWRaEFNAOtooPZaq7oF5d9jxy8Nu9xMp8lpi/AnXHC85gofRq0lnl61iBvMrVuiR9aICxswEaHXEHjE3wqrDqjJ7vqtWz1dKFZxK+iAwzq2U1W1P+9RyMD/kPIg3F7HcufSs5EC+B0zPZvNuv1eVdPAYpTRpJobe3YYd62l+OwyrCTZ1uLHD39PeEv77W0E2gSjDQxx7BU31O03lRc+afaXGxlv6sdclvTrwWzpwXQG/5UhedfzyDsQn3eUvv2NNiDGPeW5aW4pEmW+P6dHPDa/nzJewJ9aW3fMya7PxW6rjVvtMbvInSCyVQROAUgKPd7QkkOonV/L5lD7ZIS4JIA7kgZEkHxIlOSofhLBMjMRlyCvGjDUxU9TCLZwfiHXDA2prQC5zkjZKDMQSwS+YxqVovVKeFpz0ZYXbYCIQ1a+aDpWFPoi9TNaGbDggnFp3ih0a1R33MRPEnSMTzRGCRSFjFj7mUYRyufF8xmnN97F6ZnehxKOJJ5L9k+S/P8A42/3LtZajYlqL/dz+GvbHXLL8Dvn5+p57zMa1y3k6Vs2lnhA2X+fKBcnXgnxBfCifEKP1i9zoXPVCaoDoUaXPo0bxJ7lbLK9RnjEak1EkM7CNIFqUexDuQDds/vCvginwtgQLHeZ4oasDVwfe3YH5XejdGVzrXR34hzvg34tNC0bPa3iGwGjM1pgjtmtxos7Tchx1Pb1oc/COI/0JwVkXIYieQC5muz82QkhpmDD2+z1qicX4kDbhZYyQZLsiNR+oUtIp7ftsPRZuR+EGA1JL3EBgNKGjGx7+IrtOHzJO/lOjr2HQevZ4VD6oDk0plMQzqGn1UdljwfCjB/MkMEk5RjIJ19XHmpPIpAU0mcGyZmb6GwRSLiaMNGVUlLvLCps79fSCvh3QptSKDnJcmC45OVWJtP+zkuP+ICnltOfTW5XM9zjPbHju3vFCWUuo1Mz4iOCxtI6sdMCW1bp5pF22H7+tvLNpnvJ7W1X7G/0tlnv7MG5y9c74ugaHkXB/I0rh0/NBVUiuIN+n8uAGDvj2FxgWnAnc/sEl3EhEBslzBjMlPCfaFeXqwG/twHWV/NYje9X1oR3gH5H0qenXokv5yExwnvhJj7kMdRiYC+GYY05Z7i45JcEyHQvRW7MJsVXkg00O9BIZXTIdnpDW0lovDK0txcJ1W4KrZXkpm2SGshSbwYSBh7vKmc5QKpGrxXlqCq410yDcIEfXSnWR50qcDxhVGCksj4GSZI4aff6UedE76d5ITustWfZvFjTmW5GnKo3zTDLKQ38wEj6GQKHs5jwR0cdOeM94a24Zq8n9w6818Kmh08qnXJjiIXEYcMGDelHLNInPgulAjLVkYIJW51RjuCAd+DAPJnXAZRJbnYU8OPmpW9wgWD3mzJHGO/IsWRWCjkfhIeflxVCn3KaWLVY01oQXpbay8GkVyx05NyU0zMj63bKlrEd5nPkeHMV5tizL913a+yklOyHbPvAGL0N5nVPiXwPTX/9AAj0Mz5/WdL7g6sDVgYc78HG30ocrugJcHfjxHeCDG8GfzoExkvxDniiOqh4g/r7BZEarQ253GEMjo4Mye3o46LVsXnNctnlE01T+SKDWN4Sd8Do34WV9mmCCcjDPxgQbHRkv/Ckl2GNOEycHkzn7DCzxZWqj4TFQHgB5NFdf5Fq3hvtqOGOKcLComXBNIUGUtflXwnB9MS/RhUki2cT/g4mr4C6kYp1F8JGT5+eYSUpRJHAegMYwRpBMPCdcXnormg+YYi3n0vHSjnhP6BYuILjklHMWnBJxOv4pbvl4hGHyJmxagy8PHYl//wzk8Twbj9xwk2c+NWIuJZ0q0k5f5LuJWNRjVbQV1AQeTrGtuAY+Q5VyC9FEaXNdqshcWmMT7kBDv6FwR7AFk4cO5ZNzkRTH/RbVK6ZXlNDleaSi3enYlydjExK/0ZWoq/e8aeR7ljqCySISPeMB5iZLGS7Jv2Loi746cHXAOrB0xZj6QlcHrg48rwOjSPorB37Jlecgf5ZzgeOZuxuaYtEu+SN6OvLJvVfe6b2Sx84IrRlfzCWmTK3uIU4L0vmhQC93Ht2o+Ve/5H0DBVCfnUn+Yb8I4GGT+uOZ4ocRIv8ojXgY/GNFojYaz3ZKgDFIycOjEmHuHtw6Vg09gGOV6jxfWeWdrbGCZEpMG6buP0lnIdDhYuV+0GzFecaog5uGfh5plVm0UAluJr1VNaJvZ96ck/SKRaNNZe+H/BbYZSi7IgNbhBtIx1fF6mXcRemOeKc9xzJXPz9ItxdHF1MMKHMP0vth5sWXzlBUIDeDyvEaWZUcR8rvk3ltjhM3qY+kw+YRxOdAkcWnEBLhtVOpcmOZd+a0kcrHq9d66jckLYLfA0odnGUJmeaOJuYlS6WxJJsbWyNXbTsjwKZN63FxVweuDuzowHU33dGkp5lcga4O7OhAlid8/4I2nOFIAIoji22VmHUVNFRuuN1M79bzo0C9zek7jX/1658Jrdc3SmRBZvkZWjD6fDHbKi/ufIKbsr6LLRRF27TxWXDd8NqhLovrcRQPObQyCbs6fa1pYwxdiLPDmqfq+K+KKKWznWUIkAHa1CmxxarHTDnQjxihPXiWxp+patZaAueMErsjTzEh8VMIMsVfmB82hVbUzNvyqnyJgj0GtFnvvjmlfnMBotR+9JzSmRqlcsJ/xTlTMQCVc02laJJxzNL6x4rlSrelnaf1CE/S1qwPB2TRM6eb7YWgMqtxZhIE+1YfLhSivJ78ikuUulBjlB+kM86vgy7fa17qXk5j2j7zl51fpdmRd/ruvHflGBp09JII8eUYub9jhFYTncHa6HkTX+jqwG/qwAfWEi7ND8zuSunqwK/rwFdTkX/16YWoc+of1nOyxzgQCR8+Exrc7yB0QHF+WGQEUAohQftQmXN9ekUuhHkaElGYvMIgWie9QbQivRCX6sPAsghPfDDT+nQ+nM8DDlIG/WXpwoWX9SqjWQ/Utq7C9WYP8Tx8JUDDpJBnsVgnhum50DFCNLs24A8MjaLzE0+RAxk80RT9xpgFZHscZIfLylXDaVx2DNTYq9dPmc+kTh/CqEZeQ2Uvxw1wv+I9GsgklbKbuspnjiquM6ODW1ocKo6hmseLIDfusD4dzoClkrDhfMb9UR8ppdwx9tbjScfVXeY46nbSw4bv9H2imfZkb8AH6t27xMxulCFlDjOHgeCBvJvj1DCDdfaI9p53NdYzVq3RXkn5fb/2m98Rp1aE41Ld2MbVkDwFlNo1I+SKna6m84rZN6iuJa8OfFoHruvk047Ilc+/1YHy5Zeb9wE+XtzlgZ3tyCnhBSFn4FQ/VV9ly1TrO7LLif+Zhglg/bJkIUxvKBtukTi3IuNKueUB3hQd8hsT7dtoLde5bbKar8/EBLplvP+StpW5cFr6wA5jrqWQYBo+qXwZvYVW14PzWhymjJexSY5RXf++FRNh3z1iSqQJJ7Z/NG3WrVQzs+2N4OnMwsJPX+d5AaXPMiEmfwYElBLrqEBKxDJNolUbEdSpNazyl1Ke/EsX2Q4eas+wJgANx0znty7DM32IPQxYhLsNzeMFvZuynh+zVKy41H1mdp1+J3usktDhQMpSHf+c9J4TRfLrvx9R+EJn1Xxl9it5xeTbVOVWVDIYVYnii35EPLPvo/h7ZFs5pibId2XMLFIHfFwAABAASURBVAlNMpvMzmxp5oCYPO/IghwPSUSmsf6SXh24OvDSDqxeny9d+Qp+deDqQOmAvLTa1eiPQPLjHmNyztieSQIJGzMmTvEzkkX9Jp1hQQDiKPGCrJGTIXR6igiyQeX/bsHa9zzrJtCpAToBylMi6EZ/gmEfkS9Qsmam+IEqsoEu3QiySMITQySopfxbISJYmLwcxwtm6WtJsSxHCilzchOcTDecN87OsNhaAULPLA4IJnk5rGEqlXAs+b+F/fP3TyJOf2/ACP034ZVnqRHBH6ZlLJnTILhUslI0EcD5KUdWJpHItBZaDH7kxKoIljzawfOU9x6CSYGgwLw5dpptxnnQAKfUgxHOuZdThgSBYRyTHsGWfuTTyLJcW+ntH7s3YN1KgTk4Hj9lcP5iHFr28UUHy3kXHA9MROSLC7N70hJxb9ztMTecZ0bJuXzm0V8hOXJxHKnjgK02/hXFhZg8DmQP5EXzF0Jfds+Pl/b8HQergUi0uFljpL/43idPmvgotN9X9F5akLoLrg5cHRh14LpqRl25ZFcH3tkB+zaLFyPe10sGfFzImXMRCcHHJYIwT5/usj+SMTsk0Ek+d7ysC4FJtanoUrPNcE/xg8cKjChpaDYAYO1Qldnf7UU99kUN6tyuVeWFyoWqBGT4w+xU0hemrSGtfixBt2G8EsyFK1iegLoYS+ZfY8WEV0JCq0UiLkDTbnZU7sC6Wt8tt8cBcL9HMMPgQGIk2cDioqhV0Q37QARsAlFGCGeULvulaGlmoC0dc5jZZEhUcZO+gMX6esQZ1PpCEqr5UN+Ens91nynRUtBvpoeNNgxSqMBqwUHSjaAsMpOmb/3IMYkZ1KwqBT1OE6SfCOA2R+Mr1nOJiBcn2hOyXuWD+7K72pmk7KNz7gIwhU40Z3HkdST+NTRc+nOTd0hirnsP1FJeqIfXKr8Pvq2eUW6xxpH+ERnuU6z5eIguqY49Hu/y2NUBOUfHlj/jEKwUMC6rky5UWcIqYd9IxVelzi7EcPWFrw5cHXi4A9dV9nALrwBXB57QgcxL0Z7y/c1BHvwQGy8ZGa8bBHB1mJ2hKhcqSAMpqtGUXVgIFYDF8gnLp+EHepE7FobbDCDsG51/FUlJ1gj53gEnPiQQxMXqaJYShU9cF0YYKgGBoTRmpyVATqwLMxQJL76AEy8nDElgkAlRCKSPAMpszf0NvZEysvVv5gDDDLBRyYyM7NUB55K8BCZ+PONqSWmKrC0l8oOTuuosrlLPLRH9xYv93z9/kgDoGyCFzZ9RaRLj0SmkI6F8IaxPkucYSFH5RLnTihEEQ+l+XlSI4fdOVgkQBtots6Q0YcNTziziCTVgiMKnnnf5S3HNz5dpJZ4UMYFWxAqsRyXkSa3DqpUpeX6UKJDxdp1zTjlnFRtKjnmJEVQbZjcIohm5YYP1Zy4QsEcEkLiiNGOZsXlOGdMhkG5hLG1tAoealzMcaDypECLJnakRBGbogPNWTVx7f8oOkJ0tWWPrvNBgVQ7n4x7DMHOhFWtorj8gOZLjEdt5Cs/Idh71V0l4r10o6PXdG1zvdo9YSGlZPDtR7HrqPfjlL3clvYzlviQ2Wq3OIpBpFlak13R14OrAMztwXWfP7OYV6+rAMzrQPIyuBRx8ka+Zb+rahTPeZvCszxkA5wwoY7x2lRplqLitELwZEWjCBwICnhnsiYGcB2sSkdcA0ciUlJcND0aikEA6AEMQuCBefl1DljRVxLugC6+/pkiJz3gWbyWMWrA6MbKfRgvN6YvTPtBII9vwqsQHPS52y6m+g+XGadKj3ci2GQmqZpOiOtvjHnZYuOFD+EP6zy1xQ4h8Ak/7mSuFgBsfIAmg5ZwgPgJMD/aMT0gSxPLCuSIs9M0IPi5XX+d+EJZaOBE0b56fPEknnP/T9F8SOqFCDoBafdKMpDCYIrPqL40JOoLoQQumYQdUdaKWhQFGkflpR4Fc27w+sFDOU8o5C1AXobslVFUGSQBaHKLnRDArBKxHLshNPUM0FsA5jh34O0BsEOeOOySQs4I5uSyljfhUz+o2b+rMX8h07sPUG087CHKvQC389R71d167JAA554SRUJ4BcsKo13aGFQeFxACKJuBmzFZvtIWZ+RXNKUJKjEsLjeNXolneIi/CtxHjct+VDA9UKHWcTDAYkUtO76phlNMnyez8OphS7WqlPAQ7y692nsV6fkOigpTwLAIOlydm0O7jmNEEcK8lVvmIUs01Xx24OnCsA/VqOuZ3WV8duDqwuwPLhn/x9ddru0cdUfOhPcmTrbDNNLJvDPYwi9/9iC5P1TnlGGfR3ozow7tLxpc7sYn3ot4FUcx1Y+ENtQURlFER18nkSERM+gTwBVHdGJCg3KtnWQkPSnEdvNdXlg9YhCoxSqo3+jFUj1Eq796UERIe+oj5AiebP/+rf/2Le17UyU+EHktBvCWWTMIOJ6qRUkroCWk3irTLajVV8nZKDvD5VfkALt5NgZMcJ56zE06WidfDxGoxiUY8vnliwgZMa5jNomJoXYUDv4FI7OVkEYoNQndyyuhZztmEA4TNCb1vm64xJZPR8ZRGIXKKH0Zpb2x25JBHtGOfWp4bJdgvwbdM6x+tXNOsSYbghm6UsvyHSTRoQXI6hc9SG3HBBasR2dfgNjyDVXeT70H0BP11bXbCkgkq1ZT8NQPRVye1aWZdqxEJs+okFsemuI7SNxwtxnCsGUMSagC3c+BIHEwZHuPYX2NxlVrGKENe9qsixcunihdXggmC4DhzBoMRiz9YELyfPpCYVfuE0Gt9eEL4nSH0GB2oStKWSe5DpAh1OTRJGMP8ogevnK1DhgD5fDAaQTWTrKL0NV8duDrweAfq1fV4rCvCUgcu+dWBHR2o34PdA448rSY8DrVBaEVopc/iEBmD0YhGLynULQF9XEd6esKdRh9QPOpjmDm1EeaSVr/CPeC6ElVV/ZO0SutcThpvsD0oO1stVyk3f+Q4eQwuVNIigQPHf/CZmz8CeBDk459Dshce+q0BQ63paxyzbNHA9a4rIz/5N0VmV5i5oLDJXixN8iMR+80NZx4DFsBjrZs/U0pgSCfWCTbx45i0AAWvewzX6FyIFHGFuaTqSCF9IFoRQI5eFlwFtZAygZHRMOiHCHWy80grn9AhQE5pwk0xg8uwysCJfAaDYQhUN4IC5lBSkOkKemGoYaucnC2ECwrGaS0v3twE0hO9qAJh94sgSTkySa6Ku8xVnotRVqH1SBnOXV5F38lpmkYyUbQTYtywYcsNrTsnau27kWTfJphTrGDKO/O+q0grI80aMrLYmUfqP2f9ujhIWG73wK7hNau0JR10Kl+ZWZaps14gxi2hQR1YD8McqCcYO0TVuqiLqBCiGkdinQQxkan1ggiOGCDmY2Y7N9mQ7IgQTSI9vMiYaT0QjblkQj0Jx6Qd5tauaTHsdLRicrwJNBi9he0wVdpFwLXmLF2cXsO0IyzZ8PuHNyVJa83QA4za4roLXx34CR344Byvy+uDD86V2r/Vgckfsuvzgjag51X6ghkPB03UjMdlgDw8Z9HoLOTy1IcRS73V6CyC3VN9CIaLxJbJuwVhP1TfS53fVYMbfwzm0xJhR0IrBS5HyDjWZ46O50NfgvPAeMq7CSQ88+Eo3v6kuhEEPTaCMB8cyxXEQG6F5aN4QLvlQNWVkwJfyUoNInyGSErEJG+X45Rk84elyItibowoFsGXzC+Zyhqno++MQDPWSIhrUV4OMBmFCW3D2Vt+nCZuosLE+6JASkRJ2oYJI/ndCRsUcjeSCXbJP1WQsziYwuTGReQayYEKpEAUoRXBgxcAQDdwwEdjzzHImEnWQkTae1Co6cJKCYra98ksIkwk2owgTKXNZAZqintoTl3Uc8PLKTe2NL+cQsqJn5vURi2BEkIOZpBjZIoHIId9IH+dyFcMmCSAe10oFz1GwqiLM/OAimgddvaXQVrTylWKVgRbGfeDqTmY1Bk0B8xkBZl/4QeEmxg2NDA8IPo6YLvHdCWp7H3pT7DeZ97c5B811dllm5jmEcSBAiHOT7eVRCVq1GM9DIqjlDxvpH/l3DADEeqktpgxpH3Eqjo3P/t4n8siXW5XBz61A49eYp9a15XX1YEf2wF/ZvAHvRQeW9MzPjXwIFpV8vk+55xydoB5TgkjyYemBDKOSTfQ3WI6tjEdMDc89nK4qjw2LK7nljuwFCJTNS4LFKLqFihGIMhDy4LNa8TrzWQFhLj2oocUQEslFu1osgW2qCB5WcNRJP6fYdIExhEjEhH2PLnJU2R0MtoDYi2RgMcQ8vCEXuDcd7eHeuJBvgGzE2g3n70TduKQQWwIqsKOwoSTVyGBgokM6AR/wjTPRc8A1oIKWaCkSZ6EY9KPgq1dEDuV5D6Yk37kduSTYJVvzVmibFkFvZyPmojOQTcg2QUC9g3ibTQtL5uTfhyT6wuKOuoVeiuVnpgl4ejnAj3O5O7YWEssSoC2yAm9wVAJkwGILdTQYvYBhZMfgJljnwZP55tWAhXzHVlBtWu01S+6rJxQjUovPA3zpejVs6/v+BXrxbLW49djcZOrqvLi1yYpojIFHW67RUwiqMg2sKZrDJFPl01QL2uCkZIzU61UlZgXE4IjBizqaGypJFR1Q4mtTI34Yq4OXB14fgeuK+35Pb0iXh3Y3wF76tBHNJ0Tns75IJvKhw+AhCJ4OcFMsueBZDCwZjYAWholTdouGZ2Qzx74GaMsRuYAeG6OD7h2pm2E195Oh49N/hRZlm4z6tKtrNiv2a7papgRpXlixlsMHxtvxAD5t3+AySc8qHIzAlaDEHZRDDS7RQyMtdQeTKFVous7becRzFxCLC0CMeE6CLsikPzQgR6wRIJXwNNnIsMpAOUUfz9MaD0TS8B9Nji7mlMlVsYj3PK99xm+/FKK5wQhI4qdPqCS3KZABBG4fUPvsQu2UHIp7cSCzVDMHujvf6g+kxf9CjAJMIZAjQdXHWueIbUquIiRa1G3ckVrB+fWWsRWt35MWtuj3K1sAtEzFhtp6kaQT9Q1qIair2SfG+/cSXeTTQTEQ0EA+byxGpBJPW+pJtLqumoZTUjfmuOkNon3h5ROHAM4DcZSxbr+wGFDRL/WJIMdraKWVVMpOJShVoUtRG+NryF+9Rf9mOi9XnM/H699Sa8O/BsdmF9l/0bdV5VXBz62Aznzi7imx5eK9nHP9J1d9QDVOkCwfzCsrZASGIzET85FSnYTcspm41jZetNZemRQuzgXywfqivFIlzwGdXEZAu32QYmWnvbEt2/h41YhVTpnToROTtEjwGMmD3t4ZeCmj8IfPMnd5AGQejDQPrLKwDf81TJZEya+FkgM5UCk+tw+PtptSwIXQkicD5/+ek+YNwADGduRl7IyTlsCGYLpEj/kCaQVWk5lj8yaT7JzwbmFiKKWaWxAVYSx1WnpxE6xPYQmyuAcwr1FzGSqxmQJVXKSWjkQvPZq1EE49TVkAAAQAElEQVRuVXmcapL3JNj0hVBusqDeIy7R95TC/ACry0K/Z91lm9Xoy27fpjmR7xGXcoC+rcBTCz+c9oMBjrT4TIGenmON0XKpPKsl/TwrKYnDO6aG1VU5ExL/6TkB0YotZMLUSS0rXyizL/xFXB24OnCoA9cldKhdl/HVgfd0IPfL7HnoDT4HzYOnkUyALy8BqKGYsfXPlJVyecSkx3DwlhO+/bkRJjG5rBBPmhbjUeGwsRbKwkhpyjAUCvjJo/m1Q5o9ONXVciW/i+JxI+CVXjZh8DaqmC/53ACCErKaHvjKnKfQI0bCCvK/mNdAPIZKxZk2CTtAtKdcz2lSHaCd9RG206G+XhL576dRHQbzkP5LvhA0vc8pnrGRTtDAOo0+rd3I4phsaR2JEhbjcWvSF4P3TPE8yHhpyjkvLDyWU5rhlwTSez5dY8dXw1oquVHm7DwxoVEPGbXyg+h4aLog7Is4UMXicpqVLLhoI1rcJRTrXI0rpZqXzPwHgA4E9k55bo4PhBDTL5k/bcq4I6UP+HiXN1I5cJpuRPqVat7HCb+yuKuoqwMf3oGz3w0fXtaV3tWBn9uB8FhaimieI2CAUXTPJzR6zjnlDEgAYgDIslz7CHSPqkJnWPMmQwCpo2FUtHeuL+n3vS5zOyZlUpYkpBVzi4/6u5dYLEhCPzYhMWxqrMeoBZHSbEilwcNyRigCkI/CFsI1wBoNxKGBrGF/S9x0wIRtB6XJ6wMfeFjIXyWgQB0o2Qnj15MSRghOAAwJatiQiGSiwI91fNniyRH/LhRbYTxdxJeTMDKRWwWGWDV4ibLNje2eLcPEHGbKDxKEUrQOnEdB9rJMscbEqwk90j3eKWUh9q3IK4uQyp0xNR/VNaKGqfopMY1GOWSQsMnl1OZEMNlZlIvjnKqSYiSEy5G58I9MONq4lySBJ5RjqTwjs2fEsHQiwmHEUEkhlN03e/f3WX+81Yva/D11/6piVlvIU5fQGnWShm2Y1u3irg5cHXhKB/6dO9BT2nUFuTpwpAMj2/5tHl90+ibTGXcPbv7zF4gxxNaxMM+YmifqnHJOBUAl/UBIorGFwMTJcXk5ggAjMRjMHhvo1akATGDkaHJBfUEj+04mfq1sfkOdS1qPnVx/2gQ3rkCI6ZCmLJiBpBRoOIIuzz2HLotCPU4668uanOI6wQuvcaYEBb4OE1fBJtXnighYh3GBuPdkEfz4GjYEa9E7Fqabyos/5HU18zAkb6TQf9pgejx1ZOONSbIpxJKoNYE0DYkXYdNg0fOYYmEdiDFCKHIEihyDBokB4sioR3Xm5SpigPwbQCljDyanjOskZ2JA0o/cpktbswptvqfKl41sFzk220XEHLB6Eli0KkdYCV4NdzN2bOxONPKyvdDVCEjX9KAwNtI22xUkB1cmMSp9FA7TKFGIfVR1dtE5jFow1LcQyj4+W5ZyrZ6NNqhvd567Dc8lVw+f+Be2ECJemTQ/nVfMHlXtzufgQoNDczDCYXMpRSa6FoLMc2FX6F1Gz83rinZ14OrArAMvv4fOVvyXBFetVwfOdKA8INiDYIjhqh4Hk9OkrCYTQsgCnAB4yZF3F2KofMxuHjAVnWNhzk8a315e/GEYzw6e4vnI5qkLGPMA8jiGDWnAhlHRM2bZlGgCsekECHeuKWYypfpetuetDkvsHThcMNUZhO0GCaW0kacQcycUZ11HZwp5pvD8gQSDkjGMlBmnvHUZayiVxR2s4B83oUwMS7tSJtDjMRCroli9hRimgZVFjntB+SeNRACF7nQ0M6WvAG4C8TKZcD/MWc+JhLMlyYdbEjjvMIQdTDOVhxjYqmhusHkOSl9k0hBPnucZjRbYzHLktC0rZc06ue0bLNrs9lUU3N9EWrFAp6uVQmU6lvMJl3YBJN0Kxlz81eXYYkG6fcz2l8Bt8oVlDol31nwo5gcY72/kerLWHiLCuvFJreVqKH2dDHO5XR14qAM/wNmvkR+Q6pXi1YF/qQN43MOYV4yHHoxUXjzmFuclccGcsgTKwArCholf4NUjBw1IsvgTclAY528zXINvdbKOMAj3jIH8MOaRZA1ZTXSVErabWBfBxcOIrnwBDmuTJMh5cS4PuhMk0UIIh2kmgGzHYD8JwbRjg+YAuZQOg2ODIGGHwEmeP0IjPDHQYEAzOtgTezlabCQbhP1AESplSywzcHgBw2x82O4x4XdUOlyTxxWZa1rY2MMx9mypIpQiXkAwJ27+MHTGvS3j3Mgpp8RrDij1H8gwgtQ2h+JfM4VWbTg7QBgHxcYzByP3I57X2rTiE0IW2V4iZ3hj0D4fTsgcDDHGFkjqMg0sWVsQd2zQOKkWln5KhUiHPgfSPxR32VjzXtYPNO9PcpDEkqg9oC038hkfqI8ucVCG5suZMDB4k2i736NEnpNzuzY5BdzR/XbeLL696rZFE/BNzLXM1YFP78B15Xz6Ebry+0c6EC9Ff9jBQ5/8nYLQAlHJBKFjkA8PrBVi8Bk/YcJIicsAJiGSfPgqY0TyFGsEGLvtJFZPmfiYUNYNEblaYA+SlqAhOtc6yC1BdSA1ld/QKLfkdVbO2qtvy1X5BrWWGnUb7qfVHpuYsBboxB/ExpB8iGQI6ZDsCNzLlkF5uoTy5i/hsAErGRGXY8+geMGngr/2SJwoo+AnA4tEzWhKkr8WRp71cBOIQIXwnBw+qHDmC2AJnh3rcPq1mH3Alc5zAfe3nHHnIQwWreKccs4DCxWpRmeVxFnPRq4apdt09WAEtAsupIA4/IZN+oUgbXp6fLtyca76Jby8xFJflz1UU/un/BtnPViyIEk9albzdsHiVyfUj+G8VCWTS+Z4Qz13eFjCKj3Ize8+LljGJdFCDGzXdJ15TKNTnWQX3WJWkV50eIriTQVuFoQ8MPDlU76O95e3GdxCuR3u1Sa50NWBqwPzDviVMtdckqsDVwee2AF+683DxReZudYl+hjoXMF8uOPLBXERglgwh2Z75Hvqw2VIMj1lImEQXiTuJkqw5XMqbyy9eXr4U1c5Guq858ZKUiQmFIyRmn2gDddzaj+PFMuaMVA4JlE8p7OJHIO1YIYgeHzoS6A/iGlklSG2sDKBWRta66EnRlxY9CJo5EopH2a8TKpW58RzOCU7lMwvg0vGC9kxJvtRyGvFSxd7BZD0KQZ940Usgu+d2H1mIGmBIP4rr4mgmCcAYgzwJncfCJ87vnDYLTh/CZRztjPFlrGbTDa2URahKxPUA2FqPxYSQto6gJVhyQi9NDHCvR5NskumjXzLkLnsWZ92TeCHGB7lhGq2siuLLC1v8glHodyPitMRYlow/iQxcsRYzUgbu2ryFmW5nldW26plxfVSvfNA80ARvOvztSkR4GRmSkY/VcwlKl+fz3mtx7y0Vwd+Rweuq+N3HMerit/cAT7tDl7s7Rn2pZXnjFUwlheR5AZqOinoA/bJW40+DdT4XK5yD1CaG57/5zH6NRsL+jWCOYNSp3a7YG5zQLKUzpfHwHpONjj2amTDY1scWBfBBSMH1+3DHkEwTgLB1helR3GWql2S1xj13eEmWwH6p4zww6hWgYIcIwgq6fkh7Sq03INA14mCH0Kzbv5yhj0jTqiEWKDUQCtntCM6u+y1WNYqB8BzUXz7y4xH69OLMNI9QzYlbv4wElfJOVwzgUygMVK9vwiX+CFFqDpKdwAXJIjzDnttlRrGe4FKnjczp13RdhsuR2Mdsa5gudoW+zVfMG/IJ2TWxHsqw5qPBuwK6tjlaLsNl0Oc1Swc1oT9vhDSE6xH2yXBqJKrymp2jmLGhCVvPXDVYmfOS+G+VX6gkTR1WM3ZOmNobhqClO+BudWm5GvT4jK4OvBPdoBX2D9Z+FX01YFP7QDfKfLht4NRNXkk3C1jHjSWKDKROwf5oTsNnxAIXFsfqkjtg5XETXXm2eKhcvYlPrBCDzCiQliZonREW7FyXjk9sjshW10fnUKDMadErARoXUdYJQ/O2AEQj8HiMxEEGGLeTEEYyGISkgsk1OBoTwA3Gp8sk7Rt4oZPks0fzNgNMvE3po/eYqONM88XSUQYUMgPqWJfj1likw+I+ROgffmYmJflknEue35Zrikunzm9BkLoXNZbXwrtCQb6K6Cjd88QoJJZSf9+UG5lZq9Mbe0z7lMQCjqQGKyR+AEHWJ8eJw/YVM4RzVbXnxR95Hyy0N21fErtj+TxiC8b1d4RKHk9hDVBYpQlhZapiEDMBJCdGY/26syal8/VgZ/Vgesq+VnH68r2B3eA7y9M/6+/u5Jx4JVYntWUkEciPmULuCGxaEi0ADF/KATUyDUaRXgJgBKDTPsHayLhBGsOrJlzThMg54zHSUJKIFNOSUCnJB/KhJCo90S7JMI7xCwOqIyeL4ohIY8EmGptqKO35FqEXr7Bq8tyPqrfCBLUjDSlFCTPIFE833ybUFypEYBBr5EwBug4XOI46nqaNqPYvd0+nu9+Eg0EBpzwGq0C0K8Z7Ba2M9qOyZq+HvoEUu1ADAf7QEC+ic6kaUia+NXA7Bz2rLU3L8ZkvDs2UhyTxoYKr13563DkqTOIoSNt6mcjWUJPlllo/etfEEsZMoHB0a5kksPFIATRPmlCPJ4NGZgRc84pTznxPoc5veOzuY7lho7UdNAbOeNlSjzKVXeCYg4s+5DrYYeN6HcUtVLJxIMiIZgtQZgfNmmNnM8mPg0cR7KBWSfa73UkX38m6hY7xu5PLcm94Vj0X2e9+/isXrNHmt62kN80wxyGwtb34q4OXB14XgfOX8XPy+GKdHXgl3Vgu5x2E4ivFd2lmDVGNpz8gZa7IGnlw4d8gtsXUxGCu+OxmQDShq5RFko55zQJTIkvODlnyFKySTAkqf14/Fa6zE3LKtfAhA8LZPXZAGuwfiAUQXGB7JQTwEhbpCDrWw/9ReqTaME4Brk6uHiqmwvKFg/Ns7BPItCIRNgKN6rBZY5DjJJ7Tlni92vktP3pfUYebsPzvOor5/qqW6dGO6jmIQcAEwaPEs8fIeWIWcGynEoTTiSlTGdhiMTMicJQMIJoEOmR7VGZZli99savfrKfQjcCeqEadAcEX8Ju6APEHGUZqArN0+Orcq+lJMewhCVys+xuf0mpkLkHS6Spcsr6MJStQ/VdtJOgE9YJFuXUIWH3VpAYwWiblPuVxO9t43Vo9NCu9wMvScgEhoM0gfR3wt4CQo5yeO44C4TgGVv+BwTB6jxprT0f4MmeWiaCvvJ4nTgOyOjpo9Q6ilzr12yzXn/KpOd9VpM4uMxGrKfnfjC9Q+YnkmX5vDkDyy80gdsl/ZjOFK3ZU7gT+T9l3SvI1YHP7sB1Zbzi+Fwxrw7s6EDZBOJVCMh4rMl4Fc85p1Rwaj7ytSkTxMQGRPpEzFda6DhEiFgYCfFS/IjOBTDAIEeUc045K3AjKOecIEj+AZcSpolTwgc0Zh0ZgQnCgRa8NE1LikU5IxK0SqU8jeqUIcpgARggih3tmQAAEABJREFUyjAP4TOsSDALgrEQZcCRoVFf/ygjWTaJUcJ/k6S8kt7HuVOqkHGWpfrxpKms0tYmyFuSq7eSynngKuFPTlwqnpy+UpLNidGK0AXvStKvcoG6JfmFCBYh1gdPMHJhuBl4PpgKi+MGdu0tsllKExXPOkWLSFeL/RSTIQw8itjWuAED2KIv9I7YGtk6S63YMDHMY6AGlJEC5is19KVf/VowmwDzUQznqgXJOM6CcSO2tZAnxUSSL3JPBaghmC3JXTCwH4iaUDnhdoEpJZxdd4AQa6cSDAZDQyTeYgfaRnS8d1oEznIkqXQT8ClMxtmX2o8s2IqO5x78Q+o87trsoAdpbQR1dniGjlfiRJNIr7i0qlCQKHpehN00aGpn0bNTil0J9BQtF9ZubKL9M+mFtReWGN5+F2zPio9lFFbZdBwZvKXJIcnvJPk9g/XlAiY2AMLNSeY907/UsT39uGw+sAM/KKXrevpBB+tK9bd1gF+K+mAw8WFtQn18TnMAmyhP+pFHQJmUrzMcIMeoooap4koNDBCGy/FlJE85CeScEgBzEqgT5CmJcPhEPoif7CNvq0YHxE4QgkhJESIehr5hkaCKySSkAIyRNj73/tc/8IkPlRmRJASPAwnUTeQs6QpM6obKb/L6WeXPp8br+zquzRAQgKwOZkiuQtQ77drcvch53BQ+URbpYDIjq908n4Q1TW8oLZwbs7AiYESCMGXiEeHmgALOFTx03m7AcqTM3vh7lJUIngxxhpQYyAdYbroh+STnDyfIVF0IsJEGu3swR0LiEsFrMj7GddqwoYS62AfiArc/IhUePSG+EQMwoKNkEhwWFZLZ8HdXtBMBrJSmhqBSejOFGcBkAqjV8ky/VksnAAY3rxTJDDPiikA9MCyWRADdJAte5HHKacL9IeeMq00hjT487UyegQkJHgJgMmiESFuf0pfcWxZNo9Bjw+MZc7dkDDUOG8xsWeS94fJStVR1oo5ZUlNXWcfO7IeCU07DSKvCUm8hVs0fUY7PqmMR5RituFR9pVbMoUKf+8TA3xImaNfGtsWa91FdqAcpL3nza2NJN5M/WkBIaRb7DQJdXmd8ddiKxhu3iR7tweYCzzG4olwd+CkduC6pn3Kkrjx/dAf8gbwW0X35yZWoTwtZHq4zTAlJuBQ+90CTJO97G6SxK0FxAI2jArFQcjDnDFsAXzUn4Jxzwkgy5SQfIuqEKYsxbgTVNjNrBGA04r0MX2hvXqg55ZSTDmASaeNDf0Ix6/yQHCVUK9aZfA+yh2BCP75wN8mrUFghPkFCjBEWrXln6UsOOicpA8RfDTEIwU0E94KeFyNMS3KopEE85wngF0x53kF7cFhM8cJZwrUcICtaEgR5AgUhB5DnLF6USUNUTme+VKA10jrESOQFc/LkiQlRRprgctLngJsp9GwjOUccwS0pI0246S+i/rKwPxAQO4DFEA6TbgSZAEWzfdImiKR22AgJITqMmRyEGKTQQUUyF6FwaxOzJTQ2xV0JzlyTG1BJaoGECQJxU6jxLQyVhTHCZYq5LkGUKhJyOHG9oKBfxvWXc05oV0oygU76kVuMnFqUESgnJpBO8ACNkeRTCOEStAopCSmT2sjmY8KHSQD58GunE6d0R/ckIViWnEAzdyKAjzsuAILzuqJxxuRsBHKarWWmimAXDAKp6qUZhhiJ0JoweR4oYmqIFZgzKUodxv6uBUYdyDClKYPhcEz6O4C11XVbjnKX7MzTzAylNG8IgwI8LkiORTsq90IXc6/bDruYnq/ieOT+ZULHxr4KSdz+XFzLb+XASKxXT8u5eRUji15GnnA22+i7RJ+NffldHbg6MOpAvJeO9Jfs6sDVgXd0QL7z/Au3WzB3/B52IdTYlcaEoO3W7NhguEyWmwsJQjFtmCJdI/h+XvQxVUlMpoTn+WIyJ9SJM0H16pcEreUkBupisxwu0oUg8zqI2d1mT/JTkERL5jPPndIxuK1jWnm8HlPnQB2BvGPSDtokvkMTbPdAc6Y5wU0Ff8ncT62ZxnSbyVxkIwML3PAiq0A7glveoU0FSNDOteuYGRDUyqlJK4HQJSB3DeY1guhMfSorUKPr2VqiJk2glkBhhVv6g32SG0p12R0BSQPRHKDenDM4DsM3yOSgUaY+pBoYik1IRGgclEFkJTArTUMDrmmkHC2hrQbohEVFcMVMjlQLKtW51ZBbkAex5kTbAXDzBxsHGTcPgQwbAhC6ixkjbqzCLhmImdysMiQAoVP45ARFaj5MBmI99o1mkfFSHPseEMIgfAYkQE7+KXm7ANqE3NzCMdUQE6UkQpnS5oc1mFEgTdKhzsBrwKHHuQxbLwZkGV6A65BWybMYOQGlkVwq5yzXGGlCEi6d+Gy5eCW0C3QhC1Ez4JdfFdMRkDsA2wzqIWAxBJCrQ37xxkUII8sleWcrZjLJZdtpj7GeN46Nnmd0t7pqdygUsFWFHk2ygTxSPEm2tX5NmYV5HU9a/IeGYc8I8/QpJXQatq4TXezVgasD5zpwXU7n+nZ5XR14Tge677j2ryn5E+1oqSc9QJR/r2e0hsrGK63lRr+MFzPiCrzZEKpkB4X+8LWPT5P4g2y81t8FdniKSZu75uwyx2J4ODHx2pheEnRjTTSsPi2bbVOpyXoEG4xUn1JhsCf/ajOiEEQGs9I3N6FExqXo80VCJYO5f2wPPN8GGw/GxtnCX4mIDrxgPe48h9ScPHRyhgJjUH7DmUXcw2QCeUcyWvvkmiI0Yklu6hGiC0F0TIggjE7QYSiNWWnOBAiGgzEc+AsggvNwaFyVwb4GjoZvM2QYedfoR5bYwXniAUjvB3KIdDUQYYxksjqXw7G68dCDlrAyUQtBiFFIiOvxAgN/1ZFWSubxoqJCIxRjFi9bE2zK8Juw65jRsIyNoJTZq5xSckyrADzlCksbY4ycir/KEV4JzGaCyKCiArqOhSQMJC0bothAuAPSwvmdEDnFj+WK1Yo00i6UlI1ZzcNsUr9OohchJSGB1gbKMbVfqUjUN3tAmlJW0dwyRDmRtlXA15FJUplNi2OZEqV+/qcXfryaHuuS+us/6ggq85kZOt1iaghRytogI4riQs/j632aBnQikHZQXrx4PQLkugRWC9EoKdcceQeKcaAQAqMecqqpMqDOyICiNNLBpCfdDLhZAryYOhamTvz34yo3oMxPYvpksoF1FcEWo/KFUqnORfhmAsdldUVmR1g12qlcirMk3xn2Mrs6cHXgUAf23LYOBbyMrw5cHZh3QJ4tG3G89PjFhy9gIthwi2P5YT3JI2qSDx7sBD84WRhDbbAgDKTZIGejZojGEyY+YEP50CM1+0LgC8zKklhmcyCjFBqY+BEZiUegHM5CPBLtoK80J/iMmrSvyldm71kq5koADCZuiCSgvE2A3js0qlrf8OoBHkP5c/MkJ8pUnQtZiKoz6rWI664BV/eiDfPf/cHGhXQEOKEztCpRcGOaAAmvYxOvV2DSAgiBQfOdMLKey7j2voDMWjPmnh4p2dCQGhBX6qmR9setPlJnZAs9j4YVizbh3GC/cs4p5wqpfDIou5OPLkdo4ZYy/ksCyT6QUOEyWRQy5wtOcqTMaRVJCL93+oYJPHKIBXbHyGObBXFr7P103GrnXG+nVfAc4B8EJGxoYciZMPedS9ybGrZAo2f0MEsX9BpI+lGl0i+ZNRsuo6D8aClq9CqgltYZhAI5MDYoM5IVRdbFM8zoFBITSI8A21F+SxasK9Oj5jbyg4xGQLOhIUxMJuNYJPvkSlOV/EOGAF6QTGAGY0Ul1lt6MRpPo5Jc5piepBX0BkCacgfevqqsUjzHm75KrjK562kcV5kH0Txb+boHc23tIzfPmXVpRJ1pQRCvQgh3enpSmNPrX45XB35KB65r5accqSvPX9iB/vLTL8WlQuWZTqYlC5WPvsZV8955ubr1OmOWfGAgLzXViaLHgb2Ul63HQ1mtFsg4QyZ8Cuo757zjZpGZkAU3Fh0TEp4C3VmdYvm0O3RcWodvGoShUxDOiux0a/r1x9caqOtbE3Ip/+p9nmoWOhAGfhj8k2wg+GEO/eehVcC2LIhp+kr//feVpuk/AHGGj/cGvsLpBPM0gSQAYYDCAPHCwRwIdYmWS5JT1Q4oOoQeDCzWRfQPFix5wov2JPePDE0GlwVjWhjUR5XyEgLeSSDpR1QyKc95SlonDwL5TUDSGNz7EdDJ5izeOgvZTnKvjaJgqQlH5QqNpBe0yxpzkDqDFY6fbP5YBWpliYb0VD6fxVIm0zH0BEcDspmTqTfRLlsegBjJ+C/ICEB1QCcxHVfNmELucs4Asy7+lUNiMYZMMCcXIm7ZMgMta1HvAJmTI4zb8bIFNQR3dNqxyWdrQi4/1fMcwXPg2E+oTWGCJNQDHQTtoIlICiEcp7+8auZiqgp0WRb548RC5CCuJJ52yBAeX3hnhH6xnt8TZs1HG6+z2/WYa9ACG40kXU26wFBYtBdxdeDqwPEO8Ko77nV5XB24OjDowEmRfbfxEUj+CpgQKTzm1oefSs3Xottcelyia2DGOO6tHu7KG4zTfPa0UtWIAqP2IP55+v4a1y09J8U68zlxTx5LNqw1xhB+yfhp8rajx8Nq7RMett13cuIoHjrO8xuaUTh7ITqaANdySPXsooihuAaB9GFYcvTghwM+7DDMqKQDAkO7gBcL6QYFdl3gJeo/gZz++29KhYZsAiRCwocuePFmBHAYXFWBMwSvHVhbUscq/usfilwG8cpg8p16IOosdrJt9XoVrbvy/kULwTwM/CmKCjjHW4fwS5OuzJmwZBUL5Ypc0GwDaZJDSGvV+ZBjMV7LuxgtEHf++AffjSyCsGA2EjfmzJ+ghpIRN4KU3ZjFesNmpI7HhHryEVxGbGBqIpUw5wgqTeX+DV2pE3S5UIowJXQPk45YSqRVi7kKaw4QyxhJKPO7BWkaOk6r53i1ok8LWVjMZfOx5iUqTgNRE3Ogp1sBbHAVekQs+Ddr0G8moHABom2kF8zH4oXE/NjrzyfHrlG6FCbabNIowm/Q3NgTgFOMTROIdIBRAjNpA4/hNUB7aMT1DjlexlcH/p0OXJfJM4/1FevqwBM7kPGCwOcdPPakRCLxIxyJl4OupHO7WHyYbDWVG/lV7RFKHydtTfSEvsaRPAGem+MTIdZcvuOuesOL0VpOu3VMnrDbYWDIh7iBeEl0crnR8zpXlmdHW4u8kM0a9bg3YjG0aVFh+m9BrKaCXhfgY8FNXtCBl7mzkfKwycPNHgH7BZBu/IgWnjrUX2mZqTZACBE9Z2JQjySrOtPhkY4yQme6+AKBtTB663V+xaGeUushysu33cHsflbEoxJKRCzSp9DzfMUOspsH9uUkljFCn5zCGtsRkPe20brFoC+sgrDuSO1gfRfhe/VQKQxXwIMUwVMJLVlnBq4UuTXIKVMthcnEs4KSAeyNqnEGASAaxRjILIQi+5+p8X8AABAASURBVLUHvGWoUMjxJBWNVVHKOIQoG9CD7AZWJmI8grFE7u84Ld1neIJWI7oOobs9L4YbOj8s7BMkz8SXAlO/pNuQl0LbGPF7pNUw3lxC6QVXBz6qAz8wme629gMruFK+OvALOiBfcfzO9RcCq0kee/CQKthkSR/v0js+7brvWLFbg41hX4ihIkkAeW6gl+5YavuJd8FhzugMNoK8vv1YO6Hzfq+9lnboqjly5wPf9JVWXkyq+YziQ+QsaEqyIWRy/lqEQF+KsCRIzhk4deuibyLdOzFifUZXbq/vg3ZcDMAWLEe6aS9owD/97YzZBXaAx4AbPrIBBEZxhgiQRh8sTLEhkm8DObhvW224kPdNlBkzepbsXkw22afS2bSmaNAdWzMr591A1azfxFpgBjEWLA+Ls3joLOTKJHnvM12Joio9le0EZH0EVc3mPUuqjc6zAB8lWCl0Jc/M5hNWzsQVd1VZu5V5fD4dTuqYr3863jzUg5LlTJY1K0ueclqJt6pqF1to9WoE+UZsw8j3bIxFtWxKk9iI9tPUV75XB35aB+K1+dNyv/K9OvCjO/CFF+BYAL8TCVGW/MENz6hZ6Jze8nnqMm2weY0LFcHwJn+ydscMSv4BiJUH4RXVcIWQFsmzN8NJjgtWmACHB4o87LPg8EioU7kv5DESl/iFgBVovERPs8dEqB4aoRGDDTGs2kXn0afIsBs4pmoIYZ2h/olCLIUhAR0LU6ZeiusFb8uttHJoOzzZecCUEzd/kuPEj/WCJK4+ebgX+n0T0rfFUIvkgCxqCaLjISII84xpI5iotXmJe8kZAumUMAkycoRUPjlXnrcoBxpUmhQlRwEJbLjcpZFn4w+CWznWhoHBuuhrXb1Pu1jOomIWt3RO6inczG5LcN5zK3KohaQcxy0f1+eUnQxUETXE4KJq9GeZLu4wDL7baUYY6j9LuJLmsURfd9Icy+OwdexApLcCHbHdinXprw5cHXhGB37sbegZxV8xrg58TAfk4Y5PecjIn9z44uA0xEeGRTrgctxjNfhm3vsfCJp9n/1uq+nVZ+LNRNfjNNpHb6cniwtux45iVzs2AJpynszUF0b2ibB/Af5aqLeuL5LWAEG3xB+9JF5Pq5s/8/VVEnsypameKLYFEbOYIvM0mlEJs4BS30xqAvcwI0GcHMzMENuD7RTlburrs24GmYoIIcRefoUDZtAJmr0euPbSKsyesKR/gpzhvxLOCYCczHl/UN7Lo7X80tOuVkNRrbQrsI75g4JKZxCLg8dLuiUTjjRDOSx67VXE9Sfph06dP/oVLTvtSRabgVaTBmBRSn3v/LrVv69CHMDXlbUvcnOs6YKcMIbnG9WrQMdlg9lSnemWvjMHWz3WV4bpy0fN5eVLLS3wASkspXbJrw78ix34/vvSv9j1q+Z/ugP85Q9Bm4AHWiXKLA/NMpko0iZaQs96WNQldV5aayRv14c/X5SAiu3RhwCzvyVExgt9fG8qMU8TSAzjp98ErUWnu6COj3XBvRXrrHHbeVnT2lXuKyWMyq9RN9uaUFz7Uil5ceiTIO8g4TNmAhDlQDIYhkBGsEzkngZxuRj0yErcAGMH6FM2AqwzjEk5MUWFZmOwOC9X0XECT+Q2jimTDTYhXjnpiqyHq7AWbGWQfD9YL+LCeoZwzilhozADon6Rxq1M7mMjg8E6M7M9NsVJe6gsFlbioTmLt82ruagNzdUMM4ZezySoOQNn61jxq6meSehlPvHovWyRYeC147OU1ZJ8tMAR2+qvWWXerdL1+cUd0AP9eIHPivN4JleEqwMf14Hr8vi4Q3Il9C91wB+DBMuUuNWx3AI+qBKWLQ5pnhiqW3cU2QrsLNdZ+gAw9PFd5/UmLUQ016gdZRn1n0g3N230JfFNvk9U5L1wJ48FMHYad2ZbjtBjiBPx+t7OulaC9FOpm4Rvg/RG4Lk4UDPoUgThZHFbx7BpTFNKEB0ceyPQjnAwPM39FztDd/YGRthVEQoYHEYoEpyfW2KD84xmw3Bi+/zJ/x2neeRBFkydMDd+mmSKr55Yy+8fjo8sdL+rl/24Z9FVraoay8YsqgIUdUBl1LP4fuyW2S9aIhqxpce5YpYvQqyMEMP3fNQN6M0aBj4zETqOMRN/t0Bq08R0PpLQcY8j0U/ZLqa0qDi1zGmn/nbU8zHwh6QcU1qiPyfVpUyW5AsVHTRfiHKJrw78ig5cl8OvOIxXET+2A3xQIHgBt4MPse4X8RNCxHBCywOlUA9Mj99u9pW2z6pmUyktbp+/2sr8QdODuZ89ztJCmawXoDGMaRHk8ksTYFfwr3gFVsWygaHk8kwvQrWQTQpeUw6uas1cuhu7O8P6xshu54cNddX1MG6jWDdtxh7aI1rQ9i6v65SN66KNx4m0y16NkWdYdnlT6LV5yPHnRJClcLFgkBxedaajnkCWQJrQbvxEDbUBsJ5oObVOwWhEala3+z1htAaM1UoOcXvckXaIia2zVhB0+0ieAnqO7rPnD7Iyp5m59iWKD6cmN7C0uBEXY5+mpWDmSjgdRR2bArPKZnNjNNM+XcD6nh700YDLST3anWX/Zc2j1cz8WR5hplgQWGqGFowu8dWBqwM/sQPXdf0Tj9qV84d14NF08I0sT7a3+qe0eObDaAPzuY3QSp/IdStyLcKeFdbsurDTrhd7fRVFZ+Rvm0gIvsUQapf2ZLZsM8v5GbfDZ8RYTnmuYYfYK8VnWzNrxXyhJ0vYJwBfpICeF5x9IISebAVX8xWrQYID0UqAN6hQBIZfWr5JohgKZiAIk91reGFRL6xsAdFoDvBgM2F+MyuRmGGkTfQEFKMqjbWRKEaIrpogeDFZDzqvl8rpsthmSbrTIncrFcoGRJY5yZyTfFokoudOL+xNvwn14n87rO0L6ortbZVzzvpcFb1zfxR7vnq+hUJ5z11n1oDd4b+5E+M8S1KFGNv9BunTS/STy/FvaNK4hqe3brzMJb068KM7cF0nzzh8V4yrA0/ogDyacoNDCAQkjec3jPjqAAWGC0G+fHAtWySQJhmjxq5hxvbb0pvsbchL1rbxuoXkIxPsDBuC4OTQALyh4s+6T8Z4wE2e6fzEORFH0w+OrCSwTyXb2M/oF8t30FTJKeWzrqqzyiKtkjjPWhKVr6JXU7phA4Z1EZYSCLp2twS+qQLMGE2iwI4bQQlXGEgRyQSbisO55XJRPnHqai/L+K5WXKooo3BEd0FHJntlCMVzlZDCpkfpDAiMNhpOIt8vAam6Qigr80gmigMT8ptZl4QKMTPZJQj5FdIL2wowymvLx/Tq2h5sfge4hF+RZjpAJdOBjqKcdP9ZV0lP+zwnntd4Lq2t2s9FfbqXFCkTQm+do1rTme5Wny+sszI8lRUTVe02VHObax4J5142qaOoddl34T6378rjWvfqwId34Aen90l3nB/cxiv1qwNP6ACefzC6QPwiduhU/bbQ3Ll32MljPR2wB4H58KAboXE899CU+NoqtcmE19Qm6AMMEvxFd0Dtjrej5Vy6jHOa8F+Scyq94OONdtwvQTmhl8/59ixquYTNAm5iFOC5MwsR14n0zLAI1ErnInwVwWUIFr+rcC4NtlT6xs7YjxYEWMHgdrujQyBUhBlySBLkiVcaG0kemjK69Yr8mYSlhMMpUY0FrZTMMkHE0eXEF3uKXwGyrEw1Ou4klRlQmddVVoUizgSV1Xkkc61eoUmuU5etYMmRU7wXRHrF92mqPI7UHa+x0bpU/u+QPEfXzRa0C3ktWPfiJ6TfhxzwPHYuJn3w2A1LfE/mnvVL8c5Svp6YxOaSuw7R8MAczNIzcXzQfbf5q+PvTuRjDa/Erg781A5cV/dPPXJX3r+8A/YkMfojzvj8sEQPu0NjwlAZhLZ2kAi5526x4Cr+ZyY892LgFRQvqoxNkDiFEO7xaU9fHl/l2RHYmxKzYYp0RiyaleMLAmPmeFJQQ1WKocgRSM/A3/yhWLSBTgcrApTNiiPnBvwYxBDJHw2sg2D/66yb9MQrQl+ow9UkCFg0ZLDhw60f5yki3eP5sZhL6PcY2KqCOAGkDmAE9pqUg8AGM3Ew0VtQ9k2IzVtIxjZQlpw4E4TxaSbYVCxvBVlziHDU0x3Hl9FIEzv0vMu3cUYt21Yvs9hKPLcr87yIkk4N1VwC4eroY64aP6JErTyOR0K0uZEjHInwDtujVQ1yOlDWsY2gvbndBkmtizRlndctL+1yB67+Lffm0lwd2NeB6yra16fL6urAwx1Y/FNpKgjhGZT7PvzHO7noXV4w8BRIJoLZK9I5qs/SXInrE3uMjMf9DIYygucGETSce6B1kLE+e11ZfLSiggA3Qw0FRoZG1lkE3eQax1HNv7WQkXGGMOeMjEBhJP/UhV3yIN53i1UrnR9Z8MZzBTXwGJ2J83gGR1cdrBg2f3ZHm/mwA2gExu4YM8N4YsyUHyioxQolmybJt3ksX9GAbrFzUGBo73Sj5Q5/0/JQEXDVcMDwxQPrYsRFrKQoej+NJO68zrgyWoVBKrlIGc48fzoAm3H/Sbj30MJxFmZtmpLY8D46rdkNdLGHJdmBXS+SBXsheMoJIHePozkvBEbrg+ZIMcGtJx/KjcEeDsAgCxAP3oLJlrgcq+ltl+1WSq5vqtt1OEsxHuJ7cJP4Qgp7bF5+RPoken4h958qbi7Fr59axZX31YG3dKC5XN6y4rXI1YF/ugPzLyVehITcPAzgaQi7MHdAwgdcfb8gA5kOPBDhZQIDLGjMSyNn6AliAFqwTuQIyoUZQnEBLlJb3/5QuYiXiamprNqx6so51T7kQzp7ZgnJIJcMgNWxgaLylFPOU8Lc+OpfLfD3OQYn0CRjIgD5mEAQgDiY6s1emb0OyqirYA5EAIyq2qCKbQzaHQh/OZVzJ9rF2CLXunSGErJbPcsgGA+YjRUmLTkuHXUYTPIiS8KciMASpS+Zy3QLmztcW8w4McbCGsV5SDCKKxgItCFQdYxkVfttVGjHIIdYm6t7mfN65G84X90y4aSllps/iqEhARtvh7Qd4ncPpHZuScn/nOvMy5tgijsx7tHaSTIE3iMICfcWAEkAhvAJH6F5DwLtQpGRB8xSptLWFiQTDFeGxJBpxeikasfyIbJbOw6q3SQKkRMAnQbpd+fd7q8yfKSkHTlJqTvsxiY4aTCoe3GaXOIkPFbhyUVf6HbHnfKF4R8I/ds6/UArLterA1cH0IHP/V5Acte4OvDrO8ArUAATBt4JEl8I8JiLV/F7wruFPuuKAJMI0uwDDWSYix6+kIxG5gI5aOAWOCVLHLJu7BixRR8cA0mPCCirsg2zJtbHFZ2r3YiSpTEhK+0VjDxTkLPBHlOfvQ/ICUPs7v74hnglmGjWJvemzZ6MYWcuU7+B8QXd7hHXYsKBL8eH8pSw1zWLKta0M5CNADEXzcxeBQs6EcukZmGu0lvSsnUuJl8dTwX74ACem0A3/gM/oOMYeEanosuiAAAQAElEQVQ1Cm/Z5McXmchGBgMQolmzodYpwWLAWmcQbx9sy3xR7Q57LccRdToGyaEukrZMymOWPgB7b1xLTJ0A+iUmS5MurCFIL9l9h5yFvGDdG+7QCXBfi51NSUzAPYf3H5GSJ0Am/OYkxptWNNBDwJnZIVO5xql5HGIWvK9Efha99H7VaubWC1iJy271bHbRA9jyKnluh1o0XVRsxxxasGgClcDNbYmyNUAuGGsWT9YhwbMRxVWmGqFjq+INVNlhfyQJXnc7cn3vQdqR0G8wuZr6G47iVcPrO3BdKa/v8bXC1YHVDkx4ueKFSEh4GciAxE95hrjjNYOvGhQSioLMALb0SVbIafSBr78sAFebLD70gAWQzpIYuGaYquhYmL5FNmYoe5EXl1a7wrE/vijNMiYARipZp/bDtzDoJ7zBEKiUF4vyzFfjuYg50S4AyLH0qe8oWGU4mJj8qXjV+q+X+Ff0BKpqTsEfQ1Kt1c7NVELLJLbKt7NoORHQkgkwsEh+zKevQrZmi1x5Kh9YzBaDTQZQTgDZDRx2SGgDJCNbbW0n6E0QkzCpTOcgfh+5tjSPQQRmZefJZAegdW85mrtdkusHeoxkvtaotOfDOOIajJlaYHeTPKcUNOJEZtGbNoRo0PG7ElEfnWMs0PQntKcMFGtjwTiv+ATdMI+hq67D9OrGgcqG5r0Qprj9p3IP7/WFD8kV2T6Cue2xXLWTJPdE6Wz2NnJ18S7my1gcjMOx9bjsLfNw+FWHfU3bZzVa6HuqGmVySPZD0z5U44uM97fOLR3HhEayqL/oqwP/VgeuK+LfOt5XtU/twDcHk+dCmZAIsYGh7Yd3uPXDfNstleyvfvI6WN4KaJv2fXij4ctgtHYZcZTPaSwUnhb10XZuNZcsWGLzhxsAE3CxKElgrb1vuOZcXD0ByVUmlQRSBT6bpyGXruJN23vixg+P0Z0ngLwgsSZGdUw6Qi+3RQxFyzWaZRK22qfv7QgOArOcW8RrsRsd/L4gWPWBEmYSG6Y6JDklOVOfpwwbQlr8dG6Ldt+iQJ0Jmzvybz4Dk044AJ6zYp09P9bttOOZDHG5wUK5YLvy3b7iNnaVg0IMNBdEciQ0pxUvqtUh+Kuwzsyrcjsoj0Us5p6BYxHun9hrWOuVozNYG+QJxgZEKaGKciV3UywCfkQjHy+JmAAbIl1XZ4h2jGgbaCy9wxkmNcFKQczBhHCektwE2hJgeOMON3a0mA0Q73CQ7hjMmdCbiiwvnt29uZzIs2JmVk8SWNFPinY4zME6x9mOpTGXbYtoDToDDuYGjxeMw5mXHN6d/vlMS8ofRBzp3hHbDyrxSuXqwBs6cF0djzT58r068GgH5JtZJnsc5qOtBuVzDiHh8VRx0g9NCPsff9Vvz9wsBAeuI5sIoGVQIMTOiQF5myHsdFkyY5uOLj+LxXyCEJtAj2TWRQuBj5AnM1hxk//rD96QZBNoNRU0FHa9ySRvOq1UfiHVigLHg0Pg9kMQz8g+6Z6fOSwI4PcFFQEojgnXyxQFi7RZhYNo7/XFQysia7Yk3wxx5UobVROU+wdZ/nU5PQrC6Z4QcpZNE3HDJEwoHPrEYw6VoilN3Byb/gMmDfgCUCm2KxNjQE1rIAkrePdkAfasRZvJ7bcWYD+WbEa6cVxeB7TGlYNga1cYLDBglHirXrLMYrA8TTifqZ04GU1SeVIVmJdwIHTpG5YGNbuHL2UDW3hIDJJOV4FQCffNtJW4Wm7Po0JWvFBaSnLPkgQ7y4HM8hQkk7mAni09E5jtq1G/Lm5EUif67ziBPp5G5hWSdn+QB8Zu80OGcsx2engSjmduOHjHKptFeK+AhRCetaqeFXuild/O7nfZE/awTb/8Tb6xDofZ7/DMdu9f9bL8VzrwC+q8LpFfcBCvEn52B/jFSGAV+px+r8/WfM4xIKLN43BfDTHWUkpYdQ1KZMsBCMJdj2zNTckbIw8LfGQ4kkNdeY9Xs251nVElpT1BZ97nBGXN6G5CQ/ZOBE5PomLJNJtnb5gUpRDdQaJsbzNouxseDzqLIE+3OC/wwlTSKEYgMIq8IQY1N3pl1F1nlXzAPNzw4EEFSB+Ik1wxNVueBck2c4ChGIahnHcflDzBwAGO6gT96kUMvy0T6g+DxJXJXCNtoocR+tZ1bRiSZqLQngoZJpVixnXIf4idIP+YG3m+xAOLOUwSeQGRLE5SLTddhHCzhnGhVIArArzOFHC7RwErcl0CLLYGzQitXeYZ0ooCN7dXJU4nJXbNpcnFmv8weeL57f0rmjkRM9Qu5bmRSRqNLWuIrTOriBqPqFihPeKKSVCptXdSuYVkgpeRo/S0CWYwRo1Jw4ztj0m9FvOykozbgSY556YdljOTU06zKEWwO1xviJoxSpxVovddNGZEQjWQ66zxb/XVMlKNQ1R8BL1VAfWEJtmZoNE+zFwBrg789A589lX/07t75X914EgHyheWPcHhgd+oI1HEtnvcEtn2hNXEUSYx50sDXhmSbyBUjaiH09Dm9J3mLmsPYw5XXxB6AJSIIUY5G2VIhCsTDw9B3tcsnqHWa1Cr+LVW57iFQHwvkuOEqMyJx4sguYoPpVDuGIP0d3gdMXlshS9bir90YWkEihyTTtil4IPwBKx82vf+1KcmfBvZ4302DjlPgQ5J3+QEMUFnMk05sXUT6vdNoC8RmH2PJggIBRkDXgMJcXj6Mo+Jawsd40LQsZDsHiyZsNthwTBDTgDSYZeaojv2fgByIVa1bAopq7MaK93MA8VqzayIgCBE2Cy5YW2gBAThuaFZaJU6M45Rq/nQbgRMbiSPsmijNGfNJdodoy1r2VAYe3IVaAyBev6QjeuNsFg/XqLRelfLi5FXHCO0NJZqBMWV0oah4Nlw4IhaLoZ2JOKWjne4NCZ9Z5J/jxQsDyiNDxhfbtb6mQDG3XDfTjxjmZrDTLlXwMUInf1A1Fm8jWWJdbG9ibVe9FfJF8kLrg5cHUAH9l5NML3G1YGrA8/vgH4t6YWodPtkuuOBgUltPkNtxen1CIjBlwZ5ecAaZIFqenQhUDgEVfIlcqg+KPT1x27r2rmP5qZydj/yKp3PR9eYR3ifhLne8ZCquKxrp1jhdxAnXHZEPW4ypa+UvhzcH9lh9+svIBFcHLCcfzzEhCBXkkKCcu0c5IFsbb6bQ/2LKahOUpepGqrG+RvOE6crnrDpMuFq1w2gZD8CUim4alioqVAjgtoII5soo62uo1TUjWjW5LB0Loz8zsjk36LBpXXDzRGDt8k2DHQUGBK90DJRo5AVJbQ5rX+KJY7KuqVo0QgMIXVxXZi5qnBp5jqEJX2V16NSKU1O16qWLfV3cfOjZNw64OzkpS1nqeyImB2XIXTWSQqOwnk9KtG5DWGxuWAMMaMpCHWTPQRYZ7EPMRDsMLwkzTjq1+ho/Uiua2ts6J6+7J6Ae2zW82bLxxbLmrF9L23Ptl67m19KQ77sLIrQ3oslB7NtkPs0wgGz127gela0s4xiVohvyPVsjZff1YE3deC6Kt7U6GuZqwP7OlC+sdQcz3AYSr9lxmr2jHLHUyehXRZ6eVshDhqw5qbCcmeBQuxVvH8uAdTF2jL7k3PV7pqb/JgWvCbLbQKtgwpyxCppZ0ZxoEZeS0BQBlQGYxTmxQSbQ+AyzEPBe8V3Jv7bqXiPokEHS3V2Zt/OfkkGOoP0lyeU/ReF+VGARgaffblxoS+kdixgC1PRzyb+4qUTmpdKd70QqunjsyfqeCsi7TqbJvmoc1t2DIC6MIIBHHXIho9OCW2EEDOHQPDYR8KfB2WfcWMFT+HH7qyHICavn7DUnQ3DSneeTLjU7rhPgm0GxLoPgR0XuQ6BE2Fg2zgWRiIUzonsRMHenSIIxE1WG0dKeuebB0yjT2PWMJ01+tNKPD9ig3IRt5abHGJjJG07qaXKNiPBwIvI2gdIPnkcrTSfLobH6LTzwLGNx6NGI8WoSgmKBFprEb116tI5sHbn2bElUC/v+WIYCLGRKQjXyGl+ixZ3mdYcx7rvPijjrFakXicfEpx2vOJ2qa4O/GMd+HGX9j92fK5yf30H9Ms6fj35w5vjcQvw8NQrBqLeZJvXIOVdBQRfYAjqq3rmNuHRmVjlnKlzIP84aF901heox2K2+YLDqBGnSp6hLE26BpLsy+DGt6ESnb1XRinM3P2x10BwqpSZhROESTmTRv1EKnrpjJW24/P5DSD/y/gvmBOAysCLuGz+sNmg215whYwHYS2IfwuKkhQ/nYAbDJ0oWguNZQS/bmIxK9EXE9zw85Awu6EIgp46EMj5QUygIRZhM9A9cilpD5N/3Mz5DlPNYyEAhms5dKYtC1sXIAMnE3/45Yyk5Qxx8CHrsCB2dcHNOkW6TdxxXaGN6By2f3CPBDFzaq+3VExcnnuPmSAYINEsxwGEYNORNTKiUr8QN6yNPMXAVs/CbE40I7ih0jq7bBcOefaX8S7/YCQlBf5hMuT2cKyPCXDiGL0793ggI72Rx5HDdcQ26Q1xY/WxWtKXyfXZ7p41g0ad1j+TeatV8PRwjtWgzFVcqaI8SDweoV8w1NGr9vKbSdkahvaGveyuDvyLHdi8nP7Fplw1Xx343g7ow5vOb84Ei+orAl4Y8GKDgX0XSsDzS5WkpATDBgszm/yFrT7QnL3llIVnaxwXeO4DT09vxSSlNHCEyH1bEtwLB48JAUvwhTThxVQAB448jlrC25+CEDD0EfJ1UeLL5VCePuaj6d0S9oaSPLOjUAylJUucbTCScw/YRIJGk5uojgeeoNx8vsmSc/kzJHYgZ6GW5DPDKggulWxz100ZtE2aV11LP4yQPrq6BnNJi6mPIN1yAdZqrUXbiVZYTUh+2bVi9UqVVOL9wjUmG+Nya7rL1eVzMk5zEQMlOTsbTrNA0qKAmLpSyy+6PYQccSYtgToPj9uJCyt6mYqoELJhDG4tJ3NdM0GEY4O1sLeoB2PV15YXm0iL4GnTU6trspJSIVG8VS0M4/CCmR4h6rboo/Zb8Vb1Wp3Oq4ZBuSfBPTYh5F7yQNhjNe1N4J12fhK9Y82tbm3p35HjtcbVgd/VgQO3s99V+FXN1YHzHXjU86sJIF9tmGaPeP6Q3Vi/kCnf98gEgy8x/kKDdx2ydfFiW0VqII7y51dDk2i+h7aXLbSHj/1YQuPvcd206RPs7oa9ejOeGzBZp1+IZQPE4t/s73hxaQX2CYAD58fQTBdR86K/aPVORazQ120PkrzgiopVC+F/awkMbSecizySBIi6QYtOlOAwE9XoM9WbBDED0g7j5alVTU+hY7ymuFEo2y84R8TQ7AYNucFWtZzhL36kxXEwUQc7rHMrADPQmMWb2IHWTi/h152bg4KXkpBEZUqsq2z+4BrDLrnem6ydhnDPwtUHptouBU/Yes1p/AnyQI5tXap5KocEkAmH8nvnuFhGfvDLSXHSz1b3VK+zevg8krluDaMulmMmgTRJKxfM9wAAEABJREFUQMg1cBvkiXxOuGwkMVPbJTOT7xfUJCu13/s1ljiGrwn8pKjPyG9+Ztb+V4oJtxwlvxye0d5dLfraZXUZXR34Vzvwz917nnKgryBXB57Wge7bkM8N/uBKTGgeuZ+28DgQ1zcN32v4YiP48NsDEsdIeJuWl7cH7jSytyE54WVK8INTVn9FOiNNFa7MD5SwEvVxVXMGycHCQcRLO186gbDAffbSDeHK+KxKa32aV+WVwlbDoJZJNoLEQ6bWhCKCH3ehW5P0zssu7fpovcumrnfcWVJMgNgQqHZIH2Rq5djx4BCQk4kBCDBrzfVocIOE/zB3BDHv3mjpS0CY4ZB7hxykFSsJPHQ/IFyJjyi6BGYO1HDDdXYHvuPmdMe9EVccZhhuDNptmBT1ou1qqlQSEAa5JhwsosVYMBsO3BYX//yBOjrZMiS/D9YqQ6JLFzFV35f0+so8YAMLnmcD8aIoHp5Iu8PCMq4+jk8EPOHS5DWqqzF4JfNQ8pa5ocNpPrT24dVe7PCrinlxr67w396BX5TA2dvPL2rBVcrVgfd1QF9ouN4XpwD6JVgeZ+Xpm0+phGD2IpKrEDy8P2ziPSdxE4hvN5QxP4LbNdgUhqDyiE+4zTAoAVENgTozPCf6gi6pFYKKBpY10QyxhIV1Pcgied2k50zCSx7XwLsoD5MfLojYqTte2oF5IIkg3TdQxz7Dl1vVTLzepH/9a3Pl6jk09XDFDIQfRn9xdJthgE8UrifM7RkCTgoMnBBy7qjP+LSltQLPM6XqLO5oAzqHWeMgcOLGDzeBHIoMVseGRq4+PV81r6ZYnVTOjR+AbALhuroTuDjbSQzIfv6A3hxyr9+0gsHR2pEQkwaSm4LcHRBGRpY5Tq2k5aJdS2fZnkuDTz7Sg4H/SMRSGvlMYNpseAtJS6OxCLa8oI8+YJ86eNAQEOdYao4ZZAfHvmr2WR1cer+5lbvp4C2XdGXadHm5wVbuS+fnyxPzBbYSdLtPx6PjPZKxjiU5dY/DFeHqwG/pwHWl/JYjedXxczvg39HhYSHbgx+fefh+QLz3eTqEeUpPGO9u+fCBVHLpI9OIsju0TpMHS/QYeIMQBS9bmB8ekhbufoplHsRckg9MXy5Css0a3hPHUYkDgD7Jiyl/AkQa6ls5hmBm45Nq9eT6TVLK+3p7njYR+r5FXaA/sfyQ3rPICa/r0hFOBPLjnZ+6pLWYmzpV2FLyrgo7jLr58/eW/vzvD+CWbqC5CVSgdR9zlteX5JnSZPzQmAsPFU8UYg3WwY0fbmzx+rrh+iLmfVGhXy/3AuF5TydBrZVH1oBSIwOi3YQvAR7DIF4kka7pcD8wapxjUSJ6SsxtnEGyz7rWjBo0NdxjzN3vY7GspZAbqW6ol6I28mfW1gR2BueYkHvqFUOfvLr9Ge639DXmePQXdxuremLuEYtNzctqKgLjxWplKvYrNvtUM6t5OVES6ZnrvyN4Wxv8QPf432n1VenVgb0d8Ktkr/1ld3Xg6sDLOoAnPLyse3g+iJPWRxzOBEpeBW38+mLj6yE/J4lbc0oqWPL1BrNmXN166pHnhuGKA6GLmKvTfR6LfEkw9qYIF90eU9T4lWJE5MCXBSByCv661AhVNZjZg4H4+aJ+oZ7fsyKLJ+yxHdrEo40EIhvtH1ojBnoGvTeZgR1K1AxIcBsBBZOEUDdXIDMeosRf93CDg8RNdnggdQxSRrSnAHqu/AcbPvRRwCaQyG/yyy3qaboOyKUYcBFCwiaQCZU15g0ISWMby/avbon3Rv0rYPd0L9dcTgnDJpAZAC4nfGQCrkMlOldpR5XLFnYYrt0sH/nSFpnKdsmNOUIQvl7AbQ+7ja8bhryWDZExxrJ+p4Y/c7TaklS2028rx925La/3taz6Bg0KwviGhU8sWQ7ogq8fvOWCtiIsBP4+8XIp35fTy1YeHZ2R7GUJXIGvDlwdGHTgn7oNDeq/RFcHPqID/DoklOd9y8offYxtEY0dXEPe6UN4vNLmC0PnxhqSvPYk+6jB4zeaG95H8bJVHvpPF2p5pRRzypTKRCIChQHisvZSlZAZ3m/NSTtgzNORR3eMpZO0pOSiS/JXCpSr3R1mMXG1ibP+uIJ1Rulr6c0XJhoQQhryp8t/MXvD40GkXWefUDnFFWofbpPTWjdD5ebcrV4/k9Kj3+TOIoOgY6GpEl5xEDQd1Ig69zryODLYJIEnjs+tB9sUol2NQG4F9MRMU3dca5Zj3y392GtDiuJupaa/6S82I1jjHRdaPZOyBMlZsTA4p5yt0kqpzc65Lyw0cmruaBaPiRHALt7LJRVOAUjCR0fDpIkspoy6VL8xZ9f3ybt8Dw6FirkVJfTJSdLJSVD6vR+pz0/ADyrTj6hj3Di2s5Nits0OWZQE9noddgiBy8UgsleUI4Hj9Ei6Mc5FXx24OvCrOvCW+8+v6thVzNWBl3SgfkvrI4LO+oxt9Nq6fB4mrNns1XVxyosD/3qXJOT5ABdZGxwasaRUnj0P3GlqJ+AtL1zhNd5zcwyTMkayotxDMOs9diEfmjcJU7AEB5owC+GL4OV6pqv53PAymgSSvrjj4MlmkLizQQQGcAx6kNZABMP9Q5bbb75qyVg3vHzLz0eAMcT+JhXytZfZAmRgEi0negIbAlVHNCtSPf46m5B2BLAMA/S54wkJckND2orrrhQaaN2PsYbAoFJgusHjw3jqvie5uU2Mr2tzkSgl/w6QavCOekt3FMS/Dnf/i60fXF8YKcmkecj9jiRPpMJAQL6iVG6QafujrjpvWqONGInHkVf5DQR/sTTyY0QBmWBBDMSRMxkCucfh7FFDu8viUhc4x8nudRA9NM7mJos+5CwRlicv1PGy5SHNvnCvLOxQug8ar9exrxcPpnDYfSGrBfHh8Hsc1tu2J8L32/yGGr6/i1cGv7QD1+XxSw/sVdZndqA+zOpr7Pr3OR++CSdrOenKl4a7vJ34v0SE9e+AZmwFhx5vbJjhpbcZncHuGMO+DIUpZeRGSIc+zAyQt7JC8PqS0axAjQiaEA0j6u1pXphGgfwL3g4gOVQHCmrMeL3jnJL/CEjFyE4EwKLGy6pgTAxAADkbOGaikqnXDoW90U6+jwVeE5/766Vi8sjAx6RIe/Yn+fVacyNiHHMigUiLYGEKiQVywfgBca3ngSBPcJUtA5xQwKWJS4V3OdP+L2yJgTQZJShSfjSrzUjTHtgp8VgP7V4orNmxJ/d0w+bP3/tf7PvcBHxpPaMwY/Mk4x6aoSAA6WgYFcm8JIcy507ZsX4DuAnBTBUqjyAy/F7QBxDloak76od8HzWWuqwUQydChh4EcnegpgENszvEliGPIi7CLbOh/vFr5DU1tclqhSrbOJKWjqIDB+xLo6/PMY9jHW89N2pYT+LSXh24OnB14K0d0PvpW5e8Frs68FM78KK8w1XIP6nlHyYT480C447tBz5YEOL6fAhagmjX0x7HcdRbPKoIVJVf+DDJXF5pJlBJINWP+fTvKzSYOA2AD1AOvfoGJ+oSOiDvNjBgN4BkcNMnC6VTpFUynjPzztARgDgsdZIBojTS1UTzQ6IYVdowVfx0iqsTPLDniC7Z5g/PpbIzBLNozTYI6JQcpY/4zJ/cb+mvnAZ8AWzqkLcd9pzQJt/YFRXsqCAUGQnvX0fP7Kg3KCcpYppojBgkwtgqyW7HVizzFTPGNH4N0czBusjryjdl9Jc6f6BBd3HuKK8OnGtoWbSyPSXHQoWIhHhOKz4261o607NS2ifKAjBRhyB+GonY3hff/OGv6/RezVXq+SP3QJkgN5xByiiEcPum4uM9cDxw71U4nnIfGJieE5VkzL3nTTxAfWoDkxURDwDU1mZBMkH28NhfQ1zqsXpipBHNK8jlLJTg/E48nanrtVU1mePcjDyOcGRfRD+zvoPHpFm6YV5Uaw3L3sYzqmpeT3Ht168SVnhva8PCF3l14Od04LpMjhyry/bqwFM6EH/FkOyVD5eifEvesd1RQZbzZwzBGSIC0GxQ7jBT7hDA1zZ8suwGICfBGb6VziJLKZstKL5LpvjhOw89JlRH7LpIS7muMLwk847oQtII81CUFUlmTtO20kMDETJ2kldVj8ssnFaNGOLIyALKJJTGAQ72GCBskCEYW5DLelwMlPgCcgAZMxDWJ3nZZke1AorlZdTDUwBgJfICSML41BSS8JmsFiExvWMwd1uny9mkY+S24i4TjoXh3sNtXV7MClHrpk0Vk8NZ4Y/MFijqTYTFwyGKBhICUzEEvXcwDmHDfmBSVxsoEU42fWAkmBWCYJU3nN+3GzbZyBOENwfYg2qGRleFnIrQfgF8UD8hPnnSsdHCU7ELaE2IxrpulLyavqEW3wC6oz93vLwK4OKyS0tSyH5tZbC8EQIlx6TR1yQgjE00NnIBZbQAI+XYyLTw8fY4nq234LcgrtlVComkpqyRr29AMPGib5giVaIkrKzMKtM5dlqUC5PmubbSlNQm7ennwiovFWvBDywxqa8hZVbmzq5jVxyj6uGkY7AfRe+u3G+Wb69OM9T57YufWvAn5XqqwMvp53TgF2Z67h7/CxtxlXR14Ps6UC9DvEvg3QAv9CTkWVem7vE9I9UeGIMyqMro+aIYEG5LDLgzHs2cBpYHZWIH6gGaIogkFkJ0k0frxA279WXPZdiW6JTBEIDkcT6bUV4wdNskby6Fozv6zsEAyq7NrEe8SZgh3glBaRU6g8VLI+cZ0ADAF8olk8ZH9gxvpb9TodyKr6dOK74rwmyUJAx2c+w23IiEAmlBBGCrHCjeht76y1xcTkyRYXmwJk2gXAFLGwF5YVSUUg7tp/KGa439UjrJh3wKHUcc4RyLUUr8NZCRimIMleybEZeuYgxa1gJDEggLYaYBIdnvoiAqetDuQ6xmFCY9R0lSeAOvOGEzI1EJuCFicj50hx2YEK9ZhqEMXO7YxC3qlLo68oAVaaDh+Or85kZr3nNr1jKSLsosPK/Xu/zjz/ck/w4QaN5q7jhrim9OOKsyQHHCJwP6QRmBcsEykVuCYND3A/n1Io3SZJYSk1XF6Xl06zwdbKcjTstUT0W9Hne6tmZ0DW2UgxQtxk2MFj+EjkWeTPmDe/HBqS00+wnHYyHythg3B96fiLaNcYdvjX5er9v8lXu8Co1zzVcHfk8Hrqvi9xzLq5Jf0QE+oaIQQXh4F5zsOZUPET3wEgbQjiCWtEnHP/KLHrrlJKRMHouYgLWaNSijj8LwGUPyUr3OZiXoJs/1QqoyxScQaqkjJL5sJQTjSwxBaHcChgqzZEdMddJJWE5ikkkBHIPUIasoWWbKIkBR/JxgTyBfGp2a0ZJUPXbozM1IvYwR9BUbJZK5Deul9IY+EItZN03kpRShyAFEAPz48F+BxEhxpYQ6lnJTn2j9RXMVyxx1oJtNIPCITTO+QHKNG3nZqMmgqE/2ueGI4HrDnLgBIvgO3R12QDbXxaMvaebvyoUAABAASURBVALsbgAZhQBHugeI42BOBahgPAfniXtg3Cq7SZ70g4zxjL/xqrhBxgHMfpCsACFqvtnGzy3pXweDyEym9GUUezBJXBfQ12lg7NZMOA4E2kKCARsuSkBQcJghlmH5Cs2p5ylTQFglbH3GMcEO1MZtObpTQiBNiNFxfjB3iNij+9+/uB1Rdk933ovuCVcYJroZZPY8J8yYUvi0ZkGxg4zpzcyjkommxJSR4MzSBSUVEg6uXMVdTau2z1OiqnresO/oOhpsC7AAIzeQd2qqzhserXpq2ZdzrHtxkc2yv+dYab4rma+o1Ffnes0bL+jdRyDJqovTzlroP898LqHdY8CECI9FubyvDlwd+L0deMWd5/d266rs6sBLO4AXCjzMyXMt1nEMcjD4UEeASjZqJjwKkyck0JCfGuqf5MEYtMQGdl4wbxsuS6sfWtGaRo5JK6BeJeoMI3lsAa5CSLD5g1kKQ4tExdgu4C9/yBNL8WZEhFe0KBJaAnAK60h8maggNAwFAJNxMXDrw2zxyhKWERfXCBOm3o6qm/z6h1RCJMX2/psKNjERf7zFukk3gBPK5XH9W26snsJIHVyEgIjCA8toGJHIRFOFL+HbiU6EhJKpV7raOA8sbwzAsKT+VjZCcmggNSNgh+7oM89NZgMbhgJKFq/FRQmLSIOVYTGEjlOQS37U0b8Hk1MMUr04A/B2z39vGWIM5gtkdszxhnxhokJZA0q4QaCj0HfhubGRuPEDJ6G5GQTNhDhAGPDH3A+VIhgIjMT2Ryju6Gr1hX1lQNFzfniqFfRfAAlGDJfBoIagquqtfDdXw06h7MibXb7d/qS/2AD6g+bf0CvdANIeqqfOIpFJ+Sz3ztTef6jKnEZAZ8JIR9nIUYti7sw1secIwRxx+dMpWRrJP5TDRFjHZOiT5tlSJSF0pSxHJJVPjOD5EROK0QqhUWkglEzkDNDvxPOSYKKFFF07wHtzia6R7pOKusdpHrs2Suxpq1nj5Jda0eC1aceVXkD7MXthEfPGr9RxyHgQ54V1DFa7RFcHrg5cHeg7cN2F+o5c/NWBd3Zg9Bzhzzq78ojGkd7lvGCEOPLMCSyP+sQ0JSaQXoN7+1Kwx8XC3QImTbhjknTwpC8vJfLGAgkGzUt44ykrUGR3eIfXGToB9AaIBURLL6eJybdAe4JI4U9ceDIF4G8KQ6aBvFBK60xhpcgtg0U0tGSnpXN2iJaUeT+skKjeSTNjwsx8KFSruqGgfGv6pUI5g1igg4onl1MsNOVT4nthEp4Kh4zXX9IJGHayEPkMhpgAsgz0BC+W8uIMnOScoNMNkYHNXBHnHhiIMuII8JUMIqaePDFB/VRCmlDlpBTUgnTdF1SZeyRk61D6JbIMN1o5gC2DMQBN3UUJb/pUnhQl6DxI9geINUL4BXKSzRoSCb7AGIgOi5v81SmwGJQAlQHnYp1gWxRCUCvE1jQ0DEKSBI/DXCMPOTd2mgQg46D8L3r0FxtAt79/cN7dEu9Jd54rd1oAgDFArI/GJqc08Y09wwfgOseQ7hpahs50YIeRoeSYmCPu5whPlbKyACdWYFjur2ZCkfgpT9+MGMq1s6+aKebCxAaq09lEgtjP2ue5XoxsElvQmh4SwyipgaacPEhYHRxYGiM4tVxQFFIsZCqi5xM417yerqXPXys9sZiSbBuz5V5QwsMhS+IPR5oF+PziZylfgqsDVwd+bweuW9LvPbZXZR/WAX1JHSfFxw5/0JMHaDCCx+YmdQtigokXHtBdWzEWqQwoxgCUX/1AhMEHawc+YEO0MmpMREr+TDm70bDgLspA1FrU0K08cDnQkRy5VttZdtH1OfTmEpvVr+cxc2fFd323Ihm8+UIY2NPkbMmNSGzBxJ+GuB0FTnd4HpvGgC8AbKfyF5J0CwKiMGAz4ejKWsA8CW/RDnrIbnKdkKarN+kGhjTB6ZRgDjkH7QmkHcg7uIyY/gTShCWaOoLGqFbKUzMGWE6AoKRHYUVFSQ9mgf5gyC92WB9p1YijkpgnKhiCNPpIsnSzmN4YAgABDMQFE8gEITwh5w3wLzA50EqB6QaW0PPW5OQlBuIpNgWRBJFJVBQ1ziKI0wQ7ySoK1+lifpMNnxt2pP+ijr+sAbRuAHUhcMNU+R23zHunVDYTYcpyHpLpYOyWUEBn2LIlXc8BeepuD+wyIAwuQQgiIZk1EhfaJ+5PCR1i+FpBJCacqCOQJkSafD1OOH4YImsmHqvUlHvDhggOgpQzynFUy7C9uS5U83IKGKNZuJon3lqUpZFSz5/ZkK4aYWXavZxn6HiP45otdYTtOMx/bjWWHquJUcdxqJnDPN+R90g2j/UsyTynNvLLstkdeCvDNt/v5H5Opt/ZpWvtqwPzDlzXzrwnl+TqwPd3gA+oEWYZUUmhY9KEnqdsDwz88FyGd4g9zjtszt1q+O7CZ5Yb3kaQDublpbwCx25JP6cXMZ0I4zQX3Z6jYIXnI9Gb/WEE0sQFUDxGYZVgoUpx1hcayFA7BkWbMFsneOyNEVz2k/azF10fK2EsOfP1kXsGohc7TqhTBCmRM9KQRlVmiVatejMCwWXAHQuJmXo8YoJoFiZurzAQgSaOSTsghosdi8oZ4gqkRC0TOYIwMimHmOWtXGnvn/TSO0aVeJFwoIA0ykWwrwkeX0qDpbLAraxhIhpEoNh50rIuBWQm4XQir2uSOg4aU+fgXUIq8WWL8V6UkPvtz9/05y//Gtgt3bEhwY0eetfrzCngeAPNtAI4BpmGuxNp32daN5PsZUrJc6RHzjlhkFwGpr5wt83wUuAMZiOPDTUC2GCuDiaqCAr0uvKS4CxDy6iaCaVSeAg3mnbnOHJ+kQwVa30l8UKcWHFvhQM7JuIrfoEgAM0HDDHmckr0GJCKIOYyRelz6EElzwk8y3cm2LXOy/Lbtfr3Gp3r2P6c/+Xe7u/SZfmvd+C6Tv71M+Cqf0cHXmlib7RhifqYl1MO8jWy+qxZbevK+woCYuDNAT4UkgGM/tQVFu1g0oRWepLjowKB7kwAQHInFOtCRMeYZLbXvHT449kddtzrsPjAjQBhcSnRSsKrKY4dJQQj9XUi4R0Wju3A+7oJtr8SwpLmcwZtr7Mctfcl326a1F+tQCc7XBnHF3TyjzUKbJSCxdCezeVQYUj9MoF52vDVHPeBO3nHqrUKJ1SqfJypI9S6o7alB8XJ7scNp47piEwmv8ggTYAFef46Jv2lPSPTmHgATGkgrqJoEGm3oMzBZXPsFsRz7X4JS2Rtd9R2B9NsrFgYuUfyWtPTyKQd6nZg4lHxHNfcu2hzli0H8AgwRwJTmhv2Eq5KaOWeHzEhhW8m5VPz8RoaoTCucSzC2UQtoShQi9B3VITvIwywzJMAEiNbgaN8Usg39R+5P2A1jF71Gt6L2YheS4Nhw4DfGOX86rohNcq0EeDN6kPlef6Ot3PdZ7l0XObyuWSQwy4j+H0Bdoy94UahWt+WG9nPZfs6OPd7vQS34R2LnKl5R9jL5OrAD+7A517Vn9TUK5erAy/vAL6g+FQb/5RTnt1kevnqcQG+wMjzGPPBQ7XQMKAcLKjxcLuo5Q2GEGV7aXSkmpIhVMk+qmufsJgyXwiYWE6pPCung59RwSUEgxfmJQTeQfm6jQ0dawxRyImsLCwyOXrC6oTClQgzZK9PO6z3ICm5ytQGKrtZ0Ak96ZYIWDUshLLNLM1K4jCRLl1srI4xazGYC2FPRLMztOUhm2AoxKpvzNkWAtRaa6NdYLhXjVJueOLGa7ice5VWifL0Jw8MW8zdGBUwknVuhT1iW5wGBIoZSEcisUQtUh82If4CuKlCSH5TzPAE5JRBLI9c9HnZaKCRfQrxPeAniWswns1K7ZzNwVeTf2DfXB89Ao1/yNHCJzm5wHwBykD/C90RvvnjYs/Z+f34vOf+NU5Y2rHY66n91VqElmmvd5Lbgh+DkZeG05l6P4SOKXsZ1GUfWoK5Es4HGR2UtYh5sNSTihlEfploT8qrNms92so6+JIkbLlc+qsDj3TgF/uuXqa/uO6rtKsDn9UB+yJrHym6B4aOfW4BvjKwb/yQ5CLg5UUHPFmBSIugTvM0ITl1p2mbsrJkXXyTQi5bNpu5Wl7+4ufxNv3c8BheD+u51JhRoj3TuVr0VLuCcDL1dk/kV+OvKi2JauOUY3lpxO4GN0AU4AIe844Rz49IB9fY4CB+Fbm0nNS5uKh3wwwW6q9Weo7Ytg2clPeXQOZAgAIDVngZl80Q4j/k/yTn/96UhgC25V0+6VuloSafmgUd6jrkNqB13TDep15an3LWeMcm/V02gG7tX62S8FnmrSnLRk4Kc06Ln1JjIRZNqWCexA433L/1VmXH1BVnsIRYyfVMzJ0+rIvL61Y2KXWMG1MqwcwUV9sFAwz9B7Bgf3qsLnIiKquMbj0fdTto1tiYPSnf9ZtPs2LDhHJucnO56anZGK0ws3pWbP2Gs2byLbpDRXxLhh+7aDh/5jmuKufmOyWX2dWB39qBJ30b/Nb2XHVdHXh/B77r8YAP1nysJmjVKol8kse1KhnlKlqZGAUWZ+8y4fucmXDtO19mGPYBQEbFO9srWBEU4kTSId8S5iWEL6RYZpnCYqX/2rmgmZNWqqHEl6JCz61byW7D1u1RTpddfguZ8PAvmz84vorXVyz7ERp4bsz+YrMjyUvLXP0KiSxZArccDpJovmT2iTZOG27qAcNCCaYmghQoA8IYhKKWGyBsg+D//Un/w2aPADaB/vfnT5LNn//d0u0vAL2inW8E0V/+7W5dEKcZCYJoxhPUGAmHU/RCC6WT845VOp9ZjsNcu1OCwlmPwj3JxorcD90/42zLzgCXixB0O8SKE39+SNyqB5wa0bytlVXNzdl9nqs3y8+xsXOHl0omHL42awjWV+zMizHLJRSBEWw1wdi9SLu61/qNdqMazy7fXe9nw7zeb3AAZ314+xF7fdmftMLSdfe0HGcH9HjkYYih8Hjsy+PqwD/UgZdf7v9QL69Srw481IHmKwzPOXzYB8JLBcOSIt4CPERhbFn1+saFDAAj4Y+4ATLEhTKCMKOJGzRDg/O3mqYvozU3ZSGh0MZsnaV75lSg5Yo4EiFkFH8XXXt0a9+tqMAxud3uCe/jSY7n97wFPr01zRnVMAmbCwS8eMrLD5TAUzjeTTITuYxJCGDSQJ84PEXJrWFEwomHnJgnglhgwtCeiIITayRQQz7J6UGqbBaQGQA3d/5ik+d/3BAB/oONoBvh75/0hzzlBh71VqIPAp4Q1aw750VFZ3eUlQ0tVIPr6HZHNbe/6f4Xm0DgcXm10XjjNgmuusRrTrDJKmL/K7eb2qxRzwCdd0c9Ztik3jA1juQpU5U9TNWqcIqht8sBNas8u+qPZbQc//Ua1Do+cZ62NFZ4Wqwa6EBUMzVUQzyd2j7qr8xhtvpM8PSCTwbUxHT2EC3n0nfimkGl3rn+tdbVgd9tSfeCAAAQAElEQVTYgetq+o1H9arpZ3fAXiAyqyBNIL0bTj41Frc7tgiUKTOIG990CFt5SOJmZHcYQyZMu18H5SEf2XAI6FTinCaYI0H+YQ0SHqnP1OUBoxeBM3Lj8XFDbUGOoyYuEoulSLQ7eg259I20CAfTzHFg86Gi7pBNXxBwwwfHFggbHxl7IagP4rT5waYRbdhXAmgiQkIUsB86NEO9Xpii8qR6kDbI1Gs2eAl+S/xHkG83/jWvP+nPH2DAH/B//nBjBDzsbkKTx7XepKIL67yxXqOGB0b9BRGZYECWEERLZJPOwKiGmVKKetYFuGPz58bNH2wEtbfDnGa3ahjw6uMmUAxV6GyUY2NnaKCvec6sOwEywFBhIZQ9McdUIt2H8vwc9/rd/OyAQfB4GVj+kcz2+u61Qzo7x/mIez332u1MeJcZjukuuxcbnU5j3wlZO7t25WzXyH+ObdsqWJyuK8T4aLJ29qPTvJK7OvBBHbiumg86GFcqv7cDeG9YLa4+PlQqpYz/Ej4ZsG/QmyDv+/tc1EqcSN6Lq1CQ4x0GChBFA7ahyRPEg0SyxNPjn/rkcsOamsujUQf9lDuhTJL6wOLEohrvhOPMZRSpnFPSIpkSWiS+crQwYYDXGUQYVZZZMRcgBIvvJNdTsVqZ4IIht3Em3f3BBhAMF+ygKYPmuXBKNPOOGLQP2ZF9MoyT4JqEhO2+PQsyCusd7mlpIAtj5wlONr50YO8DK9zSDbxu8mATCLRsBHETCLRuDtGGIRiMQDrJcl+cZXHwk8q35qHZULgVCXqm42As0MrQhejCv+L2h5s/f3Wj645uJF501qaVIEWVjeJmEWmCiRaQWUgaMi3YmZiJGimpgW/Ts3hucwpnHsWkU1r4dLn6MV93WogFMc4tzNJxYvYdpSl5ZGbjj9h/g63X5VhTaI+iypbmvKRIu9vfHb7lgCc1bXEpHNguYC58pYroMaLP4bFoy96xl5Fe9ni55kPSeHmd1wJXB64OjDtw3QPGfbmkVwe+rQOzhxwIMPCazvnFadkzpiBOsuNyxx9gk9lYe4fJRoRGXZ7NhJCp0T+DkRugT4KbqG9gdtb11SUnbnjJ5htel+XthgNhxy2qb8JA19mT1TOrW4OKDwMp23P6SovvMmzXhBdOAneABA+sJ1xVSSBtf7g4YdvyZRZTF5mbMuXFyXOzF+Ui73wiq/GyitxfOZtNZ5y8pSH+jYAFBJMG/AEUHjrsEnEUT12rsCBMYgiCMCgkUOR4jaZuD7BIwh5btcFpxGpQyy1x0+uv/OIJNOq941qTS01NN+ecrZ9AGMv2g8s0l/M09mMhxLESF4IsiHPSTIDTns+OdPeEYUkE3sYEw2k59N7kEmrZb5viZ3nxaHWM9sLghdML8wND8pMJQRyD/LgRiv6m3OQ++pa1338cvr+7b2nstcjVgasDBzvw/rvRwQQv86sD39eBN67MB/7ZNzUeTP2F4U2pMA1s9yQ+ZPuS/oLDf4CZgN0gV+3CmS/ep+40tSGVSvJhnkI8ME149Kf7xAlAjI6DwiADtHes5dPnvjdmtdtKZm0FHE2ox/mxWkJdKVlP0g/7zDs0Yd8HgHOP81o5c9+RNZqIbQDOI63KBpEGIrV95oysMBLzG73JQIcxWHA9uaF2HEhjr+hKLBIE9dB5xU8NdP5S1M0TjnAn2snuWfYr5oo3cm5w3e9/7a/BYRPovhxlfM1pcjmH6w5kXEYtFuZNw2CA1O44JySS3cTXchK7w1NYD3X07kVbiN7iII8NtxS/nLbcBznNXEJugZyZvVfgR4oY5xkXx/Ek2gUoZDp4L59i4K/IvIfeKm8q9UznElpzGyw+EJ1b90d7rTXtwwv7wal/eGev9H5JB65LZO1AXrqrA2/rAB83CL4gnlwxnEvl4Se9+MMHTi5xl30ezHjc5lwfu2mhmZKi7QLgJWfKuMVgLFgUscYrbEPcy0sMxRtr0uRZwD/6R6zV9NcSh+9zxnwRkcgUVgitueOo8YipCRQYwbIlm/OsVX0Xp3lvrc4j4xBscdzk3wHC1sBEGiaOg1VD8jRtBJHZSGbCOkkgOj2B3ljXV6CZQ8K1QhpI1EILZZP0otJGCYJKcFNKEapqtL+U5FxTfcImia/NOOrOGYBjYVaG8GJbEgQNaWFBlwHXQgsBgQ7h0iyuik/NMQGsUY4r6mKGt9tflHgH/MX9EcZyXXECZKyIex7m2BGyY4A9Rndnp2RsTqmkROIIYPMH2R3x2LaVNC0bQ8tOYrysPqV5VkXPyG2zAacqbJ1wrrWCXdzh6kophdi1zvcZvSDPPa2ONpHe0YgXZLxj1U81OXEdn2rgKadPbdqV1zs68A+scV0V/8BBvkr81A4sPDnwqY3wHWnz+5gga9/xkiME3vEojGDyRdQXYLcaQ4tuUYH2lD9gJ43XKrzLRItjNNOPHkzRXtgW01pUhEB4OSwvvUH8KhKtQGi+jgrCpEPlNWEtV2exCGRqXjvZiLTwqfEWDB4Ur8TnbgNhtMJXkn8PeKT6/+xdiaKkqq5F9/3/H36nrbdWQiAgKFrWsLutQ8gckjiU0tV9LOIPCQFOLcsse3C3IrNKmZtgTgRVvXJurrK0VvRC0DgPMQfsTuB0FAr02k8186pila/ttyXMdnIm5D2LdaKICJxTniMZJ3kWTJJeQtSh0d7wH25If/78CQv/r2AQPMDLYmgBhpB+0ktOZy8/Sk/uet3b7+Jx1LsDKAxZ/ZkbpwQ4ljGWXTnU/VwZbAoQEYMmJ9Jx3WMEB5OjT5LP1bW1KArGMIszdZvv5Tn27su24BHsajziNm67Vf3LFx9P82WWF9S41cKX5X0y8G/K9WSJt9vdgSs6cF8qV3TxjnF34KkO6Be0PODJFOSBNe5NhI99Yi7Yd+EInEykO0P29GzYMq35kF42j99wtDeyuIXfxjvaKbC5E6fwHZ/9nvQsrDcbdfCAycsfiQ07HKEJ6t7L5cBK8L52tNdsSwPy96vPKIS/AuKGw4xjTVzqwc2ACeDHXAu88n00U5PVeuWKEpPTC4lNCcUB+0BCYTMIdnEmFdCrFB80h8iTcBI2RIWKdY4KqCIPhAFLzkm7Jgq1Z5ijblesnbYkPsaWXU/HdaOOL7OOjdICiZq9jf93sz+kF26Qu+tqii6GwToSnA7KFDDv3uQfOHvVL4gtfCK7RmVPHrXBSlAb7PNcneAty1W9xtNjVt6joPUA6FmMvovO11MnJQZuqvQT0ilEBeP8filZloNif2kdRdpShkyF+HcwPm9Pvyt7uYDetVh/nS9Jo5/grbk78O904BN3on+nu3elH+jAb1wyX4b5mTZTrAivGth/gQyDfBf29F3HjkLiydQxKMXjlqXfOPfcCunBOBIRjS/vLJnJgqMionwIhX3N1FrEP1FpRvXalNayv4lvdUXrgwZDaMGcCCJ5weSPxQvCN0NiTWxGYLcnBGxkgOPOj74oiz0lAA6AU4h2byq6Rf/KQfScANhzC9gJUhA7CAVH0Y8yWYpUIWqEhbQa4jRLeGqEBWEY5KWjiCuFMVdc7ej1H/m/gP0JywM8N1fjBTYF/hcwK4TeZwpiEwY+0hvY07TIiYIuiJdokaHgy6aYyzRcwfMrWzWC0fMcMTY+Cw5Tq56uBAMhz/jshZVi1QinHE8+ZTbmZjcsN8Mb/lTRjED69cAiCQdWYnKEAy7Z9LRjDnEl9fZ0mmfIRkVvT3Ajl1t1d+DuwNUd+Puu8Ks7dMe7O/CiDvzBC9s6NL6kOQBJZ7ThpLiQmGIsYoKwuu1Ekn/4PE1T8dj/wMsPBtWAKVCJWXAoPnabISao0j/6ZanqOCc9CCk9L0b1EEg+TIzWZABT5A1T9RQUyRfMU2GPOUuHskvNVnw2DPpSPUGC44sZ41M1YOkjg2n+mANOEiOB5RdA0M841vH9PRiGuhxzgFXY+TA+YcfsA2pmRZC3RLwtJhq5CC0TGBuw0YNugohrO/QliKEQ0ciQGsvMCcCwssEEWrBO0YExABhRkJHZG86aNtWK0bbsSrkU+6W4a+YUS2B9y4J74vInPMA8SOOeJJeWTM58j5xgQADSoYzOKuE8y5m5llLXhboov2lyNM/VIsgl3SdWyvcJUONzpaCO92V7eiWcdc73SMW5vtlFWJHo40r2RsGHl7+80nY9a+nmMTmUlY/k6UNBbuO7A39HB+4qDnXgvmMcatdtfHfgBR1wVyHeJ/IC6XkPLx0hgxokpbJXzHhmnKYJrxwTogEwAtYFIzKoQpAphCC6ED/IRXiZVKVk1BO5IuWlkrI9KB+csMqeQ9JzeUIWTJoX5ykEKYMpdXcFAj5YHwNEOSY6hoAwYZa/MqR8LivyofXJujk7NAxbC7dk5spsjI6dAsIIi5xU8fwBjWGGbZxSTETbriNlloSOOomt/nOrpDBB2jgjCkaiTU0ZhLMcrSicI/4LkO9zorE5wb0XeXlMQhZbMBQcg9i3IkpkZC2JFgVMQHhO6qgz+ESA3hk0VcDZokT2IJ+5kxTzJWy7s6UBNbHOBRsqCy6iBRio6cjrrqWYkjBTSbQiGlFGa7aSEMKRusLI0mrZn0fziBHU/OzCVoEGW3pNV/WJWbM75HjCZTy+1qvzuFfX8mjbX1pbN8sdRS5iOD0xxISxE/w6dTxoEe3EfWdiO6m8QP2J6l5Qxh3y7sBf24H7Gv1rD+1d2K/uAB7cJX8+7AoIF2Q/hjpCFB1FLdf8eBUCN0cIgR+uDaXyU5D/yKQgiaB1hCliogmbJEE/O3cbqglqjDk9RYFoLQOT/TFpztGQqVMSIFUIIWATByuA0PYKQQFBGD/FDCcv26OjTzQjR4hsgZpLRgvqCJGNqBcpqnn8APLSBKzSqplsiipk3okoNuuJXoS1JoQslxdomqwLobQNPxATgBgruZJo/opODHWijVIy2z6RMGnK+dkZsMiFlgxA0IYA8uVDi2WurnXbq/o6LU0vg/ecgpkBhI2h2qmhUZHqleZcLUPRk8CIhCfDXORu9XITaMHEX/4QB1xP/BVkfar4qyvT7CeBSSmecA+ayBISQYaQPcnZobNc9KaaOG8itEynW7hKRsLJVKlw64S4zAOC7mhaNoVlCCllqXpSmpzkqoKGoljChoecDhkt2GzkOOTUND5TXzPQtlAOUDapWDt9YVBrIBoZY2WMRLrY5mQ9riMXJ3SHuztwd+DuwFAHXvcNNrT8bXR34F/swE8sWh8eyoswP+SSkt9tgOCLhtD120aMZC+uiT1N8ElrCtM0SQQsHZSawgyZ0iF9qE9MJGAGSi0nK84wNGlo+YlNhLPF+1Z8DraVNG6y7RFiJlO2YGJRNE2T1GVLGc7GI9Q0YgQbFMoF+EYvGCI3oHVci5TXgaiorWve+hTNgXjuBLw8LYTO+TNLN2AcZk7XQR2O6fKgxqM6vlAVCBs/f47EEHc7XsQUENYZLNKjdR/Xlq+XpAwTMbLmtrFoxPikKAAAEABJREFUeRwkFAgMkjw9iQXEiH0KR7osrpxiSJKhPKUQ2CnBVXp10dkZIovVaQM1Bkx1hsl2sjQjwEPHjNSYAUElNnszpZewIIEH/+9fD9DY/OFpMtEhT+TSlSRMnGhCCE1tCIyF2RBJgHqAwJgC/1pjYMbrdEP780BLmD3OZeabjMAn+hgxwdyWn4yArD1oHUJxXrUNh6UL7mFq3KpBNUfn3TKOBvwW+8lXNp3IyvvvufM8o41h0q+EOreaf+Xavzz2uw7R5W06eoxpT7g8kTvg3YG/ogP31fFXHMa7iL+2A3jOfdhrAehX1KmPhhNeTQghYG8k1J9pgg5AJShRy7N48WIRwhT4mQTPMivPeeaUgE8hALxUJVFFQAsJisYAoWNStDkzT67tbUFjQIoZeswhAAsEfFxy2m9dHZoTo+3rlgjh8FsRYmLgjQ75kABSBrFIVzAZz+axIsXmYtoeXvCi2dMNyw/X+LMOHUW5d652bAKZA/Wzy3nBeUUwfca0VI6UgUowx/B4x8cLP3iOKCPZAmwHQLxjBIv94Sv42Tf3FigEAxKdQZSDYoBsIgCXyjbXMtOsqCG0/epO9C3pP+tRo5EBxBaD2ABiHRBgKO3nAzSXSuY/oAoB+GrgdMKl88A58Sfw/wD2gOARbXip8VYSWUGUkVCscwgT/gs7H4uqZtM0oT+E4D6WrOuCiSJe8J0hWtykHwR6y726jE/xCEzRSLyNiTJFWE2UysU0lPFzV+GNKjpe51hBFbw4hbIFDYuwP0n9VMcCItKDYgz143CmnGb0WFxE0QR1iQAYxzMKx9C5csZiX2QlpWHCiBFZZyQrVPb508X188xp56qy7BdR1nDDvyj1O9W7A3cHxjpwX95jfbqt7g68pAPFY0J8QOXjBWF4wUPGw1EvMCwTy7VmqrVI66YkHnjpatkPy+Jzo6B5wotVkE9eTzQiKzMX0cGJGRvUrnnFWlPw8cVHZJ5mWBFiQigMEO3BOgjUEj/kRYIUJa+HmV2uElzwKn1s5SpA4ZybQbFaZtki9VJTgRpCmAjQv28wewXMP+g2EEaQtpMwGCyN5mtT7edPCirh1Wx2tEp252V1/JG399LlvCTS3tMZkSREqyba0zedKiHuP/8B+Csg/qqOUFl0WezjBMLKYHKSdFkmAkoYYAQC7lmBxwBSG3VZOBzaXSq4USKY8QzoSZp4HyaYEIDK4YRcs1SCo5Dg7FLqlMNkNXpyMUTO6D124OSKlq9KiNJPp8TGTbKuTBAaBomRjwPkm2vC+ILBQ9AO4zWkCbWlFFkLv4Rv5YvU/HcVWB07dXRCqe/Vc/+gaxo6y6qJTISI09QRJ31BuHUdWZh8kBlLaczqg2XcS98duDsw2IH7ah5s1G12d+BVHeAzxILHWuLVGnhGXcneLjiaxAH7rV+J8IFfauXDIzsEhiQBZDU+zLpbqdTk+FdlxhOGkN6szi6kx6t6DT8bLPnVHZBUo9bTUXQCxTeNIpituoTlDxQYQV+Jc3yYYChPQsvPZuKj6tfOXHxrhR8o53h0aUuAqBiQ8XwjEjkJ+gDDk7OINydeUAQY9RycnMvBMswgnBiiVuNoAYAtDNDjlg01zBnY1IYh2hy4R4yaMo7ZGqYM2RElMB1CqwwC/pqM8Fj+BP57WrL5g10I6VreUVB72a2xkyqKDK3ElQABsRy+DcyBmDaTRLU2UtoC+gZJHOc/DB449xEyWMCHEdCNj8mZSjScWZRFIBIL1QmJqehrwUA5OHiFSyVSWCxj4ToGG4FSXhs2J1Vb5TDn8bAsjGAeqIsswUSn8IRjFA5+Og1bFbsSyDpy2oEaTj0ZkkDd8M2DssgVyymjM/SJAH3JsHUNI6gjwW2PlE8itu1FO2Ib749if3Aq8q/7fDDWbX534O7AX9OBkTvPX1PsXcjf3IHfV5t+L+ts2eOdAuQLvqQ7z3ZYbD3i8nQhrA22JXpTOehJJwMXfsGfYkuHOElzmBzBGR0hq7QqFpG4ENCJIY9orCH5FkySvpJgZwiH13hDqn4JTx/Odc+hOoTyYlLJ9kI09S9NmivWSQ68SsacBGF3AENf/CAgzahBJBAoo3PFqnBnhg8GjDCn4EpjhtxGrCMiSks9JHJQgE8NC2y4HWS1ZmFWa2u+MBZmQc7cVHzIJtCSt1ImqmUioSCsTLJxEzgrG+QTabtWGY0gOhOSiWmpuc4UEYIcVxopSDeQIzmjda+EAbH1o4jqEzDB58EqgOOgKJJd9KBGsyV1DFAFBn2IFmxm6RaQBM39p0EF/dTU18zPZmb+oToGWf4cxVoXHEvWzUhl1pQcgemIcbLd7M2PmTFDAnlgDFIJaj4ptome22ZO2yGzdhWkvM/K2nnKfhUlJpDxWAGNj9X6467ZkkEIWbKiJEGZRJWp584mCXZPdwfuDvz6DuzcQX5RfXeqdwd+cwf47YwHPnnA5fezbHZYQece4Mz7PD65bnJLRCeFwdsPe9OJcEjMvtIBaQ2uTOvfBazRgJmTltc2FA1eZxBuTNYMw073cVKezf0j9liS+ZTJVLMWqqVHTW0hTO88Tkp3x15ISuGIt7WC9sLmhLE5w1/nBL6ckkaU0SG3oMqYcWfEIoQfcDLAITbEak0alGQrU5DXdYgwcPyiDIyMkiUHG9F86YTGYC86LNhR4a9/5N/VwT0ao5vwRI1MJEJzw0LUMm3YoN+BF6nYcSKofXdmS0X5kOOgeeqJrrMoB6e4XuGosnjYG3FmWTfIvSfgwyKA0glDegesBsGYOJADDgGaCaLZ0UZMTbWhMJEZWI4m38bHrDdioa6uFifdwoPHcrtGa4XlZnhtMSZR/zj/jPm8zUrTum65+jh43tGOjGvnRDIVVU00ZtVyVc85/LSUDZnmev7equs1At+iuwPf1IE7l1MduK/vU227ne4OXNsBflEffMa7NoGLoq1rmIP80xWt+Ht3HzZF/JbAl67Eikwne3RX7sA8wZMvVekFBb57+cDkK0bvravVIJcwKo5cpqIASGXSkvAdjZh/kBYBKMTXyYwpTEoyCkyd/WEv8NKOATlfgnlmEsBSB7Q7GItGhkm/GDQ12/zRxVSmdHNmvZLjHKRn5HEMZ2ARw8mw9o8RCVC4ob0yQeyVscQ/nAJePhANgxwRgbSHJQVb4pFrr0ctNYRo6MN8DS35IUGeSVIaX8olO+uTYp1FsZ6gNLep0nbvkc4u9TkRTulI9pSs5kwqA1LIzGkK2WPsuddp1vyef1vPqh669XOomF7CPXl7dZH6QjwtyldND5x9Qes+skTML6Jhz3ipD9sHyY7mPD4E0ltAm0MHsBHsaFWNEBAxE6BTY9v32fo2Utos3bIyzDieJv9uyOtn6rocLFJ93m62yZxufHfgH+3AfX38owf+LvtLOpC+DRMhD3kvfHQ4XjiekTEO+MGadxYgdSKjVHdm+RHkBQuTvMhAlnoR354S3w3WV0x+w4dmKbWJ3AsgLfB8bIYinI7EGgmnA1zkeKKIck9kKI/kgnNI3k+IV56l0J9bmqXOK7c3CXJ2pHhFEOfF7YF3lg2fEGzTB3s/YGBHggAyD9ZEyBKlXPXFMrDFoI3E/0FoxBR6/p+sCQnUZkQu0iIFDXtKkSYkNrAIRnlsKDD9d2HckgI3tmQzGvciYtcx2aReZzxBNMk9HUQc6kVNFAyiOXDfumc8NxQPtlN+MtNQnhExgeOJx5VaGUbVAGIpYqbtE/L8VBZxJLMjtqfzS8WejhAdY7YRReHL0Oqeu7vSwYPJOgxy7C5FU1HiniU4CYR7Yto+QP1lyvOuvB8eTKe5iOVlOMYkS4jsV6Cn8mkW78ryek87k5u8O/CPd+C+Mv7xE+Au/ws6wC9CAl4q1tlUDwxrA7xcVA9RFdtwOSSSDGQ65FYas75SMsTxlVcNH6gzCChfzmfSO+LTv1H2NWWGr+TYXB50YqxjhRHjhY0I0o0xPfUcGp75xAfzuosFn94qdhaCE0ZlxDOIfSGmijTxMVjHPeZ/xFo3GgI2G8xrK+eYmSBOc5h/ANhwmQkIQSnQ0wNRNQbi/vyAi5s/M3iMIFgtAk8oXdfPpvR4qzZv90pac9xcAQeFmz/Ln0f4s/yRzR65XcsUqvsSr0VEm0LAkElwFAf3EbnwmRI2TZQTkmCfkJbKBNvGopCeGkgDQ2tCgP2u0RqGVw6Uta7oxAJPp7Zf/YmsnAsKBXdJrYjzK0a32Ff32rqjPTfuObwXy2oy/NxqY957OY1F+ajVULtGjEZsPlrpvfjdgZd34L4KXt7ie4G7A50OpO/jRETD8kno+LNq6R+DnkPYQDjnGL2OJx8dHcKfYGuHLqzLhb+CvKLMI3n0btw8XJILJoz0skZ6Pz6tEBlj3/bVFgeSSKYksDHhUsN7e+AvTASTcLo1qWfZWm4Sxjd6D+/F2vMf0esaP9xtAcgGzAw/7MawCwTsykBQD/WrpcZvaRGaKyHsHH5+gmBMGFwYEWgAC1BQypwnMZEpyXRvjysaJNU4cdayTGUzimSHk+hBwKYPN4MCf15jtyRgiEOQqRUKBrJNRDzBgACEkamQrtcQP14XRQ3E7EqxSGRCSqLiukLkaSx4tneUuursxLYYRHFxUJcMhmO/JVijFpFzyrqhw4sSkh1oRvgawLlW56Ip5hprfcHb3yuUAmUq1N/E8PCO5/PCWo4kcsQWxVnWhiF6yziYZsrp3XmmhZ8ictaZeirg7Xx34K/twH2N/LWH9i7sN3Vgwcspv6i77w+rYvRRcCX+GkGZH+s7nho7QoBnRPIOBfbpwZ0SBPkdN0BkiZdtpHuPRgdUNNu2g7KY5SVdriuePAAOgL2lCgm7/YH+Y3i7cV/vdZZ2i6eFEyFBf2QO6MEMAPMDgBsGCIxEgKZr9XJJETTbw8cQSxXMuiIXF2meoFETETlSeE4/nH4DSIMe4T9sQjwM5Gb00E2bqSxCWZ1N8zCC2FSCZaK0gsIj6mbrduS3UPRffan01tuKdVJ38VILex6PRcqoXsPxjkzmK6J1Yq6M3iSQ2nQtR+IuprL23Koyy86Vd84r5+ezz9KaGrPyXrkuL72CPp5Lf9VurGfb2l/yYs2RRI/Ynk9zf5V9i/Or3553B/6+DtxXzN93TO+Kfm0H+MAOwHhtCfsLvOQxq/tU1K5W3lHhs+CFK+ARePUeo27Ds69a6rM/IR2OsGOIu+msr4M7hmfUc3LKVBKF9F7kRCuy6QgrNmM68mIJn7eMnDBOA6yoMwg3sg2F8gMUEjhfiHgOcSNIPXUWOSdAloBZDY3t55XJ2wSahV8u/XqGKsAPILABAB5NgthTLgQmX7CnoWoO7+sMGFtUPxAKMWNjghCAIXMD6URuDj+gZliIC2gd5AjKfeO84HzifeixPMKfP4/Ac4r3I39PyXlPIAlAcYgdHYQXLgzdKnyYoRYNGQX5xDSEHp6QkGyeA4uPYWE604GcmhHKE7Xkmg67wntem3QAABAASURBVGczKhe4NloRG+dbwY8yp1Nyjo4sl73iCLiIO+dhNw0XYot81r8f+3wfXpdTP9tv1JzvYL+au7f93tyauwO+A/e14rtx07+wA785Zf36k5kTIZWDp6KRZ+tkrwS8lDg1r701BZ0Ph6zDxbtNUeZOULPVd6c64I5zR11WE5Pq2H6TmJkSDufEgs3RsAsy25vorMKIlPma2c6EgO0DJjWQJXd/8OJOa7yxRyrGESRTlIvVxZPGvyZoL5bvg9Iyy4SV8+4LmIBaFwBxBAtrWKw6E2ykpYjAKISAXShuhjAaeZh0nCux5MUkCabztMleh4+uxjoX+fd//uB0eoSH3JT0njTtpalm0SfginsA4MXNFKDAj2HSgLqXEzwgxhjPnJtWcJDxkPmiaTwFWXBOuQvbmeqK1QynmBCilUlY7nkrcXiexGPGPMW7Sbjkw4hXBOKVtI5zVfR15FqyXmktqX3ewWsWOm+vN2KzHeHv1LrL5+8ssK7qPhHqjtz83YHUgd9/eaRSbuLuwO/rgD3c8uGcwAoM62MqJR+CswngpcZcr7jB6EMLuoIhnRAsk7D7U9tWcpRpP8JhCxSOcdit5/BcLBZpkFeQrjwXOAc7QB1dUo6/TCOLxOjxwqLbgj9FJ972blvIPoVzjNGd5Gqyncf+KprZjxiSnuXVllQQShRxsjWI8bKpuzpRVyGaUAQMS1CYScPnzx/SwmBDRDEI2R6CIQZkmHtDessECT2jL5EvqFcg1szNH4GYn1xLzS2JKVoQqRUpA9XqbLItLD0zg27f0HcMW+0hv6CEkwlAnh3MlHDW/xq/WNxIPd0e9TI57NALdJ0c595zwc7WdMAPh+RUjmf9Ti225fRMIuO+Bzq6leytuztwd4AduOGpDtz3o6fadzvfHbiqA3yIIDAenmwxSAnYE7dhEZ6dfOCzMbb9RtK0SnuRqMfrJd4nkS8egMnjz9xD8x2rF6QlT8klomV1UvaKmHUq+ZbNntTa1B+0rdapJ3LEBl0wqI2Eh43g10+aU3sd0xlWq8z9qCDPVBGihOcPTiDlsAkUCMo152Y/V5ZugZXulQK/7kam0UyQ/J2wXk71CZJjii8ngt88wqYaLsWwYBPENn9kUwRCDGz8xLVyKBFUbPAhZzD1MuL0gmmVB9eQxUnswRIeOH/4fwBbgBcWzF8ApTYqQZFdgxNDYsIgFUQnFCdIMUgRHAm25CDAaMkgboxmnWanaRr3HB7uXVwm2SciKjxy2TszkaLvD55lz9aQ4lpPDfs8vo0+XvRvqMp3WY6tF9iFVMh+K+OPhqdfU49cL8+GTtfJs4Fe539Hvjtwd+B8B+5L/Hzvbs+7A091QL+kdZZnncYz3usfFayExuKm6mLv84JMXWv43E94SKO6CY0pmCrBrEH/vhvhRsb+sAQUlyDgdduKDiIN8TMJ3ogp+jdPPh2hZdIkfoAAGCDyMF5OHZlCkJf1bNKkfMuiW7TTzkTmrYi/9mDFhtPiSBB7MZEFI5RhYXiphICNGpVixlAN+gGC+xcLXqiVg2A1Yt1MALoFEQUQ8w+cFw/QSxzKhMbE9QAQiQoSDAgwIxRnB7Oel7KWTE73GvLoKqyDNfPXNMvCvwK2YEOHZw0BOQqSCUwcaOFUXGVRHs2myBqObIWgxWYtz4FScbSC0vs0h3QCahIUQphG0kg2iQjPfGL7hkNYrsMOo4ZPlLPrKtfmWKXxqupkfbL63QQ7yx0Qb+c9FAhGb0gUq+i4IuOYb0Qa99n5SLB2DSo9ea48m/7tf3fg7sBHOnDkzvGRBO9F7w78Kx3QL2E89MnAdGnhjEfYC0obgrPDcwGGExwhz3vmVbjtQ1BJlZ0KD86SlUx09LdBow1TvwcpUNA32T37V+nRmQmxCUDr0VXAdEsH9emhZ/VpdzhKBJnA9AYO10+hU4dlvdtQWPWZV/Wjv2LWIPcZ0MldNn+ozg5NamWCXQyR5QmbY9yfEQFiGA5yGs8yRz1U2PvBnhI6yjj//Qdf0oZBIwKEnAGRdzUgBOS9Yau19N4z05lq+Vwt03oWvJgTZCOIP+nBJWcrkQ3coJ4e2CIxqWLevR4wIKZk4gQwHFsNyXokG1GVnIjqSRqDiccJ+TInLF1bnedxrY07x+N6yKcVHfVQ/EhTCIG0B1F6wTb9dE4+/KXBNDBKXnA+SVWgVXhknsKh/8/BC0oIWx+pSaYtq6h7YXKjKcRMXou+KpnhUl+f9cB9j9n+cLrh7sDdgZEOvPCuOrL8bXN34N/oQPknuPIKFwuvL8HtL7qslcdCxPCYNAHi5tjSNR0gxIpwwwBdjhmvORMgAKbAj86kBIydhTs5+UcLZmFBT4YTN4sxhXZqpg+HPhaLmHDI+Wlj3ycfjD3zfMDRCtXHZevIyuhi9sxCy+p4+SspVFrpCCe+CGMjgiSLUKwz+QAdh9J+niLDXAHlRRx1PQT7Kp+e5Wk5SpD6gcv8nQC1a3zKQMmGQKTNCSwGlP2x0JaxAKRpv4AWD8NkWLZgI8hkYL70zZIRqh0rjLju2ozERsVImvXy108P1LtIH4O9nssqD5nzZGdPIS+YbJsoc0oCR0xROZKyc0OSnruIjrlcFG0zDHpf6KWHMhXiTcb1rMjcyTf9C6VFMFwor2Xq2gejT6++94TRz1YBpquPZc3ntU4druz+ldTfWNN+o+3Y71veFncH7g68pgP/5r3nNb28o94dONWBeethzT1jZtIekByWP+Ilb8BUSHvsaehyQCoE+CfU0Ai9enFICqrN2TBlESiSlxUQuMOwPqCoHEOFvX9WQMgiguVkuFAqI6o8qdC2QeyPSH1cv160VuSyQjz2SuVglMBMGwOwMsgL0Zg2dD8N867IxUnnAo0nqdRpKSyBSkIpfQ/HHYHdleIBicjMQ3Xd9EKJm0zm6Zn62JnNFAk0BiMyioRnDAMV92dxcGryBCd6mmzFY34IjA0LzNjCiTwpyDBAxfpFZTGICfQCUAfANgjsSUSASgY2xmYcC3oQgzSx4AAvAS5otOCoFsToQlw4MaMYzpFRchwxf1xb3Pvhr3kC6DIIe0kopcKJWCZhdcI5hiEXqAo257qEmvfOOEKJ9XS+ZyX1IYLpmoOnTSbYLygCtdzKV8x2Jj1DfA89veM8oD6d32nHdlLWPsNtK0p36vd54Rqlx/fCfrWSu9ThCxPpwHTGZyBs02TkuJzI54SLpDfYWrF963Q2Mb2fbKZ6tlebQW/l3YG/qwP3ZfJ3Hc+7mr+hA/x+q18uKGNtxAbkbZeGMqO9XGhOeCgRm0gTrQA2IuNrAmmCCGRSDkGwuTMD5MVF2SB0wAc85jTkhVC4a241DE8IIUhUmTQxIXuTmHAi0Aj5zylpCmZOCXQNL/N0MtshvM9cvvK6Zx/tkbfdCUv1hrmVSDMpEbUqFslq0lorMV92IXJpgtNRL13zasVX/ugdUZaTUqHO5IPsGzCWdgoa5tDb1REX2AjOUzZnpCw3arFrRNTWKTIEWk2YJmlXkIzAxmXEQibIikEDD06ZxHQ0cPo9svirYPSng2HQi6PB5pOMC2fBkhRGUQ/ACNYTmlvNQvsJhjgeCwGxLEqyQBqzvJwlSUHATXmEIZF4MhIPhOhkAjM6sHDTtCdvGm8KJSMkzFsy6388Fuz98B4JNzuFQO4N+tOGLg+eYRM5g4IxIa0STWKjxVSfgMe+z0QbAkyRJkZYJRbe8MGBwMDZ8gD015Mjv5ukGCDI1D3jw+BH1hu0fa2Z1VStggQxojBTUfD70F9QQqvpPLdb8mtkr41+TY53lLsDdwfe2YG/9Fb6zhbea32mA7911fyKyqfYH5bBqzD+a5rTtH6Io4RA0/JlTSWFzN4yTMWXu+QcH+KTboSofTyfApeBojiiUodaMUoZOQproLyAGFGQTFH7YJWR7iCkjZGU4i1TwLtMJELrY0mVuvw4lamAVwlaB0QkHeSjEh7rAkRXT9FWxJ5e5P+8JGI3iUWeoJkihLDwZwqRmyGekNMEPg00Q08VJ5VYyQKErw2sG/IiavbEBKcXsuducrxUi12a3LWRZCFwDySHN+cQxFouIGeMYwCPEChnkgTKBHu7mp4gmKRLM+ZAH0jkmBEn4Poe/oMm8kwUXB4zSAOQMmoeQopkIR8n0qlHkbe8BMNR6gIWXnsilphw1iA4CMTWTTV2DDxiLsUVM8GuNRi3IUeIhlRFcMGI2aioN2sYnbMNvUP0V1p0ySzL5mhFfVKTiZBl0Sciix7NuiiZWyBcUw9eNMCBQBrXkbbyIWfNOtgjihTrHEWCJpnXU7TsqdcOpQTukjZzZK5O2woJc2exRdJ7cp0Pmx9abxocVUpR0ambdFw1omgtyLuLgFM60GQG4YzPYOhLzBq1XxL3i4JsHoJKWbHPVdE8iRgSCgxSbagPir+DtT2ukdZJ1fw1qxyKcjSFSw/goUxv47sDf20Hfu9l9dcekruwf7UDq4tRHnDx0LDaFKLCgf8TWmkedSSA4R70DYUCAGSYVUbaAxXGk66Bulq25ie8CnHTIfDlFEXJLwOInSlYx3my0tQPCpO31SpKSeY0W84RiEwtcSZkOplkB9NOIaUkRJVv8WpU63QJuhGUK+e2R2lTc4UPX/gqA2aNQoMCOUI4+ClWib4tWVRh04EU9hqIMkjhmDBUmAhl/2CTAkMZ6gC2jGEqkw0ZrwhBfxTjZI6kdQE8J7AEZbM0aAZJYI+mWEUU/QDboIlo6QwQ3pQem4KYQB0xgTTB+4NGXN2wIa16o8gFOcfoP2OfS7HItXA0gNYAaT4w4kEIkwUUN6zQPOjIaagZlyrjTLDRQS+l/GzSEtPTrITmRICQtwCgzWHRshGcvSNyzTpS0EvioEkC9UdlwLheJLGZAUGjiDqypAkL7Ajhv0V+/cNbqtx24cKueYCoGnGDmkbQKMcTD0yUgeoMb8BMCB1TiFXL5BGfv1TCEQcFjRsrgdPJNQCeyxJABhbrwRcuej/1gmtmtMwUuUFgSWZKGstgmESzxvdkSjlptoljuRyNvr32lnbBcQsJaOmrJX8ELG/DR3zHbHlINN8x+5WVBkji5nEphOdqKUKk1b6VqJoymGZRI271g26/yqyo8Vdlfid7SQfuIJd04L6OLmnjHeTuwPMdSF/39qx36BmHTgbMhTSxQc2bfASf8dXkJ300H1mkYZM6Uummgt/Ljnq+dBHMkREIY+mJpbmG8Mh8keHA3bSwzxEdNRAEL7E/0WPmi7C5uD/pT7UyVbwYBUIgEx0LFOX7ycHLFjMM0WrsB6IFQd5xWg+p/F9O+bj1cj/irRakf5QMEjDS6FNgfyLbQoxCCOjNIrZTCKCD7mCGQFoguA89tsCZCsnkPYgQE2VAaTAmGb7+OYjiiGggGz8/YQbtAawN6R9jQCC/TKK3QpRCEVIEYWRiPBA0BZJBkUHqbzbIlFg3JzkUK43PBEpbgxisjE5wNdFZqxD1dE1nAAAQAElEQVTrOK3lemxNDjNHgluNlZp5cBOIG6y8zogfdOP0kDNkxjU2QaT7Iw9QBiBFyKuSMvAY5IAGhkQNcrAK6yrLyEqqsFvCIyBl2bDiqkwZ4tWgrhBOyk1SldIyTyGgxAAEIuhHGCXzzAwyd56KBcUA3IAjyK+woiwgoSlM4CaZQTTGVNwWAi0hCulTrpPEQ8QZX/ik+1VnEbYQwFMtYJJjJFNVSsc9i2dWm9kONXfk/5q49VW02wMcp12b2+DoibvZsVt5d+DuwPMduO/7z/fwjnB34PkO4E9rfZAHHt49f5yOT4tPx8krF8/MWfwyqniuknJkeno9rQOz3P1k0pjFgiqq52wCfyjVmzQBAj/2HvK9LWiNBSKNtSSpCiLbSYf4pidEkHfGKb0CTIVXm/PSHLdwbDJ7tqa3DhITGMww6QyLbGJkfoRKkWzHgcuSFjwSgfUT8sFjzOxOjnGAZWMl0mljxHhiDxbBY69HPGGJG8A3eYpxRH8AYQVB/0qc2CySjc188l7kPkClwiIW8SSRWJOszokWhmcSAqTmwFaKucg0MufIKrIAypUzw1ACjGgSCmTCVO0CHWgEzBgkM0CYGaEWiS7kajJr20P8oUXMX2jhKUDHeF3JcXgE7KpA8wjc19HO6RywIREiSXMYYTwAcJGZmHd3lWmcqDDH6G9Sw5YreU+TL0DSxcRc5bjHtYTm+tnaNCa19KepkwTFAIxmV7FqDr6imDUAI9Bb8MqoL2BwJkwg7S0nY4wwbPJvwyw+ApFPL9bGs0SPCwqWkwkSkN70cpq5EPYCu52SmO6eR1NPX0JT6YVlTl7ToQ87dOK0xXXONd/2ghRpzTz3QaYBGUX1vbXQR0bX0TmKbnR34O7A3YFTHeCt55Tj7XR34O7A8x2w5yj5Ssef9GlEPOVhKH1kNqcaH4nRsn3yYfrsXQZNwZBX1VZWp2QsxcBeuART6BMlbzCwElxpzQc5gQGXvgmCeaWdJF7maXnR84I1LblBPEmtQgQjQ/zIA2ikX4eq2nYX4hmwayQGa0uuRaB64hT8sVnbT2qTjJS3CKIkkzZ+KPFRPC2GMDAMcm+s4jIeIcRrgLEYJOLigEUZ1MmD5wVBvLGBAbzIPYb3B7WCuW7qkLC6swpSvq4QgrODmLEApDwk10R4baZztllGqie3cDETmJKqrT2vtPnBIQ6VR6ZENAb8OGk6JJAH9PLxhy/hZB7F5TM5n0zS9pHZtlHSF5k5t2KhZN0hXBCki/2lR1i4eQBgSCA4kgKyIeyUl7HNn0kNRK3kanbLJV2yh3+iqZVmsndkCJW3V1EdYUEhBMZSCLqV5X6JqaZYUInjc5XK8QAnPNKJtrU4jl8M3WlP1NaIvdiKW9vPdvVnBfqemRdRPKCDoY9UMxjyWrPOAUptRAHWZZBh3fBr0+lHk9X76ldpimXJENaLtaVru33JdZH217ot7g78vg7cV8jvO2Z3xn9pB/RZSOdPlyjvAFPOwpFZ2KPEOSorx6duOKk1iYiL9FDPLicl+chkMbLOJHs4uyvFmbDnt6vnxg9h17A06DyH5ufNbnLx8bSrL9e5hutleyA6e0TounSOqS1tWPy1+Bmvw7PjazKsNj+KIDCveYiGRttPc/EBTEJMUJ14y6R8mScVAIzAV+j4ZhIRHEQBrEOicjIQMRkhdqYy1o7xIfVcWFs+hgvlDtP3+ak9sXHGTYjAX2oKwCDeXvgrIHA4Y3ieEcgZPEL5V5ZMfhDHsGnPr586Ai88usCPwJyZJgGJiAxTd0zThDpCAApTiB9xjnSWmiDYjcUfcU+bfuUggroQ4w2LUZyQCI5DIERJkHymUHwqttAVDAxbyxQ228yT7jG475bSC+8vLJcssFyvYi2MUHuT5CbTnmVH732rC4JpJa+CSdKwPu5O923k5vfHVrK94tWnqWVfAVVL1aExMwbPB+KGui0aMkYSTe85Hrqsz1TT4biwE7AjPhz/57DH7XB34N/rwFXX27/XubviuwNPdyB+SxPJQ+1Dn9GfjDv+iFgv1Pbky0BtuctPsBBH3mLIgJdBXojxiS9cYu3yc6SoTkyaVZ6VOhEIJWGIo2Fh3jDxBa+9jGuQJTXXFUYex8lM2rHOShmVcNa/9LNIpXSDG3HgtccQhkkn2AtgTobp6GnyB4FL8pcSgvd8adSxiWkQ6TkCCiPwxZIgNH0ToSqK4uN/kJfrIBxX+sHEDQigQKlikBcOl8121GLxgtn2W2npa7BSqsCSAl54n+alRUyt/KRmip0KwA9AwOcB2BrTlrLQMTsV0CdzKuvM2NVLGUiOHbuDYtwqQuDENAhydoT9j9jCzDBIjoqlqA/oP5WCUnHsCaWGSQeX1aQCPxeigvFWO/ShzHdiNdRSpExQPgIOZ7jk4QDR+mOgJmyULIB+jKgpQqWDFZUeWY2Q2TUFshz+GHm6tPoaLpakaKt2n7E1zLDTaaDA27aTHiIthDk1VjFVcBdPll1FYWGMq6INxLm3ggaadJv8ox1477X4jzb5LvvuQLcD/t85ic8KfF6PZNftbYrp7ErZ8fxNJj+24BHYnn/OJlT4zSHmNxdik5bCLhdjFPoqYKH7BMMcAbb5A7KZxZvTvnq5fKbk6mQNTNy0WD/U8grLXkLxwrv0LMu5HKOQtDk40kRNLAVkDVn+qbFJlKa0fI/IEvYD1ioAoWO2K8I3cVbd/lwF23CgJWHDRFVpbRIEFb92Rvf0DRzLPPAergDCugO5H7GX8Xc4XuPp3qXobUJcQWyPlmtphPxpiLJykMppIKvMbHqXZr0jXVrVAelFqOXX8HHtiHzMsmfZIFPe+jr6TK3mY7kZDvE8Cruf7NEytfgt3ctkOM00thGGVbo/b9e0719bjHTBnzWermJdnVoVvrzbr5RvEvSLzJpMNZMaaXnT8RbeHbg70OvAzlXXc7vldwc+1YG/c11+vxWPCcKMPuiIMd9H0BylQVwyRjNoLcabC6GlG5bJixesnymr58s/yUboIzmubdkhSmf3b6SQD+s9B6x1xdDodaQFr5uNQqewm4fG01mjelol18xl3JLbXmFtu5YUEQo1jk2jC7zmFmz4EAd0z/svK/sioDcdpkcj0M5AghtDLILOJIVwikCE+qQ20Bj6SwKRCReEjOEoiaSKbT3Z/IHmByB0UkDwnmErlqv5jEtNnzvjo9EejwX32AU95AZQAK3yeBtRJs2PRBkxGQHsabD9MWyYQ+QKSa3zyJbnqWl4Q+H8GurJGpRKcyypoUkmBdE4eSZvUDBeMUo3Fhh1fZUdUzpZF11flVYZd+QIxoPtHHN+mXLqkhwwKR1Gcio9hDvsdjgxWeby6W1pVAulfvmTtLQRE5lOVl2GOxnkdrs78Pd24PddIn/vsbgr+6c7wG86gjWhevDx35Nm8hYcF45oZMkJLweTGT5xh2E32AViCUdGiOumlOfZkBZA6gQjGMHkRRn4A0NTmOQocA6gVBbwmRyAhI7zMcjRjvldZM2NiMFQMzZy0qGwX0HRlycVgbRudwiFd3zHieitU+6sUsxfE1Be6Y051RRtwHMPFShoYdzAUFJkMCOmDUg1IWEQl53RxJyLKQ/iGOugF8zN0TBE60wpfA4YnlBFYW8WTBjY/AnY+OGNSEF+NFbZw6KQpA2iREDNyxDIhleZjNinU7lQ3QYe0Khhfg+doqSFWEtL3pINZ7FyZi0/K+kRAQrjBYrNWslYpiP+pa1VMh29B6IQDA2WCGWfnVEhQugMIsgJJ8ST08V5PpnNefcX1eE6LrnVvAgHprN+A6GvMakTrPlnVrky1jN5iO+LThSJfU8f68C98KUduK+SS9t5B7s7cLID+PLUvwL/5FNtZ/mpIz8kRhCMQy5ibHcZwxCiXMyjw3oCjIHn/1HHlWnKH7lguDgl5xQrsm2JyBjh6MtEOP9p9XBaVWzxpzBNkzGbuF3fpsv7lPENMqL9daUYTBjZGJsgmVlT8pKp3S3c1pYvl2gWnWWojLsSf9yGSP43OlgnjehPzIuHdAVUVSLP+h5Y37Ef5E0+QPusrlq+F9MatLjNH1uz01NTCx677sQ0TraisuZvuJenWm/PI/n2I+gtxPLo25UZlpz3Kuv0mgYdjUcr2M0SBnVmNd/I4k0iLZa1KqXz2OIozBt+/mL12SSaty5hDpT2zPF5xlfy9FM3Zx4xM+wamcHvwJc27rmSb++7A3cHruvAfWlf18s70t2BQx2wx4MFL29GDwfwzxnDTp8w5MPoyduMNUXwo7u18VxVzG8rQqPR5oKySM54KwKJIHNQDLIaUkIlG2XNt8b44+EUwnQhMKOgHyMNQ9rOzxnAZne0g3TccmZmcMjdnBr4R2Q+vqehlBefWf5qHuZ4bKxW2i7hwV1XkjCPCFSItk5yVdIS/bmp/2+wunzT2xXXglyHP2Wo6ACM02mfC+evgOigEp3J92HEpu/d1/BoZq2sgpQxsjBRok3cIQIB+cufP2g48YJzxeAhm4StaLhPoXe9H91MtQsFhFq+4tUIt5p4bq4MCgFSL/hLGaZCGAmK9mdTMCM+LZtYUEQti4OynFV2bMmy1qgnqrAQinFeKdGZnyqWtRA6sYfOop7v1XLch8dCqtWhA3DIWOO/cl6lsxK8YHWcSBgvCPyBkO/o1wfKupe8O/CBDtxX0weafi95d0A6UHwpg8ELBl8cRIeXCOKtRzjqvxLkriJTlV5LVpl02OJ9tmNzRDz5jZKGo7Zf5zCy9TSFjz1S48wJ2EOUKixjYfzEN0fhpzBPIRTl22GhjWyahC/+zOEnZifvTzJFQQNpaTpTrZTO5DOwc9LJLAotO6d+C1nnpIuybIJyOtOSwJOBmKCag3NyjPXLCRNj/ECGEbmD6LRjuY6dAEnKhAFykwBO8gHCUjLcdFnCgtjc9FGwTR6eM9mBl0/m+hTtCLwG60ux72Uaehjdw+wBco5qZBupa9BIBtesxDM5R1pCpOVLsux91AyhzUM9FOFFRjxsRegoiKhQDTN6tKRmmYYdP2R4/rh+JOGnjs2rM/7C5L4wpVcfhTv+3YFv7cCv+Er41ubded0dGOvAwLceTNKjTyLK6PooV8rIyfMwCUDHFRqMTSX0m6O3euUka8BW7iyTvEILGUY+tSWaYjsbdPeFkj8DSI0vXuI6YT2MwCwFi3RoyuaZSo6v2kRhO9IinogK6b2XGz1FAljSBU5NiCrwlBr3lRibD/bu7zc/YvVVyjOPauAkh4N1C1GZGcvetQMhBp3N8FO4l9xGPi2XrVKifUQIHKmIIIhjK0g0OYq4Rg11DOH92krTTVSYPA32koG9H4nDTaBFNumxpSL3Ip40olpND9GX4imxSk245pJoi9AyQ2luwtD+sBEEbl4DM1MC2bbDcem06zKXKSf7OVG7BHIvbNh/CqSY0Ikfdj4uc34H7Fj31Qfq6AdpauycC3LA6iY0XX65MB7QThXSaZk6YNFI0wAAEABJREFUBsPikSAX9NtCGC7yG8mhcHiKaabwVMR3O7+3X++u7l7v7sCnOnBfWZ/q/L3u3QHXAX380ZkPfaTcY6qzbJON94224SnpdO5Be8Ji8Q4TEQQHB55e2IuDXpvms6tmriyH10Jtk+wuhPhBJG4wEKLkCoTy+2FqpeTkzSFArToHZpuUyDbRJGqesu+AnNmRfEqvCbWXkoBPbt/DbTMOnwGI8PnBjTBCyiQXpSLHWwcyNkpNZY5vnuKWpk5PGu4SQ6aeci2XZcSnmqhYm1dGZIeMaLgL7UiL/AKIreHGDoGB/D1XftEDIWUEkMWYpingUgzTBBxCmPBfGPpMfat2ss6eeTv2AjKmf0GkAyFwHmDAQeeQrtbOeTncW4T84mHVPpvi7mniFlBbnZ34LeR+vcyLkNMpuSz/Vmr+2Lnpu+vpL+zU/ExOTzk/s/Dte3fg13Xgvlp+3SG7E/6bOlB8FcvzrEwo0TDIDwz/2uHp46ngFoNx3E8f86U/fPMKD/mzUIvzdHdSUVVysiBWwQIYILYHvSds+hBvW57RWjIjvmW2LI85EQd56CRlEIoPpWJSSL+DYQ2E/Wx8r7IHfwdknOEUK7pElMRKwBpD6RAcaaIX4yorsgZpZQoSoxcM2EJqiRuGnqNiKQL4c6iIAt0HRzvZwYTG61gvU/rqxg83VR5BaU1BN0UmZWS2PhoWISZvA1ZGSyaK1cRzeSUcEtR5DDn1jVCw5ILU1z1ruIkRJoyGdkAUj4OVEdlNR+QWtm5qkosYhSMf9RDnI27nba1mwyOR3pheN52RY9R1bim08y3Nruwl/WCBBK5+5OCEk98lLymCyf+FcPfqLzyod0kv6MB9pbygqXfIV3TgL44ZnyOOPUY804/xlfCsf3ihaeVx8jYT+8JwknHrj9apPAUTXg+mgCmcfCIL+pkUuRIzmSk1esXsm+RoWQq5MQUgY40UPk1ZSvPn+pGCvphgrfbbF9JuORZB+MGEsa4H9hih2FJUfxGDNLz2hfLdA8lgbK/aMmDtLS+RyxSwdylQmrWClRav5q7IoBWDe8kEn/9P4yCnMwvGC+Ah/+jzEjd+5G7kQxykeb0RWm4d+dyybcuQbqFYnk23iLbFvGYhPY46Y+utmUCza01h0/0Lhed7OcuXWqjO6llq1FnIr5iWUyenq8KRny1Iz89eDl+TZi/BWv5tCbt8HFlnrfyugZrd892Bf70Dv+dS+deP1F3/X9gBe81AabK5gYcIPPdhQNAZVBI66jHxNGZmViPmPifsGo24WPgh7OPvOmwZa2YyX3r3kz8T383srQZSZFzR01HUR5c2prPMa9bAFdRYD8fG/0PG3qJ+W4auPHvgC9nHRlWQ3DFEJtNgWqwB/cZQh0SA9XRIf7lGCXQCy2DAzo+1xGvfTw/kAxN/qD29ly9t+aJq8JB79Z7XRXpct1N8oZeI3LET4lNTzGaK6xuO7BrRAOcYhuoSoeyBGYfQnaABm3H7zlx91+rjPe1nKDX31X0NC2erCX2rYxq5+RxzaVufq6oopWDaq7xLWleDu+b20l+U+3aipuXJZPTVeLdbVy94x/uNHbhzfkkHft2t6CVduIPeHfhUB/h2EdfmH4bp12HvzzmjoSC1FJITv6MJ/mWBcm8megiJCSCbAz4YouK7TnrhEeGOo3hxmupMKBSoH5hEKBM07AeQvoCSkEVF25umnqIhH7aFIUYjQi1y+WGToXlDZRm125V8ER/5MHHClWu8MFazZxesp3GrRqhwN/qW2ZZuN/COQXEoeS2IvUkNi7A79fObwmwvuzQyuvqtAO9DeL3WSzBUH/8SOJZODMAFI/kE+tnzRU4YVe5Lxe8FgR51YoDgYMQg/w7Q47Fg4wH3Z94YqRKozjGRDUzJLRHbTmghRqgOV9NHM4YK+YbGL92gWY9pLVpJCpuCqUwl00r2LIt723CImFtEW24p00RsWHsbT2+4nFbJhXik5rzSXHz7zl6R6Y9T6Sz9eCaSQLrfCvfiyR2Ti1baj/hl/a7q3sq/Mr3ZuwN3By7owH3NXdDEO8TdgWc7oF/Now97ZmfYVq+fdqk3MBvDZku9ypTCyw1eGB58wQEIhlqlIEZHDD/FtxWtLxz/ICm8csGPMxhQaXR+acSlPaj9FKZpCpgwFAf5gBY8/Jqk1kjlgdfKVV18qcZddY51q/F6hslKmGNlamXUEhTBUI/kRkMQRHsAlxBkCqc+THf18FwklcNSHHsUpEcUZPUhKr+hOzdJJvGyVHMJ2gUcQZhWbZogWo8cRD3XFldJFmTFdp5bJ3sxY0Kdl8kMmz57miT2J7OgYIUB4nuH5CfTczm682vhAYnR7J4YcJ+MIkHTNAUMoVvTVAlLvuRoytPSpPWxoj7I9aPUasbmwQJgDE1TKCVXxuOCady0sGznX5gUTNPeHVJHFn5DTCyC94ZIDrm1jU5E+PGRxipZTh05l1uzoT6P5+mxSuI6tbHweo5GC4/atNQkU1v/BqmkPbTOHNzRwEb8kJMazYpOz+NJuiWeXdSFEvJUEuJ5T3cH7g68pgNXX+WvyfKOenfgr+8AviAx0kvF6lnIPz5UzUgqEBiVVkKuwq2MKFArneGGDSD8cTcGJBjZglQL6sVxe6lFdJM6STigjOBEeA/mQCJRGHOQJ6mpYEQUrYCqRcFiQB6SHfm5+7aGvMPIBzm4F0PzmPli1glBMcFsm5gvnoSmMjB61NQNi2IipJYRGQ/U9GA3u56jk3diQIwh+ROT4EuYc4xkVfwPxD/iASIEr9UOqE5omcTMTar3T900W/Tsgh17A4Qx8wyZSHCayJEBhGQtzMenOWXA9rCXClmuBrOISXvNHCujvAR2ppSQo9ROddLHu6FejJUSEmZ8mqOp4cieDWfuu3ixwnEG6ObPA/fEILB2niAiABUjyzJVGOww9CLsmIk6n89kM5cpyk/DaBqnF/COPG8yv8gvmshfVAtDFVCfXYXyfUxZ9ul1p2evjuF2XJRw2PkM5xNQ+QHjnWWPqXu9+FQ+x7IvrV+Vc69H5epHuVdlezSP2/7uwG/owH29/IajdOf4V3dAvgoxNR9pp3XpLTuaGSQPGGIk1gjaGV1gGHPPR/+wES85UELUe9OBtj1me7mcVT/hUSwIhEMftAT2nJfOyxbUUwnlng6V0MchHA0MII8pgiqH2FodCZvNjFdB0EwNyAZjEYwfxT7M4nc3EKCIVzBQymgKRSPTgiOIoccUh1KE9WQxDNf6bd7nv20JLXd8CDgf2lsTsPHjh0zMC7358werARe7QDTZhRjD7HiiIxQ7IojyZKKEpOmPPQ0JtH01MAVNACuRAULPOHuQ9iRBtpvFNvJEjEWgXHByAtEqSq8AKIPsf+hUtd37eZpeCrZ5ItoYg+modnCmGXOmI4E8wESBNQlA+MRgjgSG+PkJgUCawDr+/HmgF4/uvYinFM8n2jeB9x1TTEYorlgVypw1rnTRDE1SEG4AGLTP0chVQBtCFDsySogYwcB44gpOJVvF2GIlOZkqK8iYnpP2U6kMnc/rSTkw3WWSNhFd031FvwHZd8QmW7+Vah+lgwkfNH9rgfdiYx24j+FYn26ruwODHbgvqcFG3WZ3B17XgUU3FOJbOl4xsBQeZDH3RqnlIxIAY2VfGq7UtSC9xNBPGBLxtUb42kN5tSJtSRim7Czg6RdDY7MrSlm0coUJr+qTqYA9DZYjiiZYzoBAmEOQ5seX04BjMEGUR8kF96KJ1GANDxLiwGAGEJAE0pGMlG3N3NxAMgOWhfcsOU2FDFkF7v1QmDpXto8qAaY5cRLOppXAFKcx82RUgqRcR+LGTi0LIWTRTmdMbTg7hrxZEAIPNU0WHr26J5JciOmBwYgMotEL6IPjh2szJ+AfSWxGsgDwHIkyQvAklgEf9gGoMWJtEdFg5vVBAuckkajYPPCCKGQPBbtpBk2AHSgd4qxkPYupTLUm86qeUQcoFDEDUDgG+GQWaUEyJc05wsdYcN4s2Pwh1CcNeVxlD+r8SpNn2jRNDNoWIR2GMP5hux/IBxkhZ+bnfbmg55WmFaqAfRBoHVrLpR2BcbgycTBTHLPQ+MAOQxW+zypJKmXlTFpkDnGOigZa57aWhJRd+OCnrrJMJWt5ZKBrlQHxegwbrl3fKckFDq7KunCuYAw6hJ9RwxN2h9OXNZg8QZi3TufytRSvy/m5PCyfG98duDvwbAeuu6qfzeT2vzvwj3Wg/CIEh+c82WMBbj58H+wPwxx06Zrz0Wv4mRl/0p1vLPDMTOi8DazWRTdEtoSQn/gvLWiS+MVkizphmbrnnJGRVBsMFUpjc+5jsxKMF99Gmmvn2Kt0Pq0t1hIugLYQrZUdySqZGZVvRYDuZ8aDOXAn5L44L1pGyXIfY0ZGng+8uLiDAXOMqAKFQUZi4hxGK8AKB2wjGhlLjGNC9C74wUIEoGCl/YCYRYApKUG7kfRORpKtkLdqEtHIShIsEyyxQSnVywSew9PkPUQdfz0TZAGvHKFjgMq0WR7zBsyWa+EzywZgIXLMat+xisO2EB64mAycu5BQCbZpmiYjHcZFSbEBNCSxHKjB4err+TFX7FZxBNnJwbIgZPDU55q91VgHN4F6evoScLpx9Mwa8l62DdNCFP14KgAWFiCQjSSfzB6j5qe841pIDJSeRzFf6Y7RUB4ejLngqllStTO+gJntvBeLRns2r9Az5QNxV+YrQRUs1rVbf+V2iNWDOOayl6+PEnP3oiDnSCm5ubsDdwfuDryrAy+9l76riHudv7kDf3Ft/gECtDynx3I9HUUb6Jj1RqBLVVfeXOSlxrI7Wm7HPr2j7STq1Z62dCYI3XuZiS/HOEWCvtVpaOGVxGxFEhMgkleHB14iQENU2kOGFwrOlwP60Y0JHYaqhcD0o2xzlgfydeZNWwjXlogPeX/AgycXEG0mTgDFU3xEZww10DnED+QYkXkSlZHrYGmZRMDC02BlQIYhZEw+JKzS5lysPtEEUTAiRZTAbA0H+6lZsoBjVLK1Jl70TAQLPeatIRYybVlFXbSLKJYbE4gmRLxGzYZ8BthiGD/HCLRXGZW4jlDMglq5CaTycjZ5uq8UalyAGHJJmrxtaNo1RvIYa3lX8ojLYWGMrlnMgyYEOlkt4iPng1DldCwZ+B52gA9ueXHmUZBTSJKEEFhSkwkME4f4zDiVmSTEdbmiMNVfkaT8AMQkNFLPT4rtKZ181M65dMiYVkd7VrxdpRznFDrXornonNSJ6MmTwZuJMh85U3Ip1+QSl4gIMTMFpjgfSw21Z+G6SDtnQZXgdetWgW/27sA/2YHvv6L+ycNyF/1PdQDfgvJw8ACxKvzAE4MEWQU4KCiDHFi9sc4U9CXqXBS8bwV7/AeBUeYGweEhmchkrgVjwmGcvTM17HyRYTprIkFkr366BPtGAEcl0HrYa2/WdE2zyTEK3zYY8NEZxOAYtx+35NKoEIPUGi+plfEAABAASURBVBCJhxRIdYlQ9lvnqh5mPVeyMnUqCVlKH+VIEZTbnMsQYupFnhZla+JSHlo2Tqb3FhXQTamdGYb0I4hllRjUIg6yCZQ5vRfhquJPZGSjIV5PsBYRsB9xT8WLxEsF2Vf5jVlSmILu1QoT5ONI4euJdRHwncL8eisisoYWf1qhRqFDsE0gseEkchBubXAibU6Hf13DhOtIkKH5mEMArrXBdXWt60kmObohfTarSFbba7mmOA+SqtGZPIH1GJCvgTrdBOExcdrRVJ3Ld5NS6ekUn/M+t+zemlN1dgV3hYXdz170OgC+t+XUkikqjTYcxRGtVlgJouEhdEmQQyvuG89P/tJ4f4Xb4sUduMO/tAPtO8RLl7yD3x24O2Ad8F+bSvOBj2AWn8Y7T5wNtYj4BiTE8/kv8pCPFxNtkAY81aKckFHEchPkZKArrGfTA2OsHvNmSAhrx4skVr+9CBkfw2ufIiOITSIIg/cXR0eRoMMvauL13MQGDkRIJf5RarHaB3zVRP2UznNbmvWeGkzVuzxF8xzimoQzgdI/JI4iMbohtnR8Zzm6/ma8bha/RYGrSy4fw5b3I/BWZ5xhbroY3cK87xBaun1Z78hQTliwdxABBwV3zv2QtGDSBNxvBVHWhIOZ1/cX5IQEXWQKjPW0yYCj2DalIHHj4eia3MjVVGxZ7dbjYx49dU+uS+i8toE87UhGLe5zC46D9MnKa51o0TyjKUxkEDLg+yiRJPZAfPaMrtH7Niqt8zXRx6N8ZtVWfu/NxFYz3MroG2Saw5Es+e0Jr5/6ZCb/A8U97g7cHbAO8Kow+sZ3B+4OfKADC5/y3BO3Pu895EFu+kA+qyVTEpPktNIXgge4CWBjlsfQ+vnWtLuY3/0MuWvYNjBXw6kAeSnxeTr/4q6YPJ1B4BETCFqd6qKfIJlUfPVchmaDCLoK/sBfkyObUn8gVzIRp3ONMhpmkNinDxbjMBcC6RIkNvsFAoOUM2j7qIHqdFbJsXnf0yzWHcFKTBaIQ89mUq8Bt5QusBKoeD1bBVFTsZRSpBtovOOUleZlSLFKYj276asU5Uqp7JtnzX83WzPbKAXv4vHHJ0vgpcNNiAzZcZqmzFxGTemWNbmY7bTlCGcrOcQyZdkm5VfoGCaTSFgihjtuV4iXA6XE7DaXnWJnj6R+IIXV2mkd/rVWQmXxA15seMKBzuPcqhODEWKdOd63Ud36cqJSR2aPUE+4HllmZSvryuRUA6U6ayHrECKMU1fXVfAeEZ3/OoSiMYqyeFFFwVOPNTHGje4O/E0dqC+Xv6m2u5a7A7+gA+4L2Z5w7SFhOpK+OR3x2ba15afTD5CTLhCRMkdmvHAV5tfWuH/z0/XcEcrZ+JoQaLanC9A0iojkBjQjb9g7VfWSIBs/Ts03VcmeE5fBuUUy4E+VlVXOu1xGcwEJloiguz3oig7RRmGka2RvSEvgL1pcJGxm1bZneG6GqV/RiQUJUhxRyjHxVL4ZbG3DQ8vnji045oFds3MmqRZKJVoSCVdPkxy+2T1Mh3/qo93R9vFsIfQboJtEff05jR38aeWu2TlxLdhO1zmSZHwC6TVQw0wIa+2GxDt4esMlhFrpC/F0bbfNswb7Sjuaivhuh79OKyXKdDDmZOXBbwKMjKOdGIm5Z4N78FPn6l78AX29/oBLaeIDGG04yH1Tp9IrakQo9xW4CBbJepKjI9Nad16CRRvOly/TWOM6EbMl+IjK66xyezxT7p7vDtwdYAf8NUL+hrsDdwfe1gF8AWPwLYyIj3p8eTi8PB2jkyOj5Aya1Kn3J9p7i5i7RrlkZl/2lh1dKKan5pGZ209pPDRqhzm/LgexlpsnJgxonx08A9ox+prYkWgQEYJEORBlD9kAgJgYskBMNoLkL9MECQHo5UMWLFf5Kdk1x2rW0tMS9GKpeuFjcVNPHxzf1RO/ekU32uUtuF3G7hBCOmvBYdDOv1xEUTajAUGLJaXANSEjkhNepe+bd1byNe2YnlSnTmE/dQkLNlEJ/PXPfkCcXJVRcRYVTGXo2EEz5xEPK5YvrvvCosNwMQLUvVs/VDrETs4M5VezGEC6ZQN1Z6y94rGwg476wsa12wl7rViStDqvDa3RYs3KvG+Wut63XLpd7S75TGL7vmW3S243tQ0DXXlym3IbxrfqZAe0y+Zccia98d2BuwO+A/d14rtx03cHPtYBPnDIU61mwB0Ppd4/T40lW7LKzGWvGtxd8P6o9OnZogJjMExEJI+B1CCTPowhvzLADLnqS3ljxSianeGMt2QCkJO+mORpY0vIOZNf+0RMGQBDXmBF633EKLw8ZeuL9kvnuHRI/6sS7mIkYQijZBVt5SblyrRSRQEP5iO+h7QNJX92aW+xGPEtiKkSYuYhYb86Ny6U3zVVMzd3iu2IneOvJaVHMXujdc+B3IKNoIeDaHgETWacCBPsY+7KpN4nouG34EzgOR2QawCtJipRujVbRglzvS3Dlq4j28q246Jitl0pmStWZLuTFdQ03FQWHrL26UKKUE2Gtz9Zg1psNhLtHTPaXAe+OE8fWSFVcMRpyPZsRtvBr8/XH7Pro29Xc2vvDtwduDsw2oHX3FNHV7/t7g7cHcADOh4TMPiSHvCnmnyAIHy0NePPxc00J2ylZMWp2wz6YhHQHCOfwFPD92hmKRMJJhOiRpyCJQK650ZabzeMt3xI7x5yLnHWs4q/XOB7hZ5bKtewzJ+g3NF5r1rTC/7BjLFag28/K+EZge8D/BObCAirAZX+FTrtDLVzOn+nkDYx5xA/iYj8JxGSL5ZXXucg54HOKuHWgJorr3Tg1paRa1yXW7qu7f86CbqGmnl/VsjniZY6KVrN3g42GLWJt6h1iXd+9aEwG92gNC5i5BxwDwi86KNoG0161k8BGFNofEQsU1KWXBJXxJhV5RTPX5UO9UpNG7O/3zn1ubRcgC8kpSY9U3Q+kGO62R3webVpUYQUF1csFFF2FsnFcs75iOvEK9XXcG7Jd3hd2d3X5Pv9Gb6m7jvq3YFrOnBfQdf08Y5yeQf+rYDFM8RzT7ovadyxRxaz5u3FaEuLMqN3MJsC0D+Bp+2Fjen96TaX6QFyWWev9c324Lw26EU7LUcahe/Cl7woEV2rTXxzFTsq8TJEFH3wtmfUcdyoV3Lwkaw3cZvhh7qGH8VXgs/D07KGCNAEYAwR9Sckq0NMQAr+1MS9MkJav1PASmwbAfmCCsUbNgLm2qZ4tMLHPzmn8VTO+ATfl8ZS/OtfAdcQN1IJNGnfRnBeUQkwO5DNoXePpsoJZ7lE5ygxHNkuWuqDK/cAmEvStrJinaGTlYj3ocwj10zPHI/ck8ATWYATY+H+pYhzG5DA1KylzDM5l8Uk8XsIqwurORLcNaOobbom5pkoRR5lAC1b51LzHdxG6t+RYCOLp7sZi46oscItujtwd+A3d+B7r+3f3NU797sDRzog39SY9GcIRzyP2XaefbeCnH5cvOjOgq5oesg90So5MdfVMEnCiVB0ia5pf4OyN0PZEzQJL6h8SS0giuX9nw7kmadh0gTWQyB9GHYcozoi3VzATtDV/7Awy5PUheArMIpML/YQYvj3YlqkXlEnzjZNmmcIwBPm7xrFJpCl5mvwtOkH8SfP6cEUd814rgkcLKbVNm7+cP+EpxJxXlzPi2lSrOcStTjviBLUfFSIm0xRUKENVWVZsrGIBcnKJlRneTpNzY0SatZA28nEQshkkjXGAZhx9VABkuhJwObPRi1F8FVq0TElYgTxyrgI9Wrm59ULHI3PlpjPK5KL56ctMYwlL5mGXX634dlGWdX0NzDZpzHz+XQO9/pf3YE7ubd04F+6k76lofcidwdGO1C8wBXfifFBdTTQxXbnH4U1b/OfI3HmJqM+Go/lPfjWnlmKngBNTGeE4cubLghmdEQHQTLhNSdFHA1yoV1sTkS2D4T3P3SO3YMCO0APKIpTrZGBVtNQ9ER0IKADPZNAXbIhQehbtzVjPrqpgwjxAtN6WT9kfqjCSWAj3CSzrAZSsEjy1JJl7bsoVwBJApbmJgUOOiiMKEs8RJ8Yn++XZUBssNOJ2LtFGkrbJTx2N+lxwtC0AaLhKQYQ2tvwHuT5RK8sk6ZHaLpIHsNseN0bnTBDGxSbQBBi0C4ikhX0NZXhBWxRSIqHNiZaCS/Zyw96ngbq+HUzKyacSwy1iaNhYS6azme1SkBCybRSrQWoxY6X4bXRBZJWPrWs5tvLtqz6qfc17egj0lYGI37o9YjZC23K0K/oTbnCzd0d+Bc7cF9Z/+JRv2v+qg4seDvjo+uCl3O+sDO59MD+6e/iM+snnynIe81Tdxn/EMMusTvnYfKuZJ7KLWBbQwNMttsFiV/iXTT2doL9FRY9dx7xrHq+Z6drcIdOu1RHakvVqv/HzlteKFrcl0QwCYAO6NgPMKBkkKRIGD9N4UOH0iexouOeVpKTJyRBIlgYAQIgDBCNsdXMLV0j1PeILHHDllnJzwMH+I+dR8CLXGQPbALxhDGw2MQTpwR2L0+CHgG3MrNo6A8a7y/yS6amZXQwpGf/wu8T7AY9hhNRf6QjhGFhbGoKTWmYvTH6eezbUEY7u44WkTqpbBn6Gzg5304m0qwpVbwbdNxyN9QZg6/0ubInOVamxos2H8PjnscsXx3/WDa39d2BuwPXduC+wq/t5x3t7sB4B/Dmlh9u88NspsZD0YeAZ/6uk+i72r5CNnH66qxJC/inT95iCDCTFxjgwyMFDlv1tcL6TERPAWAOmARCnA1zrXxUQvVRDX2pmDllqNgw8IKZnc9SyAiD3sxcGqQERQp8AZSXCSgwxEY1Mk+xAzn9TInBqWnBK3PpKFE5EaCKCFQsAJSOH0Vn5xiOGQgpUx2MWidDXzAkZzFPyYHAyJYFk8XvoiS51mJe0aOjnytBSZ2jNuTTdgaZdT5qsj1E5FiH3F5l3EonFRkJ3qOxiYKBLBbZ/OGGCi8pCGRM0xSxoP7EE6yvvUYT0z4djKUApCSdEAqCNCshKpDbg+cPLNQdxOhQO394WNaCg5BbmCm1dvPB9Wwdc+NaLlpFRuuIKuWFbMwilZmI3TXK1MgRdt3ebBDrO7HqmWp+TqxzvcuZzK/P4m+NeHf3bz2yd12v6sB9zbyqs3fcuwOrDuBtYiWDgM9CeL7Tv11AAjKgEF/Mw5s+smRzLT4aE9bKtnRtd1rCpNgfAunBQGIqkzpInjIpr611BiLmIiAiAjU2UtwZL8xBYMxxw+oHOgJQd2zkKZVRDyAtwKm3gzbxq8Cgu+KTCsZ/sj8aYj8P1C27OWL5yKTwNtFIaaGkP8rrbIsBY6jsg7MkubU+DQhbNk4nNckkB0UobNLOcgaDq0Ph9kURwUXZJBFlU99UfqWQmz/YOsU5wg2gvRR1gwjGe4ab+oa/b6in6zjYLDHRo3fNmwHxhIkAtDUmuXFOyWQrhWT0FFGfbbEnET0VGs56roMubjonAAAQAElEQVQ4PHIPDrtuOsR6I6IpSX02IHcQUprnKz24IsyZMVBvRHVEajV0PFMx6vOpOSVuhOFPJXR23ddfvWcz836/I0uf8U3fHfgdHbivrd9xnO4s/4oO/KyqkAuQE55tMKDXGUQcNR/FFZrwYD5RJhOJYJIw+qErYdR+2w6RWNe2UVOb3IrnKrzG6FsV3sKabklYPEuCQSZJF9CVED9pHfCeBosBR8w2JJW1kahniTkLLe/OSnXmaNfS2ukhWFZMViWXxJHoaR+68WF9g3XPssiqYOB04RgJXS43S0uzX6bCDywNQDYHXoS1Zs6E2qo8ztRyBYLRxCFmYXKVfWiWMmSKCXhaRaWk5NRiYLZik3si4OxpsL1hMXr6rnwwftd/VNFKcNHrxoXgJbQsuJ4AvAGRd2qQE0DHyAYRLZ0H2V1gpoRsWHJJbq3jrgETxSmOkdSXEp0U1msMG65dRRIrsNpEdmKKYU54ftDlTNI4uzCY9EjnR2wYawiGj9GwYVr2XJ7jXuuM1pKUzFliPJ2zK9x+7MDdZ3bhhrsD3Q7cl0i3Nbfi7sCLO8CXV78Erkb5aT0e3LYf+WDg/RydNBLIKRxpsQ07FcgJ2xkGYJ8a0xlv51M+fKVoiYAp6QgPYAKk+DPvByCE1AYUOwECPjDDzDHJa30Y/Fg2xARx47/NAQKHTmNlhexP5DdJWsCwGpQSkljOiRQkaJCgsaOR2M8yi0StdRYBJ2NjzdIMyj1MkcmhinWiFsgZgDs1UggSAIyRON7M09aXfgw2gOAsKtY0+rqvSr+G0LHPSpvHFhbLLYMdnfkb3jHPJ1hlqPVUQscyPsGJEklfAgXAhRl4ir8CxnOJhzEYPp5+vpC4p8JNoGMxcLGlm9G+p61GS7Z/DvAnMwA8n81fsc7Hc24shjQwGopaVFnNtf4C3sp6JlSRV8E8E/Va3/HTXNdFGRhKn5if8T283NHaDi8w4nBlEqOxqutjJM0nbUYze3KZz7m/9cT9XJn3yncHrurAfclc1ck7zkUd+NvDyBu+FGmUXoT2QGC49bhOHUHcOxP1BKgjApWGPTPX2N4vGi7Jd5uwiKXVg8UBRh8+YFoGWODJ0ISosRx1s4fcJPsbNFHQWWuiPjoCySYQ1CKNi830xjJQN4dXebowjrGCLBqZrnGQjZZoFcpPw+knWgLJC6xMpRf3AfjjBL6csmWldnIsaYITSTaOb6SgWiSgxBMzgxN8iDIuuRkXB0E2ekB76yO0rMSGkGDgypliL0r8BOPY57nuDxySHejXDuThFvhxdOBBT3zM6A8FkS70lBuUMU3qcW1hEb1NN3xh9GHGFRIPZzA8mtmC8wcj/vs/9MINhOgA2N5PfeWVIdbalL6oOEGCUfq1Oc1SN8KRPEfbMEoZPZKDaNRjMOGBVZvn4YBf22Qn/93F5sadob3Se6Va13Vdvz77dWv1bN1f6Zur2s8+yPNBeN9n3ej3rV2vxJsoZS/MSc4OmbjQDXcH7g5sdeD7LpWtbG/d3YG/pQN25Qme5bGAs70ocE8icOIb/Utqbjxw8bmR4Nar2CCJBvdphAmpCGdXkXPkiT1EsT5YpweFRIjaL0nagEqjiaV/ELIGA7CBtMekCTOWkVw4UeBgqWXgFwsk2UIgWJ3IKcUZLwp4MafMgNLg7Es6yLs10hEL+gRsAiEK3IQDLgdtSwk43SEDwTFxknhCpC4oF4Rvxa5lNR+u//xYSFvLsMmB0U/M1YAdhgm1J/w9hEnGsPqp7cy+zKAJQK8ezDav3170B2fHD4zYJoL939+Il/Cfnjw+Uex4YITAX6sJkZUIExmsRb1wpAF4YKd+4c4iaPk/YlGA9cUsTVMIMMdIklMEYyfoRCvEBTO8JErp20pImSobHBlxfGAjRe8ulUFkN3RTNAFy5IrjbR/COGBpx6WVVrRaI+SBXmIEJLxWdyRYLWoyFQURQY4RmQGkxjn1TA04FyZyHsq5h9oKzQajy68NCnnBrG0vksix2IpVGcjptmV/se78kTmfiJas8/kor/LcymutW0t6eX2i071c/gX53e9fc5TvRN/agfvKeGu778X+5Q6kdy/5aYN1oroE0+YJHnJlYCrfCMxxjeU5lvZrVSHhptKWmcQxj8xkCjr6E0DK8DQEma3qg85GT7OSy5NVjog3GnQEL2IWKCbmLUyVMbQYxk98sQczAThkTZnIARr0grdcpkJ4pN0fbxhgAd9iQG+bFYYLvTGManTGbSn1iEtEMCNiAmWEiRMBBEaQmkkQQvx4miLGJRhNTDAZ6Qq4O+bXrdTCRn1EQd7jRIFJdjGAi1GvV/MwrvrJ62vmEXCm9hKV1oWbjJVApOspxVJC3XReG18nWa3AHrfCpwKxQSFNpacBHDRtEOVI4eBPa9PO3GzwPtBzYymBrKHW3kwlbt5UZjuuTciSPjUYshlAy0CPBhfzay1wJvDf9lFoLrG5z8JbLg0eDdd0BfpFzS4pTTCGkTKOFFbDwu5OWTpDjRtpUACDYQasMyogygqfztTKF9b744CjHS/DSAUlIWUQmNdrUb6W1hKpQ6Za82n+QG92U514Nwyv/9jBMfzqFXngruzTq/Nt5NoQvTILPTI6v3KdY7HX+Rzzv63vDtwdeKYDb74NPZPq7Xt34G/sQPklyEebZpVjz7VN13PCbibrcK3cuJE1+IbAm5CHYgH++oAP+nENyyqygT9yIZ0wnMkHTgTPgzZ/kPpwjPbPYgdCnKgJqrOkVBTnKWKiCS9ZwDMNIScmQKSDcqV0Bh83LbhRAU7XUWU5OyUzE+UPZ6fgho69yYuRFEIjAPKhXo7DBApAGpo8pkhGzNBREvqZwYKGEWx9SMsxh6IVopQktWfCu+mH8RwP8gdQj5VV7Gdhh2VEzLdgKgRDSDpCyUVhQtrHGV2b0QfipAKx7QuDi0bR2plBuTLBaOIQ+IugIF2FDoP0HGummxwHTh5QG00JjCKYejLQCcKELRPs/WBe/kQMS4kNpbteAvpEyQgggmWbzSnMnOg1plSgGpJKjc2FfbXAWIRkteA+tKAHj8eCfRxsqeAU4UZEMtggHmKoPoUZrsfJ9brQ9RipacraVllJhlxJI9fk4FxNhswiSSUg2kvaUZMQ1GEkZ7EL8pGUhepNtQWTdrY43xacEQt6z+MQeN4hR4xo5BajRBQyiSlFK6CasFKMC+qsxz33LasOdBxYN8GpE2sE8VamWzoX9z1kZ5V5dcbNHcuVON3TVppTguF1LfrYgTTr1+JvyuWpSg8fhadWu53vDvytHbivpL/1yN51fX0H5CUVWfLhls+i/H6Wh26ZoDg9GO2YMx8TvUfiE+G1B2jcYRY+hAEPe7ERBDz008eq4YuU0DJRU4HPlTSBJpX9hMdJTWcK8t460agEWV5EmRK2Ma0tGJ2gxpna5xnLQKxrZxG2p1RmItROyuMvO1B3wEvnHCghqH4mkokEwNNggzSJxEpB4Qo2rYriVq6lQALJBDkdgRpj+dPXYdfCeVisLFpLXPMm2G2euxvrwvXcWGcUpP/lWrSa5fpwcukDeYJ6+RzapTCSs4KRSGRCHG58hP+wEun/YAjMF3ABsBxiS6IP9MrakkPwrEoUbTxAQRbIKhtYNjD2gg0EcZMpBRGuNWlcnWlNf96S5f4Dgrjlh0sL4gnQHnmjRfViKZPyW/OEa3baMnA6fp+wcBw6SLGq5AyyGJAL78534cupq5X7SWm7z2lP+3a1xp3hPBA455i1Hs5OZiYG7h6nuMyMeErCWJul7O7s6hBSpl2vcYM6Xn3kS14PBWR6AmIZ0JjTiOGkhRASE0DK8LQILpn6UUsNej+4npRRlTbo+rwZFmfeBAYzzPsL+S7Ar9DVfKH8EuY35PglrbrTuDvwmztwX+q/+ejduf9FHeCDkMF3lTVNx5+6xOPM3SU9WaEHjnYkFNWQxZys5p3Kk/tmm6vGUBblTLExREL1euQNYGQ7hiA5FnuBoQkFOH2MDHhhJMyCg3xmvClMjg9CTyEInkMQHJ78ME47RM6trQ8/lVwcZKoUmfVavqgL8Kkcb4mkaeltyCeAAiOxW0S/qi2v4zrms3DDZ+aKAMF1HFqpDBYgwKNeeeknBksaijwkDqyJcR6ogsc+WooMelVgntlF7J8hmMRcwD/AA6DlkF8oeRcKDwFjO4dEQp7oDWJvbYTBSAFYhjFsg9GbWJwYBfVjk2ABZPtHIvUWqf0krTAFYhrJZoSYyxQmCmUGhSGkyPKklpGXWmeeGVGwjTTNR8DeTzQsokVZsDuI8sxDqc2ZqRDUKFPK57mnEblM2bZJORt0PzxwGPgroICiSGvyPmlPNyMWQoQLOKmT7OGZJG0QLq+GthIdMq58i/Sizmo0TDFoDFKhOJHWa0vNwT5e36PN9gvw0EXr66hz/qkFmZfGyJRlWxRNCSubrfVr4yO2te8Wj8TkvqU24FonkipX82hOo3arBd4k4LH+9hzf1Ip7mbsDnQ7cV0inMbf47sDbOsBvaD6fE1eLTvZAN1WKQ+xTzodWYhmBbz1xySlMwy8twX2KG5MElUksMiWsThMQAag1zMdMDBfrNBzNr1bxUBFUbtGU8zMfQ8hzHYNQbeRQXwAN8TKS43ttLV3kPUhf+GDXShjpzTwmUMvBAD1NEJInOFL/3pYkQM1boV4st6muGZbWWJAcS3zgXdA37FJgFkrw5tPvql/ajBnnbUCzht45mMDF0Kh4vUKs2StmYQa8rTB1EK/VJPHZRwBpAjrKkWDldKFgoIxjq50LyLJ5fj2w6/Dg5gOA6xKRJ03gJUUgnWHKZKLiSQfVDKA4IpIRok3kMlpbZp2nloB0IVjCwkRBcUxyXivFuQbJf6qlnt9UesNMyzkmU5bh2srM4HGRAxFwv2NvDAIqQk6SeKg+2YYUHJNe+MQFOZ2VzblkSjWvm+veYKXNxVEvTAIqVwj4qIyRJumt8oGfVSxaUWFg/CyeJn0txhFY5TW4oqXbNd816HqaQiJwMjAFsKVNbADxRwbX7y4sX6C0QK+jETl3skfpBmL9G+rjqpzLcd/b4+7A3YErO3D55X1lcnesuwN/fQfiNzLRIz6hEsvjm0y/rwM5bVAYgxU0zfjMnxTuRSbJDhD2jqA3vSoxeyE+EK8wdeE0fqE9z/DEEG+8yAnmlIRkAOQfYUm7QBDJQFJ4w5zlRQECaQBkIOtB6VwLT/M+kqcZkLkS74GzkwdZZ1/8e0HoSzRdeLKApvkiEx42wcsDr2BO9rK34GqDHrOLHEl2A2RKPREQvm5odjl+zWcNqYa2IaIlQSqQiVxwL3qTo0P8wNDHijTbK73UKdrWCL616HJeE5J8Lo+9FbB3vmz5dHRTsKsy1B+ukmUwNMaRFO13etEjVQakaxOq8MEuDe+O20koEhcnPR6h/oixEzLhH8d7kjrPJ5qxATjYrObBpPA9AIlacH1A7a52sQQWQFAPRogUgN9dQgAAEABJREFUHCNlSOPqbLLXYWZN6K1Q5+HzXdOTPzAx7NK4uvWkqNaM9qFlX5lewvrSPH1J8GNB5G/OVi45JTaGUBkk9hGp7BEFFdIYnAmV8jm2WLpgNK6IZFJ+YL48x4E1t02+L6PtfG/t3YHv78B9VX3/MfpHMvx3y9SvZp3xbBufWoN/nAtv/0wjK9rDj7N1ohTi5F1GO6IzH1pdaLfgSTIld9L/TW6x+iAbGsWa0HAACnFkWB73tIgDNn4wgCZ5vJ/ii5nogn0yd/JwWSCHcyRJExMG9DqDKAc3bSgxHOmWtX+PzKvQAdZ4WQw4YUDJvMgrHznoBckEZmMgKEY2YDMTV2iStCRGbEqPc5zVYngvyoRzgLnNYU41gYY0xM+CrrF/kY2I8VVDQabIvQa44msin4sq92ZxvfROJBG3J16bPGbOKh07JzNSzv/IIFWMIJdAFD2PmI9GqbJS4WrO9ivVUQGKwditR1bEhLFaoSVbGQ0LxjowHM4bnroAWtV5Wcz3VGyf3BW0JqHzaLyY/6j5sB2ywNg1b9o0hbuhLjHA0hhyx7Z45Fu0yPy9QQS9yZ8zPZtbfnfg7sBv7sCr7qbHe3J73B34lzuAb2396wTyePvRTjS/+pvCrTRxa0k+oKPpoRfH9LCC5kT/b0DFEUo1MrOCoeB6YCsM5LEP2ZAvVkIeqeVTmEQ34RUfFHeCAj+goyZAQ8lrYZVkdzlacsOL/7gzaRoaJv3DKUEqVCS0E7BJcJBOLXgLXkihZWLcmcqI6E4t6Ph9p3i72NHS0qXI/n1boTzGL80pL8BNIMKVy00DwdJxikRETU/JlhMB53zT6EPCrbx7KfHck1LEYPt8FpMXT6yBcOltMxeoNyvUIJWaXBgIR0a6xwdNUZKlYyLIfAisoA8t/8Sy6+6NH5Tsm6knUlHXopUFo/ovnN+R5YUd/sIO/qUp3WV9pAP3tfKRtt+L3h1AB+yXDu/4VsRyYfRlYBLjOBVMlPVQ/UB0xLcXM8grp/ykfzT/fqhCM7sH5ax428HIS66oXg6l3LgFfdF/78MC5eMgJWKaJhyLecKWzwQjAAaI1XjtFwIyxjmPgXUXOa4g8ih3dqIcPpEy9EcDBP6j0ZKvTKp1pAgW9EbOoNVfjxO1Tusl0CeLNKnNr5x9YYu8DFpV3R+QeBfWLPyD1GdA1telhZRJeT93xN6kSVs/msoolA0IOX+u68OEM0zDT4p6M9S8dGk+c+rZVfKiH1fvWFVrtdm5FFdsqRzjeAh8XeePxiSdlJRkGlv/LVaxQNaa1ztT6XsLi2nnlAeoMz4DYU+ZvDeXeGyAME7l+7c53fXcHbg78P4O3Pef9/f8XvFf7kBxxdljx4KXYdD+OW860STvf8JdXXyQ8SS8V8BGg8biXBRMwXkoFtEw4xmqfZBHf5vDc59GPiFcWG+dHU4R2cyA3PZAQMZBZTMhVDzBZlaMt0kenhkSS5VassEEyhycuX7PBTodMFACcwitf3wBFquhb+C4RlaawE0gSlmPbmrMZRXwxVDfRKCLkgA9t2AKZbAt2/fpWGs/sX5hrvztZH0IXWzb/sVanw6Xqs/9Wk+bI/DTNS4js39BNhS7Ds8rJoZoX8fUjB+OB875h2Tbj8aIz4AkezzAeBFV7COVWG7EhCpUwe7pC+NLmXYreN4R4lIo23FRuI007ufq2s5upd0XxFJY1/yNN+WqAj7RVaKbvbQDPBNaAXvylu0tuzvwb3fgvlr+7eN/V/8FHbCHu/TQgAe+gNf1UH/iQ1Atfin/5Jp8KdebjM5Hc/V/EiptGQowYvlkYSkPq8twUvSJn75qRGPny7btFKZpgokCjwME8dFZZVDmcSD97GSUZWTY5BE7sZKYMaJ2G3k7eQOngBBs7yfMP0heCpyDIvCISisFzPDFwEsxr7Kt84O+U5BGgcRAJB2eVsk3zP2sUDXqDQDUTEbSbdcu/4A29MkMdB6T9jV88tPKDDIeVFT4ycyOrj2ZQyJMsIVhLIdapi3DSsfjTajEB1isnKx5S5mYAoTcSE6KSPRWoks0aaADIjne0b6zGFKLBhGtBFEuaFMpFn66rA4fdIfGWb5jUarbOVbSii0jvJCri4l8RM2Fc6ruWFHYOgGbET4l3KrqUzn9zevypGB9hknfcHfg7kCvA/eV0uvMLb878IYOpEeESKx+re+eeZ5JpxemJ/drjdh4e9J8SZCXcTInQVuCGUP+KFunfrTOC0HhwGL4FlPd+Sgu7D7AsMyRZX3q8j4U67bNsshqKBQ2y4PyJHsaofWxgLBtqQ/LEA8juaW6EpFUifD2SRgJ7yb1Qs5fgRBAysDWT5hnRpllY4ikcqFTd9EliZE2yOgYJuenMXuRwls+klRcyWjDUdxCbB5BdIkA532jXJobaVhsD++/bbmpZRjCptFaiS2tSkiJ5W64MinYI4s+gt2XFTfOHZwvRfiLmOmZOEyTrSBmHMOkz8BTyfgFj/Te+0Va6pApCk6iM/U8mfqhTPVkiy4n6n1nrjHL65EdpH4xPMU31+27brq1lburtd289NJ8fOCbvjtwd+DuwHgH7lvReK9uy7sDL+gAHigw+Hj3kDd4odrrUNXWbEjtAWrDZE+FDZNzUeLthW/je2ts6mPhEYW9jaDNWC3lueosUqzS2PdhnDfdxWJJc3wxxSGEKYSyGQRyNeYogU2knkIIJ4cd2O2kNEPShArDIfitHWpC9zcePxJ8Dtz14S+BZBMoLay+eY4Ni4hyR5LdAKwBLWcCyA+MgyuPFye1iDmmBdcXkMjypGvP0u8Q56x9mtLw3TCaz6LnATeqVKB81+saBZfzZ2DxXn5qiSnwssQc5KMXp5DrSa10XmtLSWwiv0dif0yfbp0mOI2ZiUE/SMwEBheeMajp6jpYybGTWTxQ1y8Z+UCcSPgp5831cCijPlJ6kUXZb0BnzsTy3Hldd39D/+4c7w7cHfh0B+570KePwL3+P98Bfa3JDxSZ+r7WlI8wMb9KOPPtRiDqDc1GFLjPuIfCR3rVi92p1uwHcZozPs59j5R9hz2jg3prmeA8FVF4/ix86cOLewCsyhSBTIWfMgw6le9A3U2i0PzER3jRNXvgDUBjiG2emEPm9qja/0fcZRJXvnLubQYxxuLOL3HkFMNEBEmmwISyUSJ581Tls7s6K902osWC84ftIC2XmhC1n61tuNa/gkciKTHGB08EoBjozSPef3CdvWbhqR1WWi5TW29SmOQO8W5AsJzN6HncybITGEl1NLtiKUbz531Of4qlfNc3JZeIrulnFVLcTgojNnUIX7ena7vn+TPZ+VUP+z9xKvl1n6O3st7Sja56NsZZv0ZeX9HnRl6HRX9NIYcrvx3uDux14L469jp061/cgX83fPF1zWdawpPtuCCEZCCPjTIJ+9HJano8+dI1YVNqipX8xhtfO+fiLIrVPXSfwoqNUpQPCkL/iwOwEObRXiTrO9TSkctmguhoYSCCsSnmE5H4CB1/JETk/y1p2YCCAUaYsZGlgC2hGRKCRMBkuweGISqG9AU+EIqbkoH1sAqIdRSMii6ZLa7hS4KyCCksRZPwMlEEAhtBUiQLpUiAfiAEyQTm/cMOFbJ8/+JY8ZH+V3t2R4Lw5CiPwl4QWk/pmh45AsxQ75egMMJVH6ZyJBaTJSSfgknSfaJdxNF00jrO0ZFJvU+crWMvcj67M7Xn09AfTg9daPo0hY0Fj4p8de1jmyJaCoKRZ1LsED9Br5kds8Nqn/ph56scpBn7wVKuOz3ej/QVFvPoER1sz1cUdSdxd+BDHfj8ZfKhwu9l7w58rgN8bXWr40saA9sb9iVt2Nk8TU77ERrLDnj144rzc7eY4p2rkV9/8T3NFCZ5sw+6LxKu+cSQ1wRjFGvfj2dIE3jWEBPYHM9TVsOUBRJ3urT2HHxNMTOCaISQSVjdcIhkA0mqDXkpsnhzEHs5EKCBZ2wEBYDIxclshUnTlCgSsMYIBLItsDCGWzZfKbOiDGuS3GBhKQSVcDYbYgJlZ2DHt1x0cAHnRJIw6HnMbAnsDX34178IpE9DeaIdDJP7uF1u1PK2cHCFLXNJXSazKhgTXo9jOcOBt9La0g0v8AJDX6NsxJ5cQ06RafPWFb7hU9Xoy382PWnBwSCyvkyl45lYKYKPVwQqmGR+LeEXvzby10Z7R1u/tvhfmNid8kc7cF8uH23/vfg/3wH5juZECOFRvF28+kl15O2gl8Ojv3kQXSZa4A6D8cRhfqApT7g3XCfKZCLxHEhtMj0XZ987LhLRT+Gg547+aEP/3F/UaJ3gL5piplVGsagk/SlfXuY5aQpC9lEZkWAa0nP4QYQZfv+b/xeICSAgpd3M6QA07LnMgQinTNMajfVPBYxOEi5fAFxGNzh4woCLu66g1IH2BHKGSQ/DKSeJnnIQDlMSJCLoeQ/di4b2xtZjjwhXLDaFadI4CSubZ9860NE867coS3nL5oTO5zAhp36ITWV0204SW29iZ1aG8aclIi+nY8dF6ogpRlSG2+XOee2GhYHWqTPYp8Yc73rHgvjaPH0sypXWKYtIRHTlEq+Phe+k1y/iV+A5RPCy76E3M3Fp/8pjvVncrbw78PkO3NfV54/BncE/3gH5nsNkmz/lY6w8pr6wQ+v4a8nR5REhvtHIDcY99AhfhUPpWRINKNMXL6rYEW5sAGNQsgKRy+RUyMNxbXLEpu3ppTFtL7qIZmSCC1ex9gLM6gm0ZP+I92EKc2xBHTZc8omZRDQSUvL4CUFwnAPOIW7iEIoYsgmkewB8WUzLwJm2hP/9L24ChSkwTuEvjHVNGFuR1ipYzWmVleZtAtTXXqtWkM8wozpC05dlEaAUJFNkPA3Rp4Yebh5py8ASM/6duDxvXrby9EzkeN98JkThy2QIhfC1jB1i4uIPSE4su0qdAlwfGCeivcnl7HnG2soUry+TBwVrRATqyPg629eUsT4O7y5c69o/j+rzo+bP5a2rn/NteF2TVCPwLbo78G914L6U/q3jfVf7pR0oviLte/rzzw1h4y04bH3kxiI7C7kIkW05FTp2BC96QBiB/0htwMO/tEYmZ1zzTpVIb5NTCngfTiY9wrv2bDTOsQq7sToK9qGjCvJrevRH/mTcMDfhABMPInDhK8FcZRO1r82fKxyCn6BthVMvM5axcFeA/xAQMQXRHntG2O+ZARPiEAOC/7B+gpeB5mIE9YLgU4NJEHbWl5rXdtz8Ek+orBdoRhRBiPrCAiz+MolOKDmhhI0TpbgeHRfJgwjrHfRQc11ftvp4nFX41pkb9HJpNU6ZU4lM417z5Pvm6UYM7pyzXdgZFhTzjajhcEA0nLMapkwT4dc6SucKSPF4HI1Q2muOWXYgyQOmOf4eJUcrG1VsVvwWaqOADdV+dS9p/v6yTQsUgtFUNYTrzNeShtstujtwd+DuwOUduO8+l7f0Dnh34GAH5AGCj7QH/V5mXj8YD/WP6ScAABAASURBVC4USzBvubnItO8vLeALqTNVGWa+0EDOl68gOxxgiqF/yt3X00ttkhs3RAgUDOQYS6N1AwYCNLwuEbE90pP8cs64zGjCxo8A6lSeGoA2CoSNCQQBCIO2QJsDy27qs1KjyQYEhMLlCZL1kNh8yf8jhtVZEe1/IhYkHva6K5IgXnOQTRAsPstmJFUak5S0DYR6g0gDfuhdYh2xtnXKLyJ5yRCY0ixJa92cpRez1gikPYIhzyDZ9xF7COohcplqzQ5PHwLNgDFwsEIgexYYg76GST8N7E47iGxAi2r7TiAmI9MU0hkGMvQ/U7ILjgoDH2mNpCvTgMe+yWQmJNI1ZULFsq6S1dzvb2VYsBpvscs16p6pickjTJVOlELxhWN1zx7LUUp8S2F6lALv22OpDVnx/hTSeS/VhN//+UAd8fD8vt4h8Q+06/f16c747sDxDtyX1vGe3R53B67pAL7bNBAeZkkDkY+I5CFY+a0Eh8Klx65Tz4/YdAh4CU83GCE4EdZ5rKTsR3yDZRn8015ienIrh7gPUwiyfsgfOhNEMoUJeLUmZOcHI9L72qiMKMBfuPCtWfoiEnIACDAeeHMn8EXVvytME/IiSMX0S00gE5I46OfZ7OMh02DFzMgAPNFjFs3WhJL66h8fAZYcXJgYHcFpFwgz7fCSyq0OBpuxNjEhmof4z90E8lVnJAZt1+DXX2tfJWH6eeVMsVa/Jmsp+MioB2d0BMHm/xH/D9oJMEsPFvYP3HrQby2tzTtWQexwDmtuOFAUEDVCepHFE1NOAAwx0VhCYoIlagKBARpzd+yozc/eZZdyIVMDs29AMnBXwoWHIZyf5PLzgmdo5k5oxDAx+yPHUU5o5EVboUlsw5BZLDui7YCiZWYEYc5NLEo8exn25OLkpl7WPblzTeQR2+R0ikhlD3hbB+b6pj7g601mz1xIvypuO8X3rtbO4Za+vAP3YX55i+8F/t4O3JfP33ts78q+vgP6eKcz35HwsM43CD7JnX3GpK+v+2wc72e0YR+/ReONh6Z4907axo0m6VpE6gnf0NETLYszIWw84k6im0IAngSC+LO3wX2Y0YR35yn8ho/0Q6Z1tlnM3hDUZsZxmOdJapxYbsifpfrzdFHnKRuepZDU6r1Z4q8DLtwMWIshRZCGvBaZv2HqbamEjaBSwPoEXCyTz4eVi/jFaVMZbQ6hvYDUA+YIQ7GLwsRD3bnxMwVuiM08PxAy4LPwWoMLNxLDI/cBqvMD8XgecBOFwLsc9oGGfiigaemMk0F85BgjoMWSxGgCwBC2N7Fe6vbsaFPDA71ZuMnKewkg8M6CFk0TpuA/ep8RkySewjRNIWCE4oNzr+B7jDr6uWfJPpluCcgFOfP+F0ArmHaNYQ0TzEj+QVibhIA6ev1ry9tS2W0M/HT0VCVYtCy0C4chsKSkepIYWf3JJU6655q1+BNhpDiZBp2P2A6GdGa4FTjOSBxUI/9m7FrryC+t+PsztMb9nkwt4xvfHfieDtzXz/cci38sk7tcdsAeih7FU96xhyJaExjvatCXjmei6svmsQjsSnwATo4PvMcAEj9O1L2ZAv4r7nwFUwbWVEJxeEqLN3BMwpbxtJPxrQgvbfKexwkvaoF1EuMln3SQzySzTAg1w0boJ6fZ+yMuRpLgDHA0SVhjkDKgPcH4o1jOFgYgdJ2hLNYFL7Y8QwjCuMn1yklXZBFzpT0gOBdIvDBxg8NAF4VQiXKG2OwMZwPtg3VGjt0Mh2SgtM5RaMaRZcyAbUeCqjjLEQoLN294MVEU7VuoiJ8M4PSnvBQhSdqaaOvWkRGydlU+KpizCvqzXHqc+ib5Spu8kfbbSzxdmEKxzh7CerDHzAX3BCIB2mwsRVWyo60ApULIxFuJ5jPh6CoV0gc8DchL47MvcyZQZSAmPA9M0MSwiseAR13OIAmr3wMkCU3XI8I6uQO+T7jmVVBmZiIlsuPVLTiI4sowiSATcMwU784/bYsqXNvoqHSZ+h5YEKPQj/c7e477cKnsR+5VsJXTezJ4VWV33LsDdwd+Swe27kOvreGOfnfg7gA6gK97DL6zP/DgDsGBsfHwdDLK/iPnzppJTQKAcSCVylSzWaQ5leoK9pK73yVBTlbDEweuQBh4ndJ+QYLxCPY+lg6BbARBtTuO1eStPe2X4aZAT+ftPD1kz8LpBLygA3xRFERZAmigVzYSMTjekXl2qcrNzFfZaKhMOVNFKKVPcgxosBOKZvJaN4cfYPkrb8TYsMn51zFmWrhf/8wwIAChGQ+gPCDHOYM5ijIVBQ7FvjqJJ+XWhkn+we5tU+/WoOHMODjIQElfZwarpPMEWuPZkkYQdscLbfNnYW8ePI+w+YCXbG/zHG1Xp+F2NNHK1NZ7qdSOSdM0ojyy3t7T9CHUF4XeS5CAEt4FtOsaloNge0QbRZzReJyVKyeo0HG5pCUf42k4Vg4tV8DVVsIvE6BUrTvmNVRu18gdH8ZDA7IEDGUR7PoopVH5KtTNu7GgJdg6XxrmPdF4fXIkemGel/+MhXgmi75vX1NmNd6t0m+LG117K8at+7UduBP/ig684sr+isLuJO4O/J4OlF+GxfMQnrkP11EEOOx9jQPvLISz0dgS1IF3rrMROn5oKEYI05OPkGHo8yf9CfaQ+bCRhGWP/FuweKNp8rZEJtJSL/kOpIfqjv4F4mdOjcC/Q4Sc5OUQGwH+TYktIZ8wXtxhivEI0ipV0ASygZESTcSA07tMfE6k57ix4/GUznMpXc2CfsDg2BebRTQiwABazDaU09lkDkeftJhXxcariR015ZyZI7kKAEPiEUdt8hJCJpg4g2inSPUBFsqvZ7Wo/Ct2/GQJQTZP0vXH9SZMHsDi3sP5EGAjLmzUYbG0HnKkAEjowXx4K5ggNwDJMblcaEJZG2CJzZ+JSplI9OAhV2XS7vYTeSbjNUGtgs+QtMHaZ18yaTcnXCvhiQ+unye8g96UtiI8ePS2DJyO/SBrmHTQOpWUuT4c5A3EYOWh0kvmcqF2SBxsDJxDVsdDMsLp17Y/KWUqJ12RW8vT8m3ppobwmQwa4XZES1PfljZNKRxJecCGoa4A+Wq5ItAd4+7AP9iBN16q/2B375LvDgx0gF/BfC3iv7sQ+LiHh/YBtxeY1A8wrYcWLlvbUaZAjym+VEwQEYCeGFgLDVrYF0YBS3QG1g+Q7vZ3NlEX4kxOR33QioYLm9LWqDH1SrVmKcG/yIigZfms7PrAUrVMyI0YgBH4YrVgo2jBE6IA1BDGB3exEAllkdhE12e+udy4konh2GGEnxkvsz8A4v/9L/xP/pFnGIBnwDli0gbQRpIXAEHZLCdfcpR0wbc2drtleyBiy31HViQRGmXv+JfZ4RSCPe5Ag/dlb8Z7TgJECfHeGHY+6YrNh6Ty6ClQO4cBAxHEOxHC2TSlnKgnmKaFaT1VCixWSYyVfStjgPuWUHYHvPQgBO6wPdymbteFCklTJnINqHTlYW/Yv04kG/qnw/tj5mkUhKFhWWtiVMS5IaL4EsBha8WZQyjFTM1JFrlv+DrMwLAzfjPZKanKwudeqdK1VstfyI8l/cIEEPoDObzy1EZF97g78Os7cF8jv/4Q3gX8TR3wLw+frSs+bEU0ngscMLK93WIMZ81RSjfIjnq17Z/Pph331dI67+K5qnrutHPJMN6ekF5lVLyh4cDVC8Dj8nHxGtoDnQNfHvCyKBwmvkwsfGE0mS8Ges/26OMbCL1Ix+V7KWK7R/50nLsc3OD5mSH5weYP8fw/6MDjpYO6vDoPAOWU4JgDUQL0moFcAjLR4Lbu+RX3eqLrXDvj9JGAvAfl60lET0xT39dfpr5V0su+m2qsQxbEsGovnX1uVeCuaq4MB1ipCAchVwIKY9d1o8W7vj2DbmE9hz25VMc7VwJ6qJTUCMRmRFR4MF+DdB16Cyo9P0q3M2xLEbNQRGZ46XwgR1xidCxajxHv2meA7y844Hy9Cb/32lF5gnSSfVFr2nnc0rsDdwc+3YH7kv/0EbjX/2c7kL6GSRD43dzsRn74aapF2HUW7Wem6vZSsVs5sR2F/qryRlpZLPytTO6QUNKfrb8uIAaxGE9H0W9D1R+Z490QFUgn5CVKfgFEShTxcVjUMsF2bOgpq/OYx4utmL6BX4oy8Nwf+EG6+u8BRQF4UHlE2yzI1MQNQdrX1wll2WxNeb3El2ltR8kz8KKw65S2Fnru+tHWTtiWCwJh8zMlrW9xEtbEKm3cE55Lt1whpyPyuaigtRAdCGJ+wdRaoxV2KjIzizkSgqfINC1N18cSo68+r+GGNe9dAP0r0Dyoo3XrsiyN94LQ3PBRm835ZcXVq9Z11Xxtz8QIkEcE6trBdo9GHLBdpbkSjC62ZdcLOpBgCqsxdDZhyZn0M/ibcvlMB+5V7w5c2YH7irqym3esuwNHO4Dv5wcf9MJD/jvq/g77KS5iOLIlsue2aDTxwTPeXWZ9Eg3HPgv6oR4P9EepZ2ZLkDFikiQvhFNl7q6PE8TZlFxUoDTKgUQgv3gRqppoJKJ2/fFwicUrp5fFRn1xvydwf2gBo4AVQQeeUbABd8koQz3fvV4EriPAyWfu+OxLCoCTMV934M3P+QReoyKfZM72woakjuxZZKsz/vxzNgr8itzBd4et2DWIilG74YVj3OvRzE2KeSxuytZuCDzvx1zHrXZy2VGPr+OKkXISvxViisoaR/FvQKxTCj6TLOsmhKsu4TNJtH1Yl9fUvNdt0ZedYFuLbOg6eXfEEiinPAl/duJ326jvVj6jMa6yeyqX3LyhdGY58w86DUW+je4O/D0duK+Qv+dY3pV8eQfkHXQ3Rzz1Xfd3DHZXGzM4+sDi7Nd3mLElaYWG8QWe5ENeYtAbMk+CZMeJMBprqI4ho9EVV3bFAxQYDGcTe2PnTmSdwa8jy/osfSd1JLWZBRXPHaDAc0ghFFuJsKLbBrjj+bNh5lT7MZ3xBSTrY1F53UhFFORBmAtNnBoQa8SGUVbSlnKCSjOlfDGLUiYRL0xIKDdltRP+DlJ6LDX5i8rTR+po+LHdmyFggBGwCZTamIjQ+cR10nlgZhLImMNYvG1tYdYhdMmsNHNaepr8EDAgoTJuiNQiLy18xQa0MXz7Z1XbSnCyglMH4ORaO27lfSKer5s+MfmINk3fohw8KD5fTx/NcXC5ddjTjutQXywZ/Ir+4gru1O4OvLcDz9yO3pvpvdpf0oG7jFUH+OwD8P++RP3QWvOrGCJAEMHXTWPr+vWiR0Rec4j2zyyxLNvbOBSnazy95D2geI/url0qfKmlZoejI0AepIHlHXXHpVZPUXDtFwGTiYFX6NhKjORhFW4lWPTXP1GuvWEEChTrTH4L0JljqW4Fu0TXPrekQhx6YOxU/B/gD0D/AWwuu19tLpMUgX6vgjnwl0BpX+pVy1wcl/cetBVReTMigHxi8B+G3nM/vQocme8Dm+YC4GUtw8J1KLkxAAAQAElEQVScnXBdnLlzFifv4DkGs/LXDg+c57kIqFMRvbPc26hxzD8qIlLVXzuz5i8uLh/S3STL41Vyu867Br2zqOOYzMvzsmMN8dX5IuQ/Me6+/ROH+S7y7R14/5X19hLvBe8OfGEH0sMDc8PLGx5tSV0Bq+eps89/4ocJYySvoiQ4zHhRIIB8ftTBT0ZclbIS5MCrPmbVisJr7UrWF8x91aambgL5RpYikqmItpZQzQZEkLRkouIrgRVrYuWrocrcLP8HMFSMt/YFL8LLwod06iEj+mWQjkoicgELagwA2fgB1s2fBSJ0CyNbril5L5cJOp4GQM0hcbYMml5pn4fXh0/9p21+sdSveE1o2Vi5+BTa6+qRKnDUUejFCSKiHznfI5n5CEdorUg8WBYB1zOPg8iOTjn5o57RfpZzWucoejWSmscXOXdUzMvw+HqHLeVecthLHU6lBycMDTAyP5PgSPw32qRSEnFg8UNNOxD3Nv1nO3AX/lUduK/wrzocdzL/YgfSV3N8qtXnPTypYnxXP/YTEguZrsycHWGXiJ+I6/JSUucnIoqr3ERlImuEYcquANSPoZESkdgHXor4F5wWwSoOBW2yjKWbbIFL1ZHZ8BdRsi2ETRBLmSRBeBJsHUEE29N+L/YttlfoaZmgQcMmLbvoJg82j7HfFWTj5/+W8B/q5KaQAHQwCgEbYI1IThRfaVNspypInjCFYJvx8bDRhJHtvS5Lv5DisZCrJebm6Sg6gA52sIp8sGnPpVqtDTYmP2Eb5GAm4ZkPj8AR/5imuhSMinRmBV2lmmzNdN/SP6l77Ny/W+HT4d4o62gvW+s8K7McUr7PBtz1f/HB2l1fDb4jC83lE/PTa94NfLqFd4C7A9aB+3KyTtz47sC7O4AXtbQknogwwOZHoo1nONj1Bv0JPX1H3nA5t76LnwIcv82wFwRGMxz3xyg6Bb10jmdny5unYZO/HuPVXxbR3ugsgoGptpa+vL+EgUwrE14vSB6jUqxZ9kc3QHhi04NgdpQZ3cLoyFf2g0kRNGerKG3+oD9S83//YRPovyA0ZTA3W5DNoVEnea3XWSXBPhVr4iHMXZ/kDwJjyO+LjNBGZLN33sDkwEt7/mtgON/o2oA5mK7coJsbtiJKBxoEBmX8q8WCOTVgsypTWhoN/yQy2yQIOJ8cc5pkIbyifYDGYqLuyUVZTBO5biOp/CSM19HPEhV+V31lqjysJvG0yYDPpn/WD0sOj1XKVxyy4dXPGa5yHgnzjmaO5HHb3B24O3BpB+5L+9J23sHuDox2QL+KZca0yIvD+gkCj3CjAb/DDm81s7y0xMznEPj+p8mBUWJgRlP464Voue5MVAwi9Z+iNTBGZAQdyUwcNqdro20u1VD6Pzm2TTOtX2d1QQNWaa4EavqS+QVrtULyNEL++gIPohi+H4VCzmCVoE9KfNEcC0VtfvOHv/whyMbPf0vaAApyb0H6sMech4SRKcibeiQLWhi6mJK0h8kz7orNYnpy+4KY4X44ZfUHqPnQmukaktMFV5fgQyEOGRfhY3vlHirTkVALjnwR7Yhzso0pBNza9ciZIFn0CBqi1zpCCD27AXk8d9H9XWOuGmTaNT1u8Kq4LhNev8JKzSeOHw+UBPgd04K7hpS6lS7OIT35tozO6nZXPxs4+jH5SL6uCFvgu/GLW62d1vlfb/V3nwh3dt/QgXilfEMqdw53B/7VDui34gOILxsjD7kv7ZR/yPX05qLlgypvLLUrZZshaiX6sbAhwHiTgbZcA4LjIyUFopvQ4DoWohvneHojHmzHyo4nz0pogq16UISZfTVuVi0Zs/0EMj+cCoAfRiESpikUzXdOVmGdndYhG1ycAPoCSTmhtiffk1N3EbSW+JndMznpXk0X5fCCMLwdPR02XXKJ2A65Mtvum7QeE8Z23FdrmSbBHfWnlsS5rd8DT0XJzpJbZkeo0qXkRvyHbdzBU3LrHt6KarlNV3U/9D6aX097nVwrWl0Mpxd4V97NBLWYpuo7hF+fYKdNvzXvTjm3+O7ACztwXy0vbO4d+u7Afgf451+wkqeRow958Ds63rBETim/5B250UgrcpBI7STeUbfE9gh5JKeYRANZtIbqFSI0R/IG1vCJUHZ0xpvsBNf55BuV5DC6VrQ7h5DkhmPKAwRGZam+eoWRfoz8WXMVw9h1dNO8D+frya9pGz58PyZQZ7imyReAsjBEZFiY0WnUKdlFokSjq33QjufPdcunu0YitmJno9i2LeOAk5xDbVo3QNWcmyUVmdTfkSp4w3x1TW9I+bklThZ85NgMnVj7VQxfJf4GtRv2SCG7wToGw5lH/1H7td1FrY55HEDrVA44X2nqEnHk0yvgDxiejnEHuDvwD3XgY/eif6jHd6l3B1YdkH+s1kn5aop3ckjwsIcB4jMjrm2/IuejF+GCZA6F4HMBgek8sElB3AxABaGppLChdAVlMlP0+h3ADoWqO3W9NY/KGiJIdRTfCAWj+pfPP7srpKwSseuyMtDOrcROwOAEJ3obWa9b8/uJeI959fdh5hRAKJmiaHUZ7Hcqema048LlCNnhxdROPvurP4K+rzLQI9i/qbPvd9Ri1XwXYEuXzfJmJ2RyncsE5rmhq+ssx+7/2bsSBNdVXItTvf8V/5f8cyQEAoONHWeouqQRmoUkD7Gp3NdKPhf0gHeugscgO16ShhSUY34DpVXqzHwyRe4gPF3fU6vvJHsk9oFCDv9zyZ00L1cfqOXytV8f8G9X9/r+zRVmB97RgXmdvqPLc43ZAeuAe95JpL5dmMVLcX6Q7i+zfqheS0a8eXMRSIX2vczEcP4TNiRMmkB37pKRBvisSBvQrAbVLeEmO1tLWJiYvRgLHdof6ght7WelaA12f0Lu1SOUqaJJMcMl4mxrAsVJr2yc7xEfQGUCBxy3TJEHRteifth3OWy5MV7SJ4LSbwAWQQjpmN7k4G0kCvPUCtCs4kZBpMmXoBG5wk2uhVtUcw1CZBuoL2r73VAFo/+IIykhTkwW3zBDeJr8teBvz7z9nI+er0eLsRjRwG3daO/Yk4ecMY3QG6L2qk0HpHLDce3pSnnXsjQDh7CY6xG3tlDWuou17QjPVQ7UWoSkbyG4jvEn2xNRmeHZ6p5YtuHqjxYOXsNiV/RMIWzE7gJHDHw9R/y87eVJ+eBfSp889l9azUxrduAvdOBfvBP9heM2a/jNHeB3of0ECDRGwJ+VMYTCO/25hwzxkkmb40gVnJqPPX3dxFym3dVYrUFtrHLMMjChKxxmZysQJ2DBgIVghgnDCiMsmDBCwIQRvv3D0mOO8i5/M4G+EAV5xYPM/d98+7I8HcMAoUGYQ2zo/pcA4ot9moItW/pGLiKzbnibKmG6KNiFkVRKUKmULB1Jh2gAwHDCS8mROi5dEMG0nLGV1TYEPU+ITYJAadQyxzsymZ8kuhlzDcLJuCNu9do172OMp/LA/Vk9X/cLII3fmhckKlsoglsWUeaKtas8ap5Gi0TAjCFkMdWrNY0KjyGG9SSo1xiKsDLymS38HlhZfIPA7u9X5IKT5oowuzF4oHaNDhosHXtfk6c75peKc52bR+ma0/XCzHPeFwadoWYHZgd+aQfefef8pW2aac8OPNeB/Ic9/4JrX8j2GMGXjPzUQIoQ4ov6Uxn0nqNGgq58t51oTti2Wmvv8W6kXcGsQwxBCuZksbnRQ14AjaKcIDymRJMQ4EQFMAao4yPmSEdHkgWsJRC+cOh5c8fmz53nSPp5wiOkfa569dujkPg21NnXfLCtFzmZ7/jbP48KgZZ4PSUqohtDG6ND+MmkUIVbrVxbQOKvIbBxcOMjICsBWfImXFQLSms9wIoNcHfQgIZdg5cqUq6yyl26z4zScRA5qoWh1g6tbBACi84wmQX+/MUPjHmh3f8HIWjpEDAGBODgw3OEcQg8r+BZr0nbPiBGUuIYMDnGJ07yswQD0dcw6WfgqjjP5LDlu2TlF6Tqssl57VDXph2vx4h2lnbqww7O991kvH6ICIeXt6N0befLNE4lVoaQ+0olarBahc4N9TWiK8phJlfFYazTYEkYPhjIWm34oPvHzX9r3h9v3EzgX+vAvFT+tSN+Rb0zxqEOyPvyygNfzjrk3eoBI76/y2MqJozCo+bHlYXlIBMfICMqnFqywiAzvLmszVE0THQGEUeLp4yvvaw99SbaW1xig6gK5I3OGFKMIDsjIDDwthsEslGXWrqatuKnLT4pvTfSZHceOHcARdTHylZzj3b3EPWRL3yNgZGRp/AtrkFnjcXjSI7Q3r6hxoAWBOPXWKNmOc81coZJGyRZ7WQGgrf6QYNNZxpcBsyXsA7IHAAYoqMR4YcTjisQBghqzYi0wYLzRTeCghwh2wRaYIBjxg0fCUBf9oMYKjdUQnuDrBQdJowsjBSiJyoSxxFzA2Ac993z2Ax6j7/+YU8Ie8GoVzv+WigBxQTeg8KC/5HZAP055dpuM9cQ+H8IiK+TwPdrrs0VNBtSB2Fx9sxb+EXOnlvK7BZCokP1EYegDrSr1IltnzV3FFFopBBOhOR8gFhgSwiSEphzI5USiYjOBbvWa2G4mE9ElEy4ogPFyXgkoDsSjjwS4ZW2YymNWb0qz7OrX/J3h1cVNePODnywA6euqQ/mO5eeHfhjHeAjrpWEh1odJgjyB3jIsuB9lDxIxuWW7gN+NEhoSZQRvMkobDw9wYBagvlp8SHwFy6BjahCky0AfSKf/MnIS8sSHkKHcI84DNczaokCMMJbPugSRgDw7LmnNz4sDhlmqW6RmZwBGiSkYWHcFJ1FYnSNRbma6tLNqzSklECpYdIefsAQgGRYZMMijJOLUas9jydAYWWKrhVykeR8e7C5lc17WGayAfJmr5mwnB+8xt7AokTMHHdI4M/NHKkBNMUCYglqcUAZWBv0k/97OPo9ICUGaozKc2XBnBTUUueV2YCg7XlDpW3NQMgdk17V3IhuufI205K3ZNb9dHlS0DKErFbt1cv7Ae5y8OQZzOMXwgP/g4CEIGOVGZiZBApcFiFi2qSjL5MiK/ooayFrqmFv05IlPatCFbjPYRapVmYlgcOgIiKSEZgYScOgU76RBnr1KMr76a2mVnKJC5mrYcqlV9aJvGJF9rZJkg1yu9FpfOXoGnonZV14zY+vdNAyJbby62touq2lRQm9grbiUEcoI7U52vH6MS15oyeeHTjegenxdzrQu/v8nQpnJbMD394BfienB7hEaNbuuVUFn52H0sFdBSMmmqkoGEbSlrv2Q2fn6gWediZKZuVDXl1QAQZ1C14gw7MfV56SOj8btuVfRuZDHTokbwsPPHY/4EIASuMhFRur/2TuIWyKxV4QROqmZKAysgr3Vdf4D4tWQnVrz0i7rei+Gak5EyBFfwPyW2A+kqAVSudH9sKLpTG62WicxymQF15L81gytV7Uns5S4+YNaJ4Z6xcqKFLc+Msf/lMw+Qd58BYoiwAAEABJREFU0GFIi+RFjL3BYpThzGI8cMl7nGAAQgg3HlruBg05czUARjKXMDekKAQCQhNJUNXwjpWqZn9qwZrnYQnow1pzjaRbBsNTudxQ90IugIiYCiWLGaVjBG5U8SjKL4BIyHGFpdDAbiyga4BI7h21HKmEwF8mxeUXWEWSLh3oWDDREQ/a4SDcUQPrAopeS8SKrLQHclLJet7bo1p7vEfyw2VYJzHOtTtAyIQDqnoE/RhW7jVz55hduBgOaRVtq67UnMpnj0Ud0lzYgQwADDA2tn9palbP45h/ufjzYd350QsWV+6pj8pP2X9DDqcSn06zA3+4A5ffjv5wr2ZpswMv6oA++MjDLVdIBBlA+ZwLwQfGUA5ah5oueGBd+LwV1p+Bx4EBE4mrS4b8UiBSmWrVIlJOoHjnAyL3eRgtNmdaeJBhsYSqESIqZHXRkSdCT4bf0XMqb6SQ4MBq9rxfmDZdrXGFZZ+BOcMQslHJZflRCsGHXbItj9dPvMpu4k+dAY8+QRSYaGEQN4HElzKo7Ty58aWIfngNNRXUjAo0NJwb7MkRQLrBeAQnapL0vEmeUY2iKYvcWxBfVgm6GHujVGu+apNhwR00AKTWBZQEBhH0I3IldbZmSqJg4sYms+VXykOO7wMR1Xw959iqi7ysq5IAb0oFmAAh9D84VMEfusJyyxe6n2iMszBYSbzR36WOqCR6xIlFkjR9kbcoMC2AgCpC+ZFES9FLOBSF0qQlxOs17lqrU9ziH0FMhCNrZBtLYK0zyI5d22wlpR8hKhwZJUTPA/OX42mhqvpMvMJI6CadC3FeWXQFcIWPea/NmFN/L0W0a6dNiZyUmxZrZb0OeCYuhqAFn52O+6elzy75Dr+BJItz7R05zTVmB35JBwYun19SyUxzduAXdSB9HYPAwLOHPjBwJnxHKcv6QflIYry7EJJPwSRpm2BXVGMvLsodm+teuj9eHwu0Y22VyXuEMTs+16nZK1ZKYFTDNU2+BUsUvj3xuO5ZVOdb84zbklG+B/Qj7Nl9s57nhctPWF9T64VIjALeluBImgDSDUoITtQn/XJ9qyHND61kItGG4bza7pW0HS3tM1TWZJeF8yjsG5vFogekmEP6sMkECjRn/SUb7px8uZaE9Z6gczh0X2cOApiW4D8QRNZWp4T0DZkSohocKCqUAjM4tBx8P2JjBBtaUheLICAE1+OmEMg4oiJyHsVQTqTeWVDzWdOjpKSeMsrzupmSH95FvUf6sooaeNyiwrwg1VKFiMpLkVXjj1xegFqDJGVyBAi4bQyUB41xpgmSKatqqi6J5oTa7gjPKhiDeNNvlfim9QllbNCQJ20JlTELwVVQSZ9gG2s8Ee0jrtITtzKOo1Qlk5NPcnZgdqDZgfoSahpN4ezA7MBnO3D80fS6fA+tLcaYMJ7JQL7DMWE8Eyb71k+YeDDNyrOUK/IFd9KRkEP9GTDafUg+26KW30hhvTekVTyXOeNGIFq/a65OgtB7ps5HNlOrpb9GMHCAV7lKh1ZSFTAeQTk/e3rfIqwPgQ/wa+hcqfyTqivyXkaCmJHhfMwyVcXJqcZfktTnfOYtapa4WFQCdEMLhFN113Y2a7KMQf1YHBSEoT/qKTMtI1IHwGDsEkpL03F9d/cw8THMICuPptBZUU8wkadNBlzX4nlPw7Q5YtiImiYm9DbxvykvKi+XW/IPxAD5J50gh0YMcpO/jpiHFoBtvXgL5kE23bvwJ9Z0tcW+OMkxkv/kN3kcqOXZddOa54kD2eoicOC5Ek8WlW3MMC+0urFaiCYzO/DPd+ALbgX//DGYDfhHO5C+pPjtJAweijBOt+MZ39OLlo5L3FhZSvFJTpoS+PAvf8Q+GaXldu2N75pqW3nuyvCXYukSzqG7NYrnAWHXOcgLevFcvu1zWnuTlc6581gRkjcZD6KggETGpAiU/jsgZwPKNQySQ1jrhmEqPE1eDJ84WurPSH8FcGkVpTx7L1qKaGTWEkoVog6HCQMinUE0B7tPMKWnTXYWMxPdEGIEcsTvAFahN7TmBlyVSsU2EowWsZXP3JsawXdEcdEtK5Yreq1ZyGpKJpVc2VifMiGcvcEPpGpLtDECYIT4TBBWH1efI9VsASIAdYcEX2nb0p+V3ehmwtpxR7I6OO2MNMrKWMVPz6+KeyKxp1LZ6l3A91St52KEE3lOl9mBf6wD9dXzj5U/y50d+I4OPOqnkeU78tIsLBnlRucbvp5D9+Ev7H7ka/wh867t2sDnXD1dFne9glmHebekTkd4mdaZ2JspNoGkQrQKI51JQy+q/DdxjNxZgqpPwlBa8QWnZ7uSs0koKiJQfvjzxsv/Ot3uxqp3J9pwRYwTy+66HMlLNx7kKkNcwyDPDJxiC+6LC3zzhkqAJLQ/kiitoRYaeGvgfqBq5ImhtOyjG3kOW7KGh6KMJLwfiGdn/ipwRXVdY78i6podVlg9hg8HGHIYqXA/0BPFv7a8/dSThU/E6jGcjL6esCoMh/QtbanzDDf6AM4BoxPjECLr0crWK0v6gGnpuMt1ctv1cwatEJD9F3sK0hk7MileV51bbZKzA1/fgXklfP0h+qIEZyov6UD6XsJTH8YTazz4G5An/LMrH7EIWXKAEkdMGAe8dkzRGYwdo211enFBYhih/8oV5JMOjHBfPrE5EdLOD3lN+y/c6KUGmX60qMYsam48igk4jIbZQVEZ5FtPi7N5nfUba2LZuzGfttV/FMtE4v3Ay0o3gt6/tqx4oJX3+DIUVt8IcuOTcIem5KaE7RsfivGM8ehJquntrzRq14p04Dhk99ECQjpybY98T8+x1xRTJKw175C0M88rq17nLP0rVLeulx2Q7opVS0ftjiR6xLZK5wgbl9mtYM9gT38kp2k7O/DLOxAvq7EqptXswOzAizqA5zqMGPyxtzUR7b4HPTqpHLnB9Gx7sTtL7oiX1Nv4w5FN+2VTS2Uva+peCfkVj68M/KO/9EmmsHrts0za9fgaPG1ee/iMTz/mOlqWkDLoR6g06UC3q6+sfyl7/ZMt+/xLm3FJ2rmjmWJgbgQRXwP9c7KvGVgZKVue8ZYw4HTMhOcH4ZjXcWuUEp1YCSGyJ5HmHLsbkcpOBrzcDRXnnztdHv2rAu4czqeOy0Hnd+0tD6c1bLh1RHEupS3FLbupmx3Y7sDU/r0OXHKL+XttmRXNDry4A/xexhKC7nyZtychYAyoBsch48GYZhafjiMy6R6+pS0WWB70hYeMO3rC5xbpDwmRXjndcrCTOeYA76fYnoC+sE/6oofzQAc2f0Bg1qxIK7U7u5bs2p4yGFxAfr0Twg3/S//h0cZ6PprSfjaHxYjjWMOJnyOF/+7pwDGXQvQq4/kkbD2NFm9hzvrXfl/C81oj5HS0v3rdZelhyp+anrZAlAEweCVASipEundQyoOgmcL1FWPpBF0t2svV+5d5e43SqmfPV+HVYDVvrbqlC7HDq4C/SZB+7dpOWrvZ1n2ndPuIFTnXpjVfGJ9gUvMSMRhkGbQ7aJbq28lnR72z6leoU6mSTckFXre1SOzmNDswO9DqwLxcWl2ZstmBt3RA/+aUH2hBycCE9RfAp8fOc+Q6vVbSp+8yeGKJP2156g+i2k6/LVXQ6yIGJau6VoLBQHtm6EPLxIuFZqGEytjSah2bZLpc05MU7whhCR7xqWxTiERUBhUr/VKZI1UgnVgi7dBgaOcxyT/TATtLGtfXwRobZ9Z+hMM3YoZEztwxAfl81gjCgeQxSA3D8csme6CCvE7BZPFhKhWQiMMh6CAb1CReBiyYR45QLpI7VMrJlbpjNZa+jGawh5nrnk2lTy6JqAwuYM8XdMHiZQhNRedSczG32c5N5cWJjIT7tnxGcp42swN/owNvuBv9jUbNKmYHLu+AfPfJhD++R1wsssiraCGKzBKxofUjompqO5VeOzfXkDsLNUKcWrBXU0i/bjkeVt6jZDru2/PQCnVONj+JejFxD3dskvHsIQRO8aVP+8Rj4FJAmqUEAqfmH9E8ez1drXf9AoE1yCqYMA6vkP7FGD3PBKDfR4AH/yMLDy96vp0vqG0gmfKXP7ii+jel4R4E3tWX0Pl4hacDT+uOjxOjTRhOcBGJMMuyjOUQGp+BXge5eTV8o0jrwsxjQIjyPYS090y+RF8VhVJxaz+e25Jd2m1vS7PXCQq5nvDacKl6AUvJurg5Q/iVo9UMyf4rs20m9cvSbdYwhbMDswObHZiX+WZ7pnJ24A0deNzTloY89sg0tu4B07GAKyv3NLnSrQXe+tpntYsr9YmuyxiWXBRmeL1seK9el9AfjKw/QKUi3vl1cM1at/RKGuMJ4pQ1BzqRTdGTG1/UIbkBQr2OyP7QtHpnYdUErfHfndkYvbCu/A9AL4MNbR6BplADMlvsCOP7BDljqJRzwVBwEpA5Rs85rxKNUq6J6Lm25SwIoBtxJNpm49KYV3LI/LXfV2mBAQJ1eauK9aox2vXakSHez8IXfJol5pPnwgyLBqzjNhNZm52TdAoqUiqYc8uc8srragvydXAq3FEnXfSo17SfHZgduLAD+S5wYdAZanZgduB4B/SvfZ2HhuPhLvM49mhg1tfcWtiNO15nThfDAOYcU4sIUlDXpIlY7xy9pycWS0AuPROo6oEupO2NWhf5L0J2wH6QE2giUDLACq4mim+/qMIq/Q+w8eRh467um8R8tqSY37NhBv25+cBf2Zn5VRtBvO4Yc9nsCa0IsNy0g94P3AbYpZQreK9+jo757AVZFpw9SBojND7MryGuRLTKyZNLBs00orCzJhLK7tE0CQaJXuhB98vNrCeG0wIHd7TeWpckyykf25T3ioiZFfVE2cp2ClYdYJtXwusErwh/JubPdSXNSLMD/0QH5l30nzjMs8jv60D+ihPK/tkOnocwDqV71H44eHpAVo+KVWFrlgd/VRTPbCoanKUr2fYFRZ7PLaclVLyLRiSiV098KQ3YGHtImzApAQml46vjUMEYR/adyWPFw6P1dGcyw6ugVhcwdL5EdCxUP6GCRR7e1r80Zot/jSo68q8Vn+pNGypJciGhp2kz4LnuX3HTrJIq2HNZNQv0wmZYXLFSjkzeuqAlPb2piVx4oXSqeZUenyVFmY777nvccWtydTpy37dlcVXVrdhbMhyzqF63KuuiyR9Ax2ta92W/Dauvu+PL7i/yay1u+Lo+09VfW/BMfHbgdAfmlXK6df+Q4yz1dR2QL+8HHvi4xNNPegwyBoeeCQ8Zu/Xt9gKM4RS7pG5wwIwEenSXrQ3wJ8e6s2dr2kjgYI0bkTZVbIkYoC+CMaX6SED+ONmvN5WAjK8bljMxYSwymtQyXAVYCVpev17W6cavr+vZAtK15gK9dBPIrVOSPA/5clNK19zrjqTbV1kvuyNh9jsmu2qpjPc3WAoN/Ow4nJc4yPTs0l1/qQ3Ts9955QJvyLlc8CAXD+xBr4+b4zgdykEOg0yH3Be+XXQAABAASURBVM4a5/QydTbW7/P7+X0pz4xnB97YgaE70RvzmUvNDvy5DuRfmuj/6xcLLL6OyeBNgz/i0Bf3xwf+tf6DaQno1ojOIqimzZvGym3TuopcsehJJQkn9zVcGCSIN5n9rHhQxpfbj+dSuJR88D/5IRH1CHImiCjIzqKWEgU9ZBWgPz2Tr5Vb7q0Et3SuT4Vr7kHyTkRh+AeYoZPj6+p8X9ZcCa/iOFX8PwN7a0N4OqbzLxE7KSBvjB2jw+oF30wLvW4yk2rDaJpt744UB0E0xARhdqatPF+S5E4+e+oXHLRvLHOvDU/qf1vJLzjqT3bwOvdcW6auiP7bjvEVNX8ixlzz73ZgXkN/99jOyr65A+m78I539Hvc18BDLYamvfXgqhbfOS94RdDMyv+2xd6tZq3XFrEhAP4TOSCN7GcIqUsi8IkuiQWsAcg06pV13aQuiZYSMozSbsXVq9DgjmNP7GA/UDKmt+6RoWb4sTZRxqXYlkc8s0Sej4yyMicv4c5MzOOMX9cn75N2TYYV6IvYxp4I/S9MVvdwrTiHhm0/aYjCMNoZdBVt80NSjX31r3+wF93N4lYph05hpGnXI49ona+/2qnvLr6j8HF2TKE+Zg2H1dD7XMDdbCzresWu11BTLZ0lrM3XknD2g2NXuNZ8odxjcl6Z2vIxK8Nbtl+iuyDVp1r8VBtujXPpqYAN50uqa8R9TvSOrC44NZ4rcnrPDvyCDszr5BccpJni3+xA+iIkgbd1fVjnoyphsOYDpoMRCzN5B7GnacOFRYcRx45uT+zuSrE10SMWGxFfB6IioH0AKDBMtondGiFtjITmhyEJSSlJhXAjhjAiUKNDPXQ2n5IzaQvf5CdlyIguD7zuAZKd9H1xFXELCLbJAMQCcBbkngbmMhjkp2uHnR8MC4XKQgAfuE0m2Dn2gzgjkDzOBJB52ApZEqQf0pjgP5KDF7yY1lSZn8GLF5zhYwe085FRxEMAyjYfQF425EyTaSfkiI0LISlj0pzjdR+RmHXieROx25qsVYa3bBs6pNeQ9kXJnsShRDvFyrXeX+/bNIdKjsnzjy8nD0+MYOgNmMfVLdPM2ws97fy+k/RH71cl/p3tZFazjezChNmBpzswL6WnWzgDzA6c7ACe0vnsI8D/CzA8K+gmkMZrPb5SRlALN8PXcW8g2wtKbrIJwRTA+TuMp6neBHYFa2BwA4B9IUmo3Vqy2gaZhMC8QNwCpsDPjVMGLulBNJWNyHSiqVIj8zHrFHHHLW9QaBdYGcH81+5RK0imEG6LmvdLVf3GnPOg0XpVHkNqQr1xg40dWgsIjUl2fYjFI24CRZro51yiXCNomxglwS3keEqp0T0ai1+09nQUXYe4OKGIeHfZFYpNZjTPUbvNxQ4occsT66fXbQawI1k3cW1cW6R/RynZYVq7QGjjEQnDkX0pwjW6Svrkggg17OkN4/0zxPvnVjpbunDgkw/Ds71+1v9A0pebHszd7ueSx9aR2NKJ87VTPpgpbkOUdNcRr6jTMrdjY/xe1mcvvr24Uz87MDswO3CsA6+4Mx7LYFrPDvwTHXAvtHW9eCviY4T9VoN0fMYuLfnsYFBqXshxwZPhxXXgFrNjIv3opNDU1ULmAVisqQuDYcIgNQoMS6C9Pe4ZT9m74R7wP2wcPgCWT8rBeio/jTIpsyUYD2x2IIP1J/BTKCjYh1US+y7h1PZGHXd8YXQMXYN/5SI/qoLYRlKjt+pgmr+IU7Wr4p4XoONV+IptLBHPvYiywb4nbVduFG7AT62zZTqBeEnVLiW/gCUA1QOXn2kMq0nkIlIZZy+whAxTXwMWwMYl/3tFdyTKjfMAfm2ldqp7FFc+mQXTYk6RiMikg9i8mDPBu9W81zka34/k+P0o+IGZALQattxK0RPAAaOnfZ3cTrK8QpIIwYlFErLNCPWRckYSq2xYYSXaZW84L8XoJnNn2lR2fE6IYwER7Qd4U1qSiD1uDicnXnOaHZgd+Ic68M5b0j/U1lnq7MBgB/AFLY948s94hBp0fKFZfIKMqL1QK1XK+Fdiegi+HX+9j3cktCXw3fvBt2/ExWDUDdiyiJUASVqMAppoDVUcSaS0okgkMVehV9Om0lmnaE7WJ/tRkXdRU2Qgtpe8VlTGE+C0NjgkSZUk4pD7IeOfUWvmYmA+5PFSLIgyadUS+M8myCqgcTDAULY771t0XS9RjB64UbszSR2MPdSykZj9QOrd1zdvTJX5rTLSTUKcF65FusHiBPaC6kVNeoGUAAQfzZc0oFwCAtgVBhA5niQBUt4t5b4ZSOE7RTaBqAAgCuZy+KWoXzAtyKe0OsgtDXtL0HAyqQXVQYibPwG1EKzfPu8UqiZaeSQbKNPSoOVYU0BIRgXR19BsW0uLIZDyddN0s0amPBRwwOii1JsrST1NTcAtOCm2zHhojqWYo531S4mtiBx7pRoQlPnceJUOeP0rJs/1tuxS2elSN7nZgdkBdmBeJezChNmBD3eAX334g61msfnkpyZvmRdd5fiz5gW3FTaEyxtOzaHwWViefcVZJ3BByeugOxL2Rl6Q4gkTUfKq+aRoEfF194I6mNZ6hYOB20Ek7I/MYfWvyaLYITbAByJP9cO/e1CwBjOtNQfLqN2P84MLWlOaCwzGMF+27KCLudZYTk97zWFcM/C0yRp4Mw3EwLDoDe9SpLmUsppjvFrW4vV21DtJQuBGSqg/3nwxZSJMcAozb0KQIu+B+XHPJMguenPh9TUgqWDCCISYiSMhXvg+HrY/zgMHEGPbvKP9zx3ZXAEpBc7q6tajoGIpWoEktQRu6kUy8CM0iQ8BjyFBl7+7DoQg5xRrI4SRzxKW0wUdccwZN7PaUafjuDS9nbA0KDMsOTr9xDN189ZIwwOgpeic3WoemkKEvG8hZgNdGjQiJEGXgHvUte1Vr7MYomj9ERDtCaE4l8SmOd1injlWppoOUzg7MDvwSzswr+1feuDekvZc5D0dkCf1+BjEJ3d7NF8OLh9DHPQS89LVFjYsJocnvbmUMfRR5GioMruj3tmeuRCy5FpKK742ZidabCSRvPOdbtEr+9HJ/UmxPtjW/2kgfVmSXujknnjHm8N+PpneJe7n86g9N46vna61y6oCM1wpVgILpVhnGunRIbUPzdVyqBSgIUq6mpBTohZGnucTQU4YMdyOrL9CwSaiO63kth3jLQt7bhCFBaIuC8Q8s02q9HAmqVnMmYAqgPhPwJAhvklcknCr41BrEAK0GAGfiED5EaUReU2LphkhvlG2TJyMhRhEMeqIlCAeGoIwMjFzITDJSg6D3BqIzdW2TDZ1xX9nZ9OyUmLhoVdx2LE8oDLAMtbOgI+1ZMtjFR9+Vw0f29MpvhMKGRMuDkyUmc+NTTGG2DYsSO+DLLNv9oRFmV8+X6s6ihUsK8OFMqwOX2VWtIvGpUDPtsqnWiGzlW9WvJeSNDgRuHQj/4aIln1gLELfYmpmB/6pDmxeDv9UJ2axswNv7UD++hJKpucT4EP/81HqCEst2OZxVxEP4PJ5ZOBhjX0gyGMLXxsfQuXHqgdearaX39VKcoGvO+GSD+u8JNB4EGkRO8O/8MPN+mMYoj887vKfibYC7/r2rm++7AkU7A8BZBwlF4UOVZ2Tc6Th0xC5IB8mr0jO+iANuKyegSv/srXKQOgJRik7x+WXOe9v/fIypXVjZ6ePpm7eQ0zJeJ4m3wbNkQUDsCuFIb8G4k1zad3xaGChFiVS3kqoELOw0QbsehStoGGrqJZsHcpLUAmubUqKBSioAGtihFadgZ+W/3Y+hYeYygIM9hzYPasVRQo2RZEBv06hYA4GIcogLsZScJ9lHnJX5rf54TxSGZG4RyyB5IAIdWQq2nvE0dmOxFjbIF8MC7PWm8awM6YosdlTRTrTZBuyn9iNuonxZyc5d5A+hktEpMqzlp/QuRbUZM7HOjCt/34HeNn8/SpnhbMDX94Be8wz/OXpbqS3uMfvRb+QcZfBCIc/9m0v+PnOLDEBxZwJUXgK9arqyU8t0nHCw4/0BWr+ggwbQfyPQfNtTzoFPvCtD+r94fP19L7nyyyeTWPrBcuS9i+/lLGf0jcyDp7NBaEuCIEoo4OFjNq27TRfnb3F85F9tGfo92SSN1TkqsLlpfiZzHnXITCGYdIepDpTxsOwLBBE2tuW9L266nO+mSo9ehxW66iQRF/Z8IF9Qzoikj7A8C5bCCBQnV62R6uhbx8kQ5n6NpdoRu5LqJHnXardCPfNylz0EOhM/juhd5xSUVJVu/U9X1epOMrkhBtkXlaMDniKfZqqOEkuxFbeXJEghvuTM80kKL8+WH3QqsI5mzvOKa+li/KZUj7NryNcXkcWucs9YMvZajGco/OfemZuUrMDswPswPpKoXTC7MDswPs6IC+dfGggYNmIQH1knH2kZNptX73N6DxYEr7nMeIeBiJjiKdhYZ6cDiW0vdZNHmO3ba7QSk9cIPIEJwry3/1Igp2G8YDdkvEAcch4IN4Jk/QSxcoJKHkVhnI+Mupfn1dqL4gtikg1wsRaGYpSw6QnfHUHrjtUGokv5K2zzJrAvRmjdzGvuV0jNUj/DZcDPnxP4leKZC7nsca6dj6SUGi+nw7lwyK0+fIKq+XoPOT/m414ECX/o/Uu4pWmeBtLfItY2bSMPiyzHHlOxFREJFMUGPoxoWFTXIddGhK05kV4dLIgKW0SHlxA2hJMBDMM5eJ3pKjj9aMKPydrLzxHy0LnXHtezO5md45WfMoIdQA61rLJzw7MDqw6MC+VVUumYHbgPR2I39GyGP+qaY95hkXx1smtbM+QhkfzkDsKneJX98k/vej3Ol/glSqXd3mWig7n7JkaN2sE1+attWqbL+ElVdTFX//g1Yj/bz8BWIE5Qic86XGQwzdu/jlLXjwA/edfaIYOvPv2zhmkChvMzdF9Ro7WG67R4sMIvXgug6+v8HR5z1bGe/PpxZ92bN6oEHXvSuX1D7Ozo+m34M65iGZvdTGSadxSzHEFK27MLIlAlWHSFWiGUVgwUXYlOljeQfMTmcaC00KJOBHrpMvABZfutwO2lsUHKrGlT+CNwl5SSB10Y32rZsDE9l/M5XMYFzzzJXSSsA78UG8MaCVFCm6O2YHZAeuAXhvGTTw7MDvw1g7wdTUtiO84fWcnkaRrYke9djgn4aMkAU/9VYD9BPTGorM4H9gI0u94zBh8H+AL2EMbI6FOT1KMervMVHAyvgsZ47wHxdboYmRI4bDYH41BsnVhfewCPjnrpW0AmyuGJXZFLIthMesdD8jTW0VA7biyIAIBBrS5G6bOaDFKTCIGTJLtXyN8PetrxWt/K320Kj0b9D8AfVHNy3YcUzNTgreuea8Ldi/DjfOS+6YFt4R6vMmbeDvjposIte96ifKuRkgVigUnlZKKUOcaxeXtrjQ6nuHtwvdj1qnA2dI9jFkS4bDjWYenssWidztbQQ8MHiTCgOmI8vaXAAAQAElEQVSFB2dktX2bmHdEsM8UmBeN1ZXxonXeFPYdLXtTKXOZ2YFPd2BeTp8+AnP9f74D8gglv+T4hla4BwZ5kJSpfJZyJuuMlyD/Bym8sxDC+U9eBhTG+UiVp8vLkWIkx0Ko/Sn7Zmrf60ILJHvHmxFf8ojBSvC7e6QeaZtkz3/DkjfpJM5XTD/IIv2cH3QcrJUQUL/b9yGbATplohOR7ZCRjqBxyDzEg5RC1ij/F+d7VfN31vjZI3EP2EsBjFxN4/3TO+uovVylo8Ydu4P5V+aSr0wafil3UyCsHCC5auAIXBXqhXGuOEaW3nO9XGWyEtg634Sfq/mbKnlJLmdugmd8XpI8gl6Wy9bJvKVDDnPMDswOpA7MqyW1YhKzA6/oQPtbT6T/yYxF78VLGF82Al/IofnMOLaqPrbprJ6LIM7FDaZgxKQ7WWd81K7xAcUSlgPWA6ay2+XtDhTp3Q7T7BAhOgrJbhGiDChXa5RhKNNYru5KilwQw62RXZ/C1TNSqgmEwfUDjIHr6B7+w2zqRBa7RNTSmtj69VBTbMTe3QYaLRTMXrk/M2+UNXy4us14PkI39JsUq9PmsnWXFGn/Vp9tk9MGIYcUk5zZMm0Yn1Dt53si6IALSio24cquvKDQgZxeY8JKz0X2PbkFvf50Hox3yHgw5q7Z9rGTlGRaB2p3qmO8dm9I2hEbhvuiE6FOuOznMS1mB2YHZgcaHXjmTtkIN0V/ogOziNd3wH/TC82HIIN6ef9YV+sGeYYeNKWZX9HT1G2CGctbAm8vhE2PpJQ2GCcMkyYEvJIrNvUzWFNc4uNxePqTKoxERE/H7Qbwb6XsEwEdksE2yQ5i1/sLFFsd+nH5re2kVGzxBG7XoA/K0wUUeFKEe6GHjkLKBNsEK1NRxN4Rv2c7TFb6jikV/h3pfFUWdo5oj674J2By/5Fpr9DS6Ga/0FtfFimQnM6YNFuKM0XuN4G7nDVt1KXE+Vlax7bGjXuSh6NJkMNe4w6pThw7jHFHtdT0TlRm55eGeeucSu6uyqoIXYPPKfaT38ztSfeN2K+LvLHoc6ruIT5+PucnCR/U08+lOr1nB357B5pXw28vauY/O/CbOiBf0zLlrI9/3WXfj1DxQfXmX55ZxO1sNvHFC315PDBhPM5ubMTcciZMjJxh0p8FlDecgNjKZC537v0AWCgB8ohAufE99bqkhsm738BJ9UOaaIQiHYGIG0WKoauGlxftgkL50ydvtdIrWCT5irAzZrcDdvsx3DUcUOiVqPOAeRjerU67Jjg/7g/cE4ai7xottMCkVwQI8l2IejWGFQgMEAcHaig8PK9XaKFuMkvVgyV/QzEn+UNF0/Eioc/5WMh0KI+5wXoBxMEah0+e6PN1yNWTcpPCEneWOH90uCK+e4gG4ZbPvL7Hra+amtmBd3RgrvHvdGDebv6dYz0r/cYOxCcQPs7KiwWJZ/Lc9d81OLR669HMP+dQf+YmE9uCV36jns+buaTimJQJSCfFewir6uxq9CcEvN4IlpNHozkSahZJUN1q5l/Co1raINPK6rsEUnDAuYG0hMaDODBG4D//Aqc6qGVQIURnwouyajovzL+hJ1rAk/Neo8rw420ZtyxXGOGO5TwScW3zCPoy/vw9SGLH603oYqoUFWum+910PbkoZVs7+Jt7GPjsJ7sbRKqRadd02ICtfTa1Z/03k43HDWfeptlaycqitEqwYqMRUa2pedpUUP83+Cv1CHtP990Ra7NhbgTwL/rF0sWn2m/bfgu/L2GcCzbiqWHsxLMDswP9DszLpd+bqZkdeE8H5O1Cn/j8vLxh9bE1Sqs72QgPYuZpmHQNeFAbudEUNvIUJpNGk8ZwIqhI55pX6eaMXDE2Tc4oi/zPBDjkg9487tj+gZPs+LAPHiCHCeY4Rit+bRWr6Pl32jHPHRRrUqSzepAmKCfbQ2AxooC9iSRQloPhKNWUAJwVzmEIGmNVUcPmd4hctb8j4b+Q5eBleUsbL7eDVVcn9uB6rUXE9ejyCOQvnaPuck7K96NQiLYektdavCGpPI4mtRH5KtW92MKujuGBRY6XhuCnnOA3NPrHccv9uZSe897K6+/rqmvl0oIPntfzMF7a/RlsdmBeUvMcmB34gg7IO7zkcfBLUXxCej3g1zUh7HxoQ2iaRUVETZNtoXreJKvbtim1eCbsWrEd+EvhQ7c6aD0MmkU0Z5xIvgRJATK9JHw3KHpX6BI/VvAHMnbpDq5u/7H0VFsMAR4jMkBkCPzrNLC8RMnLI3S7Aw60wbkWhs61wdwZ88ugmXksX1JtGojmH5twBqEvegqBQPX5Pg1GRnGXEcn+5H083fA8+0+UkC7vAIRG1LXI0lhr2pK9c2RRg9uzPydAHUyA6L5uPlVvBK0pPFvTCzLuH+clr2bpZ8kHKR7RDy5fL60XeS19Ac+DQHhB6E7IL+t0M8tzHTnn1UxgCmcH/sEOzCvoHzzos+Rv6ADfUgP+znfH6yYe3/hrjviAKwii7Szzg12m4FEw4HeGmRsuzCkkJGFm+g8VarNw84d3F0LyP0hID2RSR0eqoD8vTZVKLSXDOAhN698klOfX/kHZKUX7smP0dnU6PsXKet3wylExisZQ2uZaUPNmp9i0hlXamNsJNQx/ryhnbsUazpp/i2qfFXKPPtWIB++MyVO7W15//EYwA9HIRIlak1pD1nEPU2I81lbPSTQR/4ue7Xhqv22zp230nwU23R4Ht2Zyz0JxVMLux3vuGnuDH8/06HtUGI7sCLKWGx7xebdNXZbwl5+sr6lKcj0a+pbOrpu5JsIEF+JTOfr1r07u6YRcckdyi7YRuSCTnB2YHUAH5qWBJswxO/CJDtzjzgOfZ/nv4fkrF/kPHePtQuhuUvZ0t4RlWSor8hGIGtosUgOds1QoEcoUAlD+Cs8PapkK2MQK+oEtiYe7s3BzIvtT2wBnoK4xusnJSmyZAnPSSXn5p2ggaUad4MCPUlBRHLRdC14UuAohBDCYOoMmhI46i4eMsvlllJ1F5wMuyfWWqNcTo/3q2Nl5IYmC4Ukm1xNokwkvTPBklEQZ7fUcUYGnk2UminSMqXE2V4prEJRrzxajrd2X7sXfjtD05n8fKrnlsySJ/hzROwb3gFsygOcG4Vzhz3ZwZONFLoOUHo4qE0/8k4Qr4LZ50zy7DvLdc7X2G+7au2SbNnv6plMp7J0updVhbqAL2zHrvGq+8q7VNV+Zb7NPJ78R/kxiZ3w2UhhSNXvwiURa2e5eOC2ni2XNBl28xgw3OzA7sNeBb7kr7eU59bMDv7wDP+v8+T0ogBcMbqHgYZ0bQASyawdK8OCKEXcyKIhA4ZoMThy1IqKYQJnhEMidB25aibe8OPLWQhCJTqxVqEouMigxbgC+rKsFGbyWoy+haAgzXgI3fQwYQh5tqCJDEEEIS8QBnwXVL8AcxDfwpJtwK6W0J5RS4zRXcpkidx70Zc5Fi/n4F0HRcgcxsMh0BNyilJM1TBpQsZBgSDRgHZ4jrXDH4VFKrY7OsYiWW+MSKcySK9enBlibRCYDZexJws1iYe/ljpaTEOruYCIEGhgm7QG5oVNBwOQmM/5azOjnIz7n3V+315++x77mVbmWK/P0KSUBm0C15Am+fzORoEu6N6GHGBQq0pn8GtgbwlpzhSTnhGhbaUB96ZDvAEZ8FFcUJVuw9JSFwgox3HOCvDJ5SaeroLyVYeWDg4kWRR70/w7zX1NBdcy63eNhiUpHRsm3oe/P8Ns6NvOZHfhNHZhX+G86Wq/Odcb/QAf0hfoR/wkYn3Pdq2iRj2xkUBnBPxzpL1tCemWgjiD7AiF/lmQRHFXSofVZWkK8EEHMdIDKAXs+E6mOlFffi78f55uQsyNJ8I/7jxgDsTV5JSjmRhBlQkczjxYoFwi4FntFkCQgpAyq00PShLdhkC8eMWO+GRBkNfdixCZA9sDBVzLOREiSCGqMTIEpBs/KLIBTZhzVk8f8pMHRXEQyqcCRKuBc7gBJdPsXX1Q7KN3vgZtilP3I+QJPvr1Lb0A7v0w+IhmxnAegZfMHGL0LFitaKuIqSoW70cSEKC8Q1/dApfGk29CLlq0bFgybDfap2h48xqZfY9XKft+icmiznTDMj6DHpu1aSzuhCrPyzIuq6MhTKcj5EOWnEM+p7Cj3n8wOUDGZAUszYZ/KVU2zh3ExNEyyNFMNM3/Vt9SnZbyfDTkjvaFuwS4MZste+rVr3utatNkbbtnUtxs+CzTtNoULtASgbx6bjWglzppwVDFa2inb6sC5u0COeF3TDx/2nMSkZgdmBy7uQHFlXxx7hpsdmB3odMC+COXlAgz/A5cPPPER9M/M21/afByy0PYyYdjkTQzHZVmwHaJapRZlqlky8CrQlBHMFCIjFSO2Epjj3QXlpWdbqReqNKhMjBLRTRi0RN695F1eJOUkucQkhC7VqU4SltqNTILKocEyPKGhiiIUgXGL3JUIYYtwfo2su+spY5ZVsrTTvsdXKDSKMiDzWGMayFELcaaJCEk0wGfWUPsXLe7WtEyOyliUgDpKBvIfjGaeEahHBaJTMzezAw9kdlcZ+oYRbrLTShn1qtKZUTxAmjaBQBeD/gQKiQktmrI+3JC7aM1dGOYgBKZCAd6G2cQajDV1xHfGlx5FwTMIa2Agwi0oBulHU+gN1jSrI8hZyDwJMEsy0Ouh2iTHuhjtnGD0A0jDnZu36KEinhlqxfsIQTmd5T4lZLYTVibKADIwyb0nxDkMfei1bZhrZovS90hOLLT3sGLkeJpwDfGFsdwtor+qYYtBm01As0szCGIvN/02lLJ+LrFvWS6sduKs5GpmaithFGzpUM9IOjHSPqqD9b7wdiJZyoZ3zFfqs36rQDuCulzehjZd4nF9aX6dPzZs5lUrV4XBIOYO6g+Mlx6BP9Cf31vCzPzf68C8mv+9Yz4r/lgHfvLK7kGBD9wP8HzW1ofubNai7HnC8JYNdW27WkqeQI/Ou4KqxuaBOwt/bCFmqJ1BhSZhEOXCsjlCuInpEiCyXwCBxKsL5xLUbMFL1yIKrkUQZmNS655B1Po8e6Yr+QGnjQdTRmm1ZrVc6grfhghri66EixC6BqpI/UwE5QWD53zPkybQzl0bZBPkhWlJUFWWk08bJWT4BlxDXDn78xy/a1duD5wXD3gCZPMHJA7tHT6gZNzwwkdC/THL8sAUyiZQpMknPxoRRIiJNAHk5vCxNg2jUmP2vbJ+ZaOqGMeQVQteHGQCo4McQblqhkI2TIC9pliGOoI38HSt47GEPsWIPEQy9NhTSwip+6K0iTEJxtdW1AEwksWawEmxFpabr6KnnYEI8mRi20EyPltkKiZDkyzcpu7SG5zHaAXmbWNqY3BBzoH3FAHY8PsJKOAiCeVnqbtYqCV9+efAJhaJMbuYtaCMcOdmiNSVj618T+5EkJp2bKiW6zymxvVUxvl3gOVs2cZS1ofLDIYxIv14M4jqfgAAEABJREFU43olrztC78Qp1PVRRE7DS0XbiIbddgw1PZ3zGVk6mbaU+kQ8XVp9iHv7su0eXZXG7O9VnZxx/m4H5lXyd4/trOzrO8CvQAITjU/fQCMPt/Qg8H2VIG+y8KXsGqgfvA5ElZeb6C90w9fKXqkqhbDbhXmt3whahU6CmFvinyCQ37tuos11uHPI9O1tjXSC2BlBnAhJGQkf1dNRjfoi1XvWTWrdI4kxiADcG7nLjkA0g0wpEMXLBaR+oyuuGxGUvXHHsmrFjQAC3hiRK2Ty0vgf9D1fymFHhN1ISRNpLQTKCIgBlhQAFArCrLREVm79Joy4ogIWpWG4Jp60A5o4lmSujlwbfNvaFttSWZYv2XITES5Iac5NeuN4WqEVTmKkFI3+R4xaaRuYpBCwIyaAhBq2JHaA9v/xVZ0EbHFcMGNEHlQ5vNzT0SqK5BSMqUYUDUrE21iGBUoCUDG2ZKpb5LV8US8GBL+1rhraHP2M7WDeEtipgGPKX5bWZgvWVAigFGyWUyDYB99EvK+UwiBOYf2JLYWCFS0h4KQhBYEM6bVQB6Z4nBn7zsKYjwBiPABbwy9udosRhhl54xRcxVgJEKglgxhDo4PYGbw8vIn6aYH96NFDzSJzHOlaPb+91Z0e1+dGJxsL4CyVxWUK9WmmDrk4t5Kqftu8OvdeW0Ds6kWL+O57muGvXYkRz0Kd2dk402924F/owLxe/oWjPGv8yg7EZ1u8A+ELVJ5zOBGqdBsPDoUouniZiGRCLMMgmwOOaqIzbSAC0hlEe2yoRSUTXEfuMmgBLPOQ5jAfQhYbR0zIms7zoze4mmZdhKvjjsST/ljTHjiHWk7xAAiSqWUUZbkQixoV5xEDERAholAnmuSwGRpIEyOa9rzZD+pwhhC13ywQA3rMwelviaZOnGERV5QdD9CGZZcEfIFhngb8RQ2cCiedDCIBI4gxQjJLMaMJkOiBi0EhoRAG8c4ixE+Mp5MwL9uIla2U6pnc3Kq0kVOULokgY4A8aGTsDk4vyPDBa+OGNQySdoQ2Y+Rj5CZeCi33IgpBc3fEfBRz30ep0rPNxbzoFEmx87QI/IQO4fTF8MKSlgRkUnk674P8oom/+jF/qdEYWHsvWEOC9TAXw+V3s18BOVlhu8fw/BFoGTIxg5Y+ymDCOrAn5iqNOkG8ZwiRJrgkeovwZxntyBuQPw5+ZdKM1olCtalI+x6TJph+D7tlSjfl7ukizIFUk3mlEAhD6fJsoUxVSFYI7bs/g0RMQwCsMGMkAvRvH+2mPVmV75oP1ZFfmsPRYGa/Pjd85mfoZrVN4Zno02d24G91wK7Ev1XVrGZ24Jd0gM+1fPs683xz/dcnm5ajZqqUk+uD9/J05dG686Qv6kSoU8W2etWSqXOeLRu+S4Xmi1rofMyzo5ZaZOoYXC9mS3ju3PE6Q1pX0C5YtssqJdOotcwNkchlWgUQ6dCEpDCapuk9IhEw+88z4A8NrqRw16bAmzwQLy4iAZMJU05SqukNw0TkwMODvoAbQHwMk/E0+QjMOZIJHV43eZ4g7sE72dKGva5Pe2tP1x5bOvQn9a32u8cjCZuk8nQSgsjyW2+5Sl6xiNEfev/A1odebg1DXlQGDfWwCDEwzHwkR55KBP76hzs53PRQf01Wwsmk0nJ+4G5COwI0QNkf/GrAIMk8nYQgNGudwbpNQnJtsONH/IjHHf2W7B6YzauxZkNk1sTMY5EIlSGXiisJSeMINR/FTVTY/sAEYDLDkI6P6FT/ytcfQq2pF5Ja03k6xGpNN4jtNo26xKMMKaLRKZYW5HCIE46JnLyPcMdOXdKL7nWTrWP49ErIecT3iZaNhM82q4LQ36xtUMzMn1m1CfW1bIQ/58f0CbKChJAJbJKC3h/HrPfjTYvZgb/SAbui/ko9s47ZgV/Sgepr6XHn87rkbl/TW1/FYlhMj/wcVcifYJDAcmijBGstAPrgLWl1c1kJaNsHeRaEmpXxL9IgTw9Jy3sfzEVdV1FUjPlUOPidG+7cIUmoH+fR/8DjEAY+t6BG/fJU/+QsaTJPJUhVEe3tohKvWAYgUGGYtAFkGHiLUAFpriZYRYG8kcD5+MFIGGDI84AQQ/lI1CZVTLXdmVcxduwr9ZPuiGZ3G5CrcWu8rrN2ghl7mjLPkyZQvge+Ek/v+b1Wb/eg/VV48RD2LdXC23patcPzqlUq4D1TKY2kGzl6rLkaQTV7s/owHi3VT+f+kaWe5w4wBv1OgxRxD3ctQC9b0ppWDut5T2eLBiXBNWbSRlnixwh6EZL1T6IOE6tzLga2fstmUCMq9cvoPb/h3xchgXhrBtU129KZ06o2U0Q8EiOavh+xwU+vekmQp7NYB9C8dF5rj0kYhbDjJQe7bSeqPO0EcmrxIZ8IMg56cmcyydmBf6QD7avvHyl+ljk78N4OxKeoYtGxL6Sl8LmayfGa6zSF2cdTNJW9Bwp5dyGQNvC8p00fsXYFMx/2o+wMKt8FkF1MDtSZcB0fFIJhSkea6FqMtgR5kibB0GWV/h1gWRZ9id9MCkqMgE9EoM4O5KQjBwCfma0Vtt6aiiA5nFFQS0uwCQMS0gcooJFRnwwaAJ6ur5QRINWxVYdafO88kvuejdd7ulW16Q23bI7KioNx1HnH3ueJzQcsZbehZzeiy4X9iefp0ooXcMpoTWRj5KmMETx/CSplDeSIVTI+5+wiFdFehJTunmFLb2WYrkiclZiiwoO5VV7C1kuK0CZfjNDnFuIaBhZ6jWmxltYr1rx4pJ9+3njqiGhoQk1pVdDeB1eBZ7t08u9aQEEjQrpD81i6+7XoYEcxkIxUk3AvniyB1jKVrmJbHibLLc2U6T6Gu/mP5OhtjDbMijxN/gA08kq/5oQOYxWslGHtn2yizwaZn9TswOxAOPb9MBv2Rzswy/poB+74drrb73fkoUcmyWmR+TdNmvFNvq3xJSy3GOKDNaAn9OCXuj73555QfhiYFsE5SoqO3yZP1LAdcEgrq/oHGXixJ0CyB/SIfQrFz89ZqAEtA47CosRq7slXhrsCS6U0ZLaEUrrmXJFrZSVhVwiVmC8UXColQqa2AZ/0oKtReJAhVDaJbaWQlL+NuLN7Tyb9pxryZC/23MeuO+3omK2syPOVt8oHCMGUkiAGGGkYotEhWXAibDlp0lsWwzpUEeyrcdhpwFBT1Bk3x66HrB/NukaXKuKBkYWfCGz/3aUUYqyIMasU9CTh7zWx0Fh2L+B78uqtXstjzrUYvNvGAtcfR77t+lEu0vTLwQLsPAFkMUZl0Wm1xqB/8jN7f+7E2ETJjkwNVOKPr0S1avKzA/9wB+Sq+ofrn6XPDny0A+ld1H85ycPQ3lP21WnLojHoNWvz5pIikYnRR1He07infx53zduAZWV4NKPP2vlTRGk9ZtxAVCrnV1S2FFw2AmWHxTBEJ4dmpOez0qG3pbBaDI/DGCcXLtz+w5pcXfOAigxkoOIQQaRD2PvDslkbDq/+rHrz6gX34n9dQnsJv0CvR183ohl+CcsSBIJ8wAg+MtVX7J4vjwNhz46voBb7gb2TSEdk3hVr4oN4Xbd2qgwzknXpoVwRCxd0watJf7bUZPFWtWYQQ8BuMz700fJFaHP1Q2tWlR3y/W5jV9nFx+NQ9w8Zf7KjPlFPI6eKhcSNJe6JtprckoXBz4gvbQiDIRtm2OpZSVPEzbpXbv+EYBb573YgXRf/bgtm5bMDn+8AH9UDHtfXmbiHnrXy9RIsjzG+jjfm3SWCIs4MZZj0FuDbGg/+tGB/CKRLaD3clxaeY3p7L/3e/hjN6Mc8jlujJ3SKfUnnjLRBJmodHM1p9Ni4JU6Sq5VWm0Ba673YwNHF+Out0h+26ckPNH2IcE0Jkkl992Z2kWB26qpziI/Gppv4Ax2wQ/GBpfOSC8gFm0AL8PaQfzYmJ5RMIXs8HL2OUfyIozzZ18ZRUrSGzAMKAq4DUM8N7nohAlPJNUDQGLRJ4oJJ0gGCBaiZUpylGBUenp/xPbzYYYd8n2Odh90/7HA059K+5N5dymdXf3e1Qb7D0kWJ5RdANaI6okp5hLUIho/4tmz346weI1phpmx2YHZA7gSzDbMDswMf68Adj+b5wTRTTKjxxUxxC0rHlsUbZTe82DD3m6yps5CbNxz/GGa0lCWT+p+fmY/3Vl5nL/8NtHaH/8oDJ0/cA8pNsn7LC2QqkAShqg/GGFlYMFmsVEupuai+R6s2z604WVtSPmapIVdGgi0G936oCyDIKs35AQmlpD0sIvcS0rmj5P4wlE36w4UeL42/rqPXPf8ckewGNK4xscbZJAOT8Jh6plDl4YzKkz2bRCodRhDcH37w5vDg7NaEbclB8NLBpAEY28sg6W2D4sK1Glx3kne5lFmYB81MRrq0puQ6GIvdemGVbsh0RTZbeVwRfyBGKwXUh9G891pEf6RU1gqkmu+fb5vPPy/Ln03uBq87bP013HWMCtoRIruLjtjuBpsGswOzA090YF6NTzRvus4OnO3Af+nXCojAZ1MCyCAP7UL82ql8pDh5i8FDi2xwoB/cInP/BuyavhRJnszxmky6UfazuseHZz15dI7horOiothoUKMFD6cjduGCDw7uThSx4GTg7bWoKMmMmmpP7ngDJi9GkYhIRDitFO/O9CKYoadN9nn8kqxya58r8Kk4L6nsUD3YQ4n2xRUWZSEsC68bQkgfESVOCfHGhBFoTVBNazarWrftFXDeB7krwF8GJoRgDfwlknJBTn/ZGqIOMDoOHcrCuGBGl4OdXs8gLhqxf2fTeSaLn33nfLbbkdr3KSziiRerLFTfwliNhrfzqip56XEby2g7X6+9Op6PvUXndTO1ZT91swOzA/9iB156O/0XGzprnh0Y7wAebuM3tDyMx2e+iMbD1JbPBHDPW46sV+jyi7zaQL0AMPINJlMQ64i1KxPnJCOBQjCi5hzq+DeyORw/lnjYb9hBkpRp5XKXVziKlWK3yAnISwCzU9BZNI0JWvmpUEP1NpHfDQ3y+sqlWdM9UPcf3msVU57eo9y/A6MtdQLyEgyqEEa+lkF8bowEGrE5t/qYV/vc8b5t+qxfO9rfkrZvKLzkPPRqLr1x7dEwIpIJ3KnDo2GQ9B2CbgTd7MG9QXd+nDUzIEQR9SCdBFx7MIfAIgMTJrTtxqQSbcxUrB7pjhccJSqbVkVs57ilXYWyNd6KLQvDo4trZUc7rNHPeanve+Yb/lQxvtK76uFVZ1l52mQt/K7cWmu3ZN+Vz2gXi0q+q4QitcnMDnxbB+bl8m1HZObzz3RA31PveOG1r7rqQU+f4w72o4px0Ls2H07BLxvvKvKuEOkyrtVbShMHNUZiSfjw5I8Cc1nkxYWeC6ffD2wSgZXEFzmSBKlQJnDxGAhbbvZA+e6BhDG4qiKdg2z0BFwL2Oi5A4QHhhqD5lQq3pmTPe3kIuM1RmYASucBh2ny+g4UB+X1y61W4N2HEP8HxiMAABAASURBVHZ+iChXGLwNg4xDvSPj0drUayNNI0JkgeIlDSoOaZFMAReRCuOiRH77RJXrmXZrqVuXN1FvsErCK6+kURdGwMYPcyR0o7t0mzZefzj/6BBRM/4FwvJfG25Wu70a8+Qm+bbVU1o5LE9FOOCMejCigz+QUfS1yOWaC/jabF+b2OvOmH++ta89cDP6H+zAvGb+4EGdJf2yDuA78a7/3gmJ84GPAPLlY2cBeW7hRNixXanpQ+AthuANat50aISREYtEnojHe8JVo3uJRIEJo1RcxPXKuih8CsOmALitccdLUZD+JG0iWOYiGz6g+PJGlLTXEyy//76BhPFmyjkQx40Z7vPc/7sHhbzhI/+ECzbQ0FySNV9hmhMspBfwEl9/zjgaNnfpWyuIs7O/NCNsy/LvyP58gR84VLjYmqs+0ja0qZNlIkwDzIsqycmE0L/GYI/znps9PKI8x/lLIEjjeER8AC0HbJOpc9KUk2aEKFxYCJwkc04GkK0HlWtpWxJzLBZrW66l0XetuE4S62ZAR5LdhFwOcySoeZYr/zXzUHGsg3As65fXPJz7sbyvtx5K9MCyL+/sgVyi6RemFDObaHbgazswL5uvPTRvSGwu8XUdOPII20x+OMCGIZ+1CM0FWkIXixsNeMXZfEmxEFt3H7zIYIilROdEEIlOh1JETuKFNTFA6gziieFj1D9M97onlqhdG89yKkJzHg+rMgQ5DkE+W5mkHtKIIB4nJ/M33Ayj2XJXRzZ5uBlEgNj4wAMPHmKaIcodIgpAxvGDNTBsiybhqI6IPvCNnKKHojhvcbK+ROZK0UF40l5G/g/B15bG43ldn0fK5DnJFXFp4RwkdRIQoDzXtuOsbEeSRcjcoUxB7MYqstMNkju5pHtKulYG4/bMWqU8WYbluFNKL6O3yKXsM3UeLErNdX5tYVKRW8KKq+XOxJE+Q087kxVJO8JK8axAUt7I31RpHcvCzryk+EcJaeA/Wvsse3bgCzqAFOyuBHKO2YHZgfd1IH8Byiuqsfbg8InnBFsbTaiXP3SjEGf10BkBExG2/4IN0zzYFJdUVhykrojRXlK3fVxxbbNrpGwHIhHpOYO6uFnCnQoKoYME8wJojShPm0ORb5kOy7R23fBTuumK/ORlmj/yQc5CI2/B4GWnB5i8AHUCookhESRSBXLLqgVn7YTagaYoxlMZZ8iJ+GsgwTo1u4K8VfvXZmmMb/JfK/DpenBaPh1DAtjpJswzkzvhW2H4a1IeVm46cU0C7IggAnXB2EkhyC8Pn1yHNaQQvOOxgiTYIZpXsfqk3Dds1HJsTvHGzPetisJDdXvad/+LFpf3+ANNqmuo+d2UqvNi194ZPOHqovwSsm6s4x35S4p5WZoz8OzAvBzmOTA78MEOyMsFvpz5s/38eMsHU8JFiR0MddC8n6TuCvT1K03jdoTe0Iz9IfaQ++Wlg7RfytOD7t7sSXcfapBGU3RgSwMuaAQGCBw5JUC7AXEgOFEi02ZQkhwmtutHosiSr28MTEwQmic/ACPIps/9/xTTnkLgQBCaHhXEhSMS5Y32QvUnW79vETUSWPOPkj+LhnvyZzswXtiy2MVETNjzdRclyLQJA3rz5T6GXuzilfNxby25YhDW7pjEhOzHZTPXopYkzFQIqeygn5F0bsFHuKnjmXk/6RjVrxdFQ2jQL5WQiKHox4143znuFazfMb2IwuZnZbQSbLoPK62kOw6m0cPONHxRXgz9VjhXx6mW9ev6jOZlRfR7qpqfEJT4TN1z1dmBL+zAvCS+8KDMlP6lDsRvRDwT4aldC1+CPcaF3Q/9do2eMEAuI96xCjGVmwr8BIsEkzcAuzcKc74xdersiMvwzghphWVZwmIWRZImPIhXMVaCgwGjedGEKEuoVrJIAzVijcsic+fZh/ZqOzRvltVWMktCER+C/7Cp8x8whm76gCcNBm+wpLAlQVQ4NpjWJmPySwQcI411wGAgPubtEX1YGp4ft21/pzZW2Eie5w0Lb6g6ojpW69B0XA+K65UOuh82t/UOXi+dddjZpKqZYomsXHAFDx0NO78ZBy/avHUG+1AW73xCmrzCcsuoZIndVCarinCZO7IyWrG8Qq3zotxKWgzOTLnHR70PlHI0dHoUKOo/HGXLodS9spZypQu4L0x29zi9Kue9uKvEzp/vFxy50yH2yuwHjp4R9e2mZnbg3+vAvCz+vWM+K/5IB/r/hoR/nyUEPPalZ1z5npbpI9ly0SW+LJAehWV1R1kJylBUG5iGfKRTPyJ/HGln2VvxTS8wqG6hxC1G9iRoFJ1Phli56bObzlkJHkN4/lMPvOHdcd4In6bYtVQrFVIsiQoeeLWsRJ5FSTdaAHuxp+/C6CxkmmoZeLyg3oP+LwDLhk+yB8F1BLAqdhCUJB2YBQzqgZgiImZcRmX95EURJ0YiGbGpDaOHiaQZwQTEdvlGd6qvhiI0+sRK9tYofJwxU3bsGLnhtKEai02rXrLUfT1YB3huWbKeNtkAXmgjE4kEa0nAHRjSTt8so2AfCDBw2nCu7ntmY/gwRh7w4UzopASLqwdrQUkp7EjPmWFyaBMDJm1Hlb6vfl1veJa6ZBp2edaQR8huj+Ox6DVoXTR7qzY11Hkw9gfM8LX2gVVfueTOsdxRb2b21MF8ynkzramcHfgLHZhXyF84irOGX9sBec8beaZ9a4VbD1l7idB3wYtLtGvcYVrPAzQj+Ld8/X9Gu+PVnLG0STqTPweLuGFDQQhZMecquu2pu76GgnMiQL9u8LxhHyUfEHdsBD3wF//AboEWLMsvqG8RKmUmehGl6YYY3I9JAk/AEcNLHE1HsBGB2hzJLBEtcxwfnAjyoMxJFscE+sfM6c8mgL8j8cRGGcQDg16PcMdGGobYSz9JGUET8h6QimevoxF4tV4WQLteKgmznRmtJaYJwVPZLlNotTdp08ncCMMN83TgqEtJk8nQEiOkHFJOpLP1E5RbyJE5IBaKDP9pYiRXyO+vNi4pZ4/rj8ZAuBiznHzmlGrJqBH5gqsi7H6YPdsltwKztvOZmECl6XawLL1js6lu9njTo1DeU66SeNY1EmuIsj2oPT1MumP9x42u6fOKqtQjAZ9s95GlNmx5Fm6of7nqTHW34uJ/VwPOZPqu3K5e53Z1wBlvduBPd2BeMX/68M7ivr8D+gVd/t/1uqzTE6sSnAnO4kvJdpZSrUyNtP3dSN5gYMMHYbxdEYGrBqQ6CjlEeGV4KCgD/RIfv4DlP1C6QPbt446tDeTY/PMqmig9AkalsJJxR6+EYN1C5ImWkVMkNtqHO3tPUM3hWWNzBkheGoIhbTPBiVXZmG94xb3BAQNacAiAOZD/gWQ1sJw0SYLHfoHGCCKHA0KIP8iA8IJkkvqFwlQwwt/RV4YHY6FINoArNMQXiBiZMBLqjiyZL2HE/hKbuFhEGrJgyparAeZVUSrQGXqOFIeVxcMpB5bKZ4ErETROWkrZNPO8U0Zt7fJSWTmX9/DyfFpgSgi8CwlR6kUeyo+YYboVJ21pM8YhCEawtYUO7hNzMdQrcuWnPXGBmmTbqtdxhmh4YHPbNmkDrktarWCV38riAoHLTUiZLojrQqxaEw+MM9knz+c14rlKcSXYzjCbo7bMdJ1Gcuo6T8V4B6TRMo37DFkOHOShOANGP+HpO+bAKtNkduDXd+AVV/qvb8osYHbgPR2wL0XDO6su0BOAWgOPUi1xQzYowloLXxoGzZPZkqgO0ap3fSsq6imYGFZkMkXBDuJf4XdMDqt3az0ccdNh1TkIpAMyqes9vSCNJYcQ6rgz8wjdNh6t+G5O2AlTqhGUL9kKZIKuAIFuBKmscMIi/2Gzo5Al5h417aoQLVmuCLgscr5HK/BmEyXGvg7LQm5h7cb4et513Os5S1kTE0bAsSHqBmR9hIaBnltUEmjAY3kP/G9FyYTYlF4GPz7SZtbesKLtwvPYaDVdliUEAAZRAAc+4JPtRAZJc8DxBi9eD5unww3eDJlKIQMZhsSXCUwcWUtB5CKipIYFOdSy5/mUbBGKpSQBTDDCHTtAd2xOYeAO10p0gQsBKI4ch3KDqDyBcrwTzoMud1SXN7l8nZ6ug7G2SrYw24a8MruC/eFSVwTqxhhZgGdJN8BaIeaYMDpKJ1YjnVWstM4q+fL5F6X6fCd750tP/vyKM8LswG/rwLwaftsRuyLfGePjHfDvMkLj2Q4j8OH2meQYo/R/zwNgXpPrAfgrG77EZ8U4hQcVjIAnfrzMPwDOdV2gU/5BUn79I91oFica9OQhLw3eBMfAs5GGaaTQ3kQd+Bo4YJrCDxEa+MZzJgEdf/DO+xN+fvC2ToBIWgIstbuzQzYKKJQLCgZpWC9uSVIQd3SFYEKYMYyy0Cnx+hnrdhdZ6XKGaJBzgxyDR1f/H9GsdmfiSbH1AtarPqslvZmjJYRMXJWKyJCsgDEJlTiUNTithLq7o+x0A6S4b9rlbFq2eirdAvZgYhRcafEmHRHu2eyZqinzEMISAmABEBsswX0YXAScCNQhppAyhdyfG5Ub/YAf7gWcrR6Gp9OCyQBkHjDGEC/BmDCg1xlEHryvWy0MljWHKM1N51xbIwRMePQfOBDofOw18sIQa8uhwsaKTZy8jMcoil+PcOvKi+jxI58pciWgbAh0BpEHiyBkSUWpcit25QBWfUDkUS19iwcpxXU34STL3mNUtUbTyQdnmpEXV5wTvBCImr4tYfSniucVsYJEtBuYiuo5mnixiVxYr96gj3uEeAyKoJZAISRDBYE0gMsRQA6Po/bDgS82dGVuR/4tBW1XMbWzA091wDnPK8I1Y5KzA+/sAB9cCFzzjsdvPN2SDPJ8HfJnyeRnKCZAOLi63Fww4X0+eYJNdJOwL3NrDI3wtI5B6mm4obk3iaKzkGenC0IcWhrrYYgL20QQhueOEnHGwcIQhpggTHvSmJz5mE/ctjsl7YWjHJA3fEIgjRnLMA+g8MNJ4D++cGAikqd0OT+sAzUWF7wb2FuiYZX72Ty9zGjVLcIqLeR100bQDRXW91o0EZJyeH2pGeFaEUf8tmxyzExt2VPHKni85VBDcMcRJYB82eCatl5rkd59SOX+PCNNCGFZFkAIYZER9AMG6gXCRQRL4N4KAaJgH7iGBcJbQN/UUFT+nioCNyFsCA9WkoWLBV2yzCixl3sIKYJqMqV8mhsxkk4I5CoYkyPBtYek2jYUlUzIRpscIipiSUoyQQwMaxDVWKDgMhKv0r2RZQqE1ZLMy518fk9abZG/Et1ZLGQKPGO6di2FnGMthZf9eIY0ksYgRWjWRYUDZ+6ka9JiLWuVSMbirO8YFpdB+EcDicOJQGEXvEHzDFt5+rVWylMCRMQoXGNaIpap0HaZ6LbSHwix8r1SoHno7OPy3kcpscjJCMEpMhFRMqHswORmB6wD8zKxTkw8O/CRDvBrGA8TRLI+aMEfmnpPW6t0OnlG/3z3sds5AAAQAElEQVRjUSp9Wa/imAANwDAuYS/rLJlsNwg++4ta8pNJ2GsmxtM6r4m3jsLohKRJfclNSSIzQlqFj8lrPGQ3FKmOnHh62zlAmor0LiECmYLYCJm0NAX8F+SffeEFif9hXqlVJqhkKKNzkK0Ciu/yYkuKYFpZgAIBkwpTqkT0dyerPJ9Dn6r1dW23Gq+qzHpFTGBc4kdzY4JaufdgWrgJswTOQT9ghDAsDCbyBJA20KCFr/TARKH5obJUSBSsTemykCOQ84D8MfRSMYLY2yidvBOh8mKOOs1GZ9HXl/TmoTE/XsF3/hg04NJPPW5lF5eVpYIWE2mgUgnBetyksbbuWm+SbJEp023hnjU3OXHDgqtrCIuFZD36hTjv7NZbNFuMUT8h3AAt4+a60ktat44U5QEltz1V25p7xfTjqEbnVkSV4fwSwtk5kqq8cqWgcguyo1jdUl+E3Z4q303jKi2eU51TaDPMdyt3uod+YXx3CTO72YEv6sC8Xr7oYMxU/s0O8Lv7gcehv1A9byhLKiRTSXSWaP3Z92As5mYunjbZ9+JetuXDdbJatX0lcKUmLyd7huTZXPrLCjKFYBs8yuoDHWfK7RdAqssx7tj6EQ6h7VGdrw8E8hCLWidyAAzl9+fbbQlBwNsunvnH6fqIfKIdBw7o5ek9t7bcumRCYuUlC0Fv0FDPwdT9RPR8eEVAR1cg7pbYsmRrkOirTSGRwpSYANJGxZp4Hw8k3grCt9gk5zFgYQZJURJFjju2pecx7mRJvUVYHYF6bnATC5hQGJuKIk3ocKkvU3VmnnRGzSW9baI3LF28ZH4VIcvy2DKgMCQSmMRw/WiV5MlDCZXrLBJHCs9JZLY2BR0oD0HH6Jj45nsaaUnnWJiPWfO7enjxWB/tHRmCMDJRNWF2YHbgiQ7MK+mJ5k3X2YFnOyBf4DI9G+l6/8X9rXo/+oPvGzBbABjLsVsLW0CAZxr2IFw+bpVcMt4kGj6b6dWZbAZfKzdjr81LSVw7olLnOdQUbQTx3wu4tz2mcNs4fvCWYDeZ3bQSON0hElltxYJOHmhlYmAIgGTmf+vnB4wbPBfkARJ/1iRWHgZYhq+9gsByZDpTlLdA1msp6l8QNG3+gtB6ZGfEq2rqd/pVK14Z1y4tw+Ox2VcCPGrneKtsXabRA04wknspMLitkTuMK8QOa+0QeR9tWcgZ0IB0WKW1rCRh45OzKY168tIqcawjQt2+ZPMnCBbZKSSfDB2DhnhpyPZEPDTxvpuzyVTffcTGew/a+xqY224IGhFgaJuHnaXWYpXoDH8bKwG/bUwJ3NAH3aWAUkfMSJlTMxchmPNWxC2d+f9mvMTkXZ2+NdDe3D8dFyuZoJhjdmB2oOjAvDSKdkxmduBdHYjfWoLu2DzBBgqXPvOwR7+nQRe2r9fFHvaXYJQjwvbntugjEO4uGOHohy0h0E+6gs0NzY6SCwA1XRBlHeJMsesoKpFYmH7AEoCsJyBlCI/epEfSWNctHzHYqVBswa3GLUscmYVHKQYxOODLf15A4LPbyl2SxySbPwgKjBkDMv55l0ge+EkQeLYQYIJBCdB6SGtkWutWkm6UleU3C07lxgNyyvEvONlx13t0OLExKBsXOB0x1g1pnn5ry6ZZFU0zvfOKgEbunIK3Ui7iCrPI3WOB597YstFT5qbfA3uBDujXnTng3DLdKqJl/yaZHksuZseR9ABo42H4pYUhMxm5QGH7UypIzqXrz6j+yoc1OdXDrk87+LUT3Wsy5QSuevkVxaCvh1RjtVRPXplNdnZgdiDIPXX2YXZgduBjHfAPePwyfsgDeIhzsM9iRIkfJXsJJ0vJVIZriEqDipPvYpkqxQiLtyZ5RLECwY+4beYof+kuo5xNz0exNa+I5eO2aPbEXvECXvXIi129uCUlyjRlwvoqkj1jMbp4cgn/WGgnM1Hgf/kHFaNQDJQMGjr+Agjlg7IhWmMUN0Q7ClWnuRsgWbyKaHXi2rXeVJsrJB3mawu5KJpL1EXkXiPBiZ4i85XGC5Dgw2WtSH1KlUr0q+ke9L/9bHENrwzXgr34psc91Ke1DnSdJJ+hVofhI2tY4kd8vsQWm/vagyN1P390nomg+Y70z9fk6QFfJog/Mg1YjpmMJ70dL8VJRGnPX7sy91J6PddZ/vqFBiK+NJd3NHOgxmkyO/BLOzCvoF964Gbaf6gDfP4xkLJe9dAqwfcnWx4YY9++sih9eIsheKOa9zql2Y4gmz54qSnf9NVgYy7XXxsu9eba2mRQssAOtWCAwEgE6GtGisi3Z/cwVWyAJDnywQta8PUt7KQDvFQE+VAmhE5pIWW7c1qrYXEzpWFv42W2mGFv52ls/sjbN30BoDHLJhCt7kPnBT0M6FWBpMAJvfN9q8wOsQx3yGEaf3cHeP5ohnJLUvKyefx0Wcb+Yifp4vrWES778BKJwRwZJYawqJGGxws0j4SlFHB39zMmlTXWgV05Wll62TLWz3Dww3t17dKS1TbgtTYSI/XBbnMs5+p74niFE59c85azP27ZLvlmUUm9spbO4qWYCRDKtD7L+Xzaff1sfnP12YHZgXd0wN8J3rHeXOOTHZhrf10H8E6LnPh4++QDn7jLhHg2rvhyPxZD9h+4vPyF7uYeQN2txpE03QJ5mJKyZNoy3dalxLbNntYeqO3ptRjA2pIbFVLTJZeFVsG9P1XbJlFPK7EncRDolzZ/Gr7UN8TBZSLpR/7OX/38J/+mS72gxIAWs14wKscMiZsf8v8UBAFsGV215LeA6bkurEwtSo1LQ9OW0vdwvbVZ2dkM6EuInektcSg84x1yyMaXrJ/DPU+xLwRGIl7CsixkVuDFdrmujLzAG7mWOdJbV7Q2KoWQHavEVbYdtl1GWPC/3Rx0eQ28KDo/MxhBI6S9a2WfmhfWsjAEKyKQ3gNx2DO6QJ9rfj7YaG3PrzQcwZXnyGH3aw0bGTRE7TWHDdNXcjvOlF7XgS88368rbkaaHTjfgYbnvFoaTZmi2YH3dIAPEHd5WbX15Hk9Mu963IzLXYQ0a5k5Ne4wKtJ5bNEH9i8OvsRUgZmKijKl/DUzf919TSQfheeH52uaPaENMSHIg+YCswUvOAvw1rAjIP+NWfHcst7SMYctPXW2GmnaE0gDuNfzH66DiLH/AyE2cLDZw186QUMGIOL+JCFhDT818muqJM1RJT2SKWkywXgESgyT/vVQFVOxqbzYo8R/IfENKS7LEjCe6s4SvctDoVK9PmEwUiwC4AoIuGFi6D0BnoNjCYtY6kwyU+QiNIVRt0KWtOGVwa4AJQX9khRq1/6MwfnszqwWfXrl9OTRbQ+lWhKx57HWP+G6DrYlOXqKbsV6l+7U8Tl00byrkvY6bzv47eWvl/5cH/IXRpwpzw7UHfhzl3pd4ORnB76+A+mBgk9DhDrjAw8PLfc63Kv5+MaiWess+wtHvofxEv8ABPuz70V1yYsaUloWTE/24SM3T54r7AveiEjutcVXuWcb5CA92RTk5SPs94ivq6yEXqT5rgccayQXQNtGEDRgaU+gj1goUc26ts6VStibr1d+sSZiN3V889LO9oPkl+TzJWlcfCD2qlouXi+HY2Q9AzMV/DmbTUtKUsaECx6j1HW4BXICd4B4a1xALJDZ8HSALsinlIoIk+YMIo6aj+JziAUZjERopxhSCeHM59KKziSw7XPgrxE4S4pY68rWEnWAJ4bSmD0N9tphOfQOZmO1nzBypYjjqdRPOclyF03Wk+Fwv9hwOZb7v9SaY52Z1rMDRQfmpVK0YzKzA+/rAN5r42KP8HgAIncM8Wk4ejgySiIa+ALt+sYQR5E8hMbbS0RjIfhkRVBrpoXW4K/ZQUClr5+57utXObJC2UQ5d2KSRLljR2LivMAoPcp1Sl2H4+I1FKbtmLKpE/2UxvYOC4ugslBuKdG+iG1MV4EXgfb66rmlUwvO/HFSmQilz8DYus+scN73m3M7X9UZT56K9DNM+hzwKjU4EmF1gcK5JYMYI10FXIp3TMFQkE5AfhC4FIHmxNwdIk3oniY0pIFB19AMtjGKSmVsW7p9HeSAsWPu1E/m6CI9R+Ie2AnQKqfuS7+KTtCPipk9Du5oDoPFDZoNrSqPMUOW+0ZX5rW/mlkc6K+5DOPPVDSc3jScHZgd2OzAvII32zOVswOv6YC9UBDzMUhWSYRwwT3Nhq1P7bZle0zXeuRkhGrFgl37nLnJ6GMwHl4kNicC1z4O5rnObC05Hp0erPCqWIy3DehKNIiUFRilwZ04qurkBjFGCNgiwVQN1lSJdlnNR+ctY1jwxKcJsG704IiDDgDhsdtCTF5AbDm1ARGhQAzMfuQqMuX1Si+K9uatEHu+b9f/qmQb3dEj2lAcFD3fB5ySWBMb9NiJxgD97NCrklEGz7x4hbpauu1RxR2bPVyFf1jgOg9OBlQYvYU3k9tUhphwxlvruLIKM5ZCECEqElqTF1Lk/WmpVL1lKrNfxmo/ctJadapV2azuUsmja3GlQo6fTGNRU3aRiGjM+ausYuYRXZ9a2dSSu361l0X8tYm/rCMz8OzA5R142W3o8kxnwNmBP9kBfNPxGS6+WZD8bWUWOeOB84YNiBuLyBO5Y4C22IsXyKDtKVY6Fo/W8a/XC/Ij++1wS29Re5myLwRnt5CWCUSlg+T6waPkolas08hPeqj+Dwf4jo0eERCTL4AaWMCYm0FARZiCgRKudIhiCOT8i6xDKtbZidck/8PW0ezHa6PMi76d3s4PvfIGX1VflZvP8xR9prj6+rHraiwBbsJIBJmyTy+Tykwdesaq1ZmtAmCrKvKMBI5IJQH7QhzxfmpC4n5Npln8fbORj1+GEcehEaxwRlHCj66wiHVr6mta1luyvZy3fPd194fVrLbDq1mBt2X42yO89VPW9dalv2YxO0hvTmin9XqO6czMMkXuM3A2h7N+n6lyrjo78JkOzOvkM32fq/5DHZAX00693NjAKy5ffwsLe0QwLE/sfP4lFJafY1JuLgWRxemGF4Zb1BmO7AeQJFWue0FSF4QoczrK2X8jyflppTpHcQOZXrHVce4n7/nJMlNh9QKia0SLiHjiy+YOLhK9DjCTBgQouUlErAVEJwkkk4rl32cpGfB6K67GOjMTxSjG9jENCbAolgA/x7/bgbiPfKgB5W17wZ2R7gunXbjFBRun8qYvT11+v5iRp012FI9lfDTqgH3ZwMphU1nZgr2xCnaTAJ7DkWQ34YjtZqCGkgfNi6U0mbxU6Y5YlWfnc8Wt7491Iet8zqV/Lr/16t8geWEtrv34Rm0UW69d8w2XKZodmB34Ux2YV/2fOpyzmN/TAXwty5sqvqn5Ek9A8nw0XZYlYAAWSDAWe1TCX3PxgmscNGmYzHBSCDE60TuuaS4Va+JdbH7xDoMqQ/5/d6K3SEgIRDOh8/TAFgA4vrkQggbVGfJEgN4ZhSkXI9DHMOlvA8lNJs3MyLJ1mwp7VAAAEABJREFUquOhU8rNRdVOfiWZk8lUjB8FTJsg0igLPLI4//8DFiBtQFmk6cOXC9qQVkjRlF3NaRFo0AOYY4CuBoWESrzNdhw64u1YV2hjrRFpxHUya4la6nxDx0nRCv2S64w0ZUE38jKrwughx3GliyaXoaI4RK15iF426rWaF9rQ6vQk0NhwkF4vofkpxAWTul/7SbYIjlGojDdcKI2RJWQyyROYcQhPhBBXfE8KxrSZPPQyDqzJ85Ygft80DRU6kHAsLqIBh7eY6BGVM1XXc6QKGvO5v0w0ArVEIwnUfmd8Rg7Embh1buS1y6T+Cox076/UOuuYHXhHB+Y19Y4uf3qNuf7HOoD32M219dcPAds6NNMHP3mE5Q4QXw6Eoc6ANgYmuw4Xy4HBOBV85Vc81xRMiu9vRnx8kT0xlgqLiEBxIDoGKbZI8OC0LOrItQjipiIhD03041+TiemYApKpoVSWXG0beWmTTCoQUqbA/y5O+a8EYoci0hPqsdmexbRDyWgK61mdY1ZrNSW7FwGNDBAJwzjFWaCUzqrDLP8+q5IV7AKjPG66pZEFLSr6R9SyeKFMexpG8lxlYb4rRVOQ6rsva30ta4VuydaRvkpy5F2Spy73ngm+iGVZwrIQvHSfXpJJpvqHGTYYyeVIr+XmSc8HpzW4uI5ETdFUhJwMII8kEbh+2lRGuAWzDrC/RWmNeBYSajlucxRBdccN7QEgq9CpS5W7cy+TXUdXz77tSQvUmz3BYGT+Gep81c+sSt+zK5/zO+fFPEfh0CF5fTpF2odyKzy/hTlbgW+0p7+lrpnH7MAHOrCx5LxKNpozVbMDr+oAXyx084ePtvjC828Yy6tWfUfcRvIoT1e+c99CSTfrTUjngNcE+fN29HmAKVuzBD6DL5zCsQ/e18SBezbhhH9YfTRn2VCQt0rlV2Ze8OOZbTq2IBqRI5BFH4nQmzte9AjSI7wT3fGSBAStziAwFkB/SNZojuC+WVdjWXUNooLxCZFVxAtBqd2ZvwQKtzuq5oshVl0Ha8dgj5JGe7FyjfpyU41C30fyJwCpDnmJnf81DutUGPLntSOGrI6gtVIUQ4MUChiDJkAcNzl/ac8T9H8QkQbCSB6eoC8BehmgMYT0U0vm9aN0WhoOngb7hsEVH+GBk0Ous+LekfvERHAZEa3BTiPDsGBUoMNjs6dyrsfITNat11poibUsUBKAQrcGKoNZCTM8bebciZJ/9Rfr6djVYmZIqOXBF4aEMGACSyVAdwaXJ3TUrxPvHLzuwqgp6aw4w0kRiZ48qi9Cq/atBBct9Ikwv6aWM4k+e36cWfPcQXw203Orfr/XzHB2oNeBec30OjPlswMv7YB+Md75AowH9Ye81tqC8QEuIrzTcwjQov1Y2JbS/q0gOXPCrQXj+NraF/Fjb4RFbRgiKyauUwgSoxqbgeXhn5gmhiNNxFwB8h6MaQFN8RbQhEAbYgPy20DLkF7X+7ZSfF9daHgGNZsUrRZgApANpkEw/gTWDBnEoAqiBty3SYobdnKwjwM+KuXcNxpi4YlrMBvD0HNZIIRce9GMAL0NHNqQG79E8QPXFntHUFHlpsI3zMfW9dZshAHrIjBhk8WNJLLslGDqCbSlgBs/BG4CkY/gltHtN/g4Gbhq0M9EtyCbS0mkjmTlWJhZD6u5akkTlDs3c+Fhz2i8AOP+sRDjTKF7PlPIZejJg/0zXraaABdExYyBTRv1w4wBiRuLnK5qq3PY+8QeMRQhxJxrtyUsgSNB2PvAniY4cCOZZBtShIBaFDMMGEFDU6xpyHaBFQFob7hsmqZb+i1dM9ghIe9Jhxyi8WDh0dqj19bjV3ofvVXT3f5N+uF0jpyMh4Nf7fDn4tXHdB6NP3eIZ0Fv6kB9Lb1p2bnM7MDsQOCLGNrAfY7VM3rvOY5P9AT4vWrY0obzOmtJ1oGK6oggKIfUGWsuNSVnX+ha5mPVmtK6t9qi7zULrAF4fwsi0CnO4fkPX4b0J0UHY3VuvR2xBWdvCAFduePFMaCfd2wg3sFzCIhcPbSHSrdnLogGUUmS+CzQH/3Ycsd2QKH+AUcAykPigG1gbvQQ7qwbJmnQNjEt4p7eN288+jghYtVqrE0F/QDsjGS7Y3dQncPe4OkBLJQYIDBMBXLVB6lSDe5Cw8gNiUE1+pfEcsxwFG4A9kb89JdIYk9Dd06RzXAT6xBnk8sSlcx0BaYhoRD2mJRNMmD9idkjRtcxux8EjPQCkuOBye5ISkNQDzGWqdRQBMAIOP1CICEXbHAfRlWWS4sJjw8ZFcuc2ETInSAe1UfgPSHgvvAAyBIxrMRDBMMgZVBNIEMX4gQ0BjDnxe51CxY2Ohou68MTNWsE77XQS5wBw8pxXiXmHSKNPCM1jNxSyWcvTO1T8LxBpUggyBNAbg9WyuNYWlFKsONTapUrdJYM8C1Qj2pAk7ocmNjRoCufIvtutFu6n1xXzL04LnViJV9y3TSnYnZgdmB24Fd04Lo76a8odyY5O/BdHbBNET4CGawyxPMbhr4vgOCD+MrmCwRITbPgXQWAgUc2zioen/m4r92QZ/6LnrwWdFB6J1Mvm6WnaMi3a/uveLhsuEOUH2rBbIyiBXgZ1/MGLwtsE/3E4IF3PRME0FQAmCbKwgCjMwiMBccnuA8NCU60QcqSLX0nBMUGP/AjAMkg/YPXV2IRVBPXUuC5ASUDAXHcHU3eQ1LRWRRJIpxM0jJMyUakyIbY94v8K0A3W3zkKpWYS0iYhLdRmrWVcE9HmHKuQEuC0cTU3WBJbL8AYt3kqVe4yxn1UGZjFi9sWmAEBBVLRjdaBHES20jvIcuatfdsk03PwOSysEwmKTFUPyK54a4BgpsdC/DooC3vM4KdU0sm6oeU1e/uTaw2JxaPGwNG4KGSeyemIibyYQq9ODBXlTjJpLzMcJZuEIsgtI5pEJsAHXO+BTkPwPYGrdY6FgMpi5Gk2B/mo3BDgQvU50fbu52LrkKdgUiqwkxHnH5cgu8A4cVhZ4olB5wJD9IAVhtQa+mpUpPBzMjTeDjH1QrPrL7nG49RRKulhwSoDGPXVFKJhhHt+mwZlIcoWbZDt6XqJIkp+fa5avxWmpbbiI3ZvgDr8jq/IPwMOTvwpzowr5Q/dThnMb+pA3y25cOdPCvwIVcJlCAE8IeGfO/L1EjgYY/3DV3A+8Di5Li9YDjBOFk89zz4x+xdX7/ylvGo3VYM0Z2tTZyvnIpmXRn4ZCw0BmPt3BSuzH5MQnMDkwm+p/erdeVZQtdoLijg7BQZXtwUUxLwugU13DBAbIxdgw3fXRUzqsGcKDfacJ0Mbdag1pQrlefoH1U3+fUPO/8Tu3RLprQkJMHqhfQGH9WKl0zkKQfzAyA7DHE1vUHq8YlzK0S0XqtsWcPJggJCErQJM+Hmz8riEfSm9JBugEtYTLnLYkABaeAFUNxARUAhoPgOAF8YhtRjato1m5RbdaSZFa0Nk66AKg9eTbnwC2YABlPSdpAJRU4wWg/pISYMsRZMMxI8P0j34C5HXWbJRaZsvGTyHPV0AFmWlQjhJsr4T11NRN7oMczjR7Dz64FePHCOETRC1Q0Vpvn4isn1FQRLuTDuZrhV6SvBWCZXublkHdnJwS0a739mWPqWnNmUONoQATBK9ddy6AHGkfQOmh8JPW1nB/5sB+Z182cP7SzsmztQfBnjSS4/1rWy9g+qnm7ZXiHDGhg+UsV6laOzVXFjKRhn3iNjc/T5B80RO8PCXDAdTeqCJS8PwUZZXwznRZYQMvNqqmgn8/ILFsqsEDOZsuxJykfzdC/sto3lbbgX5VXyet06W/KEen3v52mzNWx+ZkNM4HVMTDAb+hCMX59vpkk4ukckYh9BBLsTPP4DRDvZDIi0R7QgeFlBSxIyFeI2QzuDaMGWgHzwv+UDerVXA10acbPH+NQp+KlsCcuyBEwhBOCATzJKRBDVcguL7rgE221p1UmZwl33pcjIdkGoPkvkDUe2iRZJQVUL0IIUFAd8dPuGPJjVuK0kJjCNYZOvcKwh4IuA34/yqxjUhJ23lem4oJdvIwLXJ3jVbtLeeE0fda+Xl/IRVs6SVin1AjUPXz+oJnjZd9FWJPDRRL29p1lg1dj/KPNQ23vdCbparh2hWDN6eBTp2lnEMpnmjs1C0JQRQAaVCPVrpqIfmnUpSsWpcs6zA7MDhzpQXk+HXKfx7MDswOkOxO8uojue6uSFApP8NxsYVJ7wSDwDn/LFw5p7dUhZ7Nxt2AuzNZqYPeELQGCfAGbTWiLpKmKh8eKEO7k4y0ye8cne30dZPwwfyJDH5YB537QXSP8r0dmv0fvkmgiYkyaA5MhkHYD8duG0YIwEK0HSvJjIVYThB3kkSzfCUHawFzv2hDRBBNU0HLDyO8em1RJxJE6vhiMxsq3ckmXKsmGKfgQ6sMXEHcDXwEpzuw3Uwh4RxBt3TK6XgpERBaadBGCRB20VbryHCoRQpnPL5l2qZ9OW/6Q4d5zxyB2bQMHf+6N+ibiN+lquumAyC8MpTupjkqwIuGNDDOIBW1jtjBxESoW1SDilYwgheyA8ekJ6lXiQI6THhxmG7/2wtmezYwyDVSzUjxMJsx4nbUq0olNQOSQ/NAKOCBR1jgOJIfLnJx47xtdIElcm5etZzgdJVyZVO1IFvZmGhJ6+lG+kURo+xY3kw0wIXEj7RcrDSBRvP+nZgdmBsgN2hZXSyf2NDswqvrQD7quL3+5gucnRTnaJYmJCZN+Elr0lvZ60v6P06I3c0Qo88NMgUvpnXwjaDwFQjA3mJpaJEO6qqXi2vCpoJw47E9AlnjpiogK+Dgg7OvnDM+oTlxo1P293aCEYY6AleT3ymcvUmaKzN6heYKjeNrZyiAV2TbzC00zero0YgyKB2k6E/8yErZRw5OLK93J48mUdACr1iz8iImPdJj0G9XHpedm90nDPblDeDDOSPW1Gc3a5eJfi1CsY57BFMgenB+vDi4ZhCcKEtCkQ2RVv8ktxXD8i/ugphReZHINHcYtLBkuiQJAhhPfkjRVfOuLBsueQyOqS0hglZXZ8YSdKnbzc06rVmfLb1d278wC6BHUpzFgNA4SMRIopNz9FXE2irGRBz422amW7L0iZ7JsOWLTTYk/2nelL2LR85wPYZiJTOTvwJR0YSOPaq3xgwWkyOzA7wA7oj475xaaPdfHLMCJaHIennNfLLRTJRGIAaAvAkD9DykPUyVsMGiPPTFj1gbcvvEOBenYwMcQ4mRI8N8ZLgvbXc4fakSv7WPFKrgLLmY+7RqvmK+eUYiJSmnxUJiQBCZxDRGtrSgF2goHsjcI3xuvZ7qh7bm+Xb+V5Wz1IswOEt6f5JQuiWxgpmeEbUb4qjTKcYg0T21dxDsNEsQoQZhHz3inEs5MFZCp2OpDuxDUTxRuGHX8VoxAl8HIbE4iI4rNR6dsCzTVrro6fI29RrJkAG1cruOdHXeDzEU9G4J061uGtq68AABAASURBVIjv9pNBdt3Kcvkdpy6lPMhTimrac23fstJqdG7pC5mZ/UAag98ki8hAzKF/4DFjSiKsRFEQUbQq0IaqsPtmRmtgjwDKSLrg4u6XsHOKHZhodmCvA3Lt7BlN/ezA7MArOsBvMQK+v/CwhyGLLDLnqeaz5rsoy9MeZnhzIQR5uLFcVWJcG2tP2rorpJrhFZF8jNW7s1d26OFKdb8QJ0orkJ051Hma/A4soTg6O9ZvVje645qsZ1JtQ54QU42k2kYZEF9BgIZG7Tvk9AuNcmsXZG8QQpZD/C8Pf2ktsRGGIzuEBnx0qaV5bfbOR57qBvJerUHC4U/XbyDxw4sx47ZT0kRieO+tHa6UplJ63SzNa+6Ul93D62CRj2VGzg6C4Sg+jFKhA55lVSU34D5Ndjrw+o66c2gnlz+g/qeK/QPHa5bwdR14/R3p60qeCc0OvK8DWy9P8v3FSZ5s8aAnOMize52h/QRa5XyoIyhXzohTCo5xLuyiP+M55h+tU90n7zBsCzsh/wJMSpIpRh9HKy/kg6EBIhGRyuK88ovyFjq2ndRarRV1Q6Z/GhQD6Y9QnNpZb6+40DE03zRV88F5O3NLzL9X5dboGcRzSO2MV46R292ifvnOdoTXffSXP+wKTgWgdP3akpAZ+WfwgZp4rjzy71C0BYuiV8/VfwN6ezkmKhaP+D2SBCJ9ajpb74E+1/npVYsZo9Zt85qszi3LrJH0ZGrZeZne6XX28gvpw3WWa+cySvkmt7rYN60L5TPpiq9MRcgNBtVhbBicUh1K4fAK+TxLri+oIcU+QwzlM2R0ZvVrfL48vWuKnFFmB67twLxsru3njDY7sNuB/+yNNT55ED3u+sCue0B4aMDYDfRWg4GEuEtFsLyE1lsMH5qVMmUfy0s8Jt3c4AsMAKPvsaFJfotsZ43msBGxUEk8mSg2wjBlrwGeM7q5oQXq/Jq1vjHqT5GUdgOnjEgNB7ywt45ESyaOremQcSvA52XanTqPtjS4rS//XnimDds+29o620/xvS6dy2d9lS4WKBEmCHK/sjnwM9yyewi0j1tAQl4wMUVCDlVySe5PnCS8gmD/ABhXRAuxw+HMZ/hYuODlTcspriFTWzqHhatcez4z4nPAfFLe3VBaUNnykuu5blnl74med0vOjL28zr7mve07aMvP8Jk1t7p2Jt70mR2YHfjGDswr/RuPyszpn+nAg7sceBKRjR+dytr12SfIs6rQMoWhz4CpmFz4zCLx4iRoKFFnJM8tMkF4l1cYcs+muM5FJXoDVBoLHhjqGdwL8wHn7zBdQpH9zX5q8OHsbH80p2G9zpKauuMa4oaPyXnOkDZMehNaS7Rkm0GuVg5nv1p4W1DFdXXehOZE2I7ydm2V9lvWT2v6O9ASlyYmRPYAkr3xPVceAgKu0mXZM8bilqtL1ZEwuGIs+Cpa1oHcQpIyLAyDfGLcsY1LdyyAoSWCoOgyaNRzWewTgbRIOD5T5+trSmki0yMj+2Wq6V+fQDXfdHqfcCf7ZiKvKeE1UaWAF4aW+C+YLGXDL1hihpwd+BMdmNfInziMs4jf1gH/8KCPeTprHaAxlPbz6x/q/GqHaJfv4l4Rzt9gYoe4KWaxDR9KLBovwATkBioYCpd/zld8LJXYn9pJe5Slm5s60pBs+xVUuy7tapyBuElES0IgE3PX10U0QRRRaAh+RhIvFU/ZLsS4us6u9QcMYoKrlUt5yamxbv6EYBiUo9XmU3Mr3/fk8sAGxHr15UU3EJy5G2UtDZ0/iZmnnpl3BjJoeB0Vbe8/cd1GRKYGwGgoB0QWFhgDx2HApzZptQw2HTE0G+OU00Y8VxHrKyx57ArBIOMP1OnGD671jNmq4H4wLUPnvtW45sDS40EPWrareTKzVVC9FxxM7WvNV+V9baYzsdmB39GBeU39juM0s/z1Hah+/x2/6wXhYU/3OR7yixcrtXjefBScmXTwu8UooLfkmTsMmsIXGIKGRXwMpV89Dy6EwyGlyfTqnDQ+2gJCZxAhnSw8eURwbEIJ6rC5SaQmV87VlVCEdns5hZwMW00gncC1Q2SOlx8FidBPseoYSNDinGAqMuDNUbpsml6vdBkO5WFGhsuMcjRS2h+/CVRa/26OFR6ugLcEax3pGEA7FZmz6JIgeXFLM98csu55CskeaiCNCU+snAtCkNx8ZAJ+ZySj7KceqkiZJUK1vbk0K7mez3E5nwEe2Bqqcz4SKeeWqSP+32HbzR0KjMEkxy0HAzqz4uR08hap51xL88/IjrTrdFNeebxPJzUdZwe+sgPzavnKw/JkUtP9V3TAvg/v8iaPBz6MwJd5YleBPDrIFLb/7lz5Bfdpq2JQZ3eWZPxFsls0BO8sBOVOzowK14hAXTNiis8HuyzQqVTs/EnOZ/r0xs2f46fDqsJUaou447WJcvXKzSBPoI4gtEzk1iAqSZbHV4i10Z+SoM54HujGD2sm/Kkii2JOVcd7s9yri1DjTD4l4YOeYw5yzwydT7TxyXq68pLzVqZioev2gmI6sizy8KzILp+kGEQFrkqC8PBYNnt9ONxLHFBpGZd1E0rpPrfQRCYSBwEH96DHvrmrzJHqtxKo+J3zUApnDsQ7iyjXGiqpdJnc7MDswG/vwIH8X3GnP7D8NJ0d+Fc7wK9nQPyZi7xbWCt2ntta6mcfTcRfJk3C1jCs0p2ZxoRkNnZ7QRfgwZkQ8BqvGEIZLi3hn5pifmOZPbXSy5xlo8O1SMjiBHrZ0h8KLBV211YtzhIhDHfNC4W4hJ2zIW6OFI6/idEiNWPSBOXijJ5Fikg3gcK1//yr0+JVKkwgwtavwaLJG5H2SGdbdjEi48IADIYoD16fPrKnJdbeFJt6f2azarXGItsnS5QbjmwDeYt48CNqGEdRTDxyJYIOo5T1OL92w4bqX3JN6+mjc6OSfdFuz/dCDDd9L1Bf/0R5/aBPF94P/ZSGefEEfCrINc4vOrSs8JoEZ5QzHZg+swOjHZjX6minpt3swGUdyN+8Qsn0SI/r6+ch98DgyDod7+fp2m6Ut6X8f1Zg1Dekl2p/iwGNMRLDuhH3x0ZchmwWsdJ5MBXx+M6JJw6hym5VmNZbWYH18pUT9L9loAcYOds7NhHJ7V0Fvn7aZyjCZXGM29M6w7eTAzmJiUyD2dk5YXjQ7Q+Z6T8j1PPJOidnjUxWaMGYMN7PcSfrbP60vZJ7RdzihtzGsbAEK88r2CLXgrkiejtGXQ462TYspBvJ1aqCL5giYsls9L80/BjHDEeruS7J+mgx8iM9BZB7CljUUwG+zbld0P35NP/BCI1eNkT/YGNmybMDmx2Yl8lme6ZyduCFHeC3PeCB18qHvCToC6s8vMmkaz/4KmF6NVHFy2ckcXD3Bx4hxL+upptLIo4lzP+DtJBqP+bbsl5EuMhfskOcDYXf+nnmfIjHJaLXduCpRbaccQEhc50dkQSQVWMdbW18W4uqKJ49ZOwd30YzQ4PWotKTPMXNhpblvybD5g8b58u2e+ICIWgM3EbIgOewa9IwZCTlPg76+EBsOTZ7nlzlzjtmkHtnnfee+5AeuXTsuHpS9c2SSY/wpbIExiX07Jvyzvo+dggl14zzbiELLtY8WnnhDGawRpoR4PH60aqpJWtlUidZ8y2fa2SrQ5PCjuYOh266/ejwOja+66eTVe7P1InmYVQBJzs7MDtwsgPzcjrZuOk2O3BNB/QLUTaA0nPEkkPLxg9ZKDG4ISIIIsMgXz+QEsbwOu0bC2rF2Asif3WnHYgHQV5pfOXrCK3c0gtXq1HtBLEVp7EZb6lfEJhT0E/pzr/ORwnQj5pcP9v6wPqaF2K+ViAxYWNp5BfwusoR8GGdQK9/4UfOXOc02L9LOh0gyNGU8lOM2KuITKw2i7HW5Mz/cmp9KLRWrZvFZYrcBHSgOkcg2Rx22+679TUaWI/JEi9UPSI6q76a40F9iJgM4xNEcNG0uDjIBcMJmuSASdMvC1ELywCKXwNZtUMNrT1ktLPQ1WrW+3TMk4UNufFgPJsgisQYjaJpufNPBaPu32E3lPMVvS3LPRTRcjRchvpu7oJnhO8ucGY3O3BtB37jZX5tB2a02YEPdkC+nO1tweWxxAd/FWErQx6WgOUpmAwB2ohAXTLKdY+GXOBAiEjuLqgQA5K4WUGqBDGT1/Msv8P6LrVChhpZOagDA07Omn+lZ0tjdk4DUhMId/57M8lVJih0lJFUJnP0s+eOmxGifHLyKbT+oge9/JWfy4Am2oIbi+8a3Lqas4pWxDuOKeMV5bQMaZSAxQGwEZhEiYCcNJGArRCqs4lGNXDhpW3HkwXqm2iFCOUHslJwkDN/w9vuLK1nob3MFj27Kb+gA3Kf5t2AsBdv32bTAqfG0lsCup5KLrGrTgefYLwmuuu+QlHUwWQIzy7U7eqJwPFARHQiQMcFhTfvdx3zQoz6Yj4RFdrfxaCWL0sYRyZnVDA756YcjE/UUySZc3eUpOb4P0Ve+Uz2pxozi5kdCPKEO/swOzA78KkO4EGv/Ip+pFf1Ragl8L3jgfwIQB8Yy/iaMNUHChDN20tZrQZWj5DsYcOBgvnLKNn8Aa227blWK69z9lhCbGlYf7CgCIExhMRUR4CoGDcJWIiuYW6tMJqYbnOQRnbYtJL+yGbZo3BCtamjopB/mkepcFGHhTC8ROkDc/WQlcKlEMwVDJDmDlreVInX1pQKwF7wwMS4aq6zuuRalXdzWhY2GKYx79uC7R/0i6WBgjo5gOaoecpeD5qLXweV6y4QNjAhtwJSfyE7PVKw0xHiSdb1ZxcJK4PNpb2y6R3DlXZqqXM06CDvZyYq471YLjWKcfklmnwCKDDaumhEfSQ3Ec9NwqaRKjVDpTkXSxQMtSdhKBczir2O6NSKUpQmr/OpKNc6PVPPZiYslqBG8gcJJbdn1xjr/LbDq7Q59+tXeFnTL0913YXPHpX9Al/d23VH9nOaFrMDswOv7sCrr/xX5z/jzw58dQewv9PMj+9seHXTd4T0/ahPcvxjqzwyyBTEhhshSijfDBqek+rq52PgfVmd8fKsRDWnOrN8+wYUHSKS+rPrimL+3AwhrJTYqNF2ciaE4hW5d5wsDmMbnTGyxwjyliuEUFn/HLV+2Y/x0A8MFBDPILyVYkh7yjwXOCypcjDVWMLzCWvdVeAGy1wh1sRBjA0eF7p4qD1j5FLcSwvn5g0n6gJrb8L4EAVpYmzKcsMRAATAD5XA5mOY4lcBcyLYiXoLWBVD1jMsTNDNHxiKfZQdRdkXHQXD3lsMT5vseVwVIQGxsGCbKhtTG45mYiVTFLQQ9QbUVzEoyqBKnSm9yanBe4tcY2kCgYGLjEYZeIJlbqVeC5yxkfwiAH0TYx/wBmk9kKkcpAfOggf+aADebgq1qeNhKXU5UUViXQ4CNK2VLT2YwCIPXC4h4FrLEqXuolB6e0YNMOCMfe4giSYCiidGs44n4o25jq1hiIK5AAAQAElEQVTKesfi/V6rXGOm2tUsbfFF0r3V+8tsefKGsPZcH/0s2Yq2jvS7JJ+p7ed3NWlmOzvwgQ7kO9AHFp9LXtyBGe5XdkAewvGwLo8NMmkZ3UcfZ6OW18/dtaulsh2TIkeAEe4sGCBODDwx4BU08J843aUvjD0SB3YYfUvmtoStvNrulN7x/gGM3IJ8GIvETeLpO02M/EP5KKSAfQcXT97x8IrHN37xxIQBX58bWHkrIx4HrWHc/rilZsr0zTd2zNjgSs1m0S1kSbIXEfXSGPQga+S4OFbIej0Rpkn92YcFL678J303wTCAIwaIOAomyl6FsBZGGZ01l5LMbenESusUcjXtOq88nhOsKpNw7SxUykN9lwMf5BgXEcgYSKTWRIOWfEAmrcMdm/clQOGxgDMAySFs3Mgh7y9L6kT27KRtkSjsDf9YQBFT9SAGMqkUVQg3PMWEc/eioAgAWTYoNEGOVhYxRwOV3goL1SFXErj7BgHMEKm9zqxDgTyVAAxyfVgaKlmoIX+RKPbpx4W3DAwnVSvdpHSExIzGizBOOUJGn4hGPN5mM5BT28R3uJ0t/yDX1vyb0nYf/81ezKpnB35FB04kOa/zE02bLrMDl3SAT3nc5bBgeGjFiI+5JjyLGemsL/3iQyTJA2A3lFvxKH8gAEzZFn2/izVEBNXTw/ILT+RnB2ixbGLQW8Qmfg2W7mgKeAGV1gCv1krJQUO6lRvlUL9j8MVUj6nmH9wTdyu1nBPtCSZR+sdYDaqzqpJm9xDzBWnVA+lo4OZPwOZPCDf5H7EG3s5WbZ6YUw2JwPqIx2UJIPOADUaQ6oXIqlHKu4GW47TyhWIle6FAlpNpY5FVM0pbuhskjfronIRjxKJm3GggpWcJqQ6IgVnDRvxlApPHcC4w5P0FKDtXFMvVcwEK3BO4EQQq6M1CKEySWCmCtDnSxhXyxgiyeyVEaH5ickTeildQtqfWOM3YuCaGyR0nJb8m71XWKBES1KME6gTtgsDVcRWJBH0mcJarqLLaZEv/TdMnlKzJAGGQtxwGkNeOXE2mrl3hSDTLwbD4pgNaSEX1/MTghCDnwV3msajqtW37ioy3Vzyr/T2Z+gp/9FvSi/45ehY8O3C0A7ejDtN+dmB24LkO4Hk2+Bdg+alLDMlHvUh+HPH5n8+bhxLBHSX58I0FX8yCGAQ6on3QRyr5tT8e8fft9yweq2fmlOOe6xfqtTuWWMmZ9G/g52vTU+5AHDkxOC1B/ztAIQQEuf0Ac4Am+gpAWRj6xsKE5MYiEnIH4OFsH/xxGXiNIyHBvWNwRQNbz7ebOpOvsDc8plxZq0ADyiyTSuV2JO16CBniHLWKRN/UQL8Ajg9NQeeuNw4WeyQbJq28uo7bCmZMyFYll+We8rneww9YDG+QaeSdGUdBznq0k6Ae1MlE4hxspY4l5OQnHoneLKgpjNF8YE9THetK4shT5WArujMLvGeRH7H3Nnabo+/rATWmevNqxfPCkuWvoZgAQaMrZbNh1RWzqvI2EUvB+VrYGOMbbLKncDPgUxHf6dxr01YOUrFMW1ZTNzswO3CkA/OSOtKtaTs7cLAD6WFm5adPEJwJ9jqRzF7+4JNWigSeYCIlqLV+SybGcdrTR7MRdJcXGMxsjtAjXg0bK4u7WabmLzsuvfP5wi8NbBmXWHoS8sNnqR3kmLMC51BskfkaPB2+7uN+SDSUG1tHsNPCnKzKG/pww/lxu93iO9TNTCa+oANHuvlTrdf0pZBQ2fbYWzyqPX1PbksU54398qThtLqfR5v1tRYVFVpwHqpoUTQ6+wSZ36hfusf6AEGziClEFPixfpBeAyy3DdYudjfDdWdKXqfckOELo/1T4DI7s2xjTQG5tNWQbumgvnrIzYpVETaC618+YLBVbZ07zGVUctdPUX/L5Fvg6ZTfgitVj2B42ScuHJGdguVypozSio3SjPb0ekVl+1dRzTyawldl8MG4rz5vPljaXHp24MIOzCvlwmbOULMDxzqAL2Q+7BH4rEc4FuAl1uUjZMntL4hbCl6g9+1KC3hlAdqS3kcg1bZwJkBwaFQ+R8s5tNaTxkUTBmNZeexZ7TJQqy45YFjH/la+1Qe8SuR0aaBNIyVyZUFWfeDLkzRIphDIw2p7pKjbZhdqX79irP/CnLdCDbV5K8CFOm4+8MVQe4wTRTZVgJ9cY2m+CC7tqCMNSZ7MVPPTOSmeIiwzwzn946scP5tYE9KX70muRwD/7EAiGKsocTX/FRRtzNpwFF+KdPUHa+3GXWL7l65FiBbhzOeV5aV8tE6y+DMPEGrhugTmLhhiDqMN84Kk/CLImcSAFBAim1CU3f36UZZsHFGqUvLO4lVkufLRVd6Z6dHcpv3swOzAdR2Y1/p1vZyRZgdOdcAeZ/WvxsblUHg0ysy7qQOLe9NFNoFMcvQ2wwcYAEaQx3D2hPBk8ZKOTE8GarkfrbEV44Bs8wXB4gzUShOCufxKLCeKfyxvViFWPI2EoAkI8rJB5Jqw3MJtWcINLyKggr5/38J3flBDCOGa3I7Ecv26ZnGJYl02jIMQbj88CqJOU9InyauI3BP+d2jSKjxvXtMCLMHgQDj/OGutOpPfA94ailz3HLb0VqPhLdvcKrFabuY0nrs42oR4GPINoN8DplCMS1SJS2bLdSfYqVJYxU5cp/bWdx5MpxshmSJhxPZ6G5/9dnRurtqZvm35Bq38Oqtax5fi6WTG7JuKZFEfh5pPhpOYHZgdmB14cwfm/ejNDZ/LzQ74DtzlKYhbP3yYwGOu/IUZFmT5TErAi8CyCAHFetB7LT0i4WJH7Pu2Pku5ucgEe8Mg9wYfqZhRqovMntM/pWeHUDDPHaBHuGO2MZtlnVhha5sowDRbteBqgwF3fQQWMgAb8DPyj+Cvrsgnx3sIgIdFNoae7T9iDYewc8XwsOPakGdUkvZyKIyS9SbhW4VvEthekCyi6EBC/A4CUn5s7pU35s2KACiDtzr7auz6buWGGKXfc5mVsS7iUOpFkT4f5upajh6uUfuL81yH84l4+vOH6K9lMLv7147orOfVHZjXzKs7POPPDnQ6wIfapJIHVEwY8U+eSaVvpGDlAZeTAWQyrp+WtGg7dvvGsYTCDUYY4fQHveBDP9CqJSMx6eftbjE5ZAmxziAOjNqn5g+EerFpzixT9ZJrza02eQtfPjRfn4OPqGthxlgXFztyW7C/AMBOA31/wvd96vRr/qqM0YKrQh2Mw847F2FlcsL3kGkj+tRdqMoxnmJyKzK6MrFjidMwpP6PlI4vFPOVkPUNUITnJ01B5/NRwu4v9YrYUpBMED9bkDacMwEBG+P5+hpB90VWolgWjEgOTdyo23B4MvpG5KOqY5nkI5Op1Yq1quZXDicESBvjhOO/7vLs9fuv92/WPztwbQdecXu8NsMZbb8D0+KXdYD/ilwfITg/4u/111+PfExdtt4VvqvuxdIhcebWwm4AMPiWcJcXLjLrzthK/8/elyg4jursgmvO+7/s/c8y0+3c75MQm8HGjpNamgxCu5DkJTZV1ePEJnFHFDM7smnrr9TTjnSvFL1BizA0bCSU3Z3zZrytvLct1Cld+9VUMjW8cS+44hZiewMHjR2hwuVMmwvHVzGXE7rsWFRyT5QipDKLIpsLFgyGqV6HpTjcjXDqpM2ga8vll9x+hNzS16ef634kVyQKA51B3DDybCzcUO9pRDCnO3CzMAqzLIWUqbFiLs/phmlHtIwfkU6EtlgOX1CxokAOo7LV52orfYeXhGGeNdiDIb/1fGBzi/p6QSeXP1f/yeDXzfnng180tetFTc/ZgdmBuzrwtlvkXQnPOLMDWQe+LylfzJjkp7Z4rZBfdQHGhkb+4Jc/wnm8mLLggx/w0eQW8JeieCfvzdecHT8rd38EyLmMUv7MbL30PiRERBp4e/PD8TgT/BNtLVPDDudNMx3U2ZSLkEqCc9teiMH1KSXWjvHRFl+WHq0ngWGEwV6tjX6xB5522PCRDSDQy/2dQdTPHlKli6VJT+qc2I1a9ma+SiGxiWqmfmOauD1LNLuP8LSJtGjeMKVyBxbDd0jelLuS9QNLH5mcquMo2Jiet/qmJXK5o6Rm7FuE+UE8ETArCiU2HNvShuG46GKqusBdJ6hG+/x5pxkvaH2r3tY/Z9Sy68relGd3/ZYi5hSJltWUzQ7MDpzowDe/mk5UOk1nB75IBzaPCEGw/yiUPdk16uD+UUO8K+pGjIpIhK2n3XBQJnswji/RxKcg9ELQ5u3rVKRd47tufHfF2U22UlpbpEeZruYz1QEZqgjowPiLqkerP7LzYV8E5zI2gshwE4jg8LHeg/yxg2V/enHhXPyIiQQBD0iUnSHMf8+nZRPOF0HYXOEO0F6IHR3OqKglTXDxzqqc635auXWNscfJbxPCjs0pFfLT4fypVE4ZFxlJyyHhNSe/JXvlSw7+cWxSQUFR+TlEOr/D+iyaIIeORJAPo6zIjHTxPHNf+lOkXGTKY9XXFqaROWsfHW8gcABbh+8zU2pU1UqxYfYFRF+scV+gIzOF2YFnOzCvqmc7OP1nB852IHzrEm1eKfDcIM9qfN45GZeuJ1365lwfgNG3aWk8PXhbIdBA8XLw4sZe8Fd9DJNmPas89IPCYLQrULoyvxAlI4PkAtL6Ljg+6cJOlZU9GfAHuLMnhP1SxCJvHc+DcBi5+bEs3vkFZyzBQfGxH29qX9UB9J7974Zv6HlwCV2fK4oQMD9nroQRH++cBzh+DJPugXe+p+rKV94+sQlUGZwPVAV4huWxesb/Rt8n+nB/FeHciuUpr3MUHhIbe9y7Dp0yg/vryoK3yFuupVbgUZl2TOdRn9Ku9C250vIrcK/J7zVRB/s1zWYHZgee6sDb7/tPZTudZwd+ZAfSNhCfi554Pn2+O1cWZ9JYuXDN7yyBVqQzzLtDX18QVDZ/YAYS8/OjSDCEO04nGNaocizYgqkdL/FlRDx2YchbHvETv5XA9wSNvey+al9K+sVOmvfBIjQiBDNpF3+lIPJ2cuHkYDP4cu7RC2wCLQJ0JgSHiV7cgb1e57qcDinJwQ30LUgD8p/S4G4KzxTeqZ8NjTPtMITa6ByNGyVHHQhmyxxByshpETw5eW5FxRz8bjQ1y+dd866SNbH3NFCa1DG0stvINL3jYJWFuMlUKW5jQ6W3HMBN1bdl+c5A23Yv7p3rp7XCsUmCfWqbePyebaj2Y03tcQdmU497NC1mB0IH5uUSGjHR7MCndAAPebLPIRgTX+aJesnsPc/t+fXideRpmUR1TJmxqmCK4eITTiCObzLbhypKCNzkkLI4GehqxewLLjC0D6SippWqTs5Sk0xOqgzkySh986vxpGf9sEHjAw7o6mLB/Vuh2CASmxNESmF3FumJTHJ8RfFtJtb2bZJtJKp9byg+TaQdxfmCkW54F9LhySVuSugsgnIqFGAwSoMGx41NgG5YUc9kiQk584GqbwAAEABJREFUTf4ceG8JEB8cH5pwsygucWAf7SoCtTh+AUSx1qCzi9JzhCQHF8MgR4eUIdOoxyU7PdcuuXacXpvzlXz1hzyddKOYx+i1ucelXk3ghwm6xA+pR4v5grP29+MLZjZTmh34ah3Qq+WrZTXzmR34QR3Ql8m8ID4yEfh4S7y6B3eB+GRLoKlh0lfgKX8+eO0s2o2tfpx5Y9nWvROzVrEtkMlP3LvrweDCYG6ueEFxBx9W1DFhsKcK7cStxNIOmSrFE2+jizyUsoA65lfnm41oJJ1OnFSlyvoRYMm+yG8BkQaEyIkKgi7qR++6vFrx5pTGezVWuMTjFGHMr2s18IbwGz2TPQgG4WkDwCD3BsjuOYFczmxF8vukmWUI1tS1hU0PHoe2+b1Sazh3tYzu3POaeQ5m865yBtOBmRVrGKIr4+sVVlaBa6wUZNzFA3ql5L00soyeIlNepAhPhRt0ZmVPnkODK7XMuHpLPix7V5uGE5qGswM/pwPz8vo5x3JW8o06IF+MfLsAof/OzX7yx89C1Zd8+Intsd/+uqf2SYpQ+cpXbjPSmBCxqi1IO+8Bpt1gZoT3eudkcs99TpV0yvh0XujUaZ9v73CygLxH2G4V7/qsWnCyL9DwRZvA923yxE4naI8GPQg9u5aO2QVYAu65v0i+8gX7RbGvhm116mqs6352PGQrehvGb0WXJRIrOyuzBnicmxo3E6qg+B0ZFYUYAamsPQ+YJEefyG0WSefsWtk3yh32aRwCjH2bk9rzqXmryn39T6ouUXtZm5XhPdtX6E6dhbclcPb/ljV8DjYMtbM631bAnYHelFqjNXdWobHeVIsuNufZge/bgXmpfN9jNzP/Jh3gPs8mVXwTYuDhHTNGoffgCEB87vc6kSth57nJw5JgrkJDVo6dAKXhOMffnqB1cWfJC0x0MkkUXfkySqsiO48KMKwe2tXgqayFgae7kl7QUi4psuem2wMOpMMuwcwaFX/qrzVCMzjM/jNqGEzxBrNVrjb0zPoF0sJ6e72T8xf9AJZNIJGDOtOaGLd2qnjZ7HHpU6mTYoSKi44YB5unFgwxeqiOTZ5g9syXYHwf33+tcq08l5ymrgRmqacM5niNlTanOZxiRz5iIlNmuZ8qzvDMNpLIO9LPEQfLF8HP2BaOFcP+U8QtOALpp6Ho69VMr/o9nf1ugDt+vrG7wGcpj9p9pB/K2862lvGermW/c90N5zpsWCVwNle6FxcFBV8AztX/8QUyninMDnyXDpy7ur5LVTPPn96Bb10fv5rlZRQ7Qw/85N0eauVxIX4HR8LpvkbGu9GPV9ddc1m1sPCBMxxYRWIuk/LZ7OWlmYKmJxUN0FtQeslDdzDcA5OArqURfVVPqWNw72lDIFcBdGUAXbuyOma9mlz0VueTs66FntAP58zKcwflr+zR5lehoKBdDsFVRCF/J5sbIkmkLpT4oH4WWdhn46i/RstLUjn/pHJLmSRheKKHkY/t8hB5t+BkXNCbBScLSFDuhs/SjkGxQdsC0tyANEQYZ3+CDZdyoA2l4H4uZXsxdifARvzKWiy2nCcynS+mcuOZhtPrMA7t6lpr3oLENEFwuVXuC6TM4jrmrdMdJGwrMWcXP71so8EAgYIGrKKJJIAJI8qaxB25NQNfFq68L7FcwpUo+A6mm1amM/kt7Om21q+U4KvsOPzldEcd187maS+1MwdoNIfeWmPy96wylsu0mh2YHfj6Hfim94yv39iZ4ezAbgf4/IAnH77A2w+V7XmVmLDrH5V47MZQNhLK2rwJVtvVPBzFRyYwJwfcMOB0dHtRPV+yXXjNlrbgUYwZrXiBIUYg5/AGgiHY2YdKAngPcE5n1/rQGeoF2C8gwnpqGoIoMz575M9YQBoOBMZ4gDHLMuSK7qjfiv6Q0n8/ymowDA1PrIyFpOgQWuG89479x+y0Bu/0U66qMpupMzDZBcwQldvvWB0VmQGuFUquA84s9gPxQWFGJHvZAulW1r047z6cw+ykGYtzkXbVh1EqUWTpB1gVlhgLfLQZI0oP4wxbDMuFmGByw7m90YZpE3ykx4GmuAm5nxnQx0BlqyNfb8ipTC1szmWkCabLcGtZUXfsRffslMUGKZeSTNfj+tp1I6gNyHeLpzIBjx8hSW6lJFWZxsMOZr4JKP/+UiFF4zHCLa/QFMxBfrn6am7FercyOMkk3iNcPWBYM9DoyOsb9fkedqNHa9Tue1T9OVnOHn5O3+eqYx2YVnd1YF7pd3VyxpkdGO0AnvP4grTyYR10/pp0+IA7uka0O/dIWFsX/NDDqHlcvLWgH9qXh/wSkMNLO6hYzR7Blb28sLetcp1vmiyZ99K0qIWMoy/4teYFfJESDgbOH/4GGVcCRxRBNoWEgwZDyDAxjJdKfSZx2KbwAPf6DxMYXiUzxrnBLOm6+e0X7mJBkVmDaw02Q4Hh+AtUaGO47Dzq/3AOm0AL+yMxFwchZPmgJ3liAmhBsI3GSi/uL1cGoByiOOi4wksx7wW0MEhmlESuQdDfxDltMvoDoFqwWvzrM/BqwTsSKDYDr58sHdYQaPb0UUpEBRkkisxJOZZj1C6OaYhV4OpYoutPp8yLHYawHuououMkk3bI2QEb3oseycLzHBGgDAoM3q/IeU4Bcpoi7LkSRU+XUbKU44dehFBVQNQcAxLh5iYQRmbOeBnbJHOb0jua5yZR2CKQNAZOt5bynExSkanwa6fSkta+LZsidMGwjEJQMPvawnSYqfMddjxn+IrUDzPAtbSx6der9x46nEv2nDXj3wetChn99Tn1Vubqo3BHjHqtOqbxhmv7Ni/9a6umdHZgduBkB+b1dLJh03x24PkO8M1C343ktWvz7HPu4fQ4n1a8zaLbMC23rVUmMQfDmapHbu5AeCDAW5dsAuGFC1zPM70rbSy265vEe+/4Szt856Jss7zDh2+/QBy0Id7AxrFruXG9JPjIvNgfHD4gCEkAQHHkaSUpNcwPgPpdXrw0wzmXOWblQ3EwMr8Dy6fU6TxQKm9HHli1Oic5eXYDV5s0DTxG1Mtv/3iwAPRjYTOWeuMGatSaelMEgDIfMORv/zCOiMELTSyCxsR4q1jpncFM4COxwAsGDzIN9VOfQNMkAGtRcIhtVPIWij0h1FeUFBsDyW+KIQgCeXHbTDTdCIOAqQUyRxQTNP9cc5IOaweUnDOBkrpaMuhTark6bhLiVuRWTi1ztuNBhUwkAB5XmQIY0E6AOXjnhHajHzoVthtB1DLHFQk/sJmVp+u9dxjOeRc/ebYuV7jsAyOMTJBIdCYxoBg6ZhYJKOSkyfHI0Ub3sYnFNVYUwhwIjCKnKRcTppx8r47S7HM5fP3vJYDKgzpWrLxXNDZ754tjMOalVmccU7bq+/p5ZIWPYGQ4sF8DHbb3jT3FNZauxke8Uq1R+6muMCMAzTE7MDvw7Tqwf31/u3JmwrMD368DX+sr1IcGGg7sKIKb3FSAi2dxEfaClEr2Q4EzHoIxilgIQxFQc3DprQLSuAzo2iDqIpEsmEYAoqRIVPJKVNLeS2kOnPGah0aQkpeisEyqDsogK5AYeDzsEZzTf/PGOwicfpZEqmAzs0ruDwgWLSkh3jxJ9VjTMEgbIlpRHwSS3gMEHnchX/GCLG/2kIgUmytefvPnA30AyAnn4UtHA4cPnDGXg3qTkCb0eJMzTg653Ogc5zFzeaIZLXEooziK8I8GoKHjjG7AhQoDvp2ShhhDbUBYPwSTN0i2JjEse0pg+hZQ8jgIkFbgmgRyhklrrkrpvKIKpURHYwDPS1GANm1GmmgMM3lsqDhsQtAh/Wadk054N/KBlfdiX1t7ChrJYR+SmgiLFBTZLYE8ZdMcGvmtwIfDLYETALLmYE2EphJCczUM0e5gHQQxMsKwCA8mFFGdC4nFFUu1cwcxDtR5Omx+zh+4RnV9cKLiPPF7c1xZJECHlo9zx8nZw4QJPLYOn50Do2aw2SkQa8Dg/SOui+8vrfD2HOwuRnx78J8acOdUuVYyDzThmvd5r9sLOJ/C9Jgd+EYdmFfMNzpYM9Uf2AH5fmw8yIUHuIA+sfATGYipTJLv2ZsLW0EQZ750kZHWyCTiyxPS8vIQbRF8IM5mGdwslr/qb3Gu4dia3P2GNuXhdunPKbufEhvS1VJJoAGbpECJ/ACULFVyTFlYCeQ272lin0+0IpiMtAFlpIlbIJlgCWLqiQn0MaAc2wAQU0IuAYTyIlVjs6BHDpCTBeKgl7xSyo7NijwcQDH1Tvri4idzjTIlcg2jBuCfW6lBmnPTJB2gGJNmhkn3QBfReWvzkYloQzCR0NkSQvJkeZhFwj6RBUV5DqakzOh7MDZH5Pg7J5tA2NThb83YphUPn/feeQ84XPAhbiyToOaB8sodz2ZouOUhHYXCMMg4WA9qER56DoDDlpaILk97+RwElRPiCf+D8KJmjQS0+8HjSVoUOkkKSmKGEebKBBKOF+fJJS6BZst5xbUktxuJAwkGTl7Hsl11nKkSs8GptCeXtoHIDYZxuAkmUzQfI/EH1IjtqVwO1rusHkl0E/xs5mfsaUvYLCqCria/mYslCyMIM6fZgdmBRgfmFdJoyhTNDrynA+HrTBAf6AB4eN9b2+8pv4pO7ioXM2Uv0pOhPAqiK7dXJineHvWNAdknOVfQHQx9aBbiZBJ5J3L6ZJg3mS/FU3lv0VBHQMmKTQtAlBSg0vm6OI9VFoAb/yxmGgkTZLil00R0pmmiyDVhtTiwTe82halZFMLAbCvj6yZixavt+Dwq49M3BK+QafSV3pQmdSd6vDr5zR4JkfwZgLkQRCVTyYkom6glmCj1Q6U6U8t1kLmgBzZGHhA+cHY4Adf6PFToFcXZeMNU+H4Uqp2pFyNc+CwBEzE3YgBfqnkfoAjZQqLJeFDd0VTCD4OnA1HXt6lAchiiMixMNmX390xakmKD3kP6kF0BZIIB9sRoFif+RWoFI+qbp7QAj42BLEIVAQzlQO1RlHK6Ee2YX1CaesAaCWWSSQ85+5YDRHuj8MWN4wPG6Z4CxobFNH4AW2y6ts2hwXBYt62/T8q68nUWuX8scQGlLOMofpJgPMJeGOjluu7ZQB9VgQ4oiicxOzA7cFsH9F5wW7gZaHZgduCoA/E7EF9uDzxl22OOvM8fORd68yyEtzN+MKLHg4YX2yU85ignot0JjRC9Ys6sjL3hCw1aJIgmz4K3X9+/5c4XgjSfIo8yZZVHNg19043dathGUec4UBxKiKa7xCnjMhJdCaV0mBNXmQZd4iaJk9dHTmydXHsgMNqB/MAi8V9QDiF2XGw9ri8QXBRpFvms8tZsiwSsTjA0gpgAUTGCfZSVvL5iR+X9RCul7ir7xtLL2nffpbYGb/UbhigbtVTvyUfXVwhgZoZF7J33QoSpYCCreYieGPzFyQcbhcTP/Lma5NhMpShGM2uIVJFm9pFAiWHS4WpUsjPHQ0qCQDusGb8PyE2r5BIAABAASURBVN8CWnCZ3y2BLwTRQjkT5DuPUZgiDg4R2WOoLEeKG7E5XviEhVSo9jiuSlRzZpJrTqfaiZPHJM24+jVOihIXnmGAk0gVjblv4kvrvmFpd5brxlWFzlXQptAaZrjyiWym5/1mI8/0osv5nBYlppYMYhtRvfONFeuJhHlPPDswO9DowLxSGk2Zoi/bgR+aGB5tw4NQQEWd1SNEobuPyVbOF8zp+xaTSPKdLhNZEBikBPgr4niJ0ZfmLDdRPjeNvOOPrPB5N082ijCSJWwGj+Hn1YMcnxgnOoFVcK1hlhEdrUFZB4SUSU/BaCueadK3hsTnVPAhigACAzH1QZZ0eilWLg+xS5u5YTEmQxCmmrSeSpixPb/M5DTJOvtxkyZRY0vQPocxr2j1AQrtwACBURzHKIWiHLwllZLznJ1tLU9WpPLKqp+Smr96ztPJ6aF1n0keHcF3gVy1bP7AV4GlZ3ibIjTPpGQBB2JsTFq/sYcSLaT9GdQad4Bc2Ijw0aRPBJu4aCT6Lndr8loQO2dzGqo0qmMa7UQeuWQ/Sp1x/dBe6exCz7mQSUhfgxTBXwtwyiutJm4VK7Lm1GhW4dvQN+NQeMaW9nswGqtIdi/g1M0OzA6EDnyzqyZkPdHswDfvwIpXQCkBDzl8rhX67unK84b5AGM0MkLCDamIcoe9O8vudzqU2U+UuNod/fHOS4o6BTrPEcuq7sSc+59we8Z0k+ZGkEcPdeairA8+owuTL8cMNHrPJPbICDmrcAUSl8Uu7InsEPpSAesoQJglMg0C+ty8tqBvCeRqq7t4JnMUa8TmKMYV/d66e7q0ZdZedd83e7tT91e2X1fYzL4+vTYWDmcijJgbwY1+UPv2tB517tohk6BLVBBs0Kl0N95bASqKwt3S8tRyOnrnRGVwOullcxrl0Y3OczdZiVsWu1WW7jnHkgi57KV0K/fRBZMvqb2KTx8aSaH24iqi2Ey1ZeITtXEqBLQjFMLPZZgOgVkYJk2IfL8nNGvDFZ92pKO7+LG+HTeW11ZP6bftwEz87g7Ma+Xujs54swMnOqAbQfalmj8GvfVJLmScr09RyCEgSvYBhvmbTefuYtX2YlG/YhPooX/PADPmJT8DBv3EQHpPeBeuN4Yq4g4xbJAYrvJzYnZHWE4FQ8E+xENU/AbEvs+7tDG3asGPih9j0TSMaBv6pCIy549oL7+4RoO44tMIMyjS6pJxzSdNokZsknWbshiGG1YbVaszNCJU/g1RZRHY2nBxeprbWoaDuaCWTBTh3wAyWvHQzNMrGMrt8dSppsbIPETooxW7jqushXslSn/csXMel/PYkFJGO+SV2cylXG1plChyI8B6oh3qMVpKNOYMLlMb2sAZD3++vt3YVu+FYjeZbAS7K79RySLPF3h3OcziXNHnPW4+2Trp7nRmR9UJlokv1Jt5C3lDCCeBqmkT96lCq+CTnR342R2YV8vPPr6zuk/twObbKWUDFYby55+B1K+a6zDV825lvc+ar+F963plWi/6wrCQVoj14kWlliiPmUbY/AElPwBiZLzOyEaHyL7slBX6ihz5pwPsze2xcYTlrfT2wG8L2Ox8U6gp8fSKL5d5T9kH+GGoYT3ntqZryUxXYYkrExWRIBPeD0qZKA6mE8tvIj3j67Ir8lqclleq37SKdXZy3wh0QJuinhGk5TdRHtyMDtLn91VwzTFWQCQ3UOh2EssdQ08U8c6ZK6/SeSLe8RIZi+TVzP7NNeWGZlZr12eqAt8Czzce6/uwCeiqD1etRG9gP25cI3RcIi5X7iif0wLJtz3lFTnXthmVvqA4vdBGE7jVjo8DFnCosk/M1fK8Bw9Ve89SM8rswA/vwLyafvgBnuV9xQ5k38aRxAOupJoeeYVtTHc+FjXCJ9GJhfJnc+98iiHU/m1GWoAJQ17x6ML/jbF2BP3AoOwpkJQwYWicSCjbmY+WZmWEjvtLxOyTNCoSR1nupzHWif0Yn6Hd77s0Z5MWf7NMNxKgyk0QDANnLmenr09KVoZgMehKABnDCc2Jv2ZC3wh4HTNaI9MKACEGCIxIgH7BiMn2YquBzj2bIIcRN9HiOQheaJ2CURvZi31bq1KGEyoQRIQki5ysSI5gB0JoTgRxem6SWosQz11vRagO44OcZ4XRQfR5aDgRZI1xS6I8hth8W51L4e5q/5Ucr/ikzPsU64Q2IFDXhqY3fKDSIrxnJe6llNQo08gyqAhjxPLVNv2U+5o8p7yMnM5tbqPHUjpYjhdaHiinD1yvqJ9oyhOuVzKdPrMDP6ID87r5EYdxFvE9O8AvWL62KE4/VL/wABdCfGYf4s0E6Suts+TEZweCMNUEOQaE+QyWNRFA3jGQFl6/Od8R7XNjrDhZtFvIo+hRwUD5M+pFIQcjO9fEsuTZK/ZMVJwg0A1GEORz6P7WwooNh4Y9fTfitL5SnAk0BuYg4IzkoPT9sEn6OJXC5YF+ZFkXukweyUODaLkh1o1kTJAtWb/jov2IoTOIzeDGz6p/U+W4wf3gtLF6UnDy8txmmxUoqYAPOQt711TnWfN762yT3rNOOpSSmFdRV5N7RT5672bZK+7vTuDsOtmBkdJkOhvktfYskCsYJt2CrBSq80pymromDBk1PW8X7qeyr709mT8h4MefUOSscXbguQ7MO89z/ZveswPXO4AHoLV8hdJnvurB5/oC5z27S3cV2Rrex9+g6L1JouTMgeRWwibwUXjFAzC1D2AOWt8C3nX+DOCW6N8nCDc6vKYrXwQyKf9Z80d94izIhFC8vVMAuYweTWUojmQ8gXBm4UVezimRVxN7Uon2WZ6hPYulqIaZ5tDz2srptZWaZC8Ds7mGq8iB5XV5Ld6RV1ggmAnHicD7pOCg7CAxkaljEMX7PVUzC2RYpe+Zce5iyFrEI+mKcTbhPM+4SySXpqNh0g53edf5lHZXkg6BY8sfPPL8SgiKO1GZ7ZnIT1S2vwzrJsAqIFCjI6unSrBis4C1puYzUyPzvz8y2UlstSnGPfnQP6uNtgNp0uyPBm3uuRZ8475+49TPHaNpPTtwUwfmNXNTI2eY2YHLHcBPbPVZnQ9Cj53H63KFR8m+iKsevOpVribRejgRGSbG5I/fifni/nBOlhVeqAtTquMlN72XBO2ViR71VE/J31rEcaZVOpEVQqYsxiqbLdxyqTVixJYRwAjCNcdTC2w20jmSCZ2+gQaJOAf6AGke+RwcVBSYi4gxCOJ+lFSuz2lxzuozneGgJ2qIKL4f+gtRY8B1SRNHoIAQBSeJXd+Hu+M3gHiGESyznDbZFtOKsNWUktXZbbN5epfGJzkv15cL304j2QRTd89n9+A0ltjPcF/bCPc20QMrna0VLo0Rbw8NXVd0yakb7SaFL84995LPWM/7Vn2NpvslG6updedXXiU8z7sLT8XswOzAGzrwHe9Kb2jLXOKLdeBHpVP8AA3PDflXYU6fK/q657l1DqzjHQWEjl0HlL/R31dJilQ+yiAxWzUjTTSGLzuOhX+D1edXcJzBsUXdqNYZZTZ8QabezgvSqpPzA4thqKD4jSMV3TZjWb6oA+neEond4JXBUvG7vqY84YMm9MrfRrFe2jpXcR45p1vxwppHZi3XIPsIeIsYlIB9MRykFfDgv0Gjoq35WYmcaHTyA/sjOBA0HQSkmlmGHmWSU2TT3e+HuKtHcZV7A6ZugvIArKMziMNhloYPHd5m0DxUsnp2vL5M2jym/YzddldeKpEp1hAJEV+bmMc1z+l1bweGjuaQEfLq39ihnGN2YHYg78DoZZX7fAI9l5wd+EEdwA4QXkWlIPxcWfDug8/Aq0IIciuSx0eZGDYSZCK0H+XU9pmbC/vz4OsxFyDEFZ8gNK0nAhy49t6aD9xG1fGRNRLWGMMp0nip45Yp+tekYlvOpBedwtmKF8Ml/LzZwtCEYHzCJuXZmqQtipYJSMGKb+wEkI7nuoAw+5O4ywQ7wyDjCLVEviZyH9KE2uY6LyX1Qvbk9XLRTok0g8Jw3RdFUdbRNjxuwUlGF0nayREgyY0fYpXQlNeYAfl3gV6fekSVPlwZG1aHNmcNuDSSOLzFwcZCZ6SJruH10T3avYC3rd1Y4J7YPOmq4Lkonmq5sLKvWR4jygyT/mKg19Q2qfGUzfKeoxAzKW4IUXozYTkTEw7CH5ocGmCBE+cPrF313Seip6az6+8tNlLvnv/Ufc8OzKxf1YF5Rb2qszPu7MBBB+yr8aF//+VOP+UexH9G7ZubTnwq7UelD28oBC9mpIRwp54r+JTI5gD46L+/aoi/gzx1MoEwDPLqQFou1cMafWLdmz87zfEDqSQb1jHg8FaTsznJkelmGLUguGUDVNjG1SJRqJsMYxCayo0wWcr6YHWjgdzGuCOAU9T06GiwQ+S+O2ZnVSEsEeGse7Kn9+r4XibdIUtlwAFR0oEjC9Mbdtj8Ac17T4yIlUWkF5ndpqP6KoGLDgPeOoMohqyGcxDD8TYs2I1+xFuNM1IF1+ci03MJXVwUjYenziCu1IKkm26QI+Jz49Ye4Dx7LpvkfTKv2rzmU+ABKh6sAVu92kYM1eZEYvUGvgYo51Oplq7KnQqQTriR3HSBo/lEQxqhTqXf8H+rqFpsrPIxqyr0ZGcH/qgOzKvkjzrcs9jP6wBfZbLV+Q2Ml40VP60lcBOID6uEzEr2hB5hppx6Aum7YBsvPbCkNSqrjQn0IsPEuwpQ8k0UVYlzzY0TtoY2UjfCkn4OfHD3eJ+qMwiq74Zw7mjKDzxKK3V+tl4YPh/h3R4fYcGl8WdQQ1XgfLLzK4QC8oD3DNvw4T/W8htH7jeOIzF5kDclsa3wpsCHYeqVa/4ogNkbFnu5dUKCIfxNE8MphBdwMojN4/H7N2RyQFT4wH3ayX0YBnFcPW/ghxHDnCL2zvLVSZohHk71QN2Bria8l+9+XtJ5TFqHzuqR0yo5M1slpzM77dDKCgW1xBvZqN3GEQImGqokCcl3Hu/Ifbzbe5bPnZevrXMv79bKrzpxzubB3MK5THIXXpXz7qJTOTvwbTswr5hve+hm4t+nA/IGk6W74tXPKeD78MFfcZcfL1cPEJRRZJBFuIOsw5Zfs15edx7IASMu52lEiJKKgM7Ltg4Ix0/rFpPLQGPQMoeVizJBCg2TDsDohMBWKHfI6WDWWC9ohpC5L9xOWuBCAHrlwGkSw684MsJjwsCJ9IBEQfhoeUA0G/iGYg7SGlZLqlqxkEeOMMVQq8Zp4eS8VfXds278MOrqZNMHiYiMdwFsNGC/AcqVHPCrBhYtQqMJtajQ7zOla8nhpGw461EyS8MNQxUdGqjZ9TlbAMeAceROLRMqgJpiHifqeEsifg585V7zlZos/+5KW0duC8gzF5LlfdvhrpDL2/TA+pXjXiqV6WWWNajzqmh0PlPOOwoZzTvYSd18Hgj8OcTiCee8fqK1/aCge0uXRl+sPPpGYhOoqXnL+dZceZPFduKdAAAQAElEQVTfuOC+pO/ObLyGaTk7MDvQ6sB9V3cr+pTNDvzhHeALBFsQ3ilIppc8fiPyYQ9vFnxgx+uY6LGvoFhmSh/pUZ6syHWCqxLPzAwS4/pyeYsb9SbIcNQFX+/0uSu7u2Sk4/uMGmgM6mqZalg3gxNUUs4q50xLfeEhV1pZQVyHGs8pT0D4sUljLPBGFGE8aIePMMCtwQNt8pw22RbbeZM09AtAhDNiBTicP2LDYyjEyYlpE6yck+40l3TCWc1QlOXAbjl0iViOM2jyLvjktiWtkXOZXEcQp/5gRQyNJ0QWNZ0LyZ4yBMiDZrRGyAQH5LH96mzttPGDyiHkxoICF1nlz52gAZPlF8lIZPXBtBjJRuMUypNMHuuka2be68949HHLbNmLJNaSnTgcM+kysFxfD8f7s+P1thuZ59augd2K9o2g9RvLXidhHAZOqUC9AHkXMgLh9j65nlc8bY9zp9UGcDhUFgje445b7OT2Io5e5jTVfNKMUlqJzqM+p+we6+FZ1otnWRnu2X0peTi03Zy+VTFO7hrdWt6qCI0N6K1Lz8VmB2YHvkUHvtnt9Vv0dCY5O7DtAN5cMVTOL2V5WsfDHh/48GArLxjAatCa+eRLaOnukvUekHfWhYrlSAbizgkgb/rh9mIoYLEtJioIQRh6I3ExYYmg6KHSouRaPt7JbzK1VLUM69ci4b3DewZecCRtTBgi70wMk2DdPCgeuFdRV7yQOsCKOPZySpNUeaKYJ3U5+Jx5imZNDMD8CaQdOsNB2mSGqfugIoD5BzZsghjnnGuSwQuIsRYulhZQD55D0CvDbpAhVkmczc+w81BJRESlkADRhcGjwzQcjhI3f3SzB1JsMqy/f7mV+B/w0DO77RKUEpImcpGgDjEKnjKDoJAyZDIF0wL90NWx0bF2Xj3lUoaljkYPVSFzsQKWxtB12AiCWI1NvF+qi0RBnslvkeOU+D1KY5jFYkTAiI3BtX5zglTsIROMVfW2/MD1BuXu4Lnj3NG9Ra2cc5Fw7U+das03vZC4Hcf9Q9X03hUWhe0ks7CwoA9oN+6RkiUd2UQ91yZEQUmIihPBkjNcmtbcmFXt1eJPFdQK0JVZjqyua1QpzMdwpX4Nu9OCPA/SS3kDauRDq4b4FaKdvF+x3NeKeV+fX9XG+zL8Wp2f2cwOvKID83p5RVdnzNmBVgfwgoERNQ9s/qx4weCfO/Elg8/rZx7cLBD9jD6H4cmFC6cyA6phlVlAX7wIJC00ji819rx29uair91OPmiN4xsXJuFHppTJ1lpy24oHJYzMRxbizEUKRNbAGNgwyHQ9MjsBGFHMCmcyIm1PcMKAjrPlQwzA2PTrsHDkj2hXhrwgMw2cw1t/1IEhTQl48yAvvskza00SggruoHS07KQKGqqJzLy24q/fQCLLcSKA7w1pmZ3EPaMRuayzyp98cfMHhG76rL/cLzRv/YUMibERJHnSnnAYm0YA+LrYe/BHflV/aC5emDDIAhKlscnzxDKAycHgMvFYI0dUKVm2jlsdir5JxrUtC9IEauUIkdiAnAcbaSko1kDI38wOx0DyRL66In0ggZ7HTsQU8QYnIIxMvEeSKG6LFNQgactUazq8r1bqmEXxw2EfT26bDyT1sI2goOcRJGnYZQlHGQ0ESollEl2KJsKhNJfLHtLrA31PxwEUCquW2MSuUxKDyinaREKsBqeWU0s2GG7ArEp/wONGk48bY3VDyYHuapOi7POoV/LfowajpZvAXrB9XVnGvu1d2sHyri330uDXUppeswOzA0Md+Izb0VBi02h2wDn385pQvwXh+/NhDxZ42sN4X81Di2VG8emfKXpOAczGZIZVXd5kSk4s8KC5AITGhJZg1tcXiYyXGQiqIZpK5qpXHlVLNjI55+Wn0+7yR3NzeMFhHYvTfQLSvZDUEXp6kyOWkRHbakEAFsPxfZWnDIEvetxAJO1YfWiLDy57aHEjVnsRqENGOsg0gZUR0DTt18eS2cGZBQlk4gZploUKoRYeBMDSqIc+yR4v9APrRPslUjcQurZuJiArHLAgcUwJEqyhM4ihcc5aQ6JNSmDm+k7y4EmDaEKLAtPxSO2h/449Qpu2vv2Z3PHkSIxS9ENO7I+ASqNpWj8oKCAIGwnhbJL6PwKH+JIPJh4X6QXWwwAJpZgR414k96CH896LtJwekfW+pTc1dBiOkImM7OFtJVsJ+4M9EpxLyIUEEFMGcrwt9GLvy8UbJpYwsQHEt4xGLVlcORYZvyF3+63WrIJHkY1Q7Fpnmxp/ldkSNTySV95K0oQRv54NrouWqpkSNlBbts0U6gA13wokshAtIBF9uYlnWyOpJ587GhGnaHZgdmB24KkOfOlbqXNP1TadZwe+bAfkhUOy6zwwiO6LTXyjOEzJi4W8aJ25uxQPm/JqKnHs5UWjqujyfDaIPJjK1FyyLE85e7dsOpiwqNWEezjPgecLeQJp88NLqpEXsGQvB23QmcvzrTOaMwIhCkCQJyi5yGuXzZBxMA5g8/4Q3GhCgAkRgBQBpAw11FkE20nM0StiwBpOqq0PlPTOFTnN/Id7pLF4qHmtryAE441WMRYCzRaunDYNgB6Dy+cAUTl0GchoBYShlM5g49hKosoxBQklE+SGQfaGmRATtnaojDVSIfW1rajugXrovLHpFCQbghvjXJA52nGBmqnqSmGGgLc8AtTymzXEac+hvqHUPK0BQRwQBGeGejFjQt+TOaPfOJDcEH7IJhDOeYzcR2oJMo2cazs0DQFSNzA3sPZzsTg07ln25PBlKawjYDbe8g6pO+YiAHPHZYhrMONa7isF/ZlOAKLa5XP4Ks/TSeSV5PTpQF0HXCKik0OFY5YxQhaTGIVzVBSt+ngwRCmTxRfm5DRUseRUBk6iRIkFAxKEGZ1GHKp1RkNPu04HRnrecZ3iL9SBmcqrOzCvlFd3eMafHdh0QL/w+XAjj0D2dCsvpiLZeOwLnnv538bOH8JyWi27N43CtGulQZoz+oIhz5GCOTnpStN8VCh5yTTqccLuQp0fJ8I3TLUrpiDXOWf4hmRmgrc9uJC9RDo/3bgSSy4SGI+dXyl1mJxfuNlTrHGSQTD50yJg9TSCL0AOp3jCYMSEFuIjnNMMNqXRKhh0Ue6ktM5bB43GXJRSi5xWyfDMhQiZg0Xn/c7ElYmJE0YKGI7/KJTgpNG+ZHwiy6i6Hr0JZmU2ijU3zDDmxpwTbLbEqnvI36Q6Z5cUMcEVn851WNiUjGZRyoTzMuuU//ZA1wGmLBPAXFfcNR/xewW6zsiX6ZgEMS09eu+dd+2PVa8pYsaIlh+RGiNQhxkqadFNegKHPmgc+m0ryFNFkTQqYOtRqG9gUna8Ozgcv/NBb8zS0sEGqVyDxN2EzJgGpAmkGxBV+fE0ujgK0RmXZKTvJGRPOg+I3NZwMwYZNIlydmIwTUKwaCFTG3bckN0YQpuHj3rIMXQ9GhCisiLEsJKNs7n3Eq/sZTzAKy1jbDs/IEArMECEEVONRFBMNDswO3DUgXnVHHVo6mcHXtYBfJXhuw1DVhAsk7BfYuJLjj+bSXBY7IHpyB8Pl+iEPHoZdsLRkQ3ha7tiSq5DSCyg63HOebKmcx4N66eCpILZxRg93v2pJ0TN1yXYh5h3K01V0qzQFoUXml1Go+2ahLMcK2LIaVu8sVCY/Euukhd+SWeUvZzw2sAlY+KI+Zsv+gtKvVWCaVEUbDGCZhwVMcbdzlkyMQAGaz7nS2s4YpBqQewhbdB79pek2ULkCE5exnkCEUx7HtsVRuzjy1YvjlfFiT4zO9n04cumbHogBIVAreElB99SFTJa8HtA9qEkH0pyk4ec9rmEocW0EI4zehxwRFgLD4LUwekhR6MZqU5LLOmTWZMlmKjwGcx40MyWGMWsGRXr6Rad8mSjsE94S2742xexzAckkwDiyEiwJQdBHLaR0reg6b6WFoQsE0e+ACoJhfCIGXAIqQUUA9a8KgbiqaFb5IIJzA7i6Z3UiI+R+HuoupbtElvJPSvfFEUK4ESoYm5Sb9hULpOdHZgdcOHZdXZidmB24G0dKL/w8WWFZzx7Xn9bEp2FfEfeEyP1TAVvfBmfefTMnDPy4fjcz9gCnDLteRJ5ZU4L304EMuFZcjnrcK/9ygYxJE4fIoGn+yRRvuTEdgtwamVYPWz3zMQVPVvl5VC4chJHnC+CZSr1hxyCwyZuLoDmoHQtL3yKBVa+PkNHGyFFapPmILogUlrnIMLLhlE1zu1qWnmd6UcqP4l0bWq+BzD/KtNLJfCIMBYB9yIgHB4nmytV+GfYU6ktA9bIs8gnP5SFImNwqh/eCmkTXIRkKoQgUzSymFpu5k0ssSimtXe9FlY7zE56unz/W0vaqkbZAtKJjL+JxGIYzwWr7oXu7GM+T3bJYOXtCNDIKIoiETwc7IVsTqV102Qr3PR+a3JV0synFhovfTHm7Io+OIRigEYu6eB0EY3ninScnSaWl8h2VtazY8fgblUsJxJhBWSKEZiJZgdmBwY7MC+bwUZNs9mBuzvA5wl+lT3s4TY+pPq7l3o+3kBKNCHki9nDhLOni1xZ0OgEhjw+CoaSu2IE6w9EzwyfOTOvn3Dzs1ZlpZ0g0ZHNy8IJ908z7Ry5IA5IshOaE0oVQTXxGhSRNdKwCI8mBt7axM0fxMLACxFmDLGssQjlrHf8v4QJK0klQ6Mc5LKJBIygYt9/CI9eEjJOknJHF42+AvFMDqyPsBfjQB/UbLUeHdylcX+W29Fe2JYOfiaOp2EkTLPFAyaVkybN5bhZRVwZnGctCcGc5AQ6iDNicxACJ7j2nnZ1JTVPG4Iv97I8ZQ0I8oAaBneJ9HgcRhs0O4zzhEH/iPWSq+U1fyEZJkGga4aNpPi1kNXQJqvlbdPwhgzDyZ5Hyulq4ZNs73o5GSbkSK+sPWTfBrKuTG9bci40O/BjO3DfPebHtmgWNjvwwg50vsxe/3D6bE29h4oTmXdqpxivW3gFsFevJ3K1NENaS/mK8ERguC6AzxhsENZdw79LAvLnjW5F26Z/iG040Fu1aDmFtpGsIPj2DSp719jOrBfOgsUdoRAmPkhnNlCRixs6YDAg5YAUPpixR7S6f0j//oXrwywShgpy+pwB82/51HW1bL6ijHkTDnLbKV0229BNbvrIhgoI4oOIN6q9xNJZyMNJczazcF4ba/hMQPMZvm8O9DzGHCOsip1DNRaotuLftdWyT+Vvr/BTq7lv8Usn7ODyvKt2TFuHoyHTM17nTiSnXxjBRpBMXfPPUizhOucPyJo51PXXfNPpeeGblnk+0RlhduAbdWD5RrnOVGcHvn0HPvRtNasDj7d4sVABaCXOzUduMf542EvPxtndZOFvlmT8+MqwXFfH33ZwkjeLI0B+cbAWScUjAAHo+SERPylM/jiErTL7c7CT2cRWsBTCSf+XmuclXlxo0afutneM3z+3mi2JfnnYpiW2DmCMMg+z2AAAEABJREFUoZZGGFZp9OTODTw4uF9kVsT6irLK5s/KjZ/flADgwxd+ArdKwSJovx4od8ZVv52QT6lY+VMBnB5+dpjQiIU+St8aKhOxpyuuL7kVyW8iPuS2RJ5gdsPYw5I3JCAXXrZc4yMZ05Y6X57JoqO8gtgxO5SGK7srbG/NK7GGfHgRmCEL44EwfgRb7zJbq8FwpnoB+cwq1w5co2TU9UwecL9jbFLgAT0OXNSzbIIcB3iThVaj85uW/KbLPNejnjfPDEJqSsmpvCVTzZxnB/7UDsyr4k898l+77j8gO36d4SUOlerjns7ydgHZ9xzhkS3eVSIxXg7bkluzLYRcdokOuV3y7Tm9ImZvravykOOFQ3F1xdv86nNhEzgU9bFROH35T3K8w4OxE8kwRCeGXq0nHMT0sAix0ny1Hi2HfgC++AL9/gerY8NiBb+uv9z6Czxp7hghAkjMVV3wg7A/9vSaSt/3O2nqWtBH/p+N8hL6rVhxS6aWGz/a3/f+FlCdPLJuiCDNhuaZCe4hPcIAdHkQYOuhuiDFSztGYM4hdpybcy78luP9FVn+hs/l9yWt48bil8wuJPWQn+3wfqX35CBuIh4bgimLs8uEE/8hHWgffUjlJrM4/k8QnPtw+l36hzRlljk78EQHcPU84f0y1xl4duBnd4APQFIhn3SzHyXzQdeL4tpE/0uecKzXvfo86Xd+sh1zY93y8iqEPOuv4MkJIB+MaC4/fE/cScp37fuarstGIc8fhfRVt1V2xhbKaZMVHRPhbn2V8lVZSyLV1Mq+MjlmewkXB6Q2Oli5NrcsohsJGhFM2cA0q8Txmq/kxkpEmYIzEK+J33CUjR/b9AH+ZbKAXXWBQGxhdzAWwDXXNzjS9z0/VyNNLFIoTolMwwpdpwfsud2alX4447MQIPVC8l4xBMUopRmXkYUDkwqxUiU9Y/WkS1kGcq3OCbW8OO8vn4KO2iWPXUrq2rW4okSSqbFXAtzqk/+y07OBPb57PYJcK2/c6zXHBYl/2nhnReN9/rR2fJOFYyflBr+ETaA8+Q8w0Qr0HF+/AzPDd3VgXhnv6vRcZ3ag6oC9pPHRQ17dZaqMTrFPBuCTI9YLCNSFkTmP31z4mpuvxY6Qx0sM37gIZJ+GkFw3MVt3fCELJc8f425PWZ7OMpS9XdTLD8usBvclPqerC1nXRWZVWciAA+q994d4T6Js+TLSVqESnXNbuSqQ7PobFG4W3ITQ3/z5hZ+iqwwEXGgEZAOskpFQ9mg+aX4U7rP0o2X07Er5Ay1+yMYPb0OPxyp0XVvYr4FY78EPGoNzjU2Y+kwVs6Npe3o0PFbJlfnH5RtWLxcVueZMTp/JQipSB22v0p059TdRHdMgVjuuEgQNFHIPqGHwnCgujgIDjVPtekzm+eovpZDneJK5Q06PRzhrydf/sz7j9uM18HCMx73TEufTUbg8uZw+8nuVfjguksU5/oGnmIU+oAWBJ3YRKzfn2YHZgbIDct2UosnNDswOvLYD9uBATMBqA9/TsHrz8KfW481kOfzSDfV2I0OPkb843d2amCMT7uaxr4iukdi3v1uL/YAbQ7IIgxvDviEUs+YyxDyuxOS7IOcWtTyrCK78xQmqAkTTwJ9FZS7ILhfkNAIL++HC1SMcpM79luzwYg8cZ0mMEwH5A1EHCj5gFq0LzBzoQOomGOkjO4U+gaZkD3idPfAm/sCOCkFt8/56lzZ/VFvPyfrhfK00gWHRP2SWqZCLZHzKwmydzgb2yN3HMGVPozgS1BOi4AmCR0r30VgQ4YlgwfV6bqkHIdTtSOp9KipzJGiQ3Vp3ler/7rm3nqaqc8/mbfLiIBVMN4Uvknk3v++miP38ILXwj79QAmmg8E1KasLswOxAuwN2tbS1Uzo7MDvw0g7gvQJvI/ZQa3i7ZHqcU13Ni7TvLurjCVEx8KR/bNqyCG9CvKl4fgGTcPwocfiYFAz4Mot3LvSFvk8XxSDOavJGuDs/Wt+dEXdjhT45vhVJe2Tadekr35x7P5H7NSzNIESX1qFdgoPsNKpilv75g2jHMPyk0vEaMWeYLsaDFjGTBMhv/mAnQrFoHNgAMFBRMcclCukAY2sH05hT4L8TKkspuZE62G8XNom4+UNIfjiJeP0JOPmtILmXw8AwpODaw4f7kG+rM6nHWWFW+zXEM4GpOX4iQeYpsAwkSMHEVUXVm/YzL7wCk8Wty6j54HGMkDjGsd3nWWRVI4kLhZ5vNNb5vFHWW+WBWjAqIdm2lJoSRu3gtZsI9Pk4Y5v7DdEvDR4zeM8qcbmnicMjKQaY5Ivv4+n1ZoDZgT+hA7hi/oQyZ42zA1+nA3x5y7O58JiXu7+IHn1SbmTPL+HC/eTjhoRc8Wqlf3ohb1fgrhYa9qX0lavI62rElt/rb6Wpi9KgkEROBxHRaJ3BTrKXic7fH0ZKSf3ce1Xf6YUsIhNe0jM7nP/yCEoVQX5CGfTkA6kIAti7PAJuEPx3fwj651+wjMkqAS8ID8aQUR6jcy7lJi+nb1gA/WtFWaTPmYatNMjEJNew8SO0/Gu17A3vR8SUPpzdV8i1wDaC4FWofeAMB7aBgsVnHcewvCRGGnlggMVMHtQrR34YeZjOrfWGBM8ltGOdVSekTMH+EfAPQXlpUtJIfUt+dxSvbzPlpyEum2+T97dJlE01+DZJz0RnB75EB3jlfIlEZhKzA39aB/QBlw9ABlkH8geHTPxZpHf+yaXx5IfRD1IqV750sS3Y+CF6xPUf/RA7Gk9/v2PQUg3dHYeMWtFVVpYN2UYAWWugD2YKcmtxtththE+RfMai1keca2eWlyPPKYDsL5BmkICJBMIkiHoAaaBiMBX7R2G5CbHiJiE425AQBzhzPYLwm4mRIIQd5oPRPIEOfM6qhxLpBg3VdPXXFY3IFAGk9+g/twdX3I/y3wB6PPaur51+7rmhiJ7nUPeYo50nD2w79YJhnZFxkOpBiOQ9lHsvWui//hCgZzQul1zCtNkQtDA49ka28Ys2JLJ115P3Is0z9Fzqc9c2TYKvxrtxDrUFlAJvBEkVKR+plxEjaTy3eGrsx3OBvp+3XMNI+0VNjp39CJ01gWEsPcfswOzAtgPzEtn2ZEpmB17egVW+FB/yZxx4VpfHvdPP66cdxsu69swFr6MfizMFeRCQSeqXVgi7OocXmId0Qw2PS6SFAX1+BnRvzNIn1MiSgeKo+ajoE8vhK0I3i37QL6CxrA1vU7ImQpP1LZNCgXMZszvskRiFSTuq6y7ug77ZDs0SrIhymjxB1ufFAOD9QX/7B1LheWWApiOBDgIZA7WIvuqUpfp0ijfEGm3X44HXcdykHwJ55h4MwbntbS87sVz6BGvnlHDpA0Hh4sXERwMtWOco3BJFjK36uiRlsh+jZ7fwath3zbVycKpiKjY3P0f3cjwX5aXWUj9WuK1mxPrWA8fs8OT/6gWigOz74LXZ2gn02lVm9NmB2YHv2wHckb5v8jPzH9eBH1sQfzhByAvEex22OvhygZ/54+VCdHjOkSd/YV48cS1bIqfloVMm0wIbr9h7cyAmOEcRKWKHz8jNhc9DBL4d8JGFPeGu0IqXLvL8ya9uCOm6CPvEkOycI3L8RILMBooVWYzBxvI+QX8J6YYulCdGcc6rRWNu1MrFaGmY9BHQlnBkt6Nnylu1BTUcLBrGH1Dxp/diKRME9djIq0AVq+5ljzYh1KgzmzWwDsdzmrkSCyOeUObYWGx8Ov7fvoB/4SJYf/9y6y/ASmCyAAy6Rhe5cCjREyCoKUiwEW4EyVYuDA/eVlC85wHjLzoOsg5qIkK7iBW3ooeAw52aG0CK29Z236PWbue0J18Du5zLal50FOohcHJoHD8mIN0Gng2EtvaMlAkk+5KDvJsKLEUnEwzHR+3BY4PLYTwAlj4yHjA5CvFCPSrGuLSAFCbTBfe682dCXE244dcQncnkq9s+0+WztbGVhK7frrLrdYPi0xa+IfcZYnbg53Tgnfejga5Nk9mBn9WB+I5WlGVfgHjBwJsCXywE8JJRmAljD3TEBBHeN1Uhvbw5yIQ1Hum94wG2GvLCQ3+CWIIIdxSpW6bMKegySZOUB/4VC6I3NGBOiEwyA+gDR50CZYSgIIKCeQqA98jBS65gMGhtRwMsRslBsB2IQWFAJDNY9H0fkg8AR9uOmg5kKRS+Isc5g00C8USPHjhnCMLvTCvsCnURuNA0mMyYOQAwCrvMopALkyvZFPIEUXIqGAo60LPL5Tldh6mzLvXqqXOpybkdPVUEngGC1S8jk4BCgkiQl4zVyW/9YCPo16/VyUYQLgb+NpALx1xcMMUNMPG/NmHJpqNetlikqd0Rdl26ip1glaqX7CkzC0JswAA1TRk6TrGS3IcOFBHvGoaNJt8C3xIey6Kbx9m03z9L03A4VdydH94/He+bSri9z3625hmy7RjjRyJmKPhR379Euj/FFhZmQRpQoRpkOikPep8zC10acnpnXkyoyK1gqN2Do2um53uiQr2J9QJN+ezA7MCX68BM6N0dOHFHfXdqc73ZgZ/SAb71lrXgVQ8/WcZTE17wdPMn6PMH00hHwvEZ3L3wUzyagWFuQ8/eTJHA3BYS2a1FSJmo7QPagaZAv4YlkUCgIMwG5Rm7IWs98/FukZcX0s45e0D0oMNIXpKIvAEGKljkiI4DNeUup+l+/AfPG8Zj0twIEkxBC6is5cy/lvV57YPOySrkZ71MijYVzKOSPOA3wBF0iupIcFkwvIoIjnZB1n7Z9bDG4asulpaLdGZRe3EamRgIgJFZg8PQfEBgSElisbjlwzlpUxIyQWhhKIOTAjd8VgbCMcaAzdHwyQAhyAREch+GDffD3KHNW/N8vP1o+2WbFtsOjxWbPzxLiPOsKHOOtxTPHWrHj8pIbWFPt7UuJPulJFM5WbiOgty7k/YSlZ1Zl/wdr9WLnoWbHRIRsj4h2pNvi11DPtpajZhZCymTqm6dD+o7XOtVedULFwelVnb4Kz4I9a6SsNR943OS/s3vjvuKyCK9uJ5spWtktW188VS7tvb0mh34fh346lf09+vozHh2oNkBvAHmcnw5PfBFzV9yIeAtgwMW9pRqGKJq9DWVYZPNHy4ZiWCGSZco1SU+t3fFMzU1C96I5KaCCcPpJ1HKo3glwpz01KzY0OCfgD2ABZqbQHDlggSQe4MmSMvxXWTxsEzLgSmH1Wm41HqEoDOCEBFc+OR0EPXQgucUmucQbdmAwFAvpOyQkFrD/lgwkiR5FlEnDIkCHuhdsBY5MhfM2KQ9CZHYFKwpNzBVwMFCOdnVUHJ3Riz6EVC+y2HrB2N02gX4AP6gY4AFDgRcPqAwGIw62IFTt+LMDHstVIY2BeQqM9f9yIIyiQmORAgqC4tMBeAxgsDxN3WMZmIxgrysQwNbjYUZshUgBxkYKjXAvDeKQxAX2PNIupXnBxciQLxxLwQeFgSgakQzxEHqWkJhQ7oH4AsAABAASURBVAUFwEA6gyhGjFJIm0wrAGUEcVAi9mZRXlRxosyAwlXPIEljxemlunX9jXvzAwbkH44bPgSH3ilAVdAONu7y5wFP67KkAn50sPdiyyBC9KZgwC8fkgZN85BNiZqWhZDJEwrhCYbtFnMmJ8RtUyjlXLxnajlcKRaL865lvNeDRjV+NFn4jpq20roiS6UW3s8xe0VUz16HC9UJKq+zOe8dD7MhRn8zRPIc5HXl9H6UMtfcNo+R07nNd6NDtXwOYOqBJTlhdmB2oN+Bn3IH6Fc4NbMDn9yB+BLiqgcRPEOseHFY+RBe5OidNz4SKqhYFWJGKEQC8fTglkEZhLFLSZlFuokEOR4+k8w8+9/K/O0ItYIN3mBWeQTmqgRqiA3IjwDsmU6EQBA13GEdpTltwlVfDYVlbRZm4ZFaRIwpEqDvHOyLxQNNEptjGSJZwaPkxa2Sya6YVQJzsQEuBmrCKEQVs6veVTLQ1qC6SmgUQazzPFeRQG9Y68lNoNQBIYaT04uSlbYE+voopmofJErXhFqCGXwg/JJuAiYGTlakIvAaILObkRg4C8v4RiPw2NAQsI0E6DCQc6ACYp8CWaGF10CQNSJBk0kzEoo4lkg9SzQWyILLvUZOMNxlxJSTAdaOtipbcZ09HtgAwrF4AMqNn4dsDD0etCUNf9yF5bJCTxRTppBu87CFHUxUUcz5NZp67rP7jytohw/Xt9N6RU4ASG0wIkF4L7NMzEKIfIqGSUgX3042Ge1SsanBijwhsIpk1kpIrug2OOm/Q7c0MUio7APNCLAgSj2HoDEO48GnnSkUu2Mkcgpg1rj0k/A05eXMSPl693U/PDpj2aV6juzHLY8ibfR2gKDISHDXhmbKSAZ7cdS6bUF/05AmGN/BAyYdzyfE48f73CK8T9AjFPXcBcRAE2YH/pgO7N1Z/pgmzEJnBz6jA+ErC0u/6ssRod855HlTJl116O5SGklP0I5HePDnoz+e/jWezVyCYPwRDrb6QubdooST93/X/0gufbVqkP7iMCnXnWlhIEb20yph3EAEGIaE+FKK9rjVHnb4loOewSKMxPgg2aBCwczUIiwBZqAquGHAdn+s2JmQuB+wowN4JxWTgUyG0h8iF8FmWkSyJAsEpYwgKk4xNpkdCC3iX+8U/tElGAhPC4IwDssqEeetxDWsZPMh+iihj6/0J6hMZllOJmGLqTJNusyeNoSkDBRsKCcwR2IABjmBYKiHKDJKwFuJzdzXNANt/E0Q4gRk0mYMJp0MdqhgyJgAjLBxhu7jGsKA7xrPq8W6AMXqfoGDPzd5eJ3JzQi84Af8CA6bLsQEiDDCLQZUGKJ6iFeQbJCYRKnXfPyCrRfv+Fk4BSBNCKwi5oscmR0Sggx+lkgIDgniQRVGEAcuR7TMeMSx+2ZILFO2SGbn1dRtP9QStppSgiMEASpCohhoNNiDwUOVNxremQeiVKVlSiFLe4q8WxaAc1qPJC4TJHcOrgxAig5nnZNCjuL70gAsIkRZL8tkI4tF+3cQsrZM71jtiTV6zdsLeVjXocFedOgaSTVEMGyM3DCnzbQlM93Xw6mToDDkmpE0+XAlAuHmNDswO9DuwPe64ts1TOnswLfqgH41ccbDFx7a5TkPJIvA81vxgE7Zu4BrX14c+fNmgvcEfUiWpCWiUOMTX5LYGwJovNAkXyySP9knxQHlHfOikef0RYH9y6GZJtsiijX0+SGcTjmtknpuWXDNEKw2T7wYBZY0ACMIxpCmHrwCip4tQh1EY9s+0Q26SIsFp63ESWEez4Ytnfl4x//IbUFXpjd/y6bUI4koUDq+sEZ5n1CPXJ8kXE80CygMxzoEixT1EJt9rqB8DOhtoAF5djAWaybWOAu6o9SZmZHP2O/YLju6psrWJgZgsD6G+cjs2VplxQAtJiZAKn8yRho9AVpx33nwpRzYAR4AYkJOk4d3GF6wzqVGFAOT+fLwYxfCEae8WVEIgu8RpKl7Brhnkr60og/xIoIAI7LZklHWIaKpETXu+ImYBQD43YjS3IqapP1Q4ohg3hu0AGDsWQ3rLG9xKBjH4yHixoT0G9LKXyzUUmcKQFnurNtoqgrwGQe6FTqz+Epkt6RmkqitKX9WuDqeW85OrDxc1suMDBaP6IEjFWREzLMGyg3MGusiAmfTpPMIq4kZcBQaTRw9QIhhwEaDjaMlo7KOU/O06UMvat/jhRoeQO73oJ+/SQOn1b5UpimtSc0OfJEOnLvyv0jSM43ZgW/dAXwvYchzhz4I6ezkpeL9ldnqvZX5SKO6cUt38qXRVR/5DZcoq9et+Wh4inju5vec96lEM2Nb1XDxvJPZDZH4qba8VJpxDGqCBsbbJ80IDe1GJOf5RhoEDEIIbAvlL+wtfVvGoAZmUTxum/AQX1v/MOyQgVUgGBNG8Cu7ikMCebpKwXQGIpSuHTsTw95eQow0bCY3YIYsw1BCgDQegG3iWwns84EQaqOz48UC2Ufc3Flx+mc68xW9WEOy4q7MNwzaPUArcKflwXiQkHbAD76sw4O0oHp6QEAAisN2pqOgR9jxNYxCalNZH/nKzbNeqDbu8YwPwJBbODFM6zR9Y3mYYdAhV+Y01PnYUbHbq/SXlNVCTMiDlLQdA3rpcWjbt6VlrFGOpyhh374qlgnihfU3MJCLpYJvx2FftxqJGg6Ot2uVwVigKJ1+cpoSrINBSqHWq/RHz1q/zkWhu71gY9Vaz0/QEqJ2qnnYYdCUdxM94BDIvYZS0PmIIotjmEYZLf6UAYSmowFkcZiP4agYIOCDIacX8YBHbcKMatnzvB6B3zjflbJVDNsKNW/yiWcH/uwOXLyc/+ymzepv78AfFlAfATZF27MFn/UIG4MXC5prNoX7icjGwr5JSxu/pvkCgxcqJy80DyBrTMvrWFZUcOMdr4jLp6MbYx9XlVlYewxnqpzM1dZrSbksJHcpaTEuRcZRRTC+jeMf17TVl6Vp5UhZgXVMyPM+1OoNHwNuNE8IkAS8D0MfGiCIDMarqxp2lggyMYwQY9PRCotcEzK7+p8/G1vhvFWRk9QjEwIZBlkN3UDDK1l4ExeElwpIxDJtdrDHej/CLPclYtkoEUsnskA6vpcTnPMufgIZUK6JJkKwEAIZGBupWGeqBFAahpK4d0pO4f4JV5HvT6wLFjDWfEF3Bkw6mpNiKUGmjmOoiN8BqAmd7dhtxboJFGraqs+EanlDNpA3rDbjYyPJBKyXr7E8esz9gTOQODOxs4ViQlDJMZEpCGqEdDGSlEshehJ8B2rh3eTeRMNjGDfhXKMfqWeBwo1BWtfLQpS0JdCImEDagEYE8oZrOvjIv29HmkAbYgLpHBinhlxvdOVbsWYVMW+MtCEEIVcJ5HtRlsNmYSZFgIJ/Fh9IcHPMDswO7HVg77La87tZN8PNDvxhHcC3FB/38MbwRQrPniiR0d7zJNRDQ24uMg2ZRyO0xvFX/yng8z8zI5D/MiB1ySQpJUrY105oEAbWGOjKzoEscy45BH/fuGVpe0HYBtNeWTkDPZNXjZ3GWagNLlfaqHMB0wTwGTsXn6dPrBmDY+FIG9GSmW4PD/QJoeXoAEtr98I9owvxt3+qlwcN/fqgLDiQDMAXCHsZ5LERwK4I97RpImcPbkryb5RR0AVaEpyDOybnSLS7ZVK1dxc/8n0SfBmJENjryFJjhEhHgtKTwJ6PumhFPGLcDoleu4VRSYjWB8QZW9R9Jv1iZVYBgfzvDIGrEbQqBYOhNDfyBAILVOogaI5kpWomTlCunvua2vIT+Bckt8r/hzLVgr2dwNR9C2JDUKstCRMSgyeKgHMl0iSozyCeB5Dl9UU6EJtNIMbagv5oBbGiirRBnYvHbZgyA5c+dAEnSCYwGAs8gHRmA6gjUPg2CD0p1mMSBAoNkzYIu3zGTvwFOzBT+qwOtK6oz8plrjs78Md1gF9ZeJ+oHvGqNvB7uhK9kr28nNxNZNIHBSSpHIiRUTxYPNzDdoFGfEdsLhc2EvydNjxr7DWV63ZeYop6YcOfpONkE2+w9CQszsfj5eJHX74iK8Qi86Vpz1USGovaM9XwOueReva5TZ/exqOtPQyTHgLZRQiWElKmIKjRWMY8OnK5BHMukSJ5V/Lu+BPi5IbdLGlLwHmT27foboyW8S2yfEVJsowKkb4SwA6jPPGhLK3BLc5/AHy4mHD98NJZeccmAQtnOtIVJJV3Pui8BwXAHCRbpDrMS9AZDmwPIb2e6jk5UvGxgn6o8rxD0hh967Maa/iTfj73L5hcsUvfWtbuSieURSmfkCFvSEfpyiUmU/4FduSll6ntwh5anzUI+WS/BbTtntkwNmgMUhEiz4NAoMYw6RroQKA8YFtUMCcC9N1NIPoZwE7yz3nKcmA+hCCjKciwCqggAJWPpIc0mkQCwifHbe5FprdFnYFmB35qB+YV81OP7Kzr63cgfodee7C95rXfluzxwDm8pLgLnxgj3F0C6kRa5bEl/GuMSoeZDmv+okXBAcS1c7tQR9TtJ5R7fl1aNnOYHjbKiLqgVdu5Iqdc8Zao+tydNiPP8uJDYyHeNPXW4zEFLOUb6MmkEMBt+9EPQvu+tqcpvUouO/Ub7ix+3ZiUx+r09lRjHYqqvCgiMAXiQ0j+m4zKhDf1HIYeMtj2qeXGLPNzRn8DiJaicQvuHR/L4jyAdsvinffOef7ngcFA67z3APIOH73aeJkRHO9hAlANDy+WjL3pn2gakx0bLk9omHwrkdXDMyTS91Sg3b0n1r1RWCjhatRQWUAaZVHUnJPhnlXT9YJwW9nDXQgjLttYIk7TOwpKq4EaWZBZ5xcnebgWYyRO4dBg6rh3xGws805Rt4Su4p3ZzbVmB75dB+aV8+0O2Uz4Z3QgvKDgZUhfEqyq9EBmksN3B3mekCm63EE0MjkIC494RyFBOHCh+nfoBWk87PPRhfsbwkpZMgn77MSMkOWzYdSfwZT6FvPKEyk2likfvFryQNAsQiUwlpgQ7d5D9JZkVUt1bMT27GlUxThblayZO9VJRV22UEY6BwZDsNgKQ6lw+YTbiPzWT7GEmudmgd5kFuS2ko/8VaK1dEt2Nf6zfsyF4JrdhBRKbvh8LIv7+PhAbxfnZfMH2BMcNny8W7x3fgF47yBw9nnkN/XsvIOVmbwIZ4tl5LXFUraJGohkxsuArXNPGrWKDAkE9OQCu+4fu9qGUn/9rKEIIlyaGIG5is42vmffk2d5nU521IEHb2D9LJXPIXv1ZLkbafhUom2n7XnXz0M0nAi7a7fX2nX5FOV+nvvaT0l4Ljo78CU7MK+VL3lYZlI/uQPpe1heyVEqH2KPfpMDZu8cfP66sJ7cUPDS1HbNK3fY6mlbqSLZct+iYzku5gtatEaWF+uLIb4cwXPIOVQWM8tpxxdSNYl6ITxmHq/cmLsJEMsAnR0JiFY5PBCDTkNtdE7S69T2Addi1Wssbvlg8sBmQjbQGRldujujAAAQAElEQVQk+4j2bMe+VdDSOJBEdWaUCWQKc1EcZqBFFgXBIyhI65GZvATiVDAURKiPSVT0CMlLJlgYBlkN0XAiFLrWCRUMkCZLkrqExsTaBIKNoIFps+6+j56hsKEfAUtLHyGSAdl69CIuhphQxOK8W3D/8MDeY/bOee8d/3PEAOcpc/iAwKwD93Rcd9alXKP6wXmhnUwkuvCQK5Nqrkgg/QQ0E4YQYzTqcdadSDxGVPGkllJkogSQ02DrcSK/2nWYv1zY/gooe99gUBvTi8SgozvtMBq4sjtZ6TuOaZXh82ynlx3x8+sNRDjT9s/Mc6CUMZOPMbNpNTvwB3bgR1zif+BxmyV/8w7I97BMTt7NpZziufbCE0/hLxEvTBfWLVYJ/gG5xgNlKLvwImMvbsTyj6zyt1VQEwbVl8HDkwDknP9Zt7yneiNNsX4QE1z2CUeKL2EkASQzg4KEuuCHmAGjOquWiz7mwRJD9ZFQNp/3Et1xy0M8RXMNbiwAA8VQpLlhsuCagco5EQCRB02dGlNLUK4779XZddpXnAtpOQYM9LEfPtOGlUY3aqIn/HRAsr068nA8l/knX8QwloE2S9vZdRFkk/fOETh558FgADl8PHgCyPZgKr6tGpGidSNmYoPyBXNJIe6YWDiTGKxhQT902UXREzPrIDwRonDdZLQRFOaJKewKJtncRl2puDw4oxmO2t1WWjhB16Gf7LCmKsOK3eSFm8yRSfQJuUT+kDjtsImI9Day+wTP53dfLm+KlB/snH7T8nOZ2YHv2oF5uXzXIzfz/oYdCK8f+RsHfkKMLaCLtWQPiRl5MVhy4zNX4oapK251cL6Q5bLH0ENi7rFH35HhXvwTutGnwHDKWOQ1/pQ/SHjc5RwKvKB+nTSnCX+jYcFLmrzwUlABjwMfJQmq2qys4q80L0ymVbtVTf29IEtuQrJrBFPktMkML9zewaYD8PKX4r8W99dff7m/cHD+WiADb5s/grEohmt98ltLS9+SHfoU6Z/tJeqSRRf3ITibiriZvD7Hc1VO95pAG2wed8NTX6xRWy44DmIkU9Li3PKL857YBewd/8Pk+KGKmGCXZbdjnlZ9EHUesG+qGiRqx1LX1FmV12bJoXJdKn6MPeuFYuK9H3VgjK0zYtWqasTvTTYsnUvhHCa6Dmd7ftbeFVfRqTytxlNOx8bDFTy5/qE7DPJcjDZ8XMmLLD49gbvr+nEF3d2gGW92oNuBefV0WzMVb+jAH70En2nxnODic+6FbjDGBbd7XSyJ8LKy4G3I62utKz5SrEyFWBiKCWTw5rQC9N/RsC0gW4QGoxB8XvC8v4ymcJsdm0NwTjdnSIf6qjXauWkT0gwrDIdj5bDRQBLIbT9cp5I2RJXFZZb7XQangrAAOAQEan/Yi/K+1b72eK3BTTM0nn/G9tfH4hSw6QN6+RcwdNwIWoAJdqxwebn2J6z5wmPUXlelm55Q8OGYNgzIAHHIAUCSgim4AfbCxaVhtPvausj19evXL/f333+7//3vf4L/+eeX+/37t3usBL3uOPMexTsUbldSAGWO15TLPyoVCe6R3nshXbAzztWfqAAR86+Nah71cTlCrXqCRwbIlvNRkJRooo58tnpUIULDwsh0VNhIjggkyQ3awjwf4poLbqfzGnN6YKHXJzeQxAmT4fKsMOJrx+1EVvebMu37o3YihqsmoI7RlxV/07S/bD9nYrMDvQ689ba0TWJKZgf+5A7oVx1fILQLw09Dav7UvP8Q5fG4n4f3ObNDe79vmd73WDvBgiU674K+WOUSs/8qGLdQjE023MXYCPcEqf49q6iL5pGIqiZhh2XxDsN57538x40Fhw+FrlWIyQzTFvCOkS2ZL5fOIUijzaLZg19QGTQ3jeXJOPvHB+13y4dz3NwR+AubPoB/LX+5f0G5/Gtx3BwSHXmmA8ykAiIZwNZ67G5xBOMMmR9FXIC4BQPXIdwtL2KwOC6cs3gVm2mukygBQ/zX6jcn0EGRywQjDCGxlQpMjgASmXJecYJxA+jX3/+4f/73t2wC/fPP346yFbG56SOb9rw5gafMgV4pDC3y3jMUxBBgCIPzUqXOLUGv8sbsKfOOrSK4oU9cCNY5DfaJIamc8q89UAHGqRA0tsMi+Pl6yqzAXcmJeb0UpNi0QsUmRZ+6VtY1r34WY5qRo/o5mY3lf8bqS9eB5DDOlDNge+HkHYg6TX5KB2Ydn92B+6/5z65orj878B06wO9GPv3gBYLpkiSQ/pKA5+VeXiyl0JntibtLEYMMQYKiKxhCPjtZXoafipcHOVHoU2uOOzcziil7tywEvBrjRdSTdvZRz0WRCRPuyZPFLtV2b0v7geLJoSYxWcYBYIjCMBlxGdkYoRMAg26vBHQf4TkDUMPHsriPRcE2fD6WwH8sbgGNOWwK3JSg9AVp3DEYi9CMhXwxJHmdmlbPC9PNgss1l8Lm7Bq2yLDX4whcF+1Fj7EtBIH89s8//3P//fu/7r///a/7GxtBugG0yqYOV8GeD6I8wK+Cuf/DOFuANa49XGoOe0BOsHMOojC5xke0DXlflFqP9cTMsDC3TNJTRmKziHsghjJlFjWfqbqk1hC+JvstNv/QtkW7a1JXsIuTT0BCj0xn7Udi5jbp+CWpVp/4PUrz09kVBbsv92nV+uWSvDUhOy63Bj0OhnvZsVFm8c40s2UnOTswO/D+DszL/f09nyvODqAD+gjEBzz5ifLxoy182oMxqDFM2t35ABgeql34VGyQOqxoGrymYlPBXf6s6MaqL1USo6xMRBcm3uwswwvuTZf4HsTgTYubhXraFEHHu+PdwrfPBV0AXgCOHxYBWBYvL8BhcqkkUBgqIOGc0sBfYDAjAnMSzJwiQeYrAa4NJGrpCV4W9wEZ+85Nnr/AL38tYAHuL8EfC1r+YXWAMbKFG+fI1mz8rNn6HkhkfeYIQC0sTfI/cHteXdfki5CSViapear4vvTr19/Y9Pmf+7//+7f7v//3f+7f//d/7n9//y/8BtCKDR9bB5s/2JmQ+7dhBhHwzi4vYYMLpMJ67wUfT+whrYCJDoB/OmsmYUljT+NNhplgL5vM7PSa0cEODjA6HsX4Ykj0IXVLJoerPG2AGmMM0BiRPUXYQbGyDZ8K8npjq29oJdZEGDI+b7TiKeO81zfwONXkb1APv0S+Q5ozx9mBb9SBF95av1EXZqqzA2/swG/5CTR/0oxH9MeqLxQgYwp8cCM4maL4XiItmFYJlKhkaiyJl57eU3hwt5vK8uyXdkghoEYuYyJJSybY48Vrafb1yioWFHE/YfBlVZe13A2rNM2a5xIEaIHzHjLZ8OFRAuBFHQMWZgUSx09kQQQrSFwEWnw2hNT207jwMMxa94PeoD1MHgYYulIgAlLZs/OFxlxa0pImJlwKMuQkFXGJAETJcU2ve2KYNEqp9a9fv7EB9B8nG0D//j/3fwD+FtA///zjVv4bQLhnO9wDZePngfuhbf6Aptx7j+tLI5I3SrB30GFy+MBucYEGm4/FmEiYYAeHmngXICDFzfI73vsq5LpvcFrbdMjLDeUEO/RZigrsU8jLPcyd+mhmOp9yHDdGwc+VaOcS8JVEP9yFviDpgwq3qRz7tEMiEkZbZ9JDAzN8E/bNdb5als0kv61wdvfbHrqZ+Fs7MK+Ut7Z7LjY7wA6seJEw4INteuzj44IB3w1I0+P1kFZCRtiU0hW9vEUoLTNT5YuOYLxfEFNh7twx2LurRB0JAp0N8GCIXY2VwDWwtrxkmXqDuXgOG4MgsOQC20S0QT4YTfWh8LLjfmQ8lJcG7JHVDLpUDnDeLXiZ+1i8835xy/IBgMwtzgHSLKxMlIH48mM/z/O92o93vh1FvIJZHfaENSDSxMD9wWGzAhSGKsJc80FcoCJ2oXmKGVm6XqBOJfJLpGqXp3iLujgfz2YQrvzsVbLKP/r8n//8x/0bGz///ve/3X8A//v7b7di597uR957rOBwhyLwerQVIPfOeY/J4e4JldzKxNKFD3WBHEK4To/spCSZ1FIWxeLKfcOZteA78rbMU88T5banxuF6yxWng6ioFSMa8djlfFQY0T+uyM6MAvYBvxDh5pWnW+eQ63BTu5DIG2q4kJW4PF+chBmeivUqrz1dZTrZ2YHZgdmB+l49OzI7MDvwjg7gy5obHXyh4PMecVrWHngCDijpa6r/QFhbljz9CM557x3/k1yQm76vBJ3LPyrja0+U+kAhht5QVNB6fFe92ue0Slx6PpSfqgepLSkZBpkhJmx0D2s6iB0IKY5FthyyrIwMmB4G5om9KiVrhUpvmT/sNQVrYGj2oSf5n3wcLUZf7737+PhwH/yHhgEf//pwy8dfzmFDyNUfOkTZEqlI5KKcRqfFBjIMIW1iSJ4XKwSkgTASBebakIW8W7AByddlsgRXfWpZaGO08jQgiCQSwj0zfYjzXp3QyclkWBwwoVsQ8cpY8aIFwcDwAzaMqLAxvqPsGGNxkdwsdLdA615wn5DIC2YCUBrSzMRWFA/B33//wubPvwH8869/u//857+Ov/3zm0qcMB7xPU8UXEt0h0iuSee80w8xwelGOu5RtFHduVmjBJ9NLUEuKKzA8ggiu2/i0kusbyTu4m478ChNfunqaFl/ZNDW+4FEW7dHd/sHhd4ecz8gjtK+we1aOzkNtxe4I6/jGPs55JmNW+ZeLfo4q5bXu2VfNcujvI707+7jXG924Ct3YF4vX/nozNx+ZAf4HhE3f+Rl2R78Hi68U6Du9DSbKIgvjsewHy0feKEhNqeHkxweyq9BG1gVwkBuJiiA70Z8pu69+tGOoI7OLR9qKQ9ZaA43NRhbNsXw8qR23iG04+QdP2KBTPCSBZacUmDCUFlgmihYYE1R50lBIKxMuiJEOpAohtKcC4aCFwLWknMHOUt/sJR3XmYn2O1/UI/3H+5f//qX++tff7m//gL+68Mt2DjZdzzSIrFgkigIYtwFDDUEksAYcvqDPTMYaWsPKQYKcTz3tnpKPCYA7DQtEJDYUM7DHTYufZimcJFwsBFJe4p2PK81ajKkctXf8MExBAUaM2huMPwDzOO7rr+SHE36TbcYpGCiNM9KV9U5M4hkiqCUzlH9HIFlMfJ0EE8kwJVYJC+YcIDZ/U3kbBMtZZSs2Ptfv/5x//3f/9x//v1fxz/9+h/oX/LnX6vcbxxuRN57OBGAwm0EFIbKvFcMgfjItUo7AoUu6YU9miRZmbqWPIa8c9t9MC7V9RhVVLme2Q3ZtWXG7RySxqjxaqpsswX6mszok8nxOo8T3T9fjv3fbWHHurHudyulUUIS8Tz8UQWl0g6pnWN86Ltj8Ke2c6clUzU7cNSBedkcdWjqX9GBPzzmilc6AF/2sMHBlwN9cC/bwscEgkgjIdw9E581CYgm4WWy1wcI4wgKvMpInsGHauEh93yhwcO+pxCvx/LyNXB3qTce+HjwYHfkR74PRJaAivzlVgAAEABJREFUjA5Co4M4PdQzS3woAgsgbI3b0q3dcxJ2AxE+ABjkcNaA4ihr0ffNJKMtrSJQhXNtQSe54fbx8eEIfwHzGOB9OZqWRFqxlAduASZwQQFMGA7HEJpsiFD5jFTByTlLNg+1yHnnwmwxMwsPGXL1sHDZRywgdzh/M7GSlIMSG+B6mNwwy5Y9hihIHrjchclVlK3Y3ZGNBzDrr1/uH8DvX6v7TQwZdoKc2axcQKLolLVCBTaHvJ1jV0xYYSYiwJODBPTRD/Rm+I1kIxB/mTaqjaCb/MbyhOAgxw+GWmSfkFQJ2gMeC/651+/fv9yvX7/dbzk+7JFzep0p9t6DJ4B33uWfh9y/VEKN95gxkpnGU4vWDGPPPnocQZd9KMtYTVnPiiykkJgwMuNjEreIY6Owpot358ylSi/TnCe5DuCh1SX/UBQ6lGQ1BSVGLU08j0fV2aR8L4USsaDOIG4Zdx6Go4Sey3zMe0kXzlE6F/XHeRxbHC29HBl8b/2XKO9LJPG9j+PM/o/pwCddLX9Mf2ehswPdDvCBgu8Jj6On7t0n2W74YUUd/oEHe0IvAJ+/V06w29jgJXr8ppJZ8mWQDcELL4ZjTx5cRNbRVZinPLfrpMIwUxfILoqrIUcareGhMluC4gBqrXMQbVDwFKN1o32JgMvgpJGXVPZHjgHzeMhrEtVrlDGDujPefaD+vz7+coSPRf8vU44vQ6iD/k4iOfkoTzJR5ArIVEYaLuwCk+tyOqh30cLzpGeB/EUP7FCjma1ZPSbb4DoRrsM4mWFtkqmUFAOZlO/NNMFJzmMomzvgZYOHGw0BfgUc5bCXcLQ1QvAzEzujsG2R3wTWduTynIa5GoCwsREEBTZgAuXYZ6NzjDqdC/5AclxzfYOGWUNai8zKcK1HP9DrX9x8+/0bh0eB9yOxxL0HwzlMGI4f771zHMQu/zyciGSCHDaYZVCUsSLj9OBEgFIy5ERALwRR1wLkjMxxGFdc/WgevlNirMIegQvewV5BCJ1UwAAEsc/9ghDLiCqbJEdOhEw+SuYhIw0C5SBEWBfU/shzzSyZE1UEig2TPgUMdMph17gX7WHHYte7p+xF7dln8kNXHJDM/JDMzDPy0O1lBrcncXvAm0q/P6/TEU873FT6DPOFOzBT+yodOLzVf5VEZx6zAz+lA/KdKNPXrejo2bh146CPykmdrU0bovOI7+jLwEisr2iDTsivkmxzgyYIQw9a7Q4qGuoxARVki/9w/O2fj+XD/fUXALj9gp1WgnccbSnVfQ21AmIik7B3TQsCffAleeHmAgECG9lyi1+C1Afs4BVJ57xz7IVZ4Y3atT/RQtXZGiooZzuUZpZjbgQZ/OKLvMAvbD6sG3BMiPoQ3uIEdhzBEUPCSUh4Cg+MDsgQklNWqpKeUriFE0q4E5MGGXBIGTWNqSY0lSytVPKskKU/Og4Qo7WYddBbNn5YJkHFxew9e+F52gQ5XtuxWyF+kFAtAAsPHsiRJ9mE5jqSddNchcxUKdszaIYJJs5JJq78IG8K6Ij8SbbBh+slW9PpR6PqrJIl2IIL5jijwQwMsV9RzhrOMyY24Ddkkuc45PCkkRQzHkNOQqvX8KB7tvFtZ43hwQivN2M7WJbUmS1HOY44JUKSaMDt9djNubFWKepn1dcwQsg4IEpGYD/mSIQvavNsWif7+Oxy03924Kd2YF5KP/XIzrq+bgfsm50PQHjYlpcFPhCFh597E3/yYXfUXd5qgjHR2TuL9USKZzMIZAyTPgO5HxM64ztq67FZ4PRztl71Oj3zdUicrDz2zWhRlJOktaMvra9yTOKq7xN+9bJSLCYMjRoJYSMXCREXU/bKWsibjK1vGK+qTbuekH68B8DPNoBynDaDeNQBsMXYRtupZ2tsEiy+PrAywWSKGY7g0ut7QaqVzfnJpV6maWOzSZ02idojLyUGZuaO9VGHq++dVaPSanthy0zIee+d7JcAufyD+7axW9XDJTW1ABkeoby53Yqla6EP/DfU2A/5Xqn7crAquqkeqYDo4ZF9ZPJzIwkjxd4RKPjg1ADJuSGnCGe7w8npJBkkFUoTHixNLoKPfpZfFLyEyKpsbDRsehOKE4Qp8x7ILtW2Mc6KPRdzE+m6ICysAVCcEmHOlHKwK3GmDpoBlBU9YP0Wk5eklJqTbnsPuXxEkyZHIdlk166aNm2NSV9SiAWfeHZgduANHZhX8RuaPJeYHSg7oF+vfAQiRF1g+BhHiPJPIU5kEPLW9wO7pRgeSb6yRXsegBHP0qadM9/h1K6tV92zc1XDs+Hov3k7oPA5SL1AnBekjKj7Q9aUad9uUBsjtXolSpnKaJfOrTLEuzjdEMJqMWd5NYbgaDTq7rowuF3EXSMn7/xnwu6Eklh7+kx3eUmWhThLd7HByMVFg4B1qzxkBiB1PMImEBVOb41KujOfRT1TBUvfm2nZfZObPwKVeTMFOoodCYKTfRebqSr9So76EnaSdM7JS2g4NqWfC3WqkjNBbTQvFzJT2fU5ZhiJkVinjAcCZvEiGa5vK3c3ihdtNFUWPQyEaL/YJAdUM9a5PKJUEzRrUmalks+ZmcezK8cDfBzo8nLBEQjD8ToTqK8ZUXbSgA6jozwWt6q8Hq8V7TiHaTE7MDsw1oF5hY31aVrNDlzuQOunLeExT2LyQV2Ip6bPfVBqP3K2bi+QYQyVipIwkml7kaTfpYLz6Nq7sT5LGR6l8BPStX6oq1MK5eZi7WVDkRvdROdtXoSRSaInSth7pxg8Eg5vRI01tBsNRSnKwpSKuzldSOcQO9w4VjzFy0YQcVAZKuxN+EocTsGxJWjM7GlNmtgw6W8Cg6dKtxqvGo/NHIJy+7Ov1UcHOpwrjveFC/nyF3523ZgQAKPOLPBJo6lixghKp9cgjj1GlOU0hLk5TnVIMIp7XcgQyENVDghNUAQyYcKluuSS1edQVUtOJRErMcLwqSivMU51PeTQGh9P29cs24lqq6u65FT2fWdWQ7AKctpkB3jHZXNKUWBwEPZV6o9XBZ5xZwd+eAd46f7wEmd5swNftQN4aA0/sgX1giS3j8kji1zzKiPzxkLIpboRQEmtcfJQSI296FJya0/uKIoJnoJtnafcc2N7KDNMnTRIJnLX4cY0D5O4YJCXHN2bwqh1+sKZ8YG07YjAfjnEsgQwYeh1QYKZGiadQfvwdYwzvz+VbPer3Q29unTm3krbal/qN2qTGC4NdLWgA8IoDSqOL9FytEFgvwRaRMAAceMIWbB5AIxO7GDX1Pa9muZ69qsKO1SnSzq7nK60P98Vk3EM9lf8ptr6aPEMJYRyIkm7yARlQklDuyT/LCrlk6iRXHioR+xO2+Cap0+eTaITRZsemJXhnp3IpRCZhJ3T7MDswPftwLySv++xm5l/yw5kX7N4piG3+Q2gvWfo3ZoRcFd/Tln/5YN495YQY9xOkDtmMY0v4VHgnCoOZq5B4BsX8IP4wKWphm8hR245fzat3Bc/zI/sU3FilGtEXeJ4lNCMz0weyQ4vzwddXCxE8b2w66y1LflBwlpwd/1TaYFFPshrnFx6By15bALl0pzODJESRiYgqZK0uUrZVVhxyd5YM8rAuJrMW/zqvmk3dWnJHRsPyr1gHm213FvbxmlD06g1/OkZTvXHC3J+W0h03/LPyPuWz4/0fVEvR0KNLtzYLn/f5YuPljdql8f+DDr7x61PLf/C+uSQjSZzex7b1UtJ4kjJ9+YmV7vAkoK2iTugbq/pYL2pnh2YHbi1A/MSvrWdM9hBB6YaHZAvWUwY4LZfwhB++pB3jpNZRB95q+KthXAySDDX3ihTdKhgVD8yWybEy9WHSVuIQUAHBOq9I/UmUefagpdJSV6mS8mnlZN7KdPYNhtO1ieoMnB4TVL/pFqweUFwwApioQsL+fWnVE2RK2pYCEEIUmrMqgwaQ3Y2MB7B5Hdhi+8RkABUjXLVkqtMP41lH13oJDF7XCSDzR9sp0RRfDH3UXSO6Pn15NUG5u5ibLEBDDVvO04Q7A2sz3s3EKx0BnF65KtZFL0iD0Ix7wOTZ9V6rEMUHuhCEOSn0NMB+quFfgiSplo3+y5tzVW/drRnpVIPg0SCzDeCJ/MuzpiCeUEPnsl1NzcoMeJt8wWpb0N+rfN4m9+UzA58zw7wUn5j5nOp2YE/uwO/6/8TCL6o9TeA7PXi5i+7U+Fq45o/PnbeNlcu3VnQDAxdRZ589Rc28CKmMptVZ9w5fL6mc/FfbZ1qT9T5NdPhSdT5KPse8vLHly2afbjwzIj1MIyjahfi+WBWG4EpUkiLD4wR1k1m5yhGOOch1j23nfTFr5oYZpEKMKOXSwAnGCUDYw5eq5Of9HINQpD20IBJz1XkzE2Igek3FkN2yRJ8Yt5PLR/IHoMrL+ghBskAvBcTkGS8yCIRbK4jbra4o80d5gbwcuzd4Af5Dlq2zXwUe8nPZ7yDJPGu9zET5N4zGZFbJYad/m2bfh90AtjSSb2VJN1z1JPlPbf4jrfHUdpRF5vne3b36uJRzMJSdv6a+hp9Z+5ZKYE8X01w/EKovA9+ocROpvI1zpOTSf9481ngV+vAvE6+2hGZ+fz8DshbGsoE3jw0eMg5DJP+BrDIg2c7aby6HlSgD1RoBx5Q8eIFQvZ8dDrwPaNu53cmwtewRb/CC5HmszmLVHwwL9ATgIqB6AV/mamDg8fQcJFQ1v78wTjB3US6CnGTCfExQPKYg8IAMzb8mPFAFmPrtayQAjcmHJ7IiQlK/wWEKyrI6QoSiHUC4QpKMykCghHdDjvnnTWHmPDE2k+6N1bu94NrSVUkALgbOdl1EGEj1I2ivSX6GZcJSL5MmMEIpbrJ8czxuH97aA1AhuGhAekBo0nAlGOh50LqGqD94vgI53RgBB1PTHhr1ZZu7T5FwoKL+/rZLPLqnmj82WVP27PQMae8ipw+9h6wHk8Dy7UuppYMpl9knCovy7nsXMllZufJF3oUWRbMCxedoWcHvnkH5qXyzQ/gTP97dmDlQ3pIXX4DiM8ShCArUE9eGN3N5A+TZ2J7PPbjBRUufDElgAxj53aDTZ9gpAgPwvIAc0Pt9hN3z8gykbgB7ozVSeejkktPIIttkU0yCGycyemMrcXfwcXRzZjyHEgBevJksUdpJ7Jl1LgQFIzqD+ebm3K4Xstgib/3wR4pQAaCG0EJHDaDWv4nZPV1d+gaz7xkyTYTokSPjc2G43u8CGSKHp9DsKf5yqGIPDWhH9ndOrc/R3uYE4Bwj+S8D2YrViE1oRsT0yRQFf6/AiQVGodMFTYXK5kww9QTKlHGvozk+Yn8MeISVSZR/lbi4HhcycWOX/INVZ8u+AXJpaQuU+cd76jjjhhZ5jxIhEw0yYEOvLxnPM6EgVymyezA7IB0YF4x0oY5zQ68vwP6nRge8p5d/qYwV9KQpfGQivdTfXGVuwoEEkwYocamFe+J97xwja133kor0tlpxWE+H9KQJjIAABAASURBVOuUh54wDg3auslBMLE3QrC5CfOOyVpTrNUUFhb3MKwdL/Y8IlySIIEjIdzeNG65F+W6TtbHxSQbPahDMPi/PlAXwAGWD8anJYH0i4EnEaFeRpaXKWnEjhMhiUmpRGfynw9V7puEbr4X8fTkGoZJNyEYIL0F54CZgG1f/+GmsMqGMHIO2PzehUPWWC5RYDjOgZwixU1twH9nzaaqKRxY5/UmUr4sU/eg5sUoTaEkOU+SFNRWAiFGTw5VNsas4JASB3MwztgehLqiPrV8NA5EQEfrln0ruSPfZ/SD6T2zxAXfLKuMvBAouFg/DQfxRLMDswNDHZhXzlCbptHswCs6gG9BPM/JbwA9ER4hBrzHrAYC7ZiEp09anLyzoBP0iv8HGxd+5n5b1kztZE6S0ND0ssDb1a1RW01HwsJzFXhJV6Zc8RIa+xaIm73ChmUDgm5stMtO0jyertmP2zynLECFje1HG9SkVLcODR07tqAQgY/F/etfC/Z9FBbIHTYF5N+xcfzsZbnVNZZjkD5kDhkJew/YjmgDAgMGnIHi0JxqaVSDqP+pNIjOD11m0K805jY0N1NkH2UwwlmzcsXkvemqGMqUjGqKzayS1fMcm0G17R7Pxfkrk4JhaBjk+KDTuHXbkgVlmqq2TANSKwUxNDad3Ag6YUbtOu7HYp51tGI9Vf0Uj0LIM6DS64mwZaCcGw9qFY57cJ26kpqnTQBRyRQEI+hcNiMRv59N2bOS+37VzIxnB2YHjjswr/PjHk2L2YEbOxAeNogAfNRjcMU6kz8L1z2PVrKHecM9+yP91q9780FfdP+HVRG2vuck53M7F/8zrNmket0TvZKWyKRBugdD1U/PEl8mhDIM8ubxYfGwxMJNEuPDb0hEtkPAraN5j1jWxwYPhmTPTZ6PhdIAQB9IBQgzRiRAw4PzONjr2J5HscDGcF8Lc56mm90cCqF76dDMdO4sxEZCJRtqtWG8lCIBy88Y2TU6sjxbm6Ws+yaDm0CylEzFSpT4rD/kC4OayWxFVfMiHJhYi5hlBekXg0hbk+amc6kvZSVXWra5q0W0o+XSWGYufCv9utreWka+2KeX9PlHNW/H59GzD5/X+7ny7MB+Bz79Nrmf3tTODvy8DthXYnqsJTX4kC7tOP/4Km7vmCQ1mbBaur2A2Y5MraR1hi+moLUtW79TEgYxB+/kP3mb0RVVk9MqOZrVQ+cj23v1oTdoj/2WlMbXOlNGXsUy57QI0mT/1zZKJCaJE9DxYR4Eh00JxaQ0rvHKnZk7i4UQC9YKJJAHcOhqOpMfhys+49FbllgRmz2YoUQ1H05+64cbFBGgkaFGbruvpQqdxfLmyV+Kx3/KRZJV4lKM0knP9yg7WzD6HH1B0D2J9Dx7rHZPtrUeuH/A+Oo40boTppoNUyaAI9KNHzAcD04j4FN9vrb3xdXl3vRhLYR7l2NxhCtReaZc8Rv3uVxvSC0gN3zAosN4jmq5n+nlsBo8zRJIpiQTqiUTxedOw9fb56Y5V58dmB34szvwRe+gf/ZB+YHVz5I2HdCHp/Wxuu6fgPnMqXqoqNjMcJzMw5de3uV/BVDq2pyP4kWeO3WOQuc+MroiCxVeEPHe5fiDXnv9Il25FKwvOOdq3uHjm1Io8qGHJJeA9oB6vP+22UytKcxzRe51qhDlFkrD6DCWWup8ylhd4oy1In2WqHy7aSxyDvajdx2jS7VSlJ8hLsfAToT8Gz/AjoBquAGka+9HVXMcZDGTSd1OzYN+wYyIcLSE/SIQu084sj+rL2LGhCKRwgVRQEneouJOSnXHrdiWay3DURGRYWF2J48j74Y+rJ3wiDuC+wn6cD/0WfScVrEPVso5cAtgOCnHz8LpNLAWcWL/hUE9GCK7OMVq/MUAwe1aRcH5EKHYy3VmhUmSMh2u+FYDlIeRLXlc7Ferosw/K2WXzI7Nrt29yjO5yndHXP7oOzQavo1YeO/ZW23ZU07d7MDsQN2BN10y9bKTnx34MzuA/Q3nMGG4FQ+38lNmPgMRpCXeeU8Qxjnv+p/o0zdpa3qOlCsgNdl3ecicRUE+GE7zEiqSXqmgc/EjDyF4+1vjy4lIop6ESDBhgNUcZGkmAkkxgpoyzykHCB4AE9E0pQUFeutM4PiBjEgANBNYv89tcZUmSfJx0uxRi0hq7KR6L7PLPuqVCTokG0SVYdIdqEPWfMfttJhProex9wz86SWvOzT6FlJjGYyr7II900XftVVAVQS5f/y2WIaj+hOIRpKSxRqvemFfOEn/mIYQjYU+ahmMMZI0Z+TOAZVimWWC6IkxdqbVVl73Ad3eh+cAQHKUqWts0X24B3hYym0ROI48BA2oICaQDr5CFlPWw4wsTAYZVBMt5YcCkdsnJMWjtakn7Ie6rM1zPxUkd8zpgSBSt94xYK0ciKERWxGJIbfnjQZrTJf01QSv+l0rUcqql6z5a6Gn12gH0kkz6jHtXtKBGfSrdmDekr7qkZl5/egOPPhahLc4/vYPwWGjIz1z8+HNNx+xk8197WFMAiMaJt0F7yQ3IGCdVeLSJ9xZ5EEI0oSNgjAONRYNewJCNsag7+XDVeu9D9oS4OZkE0iMyHlHucjIvhiQfliBFCGwBaKcQKFh0j3gizTPGtjibWhFRaAcEEflZIW3MGUEh5fKBa8L2vsqQIeVFTMdeUIS8ZlrE/Ej0yeyQ6V4mVvHNl/J6AU1BfMk4tUWhEeITv7I6CZ9qtUCym/6fKAGpkGAAhxmG6vDXqoxwKvDJQNcj+Bci5/i5SoKEaxH/XVYHSE4uBMHIbrcTvAERdAPAMciZwtrIFCCNFEm80Zn5doCC4XOIJ4YoWcBdQNZKrQDGNu1rxVHqSImbtxOAQyGa3w6Ylgu4grixYNHgUscFUQbg37WZrHFYz7L1jFKymsyis8RVu7TF8pYPf3k9irte03NSAfQW4wRyx9jMwuZHZgd+JIdmLeiL3lYZlI/uQPynIdn2pVvbuFPwMBqyfbsFn8kawKoaUQAee9gUIJGVUpneQNScZizfIwExnAu5lzfVlgxX6ecfMgJYVNmTh37gv0wx00xM2lhWbOlCLJQQeCOrINZga74IED8zQzQzcEqTQEaQ575eT6YuIdhi4He0IAVArAhRM455ktw+DQwRNpqEgBYjQ1Z8cA0t8Eq8qKN12uQuWNuJfJKT9kHJkJ8NwfvhBFCpjxODIGNE1HGySsF42ijkv1ZjOHLGiSR3FyUucCl1Khb3IdoFz2kMougopCUirOZ/sYGmjmYqMI8XQgqxnmgxBeaWzU+m95+zNC17SKikAnHR7EZlS0O8YnQUrkPBUOwgXoDivdS7/T8KnMuM8C9Ffly03zFDftByBMvjRuch4wAhJEoMDaaQlNusWar81Y7Iqm7XfOdGCfz7EQ5ED9TVz80DmFHabUb7ph1xQNNeU1JktFmCmX06914qOCZHJ/x1dUP5lAUrr2WYbk8OULL8mfJTh/jW8rXb+BbQs0gswM/uAN/xl3oBx/AWdp36wC+EvHWtuJ1kA/qKx4Y+BtApLnh4eUl3sXZu+c/9mgyFgnWeHnAEHNwgm1iPnLTAIHhNFFQ8YXFpY8YOlSqIETSlhTaIlaymfFw8udx6I0TKE2xWimoOOZMoNiw5knJIDAfwglzVxWYfircDkRpgjV6k6K8XJqSoMGm4cq+oDiM0ixw2vrQqXhswPNt1y94p6QFeFDBpYlopYpsfcmUvGrqurkE/YjFAkykxVekwxN9CcMOZliliDREw6qFMIEwYYIMIzAO3QGHxdkxMFG+IWAmesGckgXPg1XqzhMK+tI0CEfQ6pBWZugzepCUdGQqHPKUSBPUwEuJTj6P4rBvozixTb7iNDTh9ljaFcEtohcb44SBnfhyAk2Z9h1U4EGdHKgzeOiKZBJF7hTkrkXy2ygH6sohFCj3z0pVsywph1oPPk/T4+bpKxnY/RFOzsW5fbueluUQcN3IdxHzbdq2Fcy32b+msBn4jULWwGJ5thJzacoIpAk5Tb4NVh4xoW3Vk9KDkOtrPtddpVkj6yHOY1Cm/HOr1nE15mtnnnG6QnP1TUFNKw0w550ObBoZbT8iNYnZgdmBkQ70r6YR72kzOzA7cKoD/Non4LkWmxzO8ae23ADi+3wRCM8TGBBxJoB85cCzV50HRA7P/k4+3RRMETDuKPJP6ICVOsUZkzAygcGAHeZs4OEXav72D99hHmwIEwAgVEwjczgk4So28U+/bCNkszbNTMjVyB+AmRuGOdKv/jwHwtODUZITNw+cnCyQUcXmgIyDMmOkYMvfsCmNN2xy4qwIsh3Il1ITSBaAMo5v/Asn8iEk/zHjQFIaIPOhRAxkAmcYpMQiTyB/DIu8eNKe0LPf09EHeh1kJAsSEBElyAQZmfSRCvXqwYzSGDhJKqqKCjZEinZSbuQGiTwIaZ43BllSWC4GzOkoFALXreDeJKeFKjtBmIIaVDMUGEGYqCAA8gqMu1EnQZ7hBzxao+wjfdfs3ozmYOhNiGs63p0EWrFMxtuNAATqBUKDFDOlClzEQefDUTDsqg/zCyKQ3O8it+I+wQgE8o6RJAEPysmHOgIZuceiCt73TUb5BnzQ+kzDngsLHYZ2RATIPSqdfBdAohqdkTIInUHsjBXHgGpg5ElKwPIwLMJsquWSn+k9euHBEIBGRyhJkEz7jgMmMcDWFgmPtCdGKIm8sm3s0rbP5Z453fe4pInfH6hZAhgW5odMdf+eOLg/pCNnymD3CGd8pu3swOzAcQfmdXXco2kxO/CiDuBBIDzvBDSwTv54N2D+DhOmxDsJMR6vSbrqoX8sjQdeYWDJNxqCPPR3OjMq9ojHoUm56tcmqDkPFqvlKXm3FJms9xYKE5wRmDlW9IIcgTxB6ZV9AYlBoWwkUuTQeycfH97HgKOMCvIOR8Y7hxdDz7dekG7ow9UIB8bsDQADrV6cc6TMJ/cnTQi63CyIiDpiqgLQQmEp1grqgNJKtKUwFS79pAhgMQSzP2YOnYyaF6FOURUJyLmwACeHYwrZzlCrvkEKnVGJFMeKFVk+6R+nUVKuRr+ko/4CFCEZ8UKMTZdW17qseHjyQ14szWU3AgoTfDTS4zp0e3DiRSW/fmI+4Zzp3HuC1owPcGm9DQk986uL7ERduTGMICsTDzkjQsfaoTIYQ6sziCghrRD+5TRjFCOnRQJjAk3hCt/NIcsPDI0KXpor0vakZyFzY10ELkG+aW8KpNTU3yAMpV6I1PZsS0N4HksWbCDHk0Ua0K6iyVI8ALq2zjRXSmfyT8EmTH2sAx+QrtVLvjBS0+5stoZh+AHg2ORE4VU4E4wn5OI462qJUj7LVQU/ft6tmEpC6MIS8ESzA7MDr+nAvMZe09cZdXag3QH5guMEwHjIQx5N00NQ/ZhA7dvhdBJ0IJSZRm74TsPXidAL9Cf6g9iJDm1/+OwRTK28K95HVHhy7hXUk++FrwrtmIqKj3MZAAAQAElEQVQV31BFTy70SXgvs9vU6qqP2Zk48Yxo0hLnmpoGz5/iEnIneXGF4Ew7hmyHjPA+irywvA7U2HWr7OhQ2BYMtU7OnYaYSpadVIy9IhcXgDytGgCnXNujubi919RRuHaS5RGStEdh+UJV84XyFKOROPfybodj/oB4vldWDFiJXLyXbhQNQTOA2mFZEkSEzVXmqa2hKcyMVM/Z8xr1jrNrfrA5q0oYwSDPlPkYQCXnFbECNUrJDHcMx3COhAjZJa1I5yAUtJWIWCYGSJkYZSuqp3HigMuEVgTlT8+yEaIx9XtSVxmOw5Q7xpbVkjemY5vESyIHqGRNapF+6KzOH4qyY4j6pOagoAYi43jklM6Fj1DBA/GdgNpU86o8M1GKtkuwV+mHKZpYbUpVS1ZahAWCMCQh1ynpByuM+af6VBecEqKYHnFZESQ9dRlnZDQ3geDaV4SdqY5Q8Y/gNhCy8gyOz6Nrcf3zC+9FGOjHnvs13bVOXFtres0OfO8OzKvlex+/r579zK/VAXwxYmwfV+xBouXzBln9OFDzmxRyA9K8m/Btgz8iJs2nP8Ebz76AjYH2IQ+JIKrBZSrRMdtz6uZGB8J+aLoT9q3u1Up7ZLK4IyeNL881SZr1CWGBTuIiiZO+4+ZxlS2xCUITg7JgmEKBAaIe2x5sJerT9ledzvQ0UEn9V19uk1hLor6vnQ+qOVA3c+v58M2SbeH9oOloPcgCgMQQ61U2gYwT0c40cj3AXfIB7g6sx1AE2vByEWwEmQwo5r0PIt67+GdVIKshRpUMrK0RMK0cXouJfbiXLju9c/hwm1HaJL8tAgGGRwwXwYWPLqJzEBEFgeROPgMPmu0i9pIHKSeUix9kgJYJC2PZjCQWQW0bhETmQxr2RAqIB2JFPezlGjZGQprQjAzfNgrrdLRtnyelsuSHBQHHunnAgHXv3CqDQO4RxhMb0J80McHoR3UsTE4bQs1TZoBcjJQo5AlRmBEmN5ypcpJqgyhfhQpHFbTlZBgiGbQzGTGBCnpSpzRnLkG8B2qzxMrMdntfNg2xepHah+wMKlPL3EzhJIdMUZKjS8qFlbnWfKY6RYZzsfRpJ9WWlp5bLvVhqyslcj10zVcn+tzlI2OuJZcFmOTswJ/TgRdfLn9OI2elswNjHai+2R5jXsNWt8Tz8towvGY09JFyeNx56tkk1IHn/yzmM6R34f0MmT0T57N8q/OmmYaHNAewnbG98W8lHdfnxAPL7D+c6/IDYdSwMYdTy3Yd3JKfGHuBeQjsQZm4EVve3VryjowhqdJwxlGSoE6p1x+NkfyUyl+cVCIzlyII88KpTv6ppVLCt4Ytckpr8ASRDZF4wuSGTaEabFS8JqlS7J0HQwDaG9GkVW2eJxYMLCgX987pD8DAipyzxXhjJYixeKmfkDIl43h9ZDHylDYnHu0IKcQhlcejMetBXGaySo4UZnAyfOappPljXQyVvWjei69/7IZiMdLfObJqJCPHBziOIGc/7N9lIi166gB4O15Q2xLlosTEBYB6Q/+xpkrbyrwlq9wia2saRn7IyzjHm6UwlNOJDGkCaC5F8KCpvgEYrgxzNTYiRVfQIWgUkS8YChQWl+xVUs0H6mhd2VVsNDsiRvxSKUrR57COo4V39Iy/UXMTWJffqLSlTa+t7ZS8qQNzma/egXnFfPUjNPP7wR144BGo9Xjr8cA+VvYDD1Rjlies/J4tH85aenXS2en38cZse7vZSpJTXMkn2Vkqxmg67q3edAjCPKEqRsUGh5tROGd6D0OHq6X89SHO+Fcln8UdzFk3OWgMwIvgtqQsZq6E+ZbtnAVViMQmymJVYU28jy85NUIyHQJUKeQq9w7yq/SnVSO1cAqDIRZ4BbZAtCSYMKdNdh1z5evelz0vL4veop3853Riu8BfziPco3mVERjHMOkW+OHccaQwJEZ4QRpKlZs6BPmmOcoG0TOTpzb2EWpksCSCbIqAkJpkGvHu2GQ1dCxOiMcOULT6yEKjnpzNNCAf4ZSzYokNoJZzyfgMc0OIQJMAce3AdxHy2eqGveGqts0w0OowLbGB5U8LyDSMk4cHoamHnOoCRFlIyJTn5SphKO9DK3Zt3V6rttry5ldjtTSpco0ZBlIPNvTKQsqcYdZwTqJSX3JiJYsI1Z3KFRtmNCDUqht4ZkwIF8UNEWeI2YHZAeuAXFvGTDw7MDvwpg7wC5PQWs63hO+WnUwC5hiS5OWbCvqBVy8nz7gyPRCPAHTL8I4/HXVPfqxON/Dw9MxSI33kO9+pNWLyp7yGjEfyHQqUG8k5kQv2aBjLkyIx7drnTrsFJjVM/xwspspKTmWn506QjZgCgixAQq4SV5QqOk4nj8LmBDrpzyW/Kegm4zZ52U8L958HMU4jjK3hVUnvFLN4sjFDhsfiyJh2ACTNHFfmC+CfTUHaHYNRM//zHpnzOZJlBw+e7UqyOqWen++sJUv2qcRYKSELwjQJmWifbBszQ4LeMPYjbLXquZUfS5KF1WX4gVuXHU/KALIMZQTwOIeTf58St776SU0/OjNk8NV1bMyARi2gGwG6gEDZqJ1r3uzO4O0q9G5Lqflu8HMq+W6dn/l+3w7Mq+b7HruZ+TfsAL/KCUz9gUl+ysxf9QaDAYmN9sOcaV+J48pGGN5ZVEw48Y7iMWEk84JJ4ozC+4tyaM6Kx0N5Ly0bovqzc4gR36nojzyPM6LhWXhNVGaBthAl4DmTuGEKpautpBo5lX21eVO0JSjJGxMwjO2NHiSFgmQiV4GULlOmWJqP8ymEUjpnbqMkHQm0rzFlAqYQppxMRYxaieylTunSfHInOhAaGO9DcJVbh0xg7hg83Qh3xMpiMHVCJhoii1TIEMQzEsqBxRDaFTdSFXVmiFvXKcTF6GVOOcGNbQXEBIvgO8xIbjvuL1BptQgsX37AUnl9ApI3oE0HGv3gL5N0rD9JzDpOLB0PGTtFOOF7yfTKGo3Gu5bsUkIdp9iYhp669vrp51e06bg2xPeIjnsbz1eY1hnm39Q5HXNLxUXRJGYHZgfKDtTXVamd3OzA7MBLOsBNDoeNDicPebbE8QPRqedvC7uL99b0Jx5dvKySvoyVD0JBxxO+6WlEhIfgB3qj2elM1fOQ5fV8MI3wrrso+4JzZqgbh2UiaQwtAHNOg62HLF0Lu3wWrHDM5F3fpMAeR2T0eolsRWARDAp/4w1ebdGlIKO8Bn/izEbLa/cm318OmrKY0h/qUrDDwVbrA4HEdIY9CaD7xrljtV33i0vYL0JIU0nOBJw7lAuSidzngM+XPTgm/GnCxY3huErxBYPFMVy4Vrg6we1+xGHX4rwSx+TJw5CXdVzD+Qxv8UCZ+MrbhootrZtQ85XrptCNoHLosR0/5ttzqeVma7jWNwunUajRUjBMVRfW5kZ+07ybT9N6K4z+TIxAkxpT9okQc2QOlltNkx+B3H/E/kmbLPd6ZfKE1gqZW0s9ZbMDswPoQO/6gWqO2YHZgec6cHB5PRCdkBCo8+PZZ/7zK/Y8DurN3cI3dEDQ6GutboilrR8+F4YWwebayB/+NcKJPNXh68xsGEEyYmcMRNCY4ttD0CVeuiBTUJ1CfUfRbGI1pM1/eDQ4xhoDv4dgixG2Q9QQ+0BKZHOeAbuWVNCktiTxVYrJ5L41H3RJnFEkf3Na3W9WhEKU4/WhMrpD7KAOYNXQkloD1GUkMLUEkGEYZ/5BLMh0wvzAab8+6S9uPnpvRX8w3tsEPSF5BLf3r20menY498Am0IrNcxBbo4aEqyTwstXjG3YiGklEDDkxc+IngIdIankixt2uN5TVSomlUm64pskfQXncSm7f90VF9RaVi8sqffuF1cvqCfmJ/kXTSDyxrrlaL403vLfGns78Pw/3svv/7J1/qGVXlefXuS+haWRAQghFQVEURVEURVEURRFCUYQQUoQgEiIiCRIioogikUHpQQxKS8RBsYe0tKJBG9sBW9G2u+lR7B5tf/+M3RptbTsaK6bb6Wm7YWD+G3PffL9r733OPj/vuT/fve99y732Xnvttdde+3POve+cXS9ln/3gMtXKIrC7BPR52t1rp8x3kQB/VvsDkPn72z5eMlaxjZU/Rs3z/MgNwD99mUD1FwmaO4UM8oGsv77nfWSVEszXXlCvh0LsBeOsdtp+jXtR6612pRCNFHIJ1nE15832zH9xps873D6hNn6e/PPFPqVvVt3ezqZtqc/o7nFFSns0t3bpuQ2z2aVATf8Qrn9hsO9QOJiExvHCWfRObYhb9jgUpMMUBra5LpZKjrcOxQAlbH9/qXj55JRZavOxYX3EDE+2ytU1VhQPXirem7sakUKKWf/k1HvJZ2aL/aCUbsze+1RK6zxKtgGoIatQzxOl7rvs/BDN9xVU1PUeDKPKYrNGhZ7TaVYms8bby/G/KKd1YsZmhIy4LvOnMWLdbXPp22QPnx5z3676ovf5u32hST5TlQiIwIoJzPmRX/HqCicCR5WA/yD0qiKw8MNtFWJVGp6R5z8+SJNq//1191cMd04J+VYaX7zw7lX+BTYPyBg2+C1Xp0xSu1y0g5kdSLEmmTyHLbp58rTWoPdeP7y5o/D2wZkJfyeCi5MV2yB9c3nwGDxSXZ8XrI3ZmUtQWScJMzyZqM5qmDt9qghTS/9JG3dT/UYQPei5vJSRXPFq+aAHFmGZbwoQ9u3zczS1fer7+zhOZJ/Ssakec4dnj2lMvo17ricSzZ4yFUot92USLawoCkSkoPGS626oqphu+Y/tx37lsKCG/ZgNzR3IaWja6LEUP7WjJ3Y48kp1mKOp62p1Y2zn4pcqxhnddAcfPX0nHPeWy7J1xVqG5eJr9ioJHIUbepW8FOuoEtAn5aheee17KwjMfK4dm2XXU+PYuSvwK6yoR1nkmyU+VE39rRkvX0vDSVBSbqmtp7o9vQhgREKjPNN2E4Ysbhqy+K8lLHK5snAHqEYSL/jRIfJAP53mpBMVWNslh4I5bYeGpYsQ5qE0HGO3dyCOdzX5HHwKYpeHQJQp9/NCsFOldEVxW+d/XhcD4ljDfbxKNnQyFb1aGRiq+a21s6bg3Rzx/cPvIXwHhTuFNaU/ieHRjnlFhw2mSfounaCTSq4nW7PlRcK9v59ynjehWj61TsqouSL6XYuEZEMNlwUKt8Jpoe1ag6PzyzI5jVttkRXCLi19Ln27sHnbWLXL1nCJX+lN61b0sautyCMlsZp8xkTBfVH7i7GUgdqVE1jysG/l+SigCGwpAXwrbWlmSksEDiUB/j1+3Jg/N1RPdJUWxxdslo1Tf/SfJ4l85mSh59CU+xQvMfOs3PRNcZr29OvkTfv8/XyvnD30VTo0xrkLCO+dvk3OCBcyD7W7riE9jztntYc7Zm9gDocm8GHrMvEaFQ5F+LKON3kekngPOgZQCImwoOZz2a0J/YxRalbvlOt4r12l8O2RXkvflJT71A+00MM+fE9ojYc/HpGz3M0/pAAAEABJREFUKT35us+IKoTodZwx3DtvNwbCRSXbZr5E7XtHFe6Kpsfi/WLgKKWMWkCjdPiGrDHeupf7M+UIhbP6xRdsDXdbW25rMAB+jFpp0bBwk3aDtgK5WLRl5+ertjbYMuTeLb28tv5rV0ys6LhzWtPqBk6rW9bWq3ZXaf2LFRhichSoGy4rWRVBUFae+TpirjLJMVd3lesplgiIwHwEtv07ZL7dyFsEtpxA+qGIVzv8fV/56LZk1quKw4etBVMpp5aKB+Jfeo3/kgEdFOPhT9pSas083sJVmRaU8QktvNzKJ5KLH0+4UoWfiw/27jPROoPacYqPHFS1N+/Cnn+cVCKJijcEQwk+E2cXdK99yCvDB9FN1vSJ1tU1/NTPiOa5IxOcQkx54JMLbUkGwsQQ8IiaN14hMMx5iebcdDT0fOOVDrzYPvr7U9wW+7WvIgwsV/CxKwNARwndUgld1qUpv8850CNTv5WnuIOpUIJjpYV+d12uZkVBndL27La2/UrLyNxL/5aC7HEdcCFQoLfGlzHMvRvLz9yW3lpf6rj1+obmt68ty/lT6Zgxa6v92fePdCyzMtOsfFe20IKBVprfShGHzEK94OY0TQREYOUEVvoxX3l2CigCJYHDqYQH9wUebheYMopgQS+voKQWaqPkIyEVWOK3yQR/ExnUUDemdnT5es6XFw6Fdh+vMobH/iC0LyFIDWWJAI19sEtZIuLqpgb6oR4ZNcGI7dZsxdOf2J63ocr1YMFjZJYwerhTUOPNHWcl8d/+wT2Efu23OzBnArG4Z4/l0+CL+4zvmejCPBdJ+BvW92ZmFeLPdAt7iPn/NrbcSxKPAPuolXsW7TF76KNTdVEINq95KzRlWTi8/yiNOMnk68Yx3q5UJ37jQksGqGXxCV4Z72HcymGIeQdtRo2VUfi5YFM6Z53yTMgVeGRj6NVKPcXMsT5Qm9PqhO3UzaP3E6dlS0dLfzOY2zyB+peYOcI9U8oLOHNGr0PaTmp7HTsG5pnj6XqMSvPu2Grea5qfwM1cY56dzAzW4dC15y7bhu6fjgxH/2CqzV03t9pinZ2FM2g/LHTGl1EERCAQWPizFqZvsNZSInAYCPAZgS9vOPlBwTscnoJQjL/1gv3xGbvg0zj0dRcuW1ujqPXQaXnAFoqPeBX6rAvkPcHhD3Wb4KsFxfWeqjZMLk2/Rvzm8Nh+4Y6oUVxFnqFdtK5lPtdjaX3Frk3XPVrPNJiCAifW0xW8LiDUykqdS3/YAb+eodJcKjE6MUQVH6aoVUZ+1IKxMbG8F8JoNTfX0li9bUSqD47ohexC3XSflk/t0JB8OvTxls7R5iqrmvRn1l6NlhV9wGo59HX6c+ubsWr72AyAGDcBjqD9O3l1jPJbLte79xk8JqO/q9L1RL5eUHUHrlvDMmGVqJcOtX7VqbTgObTSJLjMWWMvKOVHYc5vuVlrNvOfMzm4z1oBLgsUbrmc5lC9Kk1dSm1Ol0Nmm8c3m3ZAav0q1Yhnnc3vaf4VPV2vDgjlkVpWoA/l5dam1kJAn5a1YFVQEegnwEcIf6HDm8a+/7Vt8A2PPKhRgmVWjQdElOBVKqE7qt6vHq371mTYJHlM2FAwHzVelDq/SLjRfE6m1/yzDpDg5QsTUTL3UsVqhkXLfl3haBQ29cGV9yZ8bUoHXjF668Am2lfa+MnhghF5whinTth6RWVTMm7BvS63hi10w42C45KwAd5AbvIKttRC9RJudK9DALd6RVcK3jy9cWOzak5qjs/Tr69S9rAHFP9NIFQo2B0M/p2RhV9lJllYqdkXDL7aBr5vVouqvP6DYTuuOiamHyPMt/XVRwOlJ272ldDjYfymM//Tsbzb86rzw5U7jNOxrcxxYAOZl6u+vlfenV2N2dTsKFvlwb+AQULdO8utuY4JGylzXMuUzxxpzuEao9fvtGgcaLr8u2wDIbZ6aH6C695Of/xdyrV/FxoRgYMgoE/PQVDXmkeWgP8T0PFlbn/6gu3jib18HMIz65iH8dXAK1fNXneyyBz23Khk9lzlECXamHuBB88JJJiqh6LaF02tEzy9dvdwKBVqt1YV10JOlaFboxtHkitbt+0DMAdWIthEKB4NqlG8s8bKESE+biHUsfjmot7bFFYURTk6MeqUSWmrlC5bNdrSmBQEpTU0ztC9Xn6Y5rG9ChFbMzA2xcEYjkpwfLOPQ5Pg11k3JmMq5hgE8zonRGNjXrSuvAn5oMZFnjbENwabt1iZKZUfN/RnF8SlU2xG7Breo24w+O1+IW/uotoxtX3/jqTGMUqusz9O+Hkz/+Sl2jr/BL/OoQ5jupS4/THKzCD80kNv1YX323DM2R7D83lHBqEfdmI83Ap7o2VJydEun+qSyTSn89uLe9/Hd1Fz7Ej317v59AEau8q8/vHJoLzdSmXsgpvy29rENgVA64jAkSKgT/yRutza7KYJ8F0trPlC2fAlYx9Ptfx/upqi3R/7sJ4/vIZoi9d8sp4xe5+vPe7HitI1IbcPJ8gXVX7hUFKkSXw4Sn3nlYfEQIrq+aDfGIYlKxyElL6JLWyZ1xIP2AUyThnFncTGxv7hrUBx/7FPk+HlwHBNgrYfzgDwZuRba4VJOfoiZTXx18+JpQaaGXaEqqOE0f5xTGmtC1tZ0vzSsKAyuAhiTu0FXFF+roLA5CXOi42bvCpQU9B4AUFwRAj04IzicNnCEuxQUh/q7NKzd7/BZ8/mml3L0VYKlHo4GBgaDe8RNAxDS104AAsbCp32WcG2utKz/2UWSMnOGcO/Y+ZNB2D3cU/s4/MWlsM9EpSl6vyuWypQ5+RpyDZ954Ve5cktUCrLOI1JU9y7VLw3u+oA79dx1kw6QXANzHJfbKAjhaap2WeEkAlGoKCmaSHB9IXmjZ6EbY/2HXJcKNGFJg1l0RjD9WtYBrvLXKjen2uDK2pw4wRWdcNvPHEtKAI7TWDd3/Y7DUfJi8A6CPDH3RQPtvt4yZjiYd1fMtCGtfDEgxL0g6vTYxpzS3ozG085DcacG/9FVH0KNz74UEYHCoKiUAsBYnA/tQiWTdatL0mkw8OskANHKaE3pua+KHXf3FLpfk7kFb1hBxe+14VDw/36azvH6DZDQu4x59jMmDL/MFINk9oLcIhSH2/7hfHK07BbfGSCuVnDbYrBKT5XfnhDSLA13TpXgR+KOVMoKD7NW6+8W1UehBWlMs/UWrE4H+IXxI8pZoZoOzSDZv1Mbc+DBbyAFAoKfPfJDGqtwB76vLkoobfqGhQQMtRQ6iXrpXSYemZ2dfZsw0EhXUOUafm5wp0VTBysi2/Zq7q9+V1EF/9ChBu+H6w5bvzTQbj1hclA9KUUVsR7wxBveH9xAyUYxsF8w58CMlToynG0IUMo2b1QYG0OB+FY0FJdJKVshzO1GcNlmFLhmklKoyu0ulKr2hnVhudPoD59S3uT8jpN6hm27rH68Hp78b5Mi7CbJNlmtY3tzHKfNc7lc59mPx9r6XM5t2Z3G1a8v+5FZlm3IolZSWpcBERghQT0qV8hTIUSgVEE8JDO5wg//OELK55iUcLUWc+uwWslNddM7yy1gDGHcgyOKHglCK8HzD2M0YqZ6BR4+AzPmYVB9X8Dmn54tbL2n+6vHfdHSLZhJcxEH7UXRPZ2sYqBKIvNnmBTfEWfZNPTu5nbvEqDeSfX0/i87TS8pwNM0OI+wN1wVXBygYC0UaB2lJBFIlj49eF+rPwTPMruGAX5dLnRTOkas7CT7qHMyndz/lYPTTOFzohLNlP/bDVWz7bmI6icFNoytrP0CDCxRYOYrINkzq6yoh9beMQGWlXydbvGK88ZWhao5tkRtMPEKe0IwXGK+2da22e3N63rknZuXSt1ePG7k0J3fvl0uHCoKfF2cbPfLwEF+kHZDw36LH6ngJLhYxZ0Wruk+nQVVhRNjzS3/GaDT3IKbS19migIw++ZciwqscFoXymsyIaKorCiKAyVobbyD9JCwd6wPxrZYduSMKtEAwUFXrAzQWh5TjT594sbWVHg1FdCsPpoyoVtEnoknW24MrRWgs+yD8Ey9XEoKL4ExqCiIG/UqfhY6qBN86GipNx9R+gvV/ZSuFoYZIDS+ijWfEZ0GJsywrXtsvBEhGLyaHpL33iddHN6uEqsU26pbXpm/eSS2mwoqH25hNH11r1JrXfZuaOT+dyTNEEERGCHCOzKt9EOIVWqIjBEID58xCZ4Dj8EBR+rP7jbBv+MfhYIjvXH5Dm+YsAExSy91GGL+2aoZ5Rx+GYEWWx4eHfDo2NX9BfW5AxAOOMAo/hqk/ae2uyFJ01JrWfjVbQkPbXRPF/DyUmQVjbZ80zJI+9sqO5YG6h3fLpXjQBckq6x9VEuSKGdgjEUalHC/WlkhBdBnxNHzN+8AJFGCn18jB2Kd1BN3RNKVjhOCaZqTWgowTqyrsIs9HsKYXrcB5aslq807pV+lHKblYJZ21gidyQ99Vz3q+sAW8p4wpOH1IntlJ6ZD81+S9HOjre5A2fsYxUIULoL7pfQsi7Cd3FBvZLkWlkaDtWAhQBlkykW/0yCCw9toqXdTEoTb/spvje5i2YeRYjkvoXXPVU+kTrF52azuEDPdIt3bMiqMHapUxxx1zwfbAz4ZsJdOoU+5ZVI/GuuSBClZkod+rskQ2jL9Gvr0koJPmupww0XQ9cWj7awX9Y05B4F9m8uHJlHinmcjdeLE/znNxJAYRcyzS5fxakah0sqHMZ9mLp5m6K4S9wP9dyHMSm5ra43Z9RHy14zSM4/hUhtOamtpJzLkWZcDLTDtC1w6y9zuvcHWmKkY19LROueuvA+Zyc326M7JVlF4CgT0OfmKF/9ndj7YU0SPw1RFnuwI5O+J1+OrUiKOeIk30W+UZyDV1gwtnx4R291hQlSQsRF0gwzU80IlNRPLW1xD/7YnPQ0vmib4rBNj6W8BygpZq4nW70t/IWOtoIVnvlD6525K+41m+SpwcbWzcyz7LhlkSo9u1eRKs0RMyhfFGFGMYNOkwvS8ZZVrrPvEpixzqeVcd0nVdxP1LEQX059LeieYxagc6k4FQmW2hiFsfylrOaMRWt9dKIpNjDEwgCuBsXHWXm+UFB8OFXBLfW2r83yDWrjHu44BKptwid5VTPXOrwhIDgCsviuav6fCKZOzXmggxhp1LP0Kln623QJ2E7K325iL86hSkE3NtBQsvX4US9Ywdxf8gnBixZK6KEuIKnExUiPKiUN4cvErMw1WeGxBx0N6lhqnWhrNlgBxXF7Ml6V14JKtDQnln1OLzuupBntER8eqvKUXfdqaEZ7zL8konkybv44rxizMJvMvN7Rd2YzgQcFzUKlgzFM4RsUiseM1yMuExsfqarKmmal7+aynwzVpKhVHtGQeXKMQmZplG21Hnu5hBHUHdcuRKI39lR1aIhSoMVc1GWJfrEpzUmp29mjYJRhKFBrxb/Pa5bxHZ8b4zulfdxLI6ZPh3wGB4cmLqAeYPEAABAASURBVDjWBWXBUJomAkeAwPZ/Yo7ARdAWjw4B/khMgkcFvFQclr3zAcdqj5/jv1xIxPAntOTiGhVYly1FEXJLycXesmE3Pp8Pz84lW7kL0UL7G32xRjtWWTaTrkbm0Brr1mKmDlsKw6aW8yjW+UDL517/T36SO6dS+CLrLedS2IHQD5N4LV5A68IHZuoY7i1ZiF6fbCC4o+bLhkt3/tmUEQ41763oYIdz5hHueODumDdnNF7LRhQe6tHM60vhObSv6FV0Lvb9q6SI3b6mnJs5tOckS8G7yEKVJqQx9nv21mku/NzEmCVCoFCz/j/7GKKgYfHEU3+/c265LINzTpRgL8J/YhrvW2v8CT4NY6Pr12C6Dxz72At7dNhnVQnzrHplnsk7G8rURoxsBIv5eW5uyvUxeef+s3TiCT6405j0QGrBr3F7JCPaZm7NPlx6ChZGKQfjxNiUZl+ZB1gUt8IDxdWyygJlajlMhXYK9YbkZv/6rd1bHKU0Ji3R9Wj+RZI2MvGfEak3b2iPNzCpHKdCgW9sHC+6odDIvLwNpvE1J0Xv3o1kPnDF3Ycaxc1e1fPBUIfBrf1VjNPhMMUnujL3+1U+0o4sAW18rQR6vyLWuqqCi8BRJVD7eRc6I5775qdVe3haYPrC89NXSmrHrc3nHXr6yzgrf7gnGQpHlpRyP6WyXMDe7YVrulzwjtlZ2EBkn+8rHY7BNHqXvfsIcfrrronJltr+2eNGZsXJoMwI2PWfBlVTGnGwLApeYlknr6RP8ZI4NR78TF+ATsHNm0egTkkzyzaFKA0DCn0hKANO3UOLzOmOtF3WfF/Vy3OeYyf13GGczg8YQ7GNMzI1WhZt8MlEGZqdhvP9dvszyWwE3X1/uYrZpkA8AKdOydxHqZyD+c67llBcozdIcN5rjQf7hK/aQW15uAF7CS3WoU6BAT3U5rusK95DlTygdpUYpzXUZ4+OQ6lGl1HNXs0rRA1L47sEu5pCst25N38U0ofihs6KFyoMhKhVP1gH6slwZIs/aaZoBz0HBsNQqPNMJuWx3bh82xHyaH16e1b+D8Cn/aXZ9Kakft5O8o7r3Z7JOvXr6Y6844OCOo1DnV06nJt5THFtUiD/rKZOb8uglF6HEJEuufS794xgcigd4xjosOamSm/uuBqRJgIisBgBfaoW46ZZIrA4Abww+mQ+q/Kwo+y4sjXVuEeykK77jnvyCBNiPcUTcfpLxfA4sO8PHo6GPlTYLinMj+J/s7jkt157mwgYkl8yy8b0BKZhJiD85bhlz5aZB3eZdaPK9Cix64/dyDp1e9t8Tq9T10A2kSqFeXe5zrLt4R6hT3e+6dE33Df0a4LpngfP5r3Fm6PXGetgE/wNkRd46EPB55h9HgThVMhKQehmqYet95q+oV/5lPcblMoavFgjLTYuXeM+0KjyOY2h7e5yg5SYZVCbFzIOzmj6GeQjXbG7P2MzliuH55k9qb02liHaCu5Fz5QVpe0xztIxd558fZFwUVxdTbWPr7qOxBYOvvIEF86kNTG/9ZqDNQRdV2XF+9qLCQzlFF3ypnSHUmUUkse3KH4MYMC77T1gBKHKWdBpcWfoyxVG8u/oFMYN+NpO/UbLXBsmw98KtEylgfGQKpvSVioYwM6r1XIv6kFYc0pqqbtkhkAn1D7WrOCbj+Z67oqvDM8ot83UEXumT6/DUpN7o+Ki1MbSbVszqiMCItAi0Pfd0HKUQQREYIUE4s9CPhaUUWud0rqQUiw0qzlpjih4eS69oTcjeb/8tombd2NXBRD8a88xj/1w9dOMrjDrtvl+vJprJc6g1Ce1LT7eOgTihik+akAUlf6Gr09p1GfyQvlyXqWhDbWrWjN/PE86231/qK3dYeWSk8HX6dItevEB2YOhch3tC7gefugz/S3eJab2WwygGP9GmWtieGmOKQ9vcehjyKf8DSY3colSYWcBYbaGHbWnLhM5RG3HrCzjoydPRwAGLIYPe7Jb+tMypIHl2v0ZHy7/LM2zRDGPM3y5L0rYOAwdBcBR4nWkxqwg/v3Z4b8pk+fNxUqFnTmEe5nOuAJzhEuuzXSa/eTX2849oTfS+gZwo41Kc5TT+tIcdXWZI/azhix4h1Xf11xn0UUQCcVG7ae5hk9sGmO/MdboRqfQYAwFer6PXMdQVwmTukYsfKkMOXRPq1nL6UlJbeVVWpBu+K7nGDpshr77fFyVCIjAogTSp2zR+ZonAiIwF4H0426Kn694UJ/zoaHvUYiR5kpjyLlvkaE55Vic7D/J09cLW0rpNKwAke8nVt4Mz9jwaHMvSHieDPbgTEFj8zzgcBmKz2NFMuk1lXqwUaOwVxOkXdQMi3cQanAy0+TByKATB+nIFp8GbxpViam0lxNKS1CadvY7KQT3Wp3vJtf5DIzPKUMhP+4HPT/4mf4WGgzhMAg6xjFQi8pOO39aKZPuK8/lKe4SfPyjhH5qoW6kpDQ2slhzES5Om7fg4C0NlFl3sV8wOi4s/qlCmLWeo/Ruoz5Qbr1UeraF231/6pmHnyroB89SCd2+Gss2PQscuPW599lnpdk3r7IDPDrpl2OxJfTWVZgtZV3x54iL7xP3Li9Cqbh53mpLdjVv2gfkH+65zS++6quU7yPXN7+ztOKoLIABJU1RKwIisAEC+sxtALKWEIEmgfRo5y8Y6KCEh/am45g+J4/x6/RpTy4afs1+YzjrwtMLXtho7f126RnAk0J6BrYajXaODD9ekJQ7N1s3LlT17GChWH2TgANDrHnAABWFPTQodSa00+L3k7NjD261EvY/8Ze6iaUTCGg1r8U7zMJwDhJaj9Ot+lBZwaf8m1joyY5IlcoDlqwXVDpH8QZ79huIneAxWBdh1JsGBA+DNfmfd7n8v6m98MJvrTz4wVQe/qBBwXqYgBops06CIZYY2xuvaIzS7LsZnx+c9nAo/OZP6JtfMOruVFVcruqtSOPqqwjViNPozrvCrOnVJ2XeyA3/jCnuqtpgUest1hncBxYo/DMaYw86Rx985qcQ7/FLALKf+m5coioKn8w0KN4ZW809IXyESvzpFGjsejP9wl7oNja1MGOsNyPPllq0crP5vOZdl4916LWAHeO9poGJ/qXcmVxvtO6BVcQYyLN70Q1bZ12vcBdtOKkjtNy23x9H6FJoqztDQJ+anblUSvSwECgfh0ql2hkfE4r84b8aOhAtPvuPWLuw3rT3bI4/eI3hy8t0H68vy77CxIcypGZMzlvbyB9/dl7VSs37pO+lKG53VcvOjOM/PbyqXBu5NrqVX6lFDzaU0l5X6qvUHXH2Aue6DYZY+uxxmI0HZ0WBwafs4yAr6PwHnyk88KkJh7G426Ab/10gtGhQs3ggKmZ7jB0k1MHcrDlW2nAIRD02/s9PBL3mRRdIthZ6ZelyjYM9M+LoFjSt3FuGNSQ5xbFfCLuPbyArJdjWUY//jp29+hT58rr6VwGqfXyXwrT8NphkMXt9v0n9oLLty7za1h5LzRkb8U30+MJc3RljkjRkyBkFZm5b4cYpyCs20EaUbC9J5RZHzDTQGOW2Cqe4p9ggIq8tmlaJyaNBqY+2DPXh7e3tbOLbi1SZiYAILExA30gLo9PE9RI4nNHxvtjeWNE2zbL0PTbNmreu8bSFScfD5JgvmSleuyghPzwernCDKbcQe701D34oq18FTDxoRYld/icf1btRA1qjO6kcOXUNkl3plC5W4b+Pg8sLLSuZa2aFmk1Ez0vum+s+yCowCXXo5+vxgMbckMUevClCJM57AfPYlsJ+XCKcELEDwQc7RA81LGUpPxPIHcX8JZkKpfSqFJonOOnhPLaYgClurZxmaXO6zwq3feNFxzeNLflnUrukDMbzE7aLSlGbWBjPUZKJlyjprdYHWRWtoboh3G+4/XCLQ2fCED/4iY78GqCwGw61qI0XZkAxC3U/+Dhu8Q/u4agt33ADlBV8h5Hq8gmtKgKuGUJNsa+godNbHEDvqO+r79/f6511AANxo7GZKwHf4+gZs7yHMugb67OPTmpzjjuU6uagaCUREIFEYNY3ZPLbfKsVReCQEuCHrsDD8QQPa0VR+MvdBK0t/Gf4wXD+sI0H+YEA5TNGPoUbpAzMS0NNN3/RxqC/qHBbFPSXLsgPxQDbmmsuHXsNEbtymuLwgYVj/ktA5T+OAUh46aO9UzBseMHoHFvW6DBZUSyl14rquTetYUrTWu8nn9SWNxwUlurXbXwe1/GXYewXw27zKnZi46+yHtIrePgkjKKdci5ai63fk+ijWH2DaXJldh84NdKa8w6JcVOzh/zKEo1lv0spuowdNuw3s/qsMeGzObPUWeHqGTSjcTalaV9zH0lNcQ1x+bGQf3jQxuKQot5sGq7N4cX7k+77B3lWMT1j48GPp4EKpRqG5t+p3qJae1n2ujH7sKdVpupZ8Wft0HVsLuiTojHXo2mZpnYJEYi7RrNYqeXGDmWxUJua1dz/ptbd1Dq1K+AdVCjrWX9JmmvLa8ndlnnN86Fdck1NP1gCWn0jBMqP1kZW0yIicNQJxE8c/2a/KPBgP4EYfrDxoXSL2Hg6SGt8SgVeUjAB+0OBztrG/8mfXUp9qcfhuDZyihqbeo+WFUjnVstNjF8A90KvcwwXG7hNw/sptLKsAlcZbIzSufFyYjgMKbvdSkeI6jeoGoPoomRxAg3+51n+qxuhW40zAQpe5mtDHqT7TnCq5Ih55cGPz59iCUahYAnGoEBNhf7UowfVtjTmBAfOoLAHB5So2WSP3w8QtrDzFqFwfCWCfa4kzsqDYLOIWdVBgykr3dcwc1hQxQ2AYviEpXPVdHiyYMD2tIHU86Gia9vtaMGSkvWDYW4gZF1pwW3uupbQ3LMXn8DEOTu11EdLnnQ2qceceYxQVxKkvk76+GOvSa07LNib5/6ZcwnmWX1Xd0weXJuzO+YMmgYDDs7MBxdZOZ8/t76atOdaduN7nCu72c5zebT4tgxzhZOzCBwVAvqkHJUrrX1uBQF+4CZ4g7tpsmd7e1Fuuslo80OXrciyKwk8mUbzJLatBs/FYSzUYTzXg6W3Lp9aqrX4EmY8ILPF/iCl9sRonCOzdgzkhNfytr3cQz7UacwdDCdmoe9JeRX6qNuzcz5wGCwN3yI4T9BOsIfQW2XNgxLzIxPWldTXmJTdSht8mUiAonvFJGh5XYaGEuxQWFJnis2zHyUQ2scBDzQU7AD5x8E0B118bA0fVGQSkmBd3gOZXzk5t/ms2gxEjKXmF2z8PsBisROaso+u54J23lIuVSrzRli/PyntdSxDOzAGDOy4FB2e85j6QYQR3BC1cEusN2JqWC04hrpanNutekELOeKOheJz0XLEdSou9Z6bRlTL/DxirpSwTKWF/qw6bMJrHGZ1Zd9kMyui3zfuNPdMn7XeyneKJWIbGxhGl7CrUFu12dHzN+EYtsWrSRlcMQ4W2ElhW/UnbGLOlLZsD4PZz/tZHQynxAD8AAAQAElEQVS25sF6rhPbw4/nSceaXbYON5lE4IgR0CfjiF1wbfegCUxsggOfvZtvMspNN99sN920Z5NlnrZXvKX0uJLaMeEnpRNmVR38QC4HoGQD6JUl/+9l8GyIUg7ZsocUSIcxvJmk9VNrS/7B0+DcoTAnrsqpTYlDg43/0gYhQabpb/07Z8DB7aklBa5II3W2a5K0zdR2LpNyqQbLQ6CeeT1mBMBLMOpQ0n5Dz3mVpzLBVqsRlD5oDMdAOAjCKAwoVCAszBWfXYPgPuIBDQVdDlpqqywYjUOYh+Lje8ktGTCe3FILUyoT+mOtPUxGg5ojE1QUNF2Fjl32kbZJXGWk+yi3gWx755f3AT1qAWodjq5P6rfRUusUmE1BY+O+0kpvm/nH7x1UKGXKpTJz9jgH/HxKGa39CkybKY3YTEqOU3Od/VJ6B0qPzSq4YJ0Ljthv57zKWF2jSqtGZ2gLTJkRcQuH+9gPp1qfNXSd6p5HAukwujWN8icW6Hb+3Ntb05oKKwKHgwA+OYdjI9qFCGwjgernUvxhhE/cTTDedNPNdvPNe3bTHgQHQhO+7R3ABorBNTlKqZzqvcpueEEwy0axTxSb+af2phd+XwRv4UbxxytWlFagbK3WWMNQc02d1Oa+ozLOJ7T1CR/8KO0hGzqEiO71DFKc1NIp19kfkq49DvkvN1ZlVmkzI9Zca51RU8OMUPuEcGrjarPKvBpDPLbBTTalYKiMEWaka4KPrR9oTm6aoK0LZoWC+5nRQifV8IXqcVhBUJIFbb2EMdqi5g2qvRCHI23BeNs4bAnbG/aZOTqw7sBQf9iJWWOQYShrOJtqrFR19/kFBOG/qVNZV6MV+fekhyy8LivfLHrRzPsOvd7il7Gspv7vABly750w5wDToIS0XeuM0D/S6Z4ZPfmyz175ESyt45VJSHTGhJDtZIbXRoe58YWvW7WfoG0oc8955FrRF9+yYULsh85QnV+lXB+aMzSGL+mh4XWM1dKudZZcrQFxVVvrS7HPPmsXjTRnuc877j8ZZ31RzhtU/iJwyAks+nE+5Fi0PRFYDwH/wOEHFQ+B9vZuxgHQTbaHQ6DJpPDH1gLLJnGDPxCGRybWFLhsoDCLtEzQQ51s7dbHscEJEg8/kNs+XZb6s0HaIdpQMMUjo52zYH41oxh4f0T8iY37U/rVgo+YW9+ljTgMmh10OIfhUUTHtlGjlJuC3lWauec+mDuBdNLtnkfvPEKTRX2s7V0fz2d3r1emlkJ5OwlXAFNQjB+zfVjw+oyaWk4PdzP2OHG5qX74UwbPsmJASjTtxdbgO3EpDT0KvPaQJEpwmNheUDZUFxtap2+ZcuOVg5u8gi21UFdc+O84ZZduxdEXCdfca7MfYvp9y8TjbctfDOThFYX3dvBasC5vh6R054Bbe8EF+qbFzXBffS65PaWX20p9cLD02i4l7n+RpHouUR5qhEvuvgJ9wf0wUTwfLZ4AAyw+e6GZ2T17AKsvlLKVH+BVZ7zgdR/cBXOc2N4ELaWVO+yD8zUoAiKgT4nuARFYK4H8I7aHlSb+Arm3d5OFQyD296wokl9hhsIqNlb+afwc5UN+ObZmxXPJ1vBf+Mn6rmILRfmD2Ko/5d9KZU9F7ocJe5Wbj07NjL+Jkcz5nj0Jr+JorkdTrQnjoc4HkqWwAg8PRF9wGOkYhfqAYIpVfsw6yBRHB/VptGcW7pWSmXrVklmfRw4GPkUQNtBQKs3CDVU2VvszYsPVZmszZ3ay7XMVSntO5tQcLCeUStMD9wpMCJF+YwAqDMHsypgKHyQe+fiLMgMk8bkT4/WeoEpy897EP7thwMxbNHlhiNAP2t4MhsErzEj1BMreBOujLQuNZWdFylDMobEVLb9ImHpaRRaiPlIO9JjL8VzhzYQLwk8Ybg2/Lcw/Q/k6ttCfsRGCH2qU8QsxY4u/ATR+1io9S8ylsmh0XABMnUb6UFdYivqncWyuY/1s+T9h93PEmXGfdMZbyX46I8+ReN11JSnVQ66gN36P4z1XkNauhmhAWu6a8+cjInhBtatMlLcIHAABfWIOALqWHCJw+Mf8Q4cXu6IorCjwAwx/u1XEbbOlmFfRONCER/4Bh3UOMUcK1iiKpLADYcEP+vguxZ7VzkcIgRJGjH4c534wzdrP/TF+9K8a2jtknzZ4MSAFqhEq8syWtepPwdGq6wmUE2GnzszYmr9A4BJ6i0GmzsbKjVSWYN8LzXx1I1Mu7zJtRkfYIgj2B8ULLdbYlfEPE2dbZu+dwSpkEmo6Mg222DAa5lNZglfqo0UxHmih9f9CDjO8+EV3Lavg5LtLbRhiL2hhxaT7FrggJXNit/Qp7eHaBXtpDN2OegJOKGaoqO/tTYzCvkHnGhNPoDm5I3ZwbjqWfQ6XnS4FOQTzTM/ghnrYM8uxVAvMystwhNxzUzozonSvl0ZS2+0VrMkntcHaXTe5dHsNW1OM1MI7U9HLSjUQsqv6dAo2apng1kbxTw6t/ps/VBYSrkdJkyu90tJY3nI0SW7v0subrjaY782/HuC279/FFuuaOzrcNZpmYRqZLXULfB/ma2QuA+r8MwaC9Q5hq9VYrVOZZ2uL57r4TGQ1Mt+Rbgi4TFlqJ90LdyWebKntnrmj1mJE3pvZeN/V3JtgBD+HDT+D9yD+c9l/V3YyIne5iIAIbN8nRddEBA4ZgQl+UCV58YtvsXPnLtg9d1+3Rx99s334w39sf/2FL9tTT/3Inv3Fr+2ZZ/7ZfvIPN+xHP/y5Pf3DX9jTP4CwfRrtj35hP3z65/aDp5+xH/7o5/ajnzxrP/npL+1nzzxvzz77a7tx41/tuef+1X4Fee7G/7Lnbvzanvvlv9iv0G4GaePrpNGdOwd/tvdq7qk+AVMLKl5RMT4mBIXa6Pzig86gP30oMXzZdNnKwZYyyxtbCi95cETBfFgKM5whWlEU6LPENja0tKW5mW7nyqvSUiyunyTZ6i1GUeJ/bFUNwRY2UZmsbYiDdA4qNQp7qaXOzChJz0PRTuFYKflkNxZWWMOLQM3wTIkjHnx+efCTPsNs9ybw34OgwC2kjzdW/idE3i+TSA7BGuouWxgp6xdKDUrwn2BNamyRWWmH0ir0S8ZcT7ZZrc/xqu7ZQlcfrvfgjFKSqA8O9/ZwPUDeeNBm0IMQc7qbJv0BuGhtlL5JOECdbb/wSNP4m4j4ePnJA1vcJeZic/4pon9qY3eo6XTty5vZYtOeo1dZZPYpmWkRtTOfoUCc0Jfv0DyOYS9sViyeTUqLHcpca3DyXBPmdsZXSJyzxDXzfXkVY+1ys37m89OZ5/5M+W/79dj2/NJVqufpPVZ7e+6AH5Gh9VrVzhFQwhslwI/ORhfUYiIgApsn8DwOhIL8qz1/43/b88/9m/0z5Plf/Qb6b3Bo9O84QPoNDpJ+Yz/92a/tqb//hX3lGz+2v/7bv7e/+uvv2Z997jv2mc991z79ue/Zpz73lH3S5fv26c//nX3mCz+wj37ii/bu9/4xDrXeaS9/4DV29cp1O3/6ip07ddHOnDhvpyknL9jpTE7BduL4OTuJ9tKla3b3Pffbq179Jnv3ez5on/rsF+3z//O79rXv/NS+/Xc/t2889U/21e/8zL763Z/Z1773jH3tKcrP7evf/4V9/alfoF+Xr3//WfvG39+APGef+9LT9onPfs3e/+Rf2GOPf8Re++h77FWve5e98lWP24MPvxPClvIue+jhd9tDj1D+K1oI+y4Ye+Xj9tAr32kve/lb7fq9b7A7rr7SLl66386evdtOnbpqJ0/ebidOXrYTJy5BLkIuRDlvJ443BWPHLwzeCMNfznxBmOdBtLFUI3ij23Ae0fUAS+QzYolxLuQSPD2loDbqfX+nbxjNisYMPk1C9nAA4Ycu0FHQM/8z8RqVb3taHnRMa4c3GB8ojOcBY7DYYAaCoqSgtPsj7t6kdKcNjrXC37Dqsien7rGKGf3qPnyBoXCkLUyxbaUljaSWtm7p9GASgMOmmlX1whz2c0me1bUw0KKHj0DZQ9/1WFUv3NGQGiBBwX0SapoLVi6V5t3Kxbuhavjg4KhwE6uCPRdU7j7xOlTh7LGwkGph3uYOwS3UAUTQkS2LhcpDF6zDwtEnNCllb1kFc3dd0FwYLod5LmbptoTWUfpy7XBtmnw75efHe8btlCmWSpxZxPbQNHHP2X7aW2xbgnufPYwO1wtctDLVUhlegqNzuNI9yNjccr9cD1GWq+dJvHmThlzCN3fKIthCL9eDpaq5bpLKWmntufSuxpPWbU2j29L25eHfPZ2DpEoGuXQ6yigCItAgwE9Nw6SuCIiACIjAJgicwCHQieM4LDoW5OSxS3byOOQED5IoV3CwdIedPX+PXbr9Abv+0tfbI69/t/3e4x+3x//wr+yJP/m6ffCT37cPfvqH9qHP/tg+8Jmn7f2f+oH9t088Ze/52LfsXU9+BfK39u4Pf8ne9YEv2Nve8yl702NP2sM4ALv3gTfalWuvsItXXmrnLtxj587d5XL+3J0W5JqdP3vNLkS5iLaSq3bx7B11OQcb5ALl7FU7f+aqnT19Ow79rtgpHIqdPM494uDrWJ+ctxPHovDADPpxl3MW2gtoL9oxMDp27LIdO367HT9xzU6cusfOnHupXbj8IBi9Cnt6rd1+5xvs8p1vtEt3PmqX736z3XHv2+zOl77T7n3wPfbAq99vD73+Q/bIo0/aa978UXvdWz5ir3/LkzgYfL+9/OF3+GXnD0aKdw6k2tDqM94Lls6iGd/7jNqUNuQ9N+V+bkCVbFCbxeM3jZbOLdoDjaOMKebvQ1Bw8IAXufiPAEFrzC2yftLZJuFwrqc+WwiH0BgPaCz7w62x6+OoUp+2GcKc93la4n4xYxz+IIpbahX3lRnc26toTJO8LSI/71jsWN8fpkzpG++2M/swQs1/kw7KPi7GlHvyfPME4VtAYoGruQt9XeIAm+SXWtq2RZh4mUvaX2hDXQ7OUArDpY4+RWy3tOGHzFNr7dCtXVX9fqr36v5DY3XP0b25QtYuaMcSfcGSfWj+0FhaKsVJfbbjOdN7lTIm48XXm4RDaXwhcdfoxVDsRVWNCIhALwF9UnrRaEAEREAEROCoEbjnJW+wK1cfxKHbdTtxkodMl3DodN6O3XbObrvtLOQMDqLOGn97jb/FdubUBRx0XbKz/G03/obbifN28tg5O34b/FzOQj8H2wU/CDt98rKdOXU7/O+AXLVzp65FuYr+HXYG46dOXPD4x4+dsWO3nYKcwZqIgQPDUyev2JnT1+zsGRzYncHB3Znrds7lXjt79jrkHsjdkLsgd9oZHNyVcu5uO3f+Xrtw6QG749ojds99j9q9L3mLXb/vLXbPvTgou/ZaP0g7e+F+HKrdZ6fO3mOnIWcQlxLicw0K174ba1PusnNn78KBYZBzZ+4Ek6u+z1M40Dxx23k7fus5yFk7fgv20pBjt5y1UtwP/rddduNxcQAAEABJREFU8MPQ09jv5u7B+MqCBqV5lDCQxjwv3dE3NmXQRj89nKW29OtSmGw8zAoHIcEphCyM/wuWrM7fC3O9CD78Z9RyM4JgIA5Caxd4t4ab2Xui7aluYcVximE3iEdT2pB3sQAKzRQ3UYnCPv/LvditmmxOMLYMwTyibu5oxJRBl7DbQZfxg4tva/wac3k2aTV2ywvWipf7pPl8vadO4YTUUp9T8vBzTq3ckXhKIbW4Y8vxCcbLDhU6pYtDPReOZ8Jf48xjZUN1lTFyS+qnNozVt1vvBY811WtdCvfDHvOe4BAI++WvCKExHAbRav5vAQVNtQiIQDcB/8h0D8kqAiIgAiIgAiIgAhsgMLDEmVN34EDpGg6bcNDkB1843DqDQ66GnDuLwygcWJ2HnOPY6TvtNA7YTp64w04cu4JDtMs4WAtyCod7Z05fxWHaVfjcYTxYu3b1AXvowTfa2976PvvYR//Svvn1f7R/+PGv7dmf/4c9//z/tedu/B/75bP/Yc8+++92A+2NX/6H3bgB/cZv0Nbluef+zW5AnsXYM5Af/ORf7KtPPWv/4ys/sU9+/of20c98zz78yW/Zh/70m/bBT3zDPvKn37I/+dR37MmPf8Xe98Rn7bF3fMRe/erft+vXX2OXL91vF85fx/7vRL7XcLB2Fe1Vu3Dhbrty5SX2wMtfZ2997An76Mc/Z3/++W/bV7/7jH33R8/bt59+zr719A2Xb0OnfAftd3/0K4w/Z9+lHuU7P7yBfpQf37Bv/uBZ5PuM/dWXfmBPfuJL9q4/+LT93js+Zq970wftkdf9YcfVKqKNj5UQvpRFy+JN80V68UjVzJRnZdkKba0vzOvY4WIJh1nN67pfvro3M8Wd1DTFfhpJbTSXTWWf0uYVlVy6jF22NKc5xn1Qgj2sGHTrPMShB4Xxmi1tQfyjw4OgJGWsFDv4mVNjHByETEMbRqgHzV18fnNuHJ+zYRRKbVq2XM3e1enyRUCUbmS9MRDIQZEC9HToQ7VrjmwiIAI1Avqo1HCoIwIiIAIicBAEtKYIiMDuEHj4te+3h1/zAXvktR+0V73uQ2j/yF724ON2/SX/2W6/9rD/ptnxE1fs2PGLdht/e+7WM2gpp709hv6xW88af7Pu2G3n7bZbz9utt16w4ydutzuuvcIefPi/2Fse+4A98eRf+r8595m/+YH9+Zd/ZH+BA7TPfuWn9mdf/kfIP9lnvvyMffpLz9gn/+Zn9onP/9Q+9hdP42Dte/ZH//2bQT7+TXvio1+1937oi/b4E5+zNz32MXvl695n9z/0+3bvy95qd9/3n+1u5Hz3S95k90S5jjbIo3bPvW+wa3e92q7c/qBduHi//0bciZNX7cTJOzxX5nsC+wyCw8XyP99t6+RB/2M4kDx24podP3WXnTn/Urtw+0N2J9Z8+avfY69/68ftzY//mT32vi/YO/7wb+3tlCfYfhl6kMfQf+yJL9nbIe944ov29j/4gj369j/dmZtnf65Mi7m8xzhPxzi1fDpmpTeo1BZhZ971ikGocA9s2adM/EjG/NCG/Vy4DiW3VTpHklTWeuzKTs+qZ8b8KLnNQi5e05+C8TwkumsvWBYlLlNp0dDf8BAIueIIrN9HIyIgAi0C+Ni0bDKIgAiIwKYJaD0REAEREAEREIEFCbzq0Q/aAw8/bnfhMOnS1YftwpVX2PlLD9j5izhkuvQSuwi5dOk+uwy5dPG6XTh/p509c7udOnnRjh07Z7fectpuefEpe/GLT7rc8mL0bzkDWy5n4XcOB3eX7MTx2+0kDrJOnbrTTp++G3IP5LqdOn2vnTx1r52AnDz9UhyavczOXnjIbr/zjXbv/W+3lz30Xnvw1e+3R97wJOQjkI/aw2+AvPGP7eE3fsweev2T9gocLt7/8Huxl9+zy1dfjX283M6eu89O49DsNNY7c+qaBbmK9qqdPol9nMCh2zEcON5y1l78opP2ot89Yb/7O8fsd2++DS3lmP2nF52wW198GvmfQ/4XsffLdvrU7S6nTt2B9hoE+8E6pyAnT2JfZ+7F2vfjAPAVdvnKwzigfC0OBd9gd979Jrvr+lvsnvve6vu674F32ktf/ri99BXvspe8DAeMD7ytcSWbB0GN4QPtTtqr05RL0yONNe0j+5w+0jVzm6Tf9bEJ/hcGQqS9PbZ7waRaBERgkAA/LYMOGhSBzRDQKiIgAiIgAiIgAiIgAiJwOAjcdd+b7PLVR+zMhfvt5Jl77NiJq3brsSt2G+X4ZbRRbruMQynKFbRX7Dj6pRy7bMePXYKNchFtkGO3XYTvJfP/Y4TjmHPiDjt58pqdOXPdzmO9i5dwYHX5Ibty+yNRXoWWkvoP2xUcaF258pBdvPhyO3/+ATt79iU4ALsHB3t3RbkTLeUa2qt2Cvn3yUmMBblmPBQ8g0PBs8jlHA7uzp/HIeSFB+zihZf5WhcvvsIP1C402vPoB0E+F19mZ8/fb6fP3menwO7kaeSEg7/jJ2733yy89bYzOKjEId/v3mI3/86LbDL5HRwJ8bU2l8NxH2kXIrBqAvyUrDrmYvE0SwREQAREQAREQAREQAREQAREQARE4PAT0A4PhIAOgA4EuxYVAREQAREQAREQAREQAREQgaNLQDsXARHYPAEdAG2euVYUAREQAREQAREQAREQgaNOQPsXAREQARHYMAEdAG0YuJYTAREQAREQAREQAREgAYkIiIAIiIAIiMAmCegAaJO0tZYIiIAIiIAIiEBFQJoIiIAIiIAIiIAIiMDGCOgAaGOotZAIiIAIiECTgPoiIAIiIAIiIAIiIAIiIAKbIaADoM1w1ioiIALdBGQVAREQAREQAREQAREQAREQARHYAAEdAG0AspYYIqAxERABERABERABERABERABERABERCBdRM4+AOgde9Q8UVABERABERABERABERABERABERABA6egDI4UAI6ADpQ/FpcBERABERABERABERABERABI4OAe1UBETg4AjoAOjg2GtlERABERABERABERABEThqBLRfERABERCBAyKgA6ADAq9lRUAEREAEREAEROBoEtCuRUAEREAEREAEDoKADoAOgrrWFAEREAEREIGjTEB7FwEREAEREAEREAER2DgBHQBtHLkWFAEREAEREAEREAEREAEREAEREAEREIHNEtAB0GZ5azUREIFAQLUIiIAIiIAIiIAIiIAIiIAIiMAGCegAaIOwtVROQLoIiIAIiIAIiIAIiIAIiIAIiIAIiMCmCBzcAdCmdqh1REAEREAEREAEREAEREAEREAEREAEDo6AVt4KAjoA2orLoCREQAREQAREQAREQAREQARE4PAS0M5EQAQOnoAOgA7+GigDERABERABERABERABETjsBLQ/ERABERCBAyagA6ADvgBaXgREQAREQAREQASOBgHtUgREQAREQARE4CAJ6ADoIOlrbREQAREQARE4SgS0VxEQAREQAREQAREQgQMjoAOgA0OvhUVABETg6BHQjkVABERABERABERABERABA6GgA6ADoa7VhWBo0pA+xYBERABERABERABERABERABETgAAjoAOgDoR3tJ7V4EREAEREAEREAEREAEREAEREAERGDTBDZ/ALTpHWo9ERABERABERABERABERABERABERCBzRPQiltFQAdAW3U5lIwIiIAIiIAIiIAIiIAIiIAIHB4C2okIiMD2ENAB0PZcC2UiAiIgAiIgAiIgAiIgAoeNgPYjAiIgAiKwJQR0ALQlF0JpiIAIiIAIiIAIiMDhJKBdiYAIiIAIiIAIbAMBHQBtw1VQDiIgAiIgAiJwmAlobyIgAiIgAiIgAiIgAgdOQAdAB34JlIAIiIAIHH4C2qEIiIAIiIAIiIAIiIAIiMDBEtAB0MHy1+oicFQIaJ8iIAIiIAIiIAIiIAIiIAIiIAIHSEAHQAcI/2gtrd2KgAiIgAiIgAiIgAiIgAiIgAiIgAgcFIHNHQAd1A61rgiIgAiIgAiIgAiIgAiIgAiIgAiIwOYIaKWtJKADoK28LEpKBERABERABERABERABERABHaXgDIXARHYPgI6ANq+a6KMREAEREAEREAEREAERGDXCSh/ERABERCBLSOgA6AtuyBKRwREQAREQAREQAQOBwHtQgREQAREQAREYJsI6ABom66GchEBERABERCBw0RAexEBERABERABERABEdgaAjoA2ppLoUREQARE4PAR0I5EQAREQAREQAREQAREQAS2g4AOgLbjOigLETisBLQvERABERABERABERABERABERCBLSCgA6AtuAiHOwXtTgREQAREQAREQAREQAREQAREQARE4KAJrP8A6KB3qPVFQAREQAREQAREQAREQAREQAREQATWT0ArbDUBHQBt9eVRciIgAiIgAiIgAiIgAiIgAiKwOwSUqQiIwPYS0AHQ9l4bZSYCIiACIiACIiACIiACu0ZA+YqACIiACGwpAR0AbemFUVoiIAIiIAIiIAIisJsElLUIiIAIiIAIiMA2EtAB0DZeFeUkAiIgAiIgArtMQLmLgAiIgAiIgAiIgAhsHQEdAG3dJVFCIiACIrD7BLQDERABERABERABERABERCB7SKgA6Dtuh7KRgQOCwHtQwREQAREQAREQAREQAREQAREYIsI6ABoiy7G4UpFuxEBERABERABERABERABERABERABEdgWAus7ANqWHSoPERABERABERABERABERABERABERCB9RFQ5J0goAOgnbhMSlIEREAEREAEREAEREAEREAEtpeAMhMBEdh+AjoA2v5rpAxFQAREQAREQAREQAREYNsJKD8REAEREIEtJ6ADoC2/QEpPBERABERABERABHaDgLIUAREQAREQARHYZgI6ANrmq6PcREAEREAERGCXCChXERABERABERABERCBrSWgA6CtvTRKTAREQAR2j4AyFgEREAEREAEREAEREAER2E4COgDazuuirERgVwkobxEQAREQAREQAREQAREQAREQgS0koAOgLbwou52SshcBERABERABERABERABERABERABEdg2Aqs/ANq2HSofERABERABERABERABERABERABERCB1RNQxJ0ioAOgnbpcSlYEREAEREAEREAEREAEREAEtoeAMhEBEdgdAjoA2p1rpUxFQAREQAREQAREQAREYNsIKB8REAEREIEdIaADoB25UEpTBERABERABERABLaTgLISAREQAREQARHYBQI6ANqFq6QcRUAEREAERGCbCSg3ERABERABERABERCBrSegA6Ctv0RKUAREQAS2n4AyFAEREAEREAEREAEREAER2G4COgDa7uuj7ERgVwgoTxEQAREQAREQAREQAREQAREQgS0moAOgLb44u5WashUBERABERABERABERABERABERABEdhWAqs7ANrWHSovERABERABERABERABERABERABERCB1cfAxy0AAAJqSURBVBFQpJ0koAOgnbxsSloEREAEREAEREAEREAEREAEDo6AVhYBEdg9AjoA2r1rpoxFQAREQAREQAREQARE4KAJaH0REAEREIEdI6ADoB27YEpXBERABERABERABLaDgLIQAREQAREQARHYJQI6ANqlq6VcRUAEREAERGCbCCgXERABERABERABERCBnSGgA6CduVRKVAREQAS2j4AyEgEREAEREAEREAEREAER2A0COgDajeukLEVgWwkoLxEQAREQAREQAREQAREQAREQgR0goAOgHbhI252ishMBERABERABERABERABERABERABEdh2AssfAG37DpWfCIiACIiACIiACIiACIiACIiACIjA8gQUYacJ6ABopy+fkhcBERABERABERABERABERCBzRHQSiIgArtLQAdAu3vtlLkIiIAIiIAIiIAIiIAIbJqA1hMBERABEdhRAjoA2tELp7RFQAREQAREQARE4GAIaFUREAEREAEREIFdJKADoF28aspZBERABERABA6SgNYWAREQAREQAREQARHYOQI6ANq5S6aERUAERODgCSgDERABERABERABERABERCB3SKgA6Ddul7KVgS2hYDyEAEREAEREAEREAEREAEREAER2CECOgDaoYu1XakqGxEQAREQAREQAREQAREQAREQAREQgV0hsPgB0K7sUHmKgAiIgAiIgAiIgAiIgAiIgAiIgAgsTkAzDwUBHQAdisuoTYiACIiACIiACIiACIiACIjA+ggosgiIwO4T0AHQ7l9D7UAEREAEREAEREAEREAE1k1A8UVABERABHacwP8HAAD//5tR39EAAAAGSURBVAMAkxb+oSrSpas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8" name="AutoShape 4" descr="data:image/png;base64,iVBORw0KGgoAAAANSUhEUgAABIAAAAgACAYAAABeuEj2AAAQAElEQVR4Aey9iWLbPK+1C9H59v3f4/n3/t6pzehZps6zQFKD7aTp9DZN4HIJIAhOS7REIUqahvgEA8FAMBAMBAPBQDAQDAQDwUAwEAwEA8HAe2cg5vfBGUgWn2AgGAgGgoFgIBgIBoKBYCAYCAaCgQ/AQEwxGAgGPjIDEQD6yGc/5h4MBAPBQDAQDAQDwUAw8LEYiNkGA8FAMBAMfFgGIgD0YU99TDwYCAaCgWAgGAgGPiIDMedgIBgIBoKBYCAY+JgMRADoY573mHUwEAwEA8HAx2UgZh4MBAPBQDAQDAQDwUAw8AEZiADQBzzpMeVgIBj46AzE/IOBYCAYCAaCgWAgGAgGgoFg4KMxEAGgj3bGY77BgBgIBAPBQDAQDAQDwUAwEAwEA8FAMBAMfCgGIgD0oU73NNnQgoFgIBgIBoKBYCAYCAaCgWAgGAgGgoFg4P0z0GYYAaDGRMhgIBgIBoKBYCAYCAaCgWAgGAgGgoFg4P0xEDMKBpyBCAA5DXEIBoKBYCAYCAaCgWAgGAgGgoFg4L0yEPMKBoKBYMAsAkCxCoKBYCAYCAaCgWAgGAgGgoH3zkDMLxgIBoKBYODDMxABoA+/BIKAYCAYCAaCgWAgGPgIDMQcg4FgIBgIBoKBYOBjMxABoI99/mP2wUAwEAwEAx+HgZhpMBAMBAPBQDAQDAQDwcAHZiACQB/45MfUg4Fg4KMxEPMNBoKBYCAYCAaCgWAgGAgGgoGPykAEgD7qmY95f0wGYtbBQDAQDAQDwUAwEAwEA8FAMBAMBAMfkoEIAH2w0x7TDQaCgWAgGAgGgoFgIBgIBoKBYCAYCAaCgffPwPkMIwB0zkjkg4FgIBgIBoKBYCAYCAaCgWAgGAgGgoHfn4GYQTCwYCACQAs6IhMMBAPBQDAQDAQDwUAwEAwEA8HAe2Eg5hEMBAPBwMRABIAmLkILBoKBYCAYCAaCgWAgGAgG3hcDMZtgIBgIBoKBYKAyEAGgSkSIYCAYCAaCgWAgGAgG3iMDMadgIBgIBoKBYCAYCAbEQASAxEIgGAgGgoFgIBh4vwzEzIKBYCAYCAaCgWAgGAgGggGLAFAsgmAgGAgG3j0DMcFgIBgIBoKBYCAYCAaCgWAgGPjoDEQA6KOvgJj/x2AgZhkMBAPBQDAQDAQDwUAwEAwEA8FAMPChGYgA0Ac5/THNYCAYCAaCgWAgGAgGgoFgIBgIBoKBYCAYeP8MPDfDCAA9x0zYg4FgIBgIBoKBYCAYCAaCgWAgGAgGgoHfj4EYcTBwlYEIAF2lJYzBQDAQDAQDwUAwEAwEA8FAMBAM/K4MxLiDgWAgGLhkIAJAl5yEJRgIBoKBYCAYCAaCgWAgGPi9GYjRBwPBQDAQDAQDZwxEAOiMkMgGA8FAMBAMBAPBQDDwHhiIOQQDwUAwEAwEA8FAMDBnIAJAczZCDwaCgWAgGAgG3g8DMZNgIBgIBoKBYCAYCAaCgWBgZCACQCMVoQQDwUAw8N4YiPkEA8FAMBAMBAPBQDAQDAQDwUAwUBiIAFDhIY7BwPtkIGYVDAQDwUAwEAwEA8FAMBAMBAPBQDAQDMBABIAg4T2nmFswEAwEA8FAMBAMBAPBQDAQDAQDwUAwEAy8fwa+NMMIAH2JoSgPBoKBYCAYCAaCgWAgGAgGgoFgIBgIBt4+AzHCYOBFBiIA9CI9URgMBAPBQDAQDAQDwUAwEAwEA8HA78JAjDMYCAaCgecZiADQ89xESTAQDAQDwUAwEAwEA8FAMPB7MRCjDQaCgWAgGAgGnmEgAkDPEBPmYCAYCAaCgWAgGAgGfkcGYszBQDAQDAQDwUAwEAxcYyACQNdYCVswEAwEA8FAMPD7MhAjDwaCgWAgGAgGgoFgIBgIBi4YiADQBSVhCAaCgWDgd2cgxh8MBAPBQDAQDAQDwUAwEAwEA8HAkoEIAC35iFww8D4YiFkEA8FAMBAMBAPBQDAQDAQDwUAwEAwEAzMGIgA0I+M9qTGXYCAYCAaCgWAgGAgGgoFgIBgIBoKBYCAYeP8MvHaGEQB6LVPhFwwEA8FAMBAMBAPBQDAQDAQDwUAwEAy8PQZiRMHAqxiIANCraAqnYCAYCAaCgWAgGAgGgoFgIBgIBt4qAzGuYCAYCAa+zEAEgL7MUXgEA8FAMBAMBAPBQDAQDAQDb5uBGF0wEAwEA8FAMPAFBiIA9AWCojgYCAaCgWAgGAgGgoHfgYEYYzAQDAQDwUAwEAwEAy8xEAGgl9iJsmAgGAgGgoFg4PdhIEYaDAQDwUAwEAwEA8FAMBAMPMtABICepSYKgoFgIBj43RiI8QYDwUAwEAwEA8FAMBAMBAPBQDBwnYEIAF3nJazBwO/JQIw6GAgGgoFgIBgIBoKBYCAYCAaCgWAgGLjCQASArpDyO5ti7MFAMBAMBAPBQDAQDAQDwUAwEAwEA8FAMPD+GfjaGUYA6GsZC/9gIBgIBoKBYCAYCAaCgWAgGAgGgoFg4NczECMIBr6KgQgAfRVd4RwMBAPBQDAQDAQDwUAwEAwEA8HAW2EgxhEMBAPBwOsZiADQ67kKz2AgGAgGgoFgIBgIBoKBYOBtMRCjCQaCgWAgGAgGXslABIBeSVS4BQPBQDAQDAQDwUAw8BYZiDEFA8FAMBAMBAPBQDDwGgYiAPQalsInGAgGgoFgIBh4uwzEyIKBYCAYCAaCgWAgGAgGgoEvMhABoC9SFA7BQDAQDLx1BmJ8wUAwEAwEA8FAMBAMBAPBQDAQDLzMQASAXuYnSoOB34OBGGUwEAwEA8FAMBAMBAPBQDAQDAQDwUAw8AIDEQB6gZzfqSjGGgwEA8FAMBAMBAPBQDAQDAQDwUAwEAwEA++fgW+dYQSAvpW5qBcMBAPBQDAQDAQDwUAwEAwEA8FAMBAM/PsMRI/BwDcxEAGgb6ItKgUDwUAwEAwEA8FAMBAMBAPBQDDwqxiIfoOBYCAY+HoGIgD09ZxFjWAgGAgGgoFgIBgIBoKBYODXMhC9BwPBQDAQDAQDX8lABIC+krBwDwaCgWAgGAgGgoFg4C0wEGMIBoKBYCAYCAaCgWDgaxiIANDXsBW+wUAwEAwEA8HA22EgRhIMBAPBQDAQDAQDwUAwEAy8moEIAL2aqnAMBoKBYOCtMRDjCQaCgWAgGAgGgoFgIBgIBoKBYOB1DEQA6HU8hVcw8DYZiFEFA8FAMBAMBAPBQDAQDAQDwUAwEAwEA69gIAJAryDpLbvE2IKBYCAYCAaCgWAgGAgGgoFgIBgIBoKBYOD9M/C9M4wA0PcyGPWDgWAgGAgGgoFgIBgIBoKBYCAYCAaCgZ/PQPQQDHwXAxEA+i76onIwEAwEA8FAMBAMBAPBQDAQDAQD/xYD0U8wEAwEA9/OQASAvp27qBkMBAPBQDAQDAQDwUAwEAz8uwxEb8FAMBAMBAPBwDcyEAGgbyQuqgUDwUAwEAwEA8FAMPArGIg+g4FgIBgIBoKBYCAY+BYGIgD0LaxFnWAgGAgGgoFg4NcxED0HA8FAMBAMBAPBQDAQDAQDX81ABIC+mrKoEAwEA8HAr2Yg+g8GgoFgIBgIBoKBYCAYCAaCgWDg6xiIANDX8RXewcDbYCBGEQwEA8FAMBAMBAPBQDAQDAQDwUAwEAx8BQMRAPoKst6Sa4wlGAgGgoFgIBgIBoKBYCAYCAaCgWAgGAgG3j8DP2qGEQD6UUxGO8FAMBAMBAPBQDAQDAQDwUAwEAwEA8HAj2cgWgwGfggDEQD6ITRGI8FAMBAMBAPBQDAQDAQDwUAwEAz8LAai3WAgGAgGvp+BCAB9P4fRQjAQDAQDwUAwEAwEA8FAMPBzGYjWg4FgIBgIBoKB72QgAkDfSWBUDwaCgWAgGAgGgoFg4N9gIPoIBoKBYCAYCAaCgWDgexiIAND3sBd1g4FgIBgIBoKBf4+B6CkYCAaCgWAgGAgGgoFgIBj4ZgYiAPTN1EXFYCAYCAb+bQaiv2AgGAgGgoFgIBgIBoKBYCAYCAa+jYEIAH0bb1ErGPg1DESvwUAwEAwEA8FAMBAMBAPBQDAQDAQDwcA3MBABoG8g7VdWib6DgWAgGAgGgoFgIBgIBoKBYCAYCAaCgWDg/TPwo2cYAaAfzWi0FwwEA8FAMBAMBAPBQDAQDAQDwUAwEAx8PwPRQjDwQxmIANAPpTMaCwaCgWAgGAgGgoFgIBgIBoKBYOBHMRDtBAPBQDDw4xiIANCP4zJaCgaCgWAgGAgGgoFgIBgIBn4sA9FaMBAMBAPBQDDwgxiIANAPIjKaCQaCgWAgGAgGgoFg4GcwEG0GA8FAMBAMBAPBQDDwIxiIANCPYDHaCAaCgWAgGAgGfh4D0XIwEAwEA8FAMBAMBAPBQDDw3QxEAOi7KYwGgoFgIBj42QxE+8FAMBAMBAPBQDAQDAQDwUAwEAx8HwMRAPo+/qJ2MPDvMBC9BAPBQDAQDAQDwUAwEAwEA8FAMBAMBAPfwUAEgL6DvH+zavQVDAQDwUAwEAwEAz+PgUzTPwI0EykYCAaCgWAgGAgGgoHvYuBnVY4A0M9iNtoNBoKBYCAYCAaCgQ/HwBREyjb+y2ivxtFyPtrxGaisgDanHp7VjJJ/Hx/utMeEg4FgIBj40QxEe8HAT2EgAkA/hdZoNBgIBoKBYCAYCAZ+Jwa0IZrjS2Of+57rX6qr8pOdJJZQQ7ZyWzm6+sxB9RvmLs0mWUI/89LQg4Fg4HdhIMYZDAQDwcCPZ8C3Gj++2WgxGAgGgoFgIBgIBoKB35eBlzZIL5VpxsnfupF2CQV+hFJSgjSut0Zdfjn843XGg9qpmF5BIvqDLZ8sz2AeeML+rBwb/Q6lDeI7moiqZsFBMBAMBAPBQDDwgxnwbcYPbjOaCwaCgWAgGPhtGCgPai/9MslvM5UPP9ByLnnqhwnpiDeZNLYfiW+d5JfG8Np2r7Vzve4U+JmXE4w5343V/NxL+iIsdOHDODLw4NPzUi7XStV+AePx4FDJvfbo7Y6BJlahOhnH8tpWwi8YCAaCgWAgGAgGfiYDF9uHn9lZtB0MBAPBQDDwlhjwJ7QvDkjBIR7n8JP/OTCPqZWNBpRrNszjg2Erf6tSY/0aTPPIPBF/J+xa/cvRtD7PS5r9X5bMm4GzZOhX+sW5Ph/nC3mauKg+t3nVueFrdK/8wqG0pbd55mBi1CllRSd7llTqJimCB1QUWHHr5cF9zM43ZYuAz2UtLKpYIQFZp4ZTttM1WG+n3DP0JS7Xmv4W0clbu/bWEK17mUsCP8WHIXnSXKnrY5JByrdAdQPBQDAQDAQDwUAw8KMYON9r/Kh2o51gIBgIBoKB72bgZzagh7HS/qSV/NcdVbuh1Wx5yWu2ub2Vv1WpsX4NmEdzR/1S0k14BEo6Bw1g8sBAk4vgigIs9OdiJnky5wGfytj+dZ1ulcauUabxKSjwFSBw4gGG5ySBh8WvN5G3bwV9lCBGCV5MumbTQBntz/uUPvkyt6vtqD5EzE7G094nAAAAEABJREFUynXZBdqVGHGet/qXgZZtjO7elpjCQtAnCwR6MoGeC5x6KMp2xGeJHltP0EhQW4KCRJklNwN9kaOjOhadXGyXCw4XuMjiS1LZr0btw9v/6spRIRgIBoKBYCAYCAbOGNB+8swU2WAgGHgzDMRAgoEfzkB7oJoe17yLZn5OutPPOcy7/Dk9/Autnk1Cj87zoMA1fXEDXmS+fryJB+xrffxKm8YkmB2ZUMOcqKYTZCBYYSOes5/7tXzzV1iiYFrdU9kXbQQyzt+CIfJB0pswDdfbm9ejAl2xAmhvegOnBFWMoEtDKat2BTiy+iDwgzzN6hoBG+GELHVom3ZORyQBHr3NI/1IeQY99bPQH036hH3Jy97vLQvyE7BlAb3496a2FEjyfhnfCTAxEhwwvpbl5JIYCwb5NODodpdUoUGooVQBoQXwoNybfE56S+fnFmOkYCAYCAaCgWAgGPgqBr5zy/lVfYXzNzAQVYKBYOBbGeBJggcSHi1oQDrim5Lq/r7IPFX5wyAPdkVOD2B6IBvxUgAh8VD6UvkbK/M3DhYPmNOcf1oZHMwfgctSe27dlFKjzhfxau5bm5LP9fs6ux6z1crX4bm2FaS5ViZ7w3n5M3aCHi14spT4E/hQkKShBC9aEGMmCTLlF9DqS3rg43SwIvsqlf8Siq+PgQBNzgcCH4zB9XMJ29iPR+o4DiY9Hw/W9xWHvfUVB+ThsLWCte22W7C29W5tW7BeI7cbW68fbb1FJy+b513HjtwClRf7o22pM2Fne9Xd0Q9t7tQf+cN+a/uG455xbsHBjnDUgk8KGPm54dp7AuX6y0pKnOMR5BfppeuLmb8Vt/CPTDAQDAQDwUAw8H4Z+NkziwDQz2Y42g8GgoGfwAAPE+PDxRWdoMdYPPZ+xW90eqlsbKAoM1fvhvy/JRfDLaN54cjjF0GQEmBgkIvK8zwPzzwQlwe1ub3qemh7tm71+Y5yHn+Zw7V2MI/pWvnvbCucL+ZeF1EJ2FFCXjqRA1go/sZ5em3wwoMPBEW+RSrgUR7q28P9a2RPMEDAl+DFccTeTgQLhONRAYMGBRAaZGt6kcW/6EfqO3ryDXmmN5sk9tNLoC21/Syoe6zIyJdx5PScQW/RMA5/u0bS2zjzGYOxS3uPXVDdnroFBF3gcl9x3O8Iwhxsi9wS/NkSmFEwZ4fcEdTZ7QjwbAj87Da2XRMI2j4R3BHQ10hsW2xrgfwabPFdU2+nYE/DYe2BpS3tLkC/+54xHHZ2UICK+WmcmbELJmlH4srPfT9ZzrpePHtdUfmE5AHQko8Na+EhjsFAMPDuGYgJBgM/lYG4n/5UeqPxYCAY+PEM6MHiC63qytbwBdfXFdefUNeASjaCK8D+ZajfsU+NReBhq/yKDWPk4UsPYEImgGAEDBwnahIM0IO9YOhu93LxKbQgg/Qfi8wDn4MxaVxz8ARN7In+KHMdXwycFmxV97ro83ov6ef1326+Z1ZLLM9LK6sMcB797YorUuf1lHuKCbiwDk4vQj4VBBpOBC0K9nYkrwCE0PdbcxyQr0G/XvgfCCIcFCg4bAgmbOxAMKFhu9VbJwWyzfPSd5QfgPQ5ZHOsS92p7J5AB1jf2/qb8Oj1Hse6t+QF2ntEjri3x0fZhGJ/pEw2B/XVhjCOA38vq3KNdDAH+WyRc6yZ95pgjs8NqaDObvNowsYDNI8EdxgvQZwS5CHYg76ub/Hs9hvboe/E+25nO8fGdC6WNso4P+673RFUUjs7AkxFbmljS1suaWtLoMiDRASe5m8DHRUIcvTW622nvuerfCQIdLTTCeg6077fc8m3/DK17z0luoYjzK+zrpwd5Htmimww8C4YiEkEA8FAMPDzGBhvrz+vi2g5GAgGgoEfxcC3b/in544TDycCYQGak708YBBAWQxT+YbqSzlV6lHar0IL1iCZQHbw0EU4oYYKGCNlBAo8MKAHsDFQpAcyoAczUIJH87/PQj33LzKhC4aEBdr9ljnTFsGJ0ga6t7WUibELUx9TuduZ40V9BbLO4PM9Edx4AUfKBL0F4m+WHPf2vNzacf+1WFNH+Lp646/X0N9+v+ZBfDvCx0BAZn8NBFp6BWgo6/udHYCkgwf3Xug3JnlAVyBgBL7yLzgQwNk5DnukxsHDfhmLxvMltPGuCSbIlzxBn71weLQ9AYTt7smEA3JXoXzTm9xu8AMHsGvAX74Nu90DwQ2wfrDN+glIVjye57E/voQ721C+dtyZ5OPjHcEesF5ifZF/IFhEHewqW1Ov4KHUJz+21XTGrD7WyMczrBm77JKPzEtyLemgL8o3cOKAE/Gz2WzgouAAzzsFdsB4ng8HAkDAAzWcW857WR/YKJN+QMrfA0Z1nbiu9ggQ7RQQmkN2gfOrt4R8nbBetlo3rW/1t9/bXt8xrjf6VTH/jvJ9n77r9ZqiHemIYtORiw7eumZzPSbonR2ldjk2L3m+E8Q0goFgIBgIBoKBn8SAbrU/qeloNhgIBr6fAW1sA5ebfB4E/KfCSB4GrOmjnDOPz2iX3sqkFyi2UFAeMsYHDKgvdhQeQZbjOLd9ZZ7gjF3Dop/LNjPBkxbkyQQ/BEOe48TD1mkM+uyZ9BRQMdpo0MOY1/V+WyCoSfgRv4Jz2OwvyExZRUYKeiPJxrFQfqHTz8J2Pu9ZHc3LsWdEIC9RfmWHYJi/iaCAxiUyD6W5PgA3qQfgC/AQ3OtBtl/bgYBMwSP6o233L2FteiDebvF5BuvtPUGDJbbre7vELbZbe1wXrB/LWycLST3ly5sopfzx8RPBB4F61Hm8L3Lu1/wn3+YvKXwmKPKZdgiAPEoK0p8D5feAIEcJgKATFFHwQ8GOuXz0QMsDgZbSVvG/I19tqlfhQRWCJAqKTMESfGVTO5sH24J1wxNtbCiXbGhlVT4iL3FnG+ptKHuqUvqzoO2N486eXD6Y573+g3kb2J/Ib55oG7209WQlaFOk9Dk2uyfbeUCnlivIokCPoMCPpGNTgj6sU3+zx+XOFPxRIMfBOldwr6ztA0HAQwkEKdjD90BlDq3zOepbQzv1rXbn/ckmzINBBIi2qtPaUBBIgR+BftrfM9L1QNdXXfu42nJd0ncd4Um64Jl6KFc7ovbkM995lQtcM7gu6fpMAUk2ATVSMBAMBAPBQDAQDDzLQASAnqUmCoKB72FAG9EfgSnkoI3uV7dIBa8nyXQQ/piPSmIDzXYaZZaa7UfJWdPfpD43jtqYJlTVpZjXg8OFnzJfC7V+Xke2azj3q3kP9hCEacEagjCna6BcQRnBAzOz/Om0t9PxCCT3duyPQHJv+34GvQ3iD2IbHvZ2YGuH3XrCAX2GLbqCFXuCFQVr/yOw0mV3zH5NZY0+x/zXV9yXdtag6ftta68FRibpZR5M2RBU2dCvgD8BF3+jwOXOyt8+2THPHQ+xGv+2zIuxHxzKyz5h63XP2yLPeLYC5aMP49V8F1C52xnb4cnamyeSBx6IhfbGyih5QN/xwL/zt1OeeEBveEAv2BC42IH19oEgUMMd+ohR94CHghwNqjeH2+8IENEOgRcFWR7vyTe4jUBMDeDcSypIcxX/2OP9P3avsgfqgHvw9GrcEQgRPiOFpksK99jvCZI03M70Uvb0tLRtnua+Kmuo9g1yxCMBnDPszvKbRwIzszpj+9iemu89AZrHq9hQf4TarthVuZHEZ+dYc85pB9tO3z+tU/1hZb6fehOr7zesYdYzQZoxQEOwxAOUBDD73BP3OFT0VvJcQ9zOdcWlfND9yp5NmzoHB//jyS79UP6YclGLzuWLrNdBJU3tcNWc8txEFIaRLdOnxtH3jMdxsBLc2dnhuLP9voLrz1ZBIkFvBYG9gkHYD8z3wPWqV97fDNqbvxmkP4JNXyf6KGA85CHAx3LSHLmOlqs7ZViNe5hcXPWD7NfghXEIBoKBYCAYCAY+PAO69394Ej42Adc2Sm/R9jVn6S2M/2vG+5xv2eZqgzuCn3gudOVHHNmfH/nBaoUCBf6mBHlJ5QV/K2PPnloPDoL0I3lJ5a/jyKZ8ATbr87weDM7R/pjqUh7tyBjmyOSvg8cO+i2/4tT02fgIoGTBfWZ2z8u/AGIg+XxdYHoxPed/bleehzLGYQ7lK3hY4YQYERt64vzwsHJqGM8b5/lCL7YTdkFv0GRxxAOXOC4PYAfTg2J5+DpYz0/c55h+nWjtQZXtfsPDWcX4k/sn224n+B+GJe+BCQUn5iDo4MEIpL+RQWChvbXhQQfyc9nKJOf25/Vb87dT1vcEM6TfEwS5gkeVP1AG6HPt40Ff3xUb+dLHg20oF0r+rr7JUqTGJVwrk+2euoLeVFH+OV/ZRyjoQj35X+Kh9C+fJ8agt0EEgkUb8u3NEZfY9UaJ4Hn5LHBHoAOoHnZ/wwS5UdBJAagacFBQomCNf8Fus54FJR4nnYDFhjLBgxdjG81fUpjVcZ9refkJlNGmgh8Ogmg7Amc7giFtXEWX79oDlMpvKN/QtgItGouk52UbwXzcb5KqW+ZX2vM+mJekt4G+IVikNoXNGPB5hJ+HArjfwGEBNjjdzLCjbI7i90RdtVExjvHeNJedOCD4s/Pgz8YU/Dn4/+a1J3iyNw+GEPgpQaAdtoND32993yfwnecaM17zFBAZYTWQw7WHnR2pBHmIApHsBkO6wUeQfgXeAHbTH2g+B/1wNeU6Rvt+fe25Z2icPWPtmdOhYudvIO22SIJBW+TWrzfkx2DQnmvSlusRc9WbSKBXQIiAdk9AKHOfylw7s4Lf9MvVkKsmXUtB+DUVe7muu8Fz0p4H436+MEqCgWAgGAgGgoEPw4Bu9R9msu93otrYAP0Y7Dn49gifC/m7sHJt7M/Z3sKctFP9DpTtLhOpc9R5bedOusCDgAnaJDuy6a2RTGAmHw91c35gc96wdV1lR3yWOLzwN1D2XpZ9Y763HunItNd05B7M/46K8u53xG8RnFgTrFhietNjzUPBObYzm3SwxQdsX8QjwY1rWGMHa8pewHq9JqDweIb7i/yWgMXiDZjW5oPq3uEvSC/YUb57fDSX6GthS9k1qKyi9SF/6ZITGBcPpmvHA30+2Wb9RB8PBFUAQZEtWM9Q8k/uO9r9bRL8z6QHQRRgacENghgKjpyjBT3O7fcz/8f5Gyjo8vU3VrztBw+S+K8LaayzcSj4NI7Ty+4IFMn/HNip52PhYf6eIMnTHA939vT0GdzZg+zKP3x2XfmGp4dbczwhn+7xv7dNlU9z+UBZ9X1w38nf/WqZt4Xvw7xu0wlMPAkEJFyib66Bco3BAxfS3Wf+tsqagI7whBQ2SOXXPJzPoEDEDB44IUBR3qSS3xZ/gE9/2FrfghVI6Q5/YOd6UG0KaLi95ot+5JqDT/XNPODnvPdrUwlqHNGXULCzoFw/uapxHUQnGGoLEFAlKFp8mz4PxNIu19FMHcHQG9Tmuc10LT1HmrcnnevxhU12gTHo1xjpbzlOxsj5PAoAABAASURBVK6+x2u28pngTIGCGIlre7IBW0MpSwRhkpdlOMDG0fATFNQZN3AoJKI7OKCoTMEcVAnaLXaOJY0FJbs8qq+lZcplRjMDc8oEg8YgNEGsg6C3fIT6K2H6lTT9LaESDNrZXr9SpnLWlr8VpDeB9gfbU9ffLKLNslZOUAmv3N8ugj7QSClDa+NVTjDGCDAzPNYXLmPCOOqhBAPBQDAQDAQDH5MBbQM+5szf+Kwvh6eNC2g7moXEmyKOJHZF2mye49qm1G1srrRp/RZcbL5p61W2Z8Z4PuZ53sdKvWty7jfXR98jm8Az6CeMBCxaUENyHry41LcEQa5hj/0c8jtgn2NHvoKfih7PcaxlF/JgJ4I5pxNSkA6OBFV8jGycj/6HX/WQtvWHtt4f5NC32Ai8TMGVnQdeDmy6/aGu1asys/nO+QBX11E2+TvLfUHL9+R7NvPCASm4bWZXfk9+BPPfvxprAkA7xxjw0a/mAP/1oUUQ6JHgzgwET7YVa+QCi4DLva31N1kEAjproMBO8aeMvN5OWT+ij7gluHJPwEIof1/lUX9r5Q5dePxE+R3lFQRBFOi4Q94R7Li7/2zCI0GQR/TH288m3CMb3E6ZfiWn4M5/PaeUv6AT0Li/+2y34AH9jvFM+GR3dwUPyIJbe8DngWDFOe5kU5nQdAIZCmg0X+mC8u4vv3OovuPe5Oe4a3qTtwRd7muw5Q4JNg/2BDYEczZPBLake+Bjbf5mhd6u2KE3kD80HXkgiCF4kIN8kVsCI1tzO9+XHd8J6Q3u4w+pG9tJ6s0FAV3fH4e3u+Y7R9/U3wG3S7Yy+pNNZQ63b73f1tfzkrZVv6KMaerL26OvJtXPwce3IWCzc+i7eMBnAY3h3EbQ5uBgbPMyrg16O0XoCeJIjnD/vb+9IttFefXvCfoU7Lm2CEdkg94iEQ7YrkFlX4PWriRBGQIJLbAzXduW9rGce4cCQ4ZMjiPBk5NDNvPAC/cgyiwhBUINLUAzSgJEyUHARgGcEYMHYm5uzAQFaW443Nwk8skS9pSI4aTO/YpOXnaAm9tvvHzmQ1nCmeTlrhv1aIvBo5DxlDkC9g7TG5UK5sAv85BmyCWoUtO8uaLTFv6qNwK+FRASenQh661F0HN/ORwOrJed7Qj2bLn+KyC01ttB+m6xznf1Wr7n3qV7her0qsu+Igu1v2mMdXDYm+bnSvd+nacKpjzzKOOe/EMLBoKBYCAYCAbeBgP/1ih0H/+3+op+Xs1A26DMJZWVRZTEBrRubuyEPgKn0xX49gf7KHuaEbD57ugb5NgWdb9Kp182h0QS2Me9Un+p/Tb+uY/a56e5WXA+emgCBE9O4Eig48gDyoQtP6mu4AGo56FQOCAPh0d/yNND5SUo230BBA/K2x53tlt/trXjH+QMj+gL4EdgYO2Yyh7xeXz8y9b3n+zx/m/wp93f/g3+tNvP/7X7f/60z5//tLt//mufb8EnbJ/+tHtJ5W//tDv53WHH7164/5Ogwp92i7ylXLhHXoDye/q8/0x/SO8f/VG4YywzyEf2u7s/CTb87XiclxMcuQePPo82F9po7S4kgRHy6tuDJXDySFDEgX4PXHfbHZw0UE9lL8Hr4EdQRsEZB8EZvT3ib6aorpfhIzu63mYp/c36we511R4Bl0dw/3BnQtE/oxc8UfZUAzMP6A/SBfQ74LaHfwiS/GN3SKH53N1hx/dOgZSHT/D6Cb/bImUDdwR1HJQ/3N1R9pngjnw/u37n9aWrrEH5hmYrUm2UMdU881L+jra9DCm9odkWcpwXY3H9jnFXUF/ze5Kk7ScCR08eYHogAPTgb934Wy8e9Hksv2rjgaCq8/0rb8soOPRkHijhYVKBlR3fZf3ajXDY7UvgBds8INK3QMZM9ocjAZT9BK4VvQcysPEg2yuf0Xko7UGmbAHZeAjNFVZl5pr9GvhDrAccBq5qIA9cK+fgmk9bxW+ul2txeyA3rn9U5Fpf7K4TkDj/FZ/pTZMSL9DGYMKsLqPxNs7kGPzA/pJOlGc5lnEOzK3O1xZyPjfpXx6LMYYJqnOiW8kv9ZGJl9C++BFvLsnTns9JQR3srlfbGAhSMEhYjL3U1VicX9orEo4h9wYo6OMSXfKG4M7NqBe/KbBzLU/gCAcShUrKQzFtcKypjgORuVdqbWhMQuY+6TaXPTxRil+tiCiceHM6zOGlHOCitKW6agMQtMmOg/Xca3t9Z6r0IJDeDCLoswE7QUGgETuCrjs78MMN/RrrUXVpy4NJfK+MNUNP6riiDpi5aRw+nFoyCc6/voOTAU31BNRIwUAwEAy8DQZiFMHAv8KAbuf/SkfRyWsZYGvDnkR7mawNi+Bvqxx5htjb+KYKP0E7NrBBOh52VnBAClvb86Azgp+stbclpjdC1tb08X+02T4u36D4Yfk17dJfG4fe3rgKxu1vrZxL6o7+y7Ij/kcFdZyPrZX83vSGzIlN5JGfYh/hoq84ENTx4A4/gTzsN2w0hbW/HeMc7R9Ncsvc538Q1jnCJvsI+TZs76knqL5wb1uCP9sdcnNr282dvxGyIwC0IbDwMv6xDcGegs+2UWABrO//scdbcP8X8i8CP8IfBHjA5z8IAv2fB3/uCOzcEQxSsGcEQaEHgj8qu6X8VkGgO+p9Ev5b2nD9D7tFnuMem+MB/1v1Cx7A3V92O4K6tHkLPjEe9bXEXwSg/rIHyoQ7/Aqw08bdBf40D2gx3kU7BJPuCDwJDyrzQJOCTXP8TcCjovou2vB6Kq91lJ/B21U99TXDg+ufCGD8XSG9guDLgwIv4AkU/dZKUOMW/4qnT6PtSb825EGPW9u4/EzZ3Qz3BELIP90RDHlwXX/HZB4U0d8zETYEQ3b6Gyv6H4QEz29s52t9y1pfA0lBeoPyDc02l7XsWCXtHS/eVtvxndvw/bvEHv8JG647l9jxPXb4w+Gah8CtKYhzIH/w4Ax5vsMlvyMou1+g5xooFN9S1lOv5/vfK2DjONqBYM0C8hG8fE8guOGIXlCCO3sr8og8LMHDbV6Ah+DxobroVOD59HUB7zyr6/UIPNgC3CT8Sbc9oE95OuFmQz/uP9l1s38RFCqQIBAJIZowrzv1Mw+ANL30OfmfB5hKnmHRhz0TJDGfDz4vpoHS68gKDOh+uQD3U293NraLPE2SfGgEaaZxnPWjIJyPfWqrzV+SJgpnasMbK/VLWamTxvqUyU9jaVK6lw9oBVbzknmme186UNe7QndJHvUy0X2m1WUBxqWBHLazNrAUe6svg4DVmm2uU0aipPbIZiaP4LvgwRx9f3q+Xwe+j4Dv7sFRdF0r9HbQQW8McQ/fgzEQRH3/HhIMyqeeH+xknXlGQK+kMiYpc1CsxNowvKVOaH6TJbRg4NcxED0HA8FAMPDzGfA9w8/vJnp4LQPsk3Dlp1VsUk4nNjba4GA8sekRjjykZB5WsiSbop6HpoI9AYyt40Cg5LDdWe/Y2IGfrB0IvBQ82mEtrAlOPDrar7tsH+/J35vy6/UtwYrn8bh4e+OTTW9yPKf/jc/fdu9vcnwicPEc8LutwFdvmZQ3XKiL/Vb452+7BcX+yW7v1dZftC2gKy/g6/01ycO9Ah8KKHxWcERvxHz6r312/IUkeEGQQ4GPT5/+z1z+/X/2aQ7sKhuxKPvDPnl91RX+IKjSZG1bY6BvjeOWgMzL+JOAzgQPSBDoeABTIOMvD6jcfW7yb3tQEIW85APBIpf+5sg/lP1DYAH5gPRgRdFLoKLoTyp7+IzfDP43U8gj9fbHAz5FfiaogZ18q/dwh43+lH9QEAT9wfEJ39KH3moRih2blxd5h+5Q8OXzZHuQ7virzLnO8w7bNP9adm4jYHV3+4fducRnlNg+6dwDbJ/PMPn/TV3AmrwDD+Du9pPdsc4eFrjFNuHh/tZGPKI74EF217HNdWxPj3e2xO2UX9/ZZv1QsH2wrUB+u31CfyIAWbF/IhCDTuDlyDXieNjYkQesIw9Uz+FEIHmJo50IlhQc0A82kB948JLM6Jc4WeYh6xyGjeg1z2b6NdGZT2uDcrUrnzwoeMEDMkEQKnA95AGN8tIGdh4t0xU0X5U1vUiawL/omdjGGbgLKujxEjyAoWYcjMflCwc9RL+E2XjauC7lS+0Ta6CYoXNU0pjmGDAuocfxhsu+qDsbb+GQJryDZTs2D0QkyhzVV/4C2cuEr9dVCf0tOJBNOLfX/Dg2fGi/nStrbWitcJ8c883eJPXnb9+0+hfSm2ecmlOrey5VJvhc8KWOkjgr0LnJVvpj/KMvem1Lfhprk9LVRpGT37W8zqGpb3goddQf2pg/qw8vpQ4+nlo59ahzjQOr43R3Dl6DgwdyKFN7AkWeZHdFh9YmepmfKxxaDTWkHpSXTlCIMfbscfSm0IFr1A4cuF6VXxPb2NbfEmLPwj5mu92a7PLr2QcJWX/TTnsloJYn0K0n+mHcstMVlrLHQpkl+cyyv0qNfoOBYCAYCAaCgZ/MALfqn9xDNP8VDGgDcjIFfvRGi2+G9Pca2PTshDUbIII32/U9wZlHW2/ubfv4CMg3m4I4oPytklv8KOOhcs1DpX6tZcJn22DTWyjr9usrj58J0lTc3qE3FNv9/WeCLMI/9ng7t/1DQOe1oD5BiftX4PbTPwRhSrtNd0lw41bw8r/c55b2VHaPzduu8pYH+ntwy0O+16HeHUEY4XOVTVf+8+f/2mcCM0X+n33+DP75w/75R/LLuHO/P2gD/CX/P+zur/+SB8g7t6H//b9WAk/oCkD9jTzHJ3yw3YHm6/rftE2g6XOFAlX3zO+euT0SFLkngPJIQMbxyLkimLMWOL9rAndPYMOaeCLIt2HdzOFvkfiv2tzbZvNguwb/+ysPpr/DskNfwH2e8BeoswMEJHbgAHYEJAueTDZBdgUmd/uNneNA8MJxXNuhgTZG/bi1vuGE7thZfwLHBuyjjq3f2WkMcKDzcHFqoGw4w4n8CPfb2+mwHXGU3pe89J685FG2M8jmZficCMR4v/P2pXsfuxqk2SDnaPYmW9nOeur11G84oB94KDowBsliP1hPoEXIlC1xtEyZoPIlDtQrUPkC/sBNoOZCKsBzJAh0Bu+DwE8PxmAOD2FVz7ST0QfgP6Enb3rIrQ9tNkr6HHVdL+dol1oevq/46GG0YWpvXr/U001xCdlp243yR58nt589TFNezQScKDvPnxdSfp58rGPggjHM9Yv5qfbAoUJPuReoZfCar8D0hkuFyg2fApr9YpraLnWu5VsjjcMmm/0FKVcHB+aVK16o8R1FXa3bTlLNusDGEJx+z187yGFun/JZFeF4KVUuS4GO89pz/dkyhjX3azo0qUeypQ+rOQyvTPN6L+lXmluMSXXlM5M+uGw9suf7Lhy4Rju4rrU/HK0/Hr3jh1jr9Y4gdwkGHbiW7gls7/cH6vdgb7p+iB/tn6Z5qj9BfTfgRZ8lxzWoKHEMBoKBYCA2CIpLAAAQAElEQVQYCAY+DAOLW/SHmfUbnGjZ0Jod+UlWr59+6adcBHvWBHMe729Nbxt8/vS33f79j336+y/wh3368w/7m4DC33+hg6b/udD/z/7E588//mt//vG/C/yXvPDXX/+f/YXu+Ot/7Z8Z/vrr/9lf1Bf++eP/8CMvKZvkHzXvusorVH6GfxjXP2c2tSvI3qC8UPz/YDwC7VK3+JBXUIaAigdrFLBx/U8CNn9a+dWnqvtbJH/b8i2Rf8j/VUCw5I6gyQO4u8VP8Lc78EHe334i6PU3wbB/kOf4a2F7uP/H7u7/sjuCUQ8Ceck72pF8pK/7h7/tkb4eabfhnj7PcSsb51t21z3/J4G2v+2e+vfMS3i4U3vY6FcBn/u7T7RfbI/o64dPJuiNLQWB9OtGkmuCQVsCgC6f7mz7dG9bBRQJCCnAuN8+2H78dTfKZr/etm12+WLfOh7df0+g0rFb277iiJywsSM/zS14Qr+GuY/0HYGXObARSDnOcOKBwEHg4+TYEPDZVuyRewIdwrbIjO44lvwiMEIQg7w1uN+eZwrsucKo5zoPEAQtBivS0M+RsOmPynpgwx/AFMQ4QyIPrv/x2N6KvclMHtBWOsMN+QIj8DAAyQbVaXqT2Fpggbrn7bU8k69XzQH5Eigm6cayAJn2RsSyzYx3tsRDsewdudaX8okgRPJxWZ0LvsrzACd78VUbqihZoXIBX/kUX/kUMJzaXmu3yFJa26h1m01teL00wL9AHQwkb6v4nR1bYZX+tkV1qSZyAw0VpDTUtkvemD8Or0j4u1fmQRig5wtghxPda2yc2+Q1aVT0VC2sD04QYyR/rl9p57Jtb6weaKNqP1RAJsnPw0KSIbn9df3JW54dBwHhtRPHViabyhqUfxll1uUccRbqOULT+YBDNBooXiikuU5Wybv3g3KgtCe+aYY20ag213GqSfXmqGZmZT8Avq5pfpJk1K4bWl+lJ5nnqJ6TE3xoMpmgUCYg1I/Y2UF7o/2Oew3BIK7/B+4tW7/nbG2vPPeBnuv/8cg1/yT0poDQ6ezXIWGKXiCLY7kut+5la3rIYCAYCAaCgWDgfTKge+/7nNlvNauy6TidTux7etuzedmykdH/QKQ3du4fPtsDwQP9mot+dekfgh3//Plfc/z9B1L4P/vHdSSBob8c/7W/8Pvrv/9rf/75v/Y3kPzzz/9n//3v/9mf//1/Ff9HGXl8/xQULKKPP8HfBF3+FAjw/EkwyPPSCRiVgNJ/zSVBoz/noI2/z+B+1PsbuK9khQJRpZxxqD8H46PPP4H6/fvP//Nx/v03kvK/fXx/2CcCS58ICH1i/p/+/tM+fSq4JYBy++kvu9UbQLd/Iv+xW4Iy9wRN7gmMPMLrAvefbP146/9rk+SaAMnT+s4c2Df+xsytTfIeHRAA0Vs0CpxsCdrtyXtQBF3SAyn6Wyx6i4WfZO74yeXhyGZ2v7HyN4jQlW+gXL/Wt/TBt5b3Bza2bIqH04FYwxEQPCDIkEHZzOrBQDixzwUKTgxV4iO/rLVGG7k/Wn9SGwQ2ZKtBDfmY69i9Tm+5vqKfjwfrBfp3SRvjWyXUyaDU1bgq2IBnh9b4kXU+xzVb6dfoW22pzQnMxe3nct5m1dvYGFOpr77mwA9+8gKXNvEqH0lH7T8TCDJBedrwsmekgkAFA88/z+Er7GMggjpX9PLHZLPd8NAu+LMYV/xzOb9UUszYyoPapZ4pex1YeDSbz0B2lrx9DiSs8kXwQMZw6WcAyjdkFKGJgS4GfArI1IKMSpkHTpAeWEJSSgFHyunj63WqemptKdN0yTlaGTb6n3fnD+cqHjEwh4nv0bxQaMfzkg1u4HCepy0I9XNMKeqifbfLSNkyXTNesy1rvS6Xn3Fr7Tf5jNurzLRBmiZLRpNd1MW2yF/PlFBPOZp1ZiCBubSrn4S1AbWmMvt2VKhHGLgGIrluKCA3whdLrdiaalLmpiPVYkNZz3J4LWjAyTI/iqpmafK1LRW/VqtJ2kUlebGk+vDOmKPnKXHpB/yxl3nAi+4VfFkyQaAWAPLgz2FHEGhnO4I9O+6l2wr/u2cKBHGP3XL/lK/X03Vf12f9Oj1ttvY9oOn9MQiX3EukBoKBYCAYCAaCgQ/AgG69H2Cab3WKZfuW2QTqJ1Z9vzP9NGvjb/18tgcCFHd3n+3u7pPdff7bPt/+Y3cewPhk9wQrbsH97WfX7+9uzfEg+ckeJR2faOfO7l2n7AEd30favj/DIz4Ogh0uKX/A/0l4+mySJX9bdAVIHrG7vLOHe4Eyz3+2B8rOcYftjnE/3H7C/5NpHg2azx3zu9M85/hE4Ib8/Yi//E2Yu1txUiB+7j3Q87fdwtW9gjwO6n7+x+7h8J62H9Q3+oNAEOjBcWuST8xfnD9h05syT093tnm6BQR5NuDp0Tb+61GPtkM6FOzxv8HywLkDmxl20p9su3niJ5ZrgCToc2SD6iDQp/N+3O/N87ILBHqOgnSHyvd2av4KvggEZLKCOKwfraESLGEjS971FohgI83ThmWCQANBnsHrHWvgpzeiOZbZaCtAYviY/gZLawOZgakcez71+B7JCvsiFUBSPfWHb/INNd85ghLa8GvjrwvNDZkbmTGQbEKe6XoQKPDNuiqCyZeya3naVaKIXvAh4zoHr8uYNK4JM5/m+wqJC4nxciztongq32UfM329HemD8wNUuCyHabwTJ5Pte8c/b/MlfeyHwXUEbdwXXdxqnKjj+TTKJ6gUaMiI1MoUcCF/mQZMM2httjpfJWlmkdTmwkDm3Kb8c8D9VUn1547KC3Ob9BljM3VGIk7PFlB2nq75fouttau6TZc8z8v2rVBbDa2NlpdstmtS5ZdI1q5aXLky5SABO4cTbC9+fKlyaMGenmtlz7W570/W99mkq8wl1xDpFHO9NceLjb+i/xfrM64Xy7+iEJam0ZDx7zKSWXgrrpYor+fLgQFQQCKLzvyNgE3WfQcSet2z8gGeDh4AOoyBoJ3tdhvTH4zeb3emvxV0IDikXw/rua9m3R8FAkHcQLlD8YMFtU2bGs85x9WsoiUY1SK1ISJLGwStvPLCKzLBQDAQDAQDwcCbZKDcb9/k0N77oNg5MEUdT/x0ShsdbVp267U9EnhQoOWOIIWCIf73bQhK3BO8kO2eQIXwSGBGbwg9KmBDoOIRu2xPTw+m4IWCGBv0NcGLNYEJQfkNurBD+k/O2EBpE7VHjiBQofEcCEAI++3e/H/iIO/BCQIUJ8eBfVXFCUkw4ERwwsGm7TSCMjZiA2WDfNz3YBk54WgnylTuYIM8CAougMz2rcHIG/mCI1u6E49xBD/00z7smXoCHcCyHpRguhv4OS5SD38Ctdour6O2YSu/plKCA4ZNX5DRxqY1UUcwpHW5tEd/hq8Ng/eVeQhV3w7KXPp4yiYxs1Gcw/Bp9TNtXIJ5MV+1U+ZD3utIqs9Mv5dI9GMap8YmaFzU80AQ4xl48MigJyiUBXTl1Y/n1WeDyqmT2ZD38mND3bdgELZMXu1O/WV/CBB/HYeOp4Ai4ZY8WUMw7uECXkahS8Y/8o2OM5ybeVtmRTc+zb9JTCW19ukXg7fpPtkW51Xn1oGfl0vOfZQXZFNDINJ3MwDVnAd4HVuSZcxUZUAOdb2gjimjAa3zBl8j2OZSWTwX6ZpNdWo7y+/nVedFc28zIy6v4VeP9tqYfrVtzklH5gxZ+RX2Ms7EalyAgJDyhr0A14vE9d+vw1wlWWdaY7qW9q6fCAABAkGyY6pBn2ntTRr1ve3Oj997ULvX8K3ttrau1xcHlLiTH/jWSWJTgl7SyOJ0vVahIF/agKDM3iKzp+jBgR+eeVCo/nqYgkBbAkH6gZrvYw5rDxz1KmcPI9sReeSHKifuY4L53kHc0j6jkjaC/vyENFnL5alRTSjjG+tVv6k8tGAgGAgGgoFg4JKBf9uie+2/3Wf0VxnQVkEP9Hqo3vd7NihbW+8eCN482IOCOfd3NgZ3Hu/driDOmqCOB3LWj6ZAzmbzZJsnQEBns3m0LXKNbQu8DLmr2O6e+CnZGjRZdAV+FAQ66I9OX8HxsLWCPRIQyDmy8WrQJuxEvm3IejZnPT49AZ6C3jyPj3xzT7DnDJkycdF7QOEENccCBReACQQwSsDkxFaan+bhi5Mp+JAJUAzAdQIX8lPASLJAjA8EDXKFIZUfTBu2js3auKX2YBBmviEdxqsoxTzAlq0/jZWNK3V84zqWGz4vQBUFOkkLUKczSx0NYTd8EplLWG2fcbS+kSaYPlmHAjawWVBAB45OcDpwrjLnQgGdngCcnzvORX842gh8+mMP1eWcaMM8EAg6qR2hH0ztemCO9o2zUzoUt9I0BqHqVdUQl+jk8Dq0iniXWjMDahLEmYA+8UGFMdWBLPKyCc0oveGarZX9TrLN421Inb+k88RwElDS+TO+k9IbWtm5vZVfl5wX0rNl3sfkMGmlhi/nM59SEsf3x4BWIrPSIpgDU0kqF0ru/Ditz0k798lcG3WtnKMEgbJfQ5tda1xrz7FohOv8WX6RffMZ5sn3qR01zwVEXYWuASVQPz8Z6Nz3M+h1nxLqG0GH3Y591M72ehsIHAgCaV+znwV+FPwR2q+JZe6B4vzED+L4CRTs6QcrJ0b4Zdi4H6EaSecKcSUxZlpczNPzV1zDFAwEAx+RgZhzMPCvMqDb7L/aYXQ2Z0AbDbZBbEB6fhql32dXoGajN3bWD7bzP8T7ZEc2L6fjjofvPRvEE9tH1QMd8E0EMp0IAgwO8zcZSr5DX3kwI1taDXbjyEgjb3bTCdTrKAed3pL5IoxHtWEBY1QdkExm1jZtifFNoJ/qIz/5z6EH9OJLffySjxudBn0juELvzIiBmI/T7RnDgC2b/r6K2rVxU5YZiXBCDgDJHIuP8oLKBekF3nZn9FFgZx8fi/dNAZIj8zX6R+tAS7WsZZ+V+M3bnPSOdhsM3fgk5HOQz1RGDv+WNEetNeaoN4EUKBMI3vQKBOmnoASBTofe+uPRcSB4d8DeO452UrmCPgSDMlLBokwbA1DQzbxd+hjoSzthoXU/yqwXp8gxDs4xyix1M/0rVPiTt2oXyCBglRBQI71FBpJ1+uaw6Em+tq3TGtaZNEsy2vKTltlX5vIVv2u2K24yja6jImvg3TFAIPvKnHQpE7id1dKuypdEXalaMg7ykrWK2lM2c900MiSaV/9cQylQvrpWQX19VzzXVU02e5efF2e2KIQvmMsEhAQFhQ79znqCQgoEKfjje6vdxn9dTAGhA/r0dhC+/dZ6fgh3JJh05AcdJ4H73omgkGDIEfRljjnt7C3qviPrfrhA8eaUziu4rpFPpdc83C0OH4KBmGQwEAwEA/8eA4vb6L/XbfQ0v9VrE6BNy273ZJvdo60J/vgfFNb/toTtcFxbz8N4ZoNjg956mTYbJdih1gTsBIUSAZykQAdIVV8R+OkIqHSc8YLBVqNuPHMphuYNRQAAEABJREFUP7CpzFdg2ObAj7b0bCaUPzZr1qQHbni4T+dI5o2ojvt4G2rLxroak9CtzFZdB5DSMa7oYHVDnqjVjYA9gRug9jrKOgJeyeedrXADJ75ZOzGHARug3KMQLjHBEU+hNsL9Vb+BOszFKrRhbzDfvJ8ss1vXebSxrpWPJkvP9k0oTSyP9KK+GBqCfunxqo7RxzKvrXkorzJkFWpE49evsCmQo7d6BjawA0GegaBPgeZYYAR4MqAFOueBhYEMIFMnw4dLyiWJWuLOOcA+NDiPqt0GIN2gfwD2uo+qztFqJRTQIboF5xafN8dAKueb70hSVDfdmGRKCVmgISfKBOmOZJxZDhxxJIOe8CePxhETjnOdLGm+YKRjihQMXGFAq4NLmi6NjuYi+3RZ7Zp5lF4+5qQsV6HKS7sDheTIcEUvfaC7IjOdIDhyifUj7mNq/WrNj8bfQNGMvn2YYnJRWwZA8u98KYNNeMz8kOJAMEe/FqaAz26zYV/1NMPGtuuW157rkTy2/doO+nUxBYQOe+tpI7PvOgl+HpiDgkHeGXqzef65g+5/oAaInvMyL1CbrsQhGAgGgoFgIBj4aQzo3vnTGo+Gn2NgdpMnYKFNnzYZmc1Gr//mlJ9c6X+AOh4PVh6+e3aBQBsIHrI7SX+I1iZSqJsLBTR8Q6L8wKboBDLPSAMDIU9fafamkIImDtpSsMaQRlBmCapSz0Cibceoq331JZQ+1EZHGwVmnVaYoLZBGmGMrWFwv05lnZkCOMR6zMdGXT0QKshzs+qsAJ+VWQkGlT5W5BOBHMHGz4AmaHwZPdv0ltBAvqGUGfMrMPyGGXAdyzIZQW0SEMHOltMUOLH693twWCSeTZkLbfpcXi/xXLSzzGgML4GZUFwCMgrSCGoBo4SjzV9S/sxEm2fWWK83g8D0t4DwYX6ao3GeJtAegR0IINaj+nBCPtOGOMlsnDP6CUiOILhUxgaP9Gnw6EP64iHT+zkMW63IcLwpuJal08FRDa7H4c0wwJcjEQZKfNtQLXVoBHza+NJcx6/ZLZklMOalKC/jVcjhFaANr/4K13B5rwxwreMaVq4q6H51kTyf75lN155zl1l+WdxRwmJjIbPiTYt5Dt3zHPLSgsQPldQBJdWV/N0gFs7xyjnMpixVtIgj8SaZ2JeY7iXcc/Rr5Are6Ne8FADa8IM0BYH0K/HlLWt+2LYpWBMI2m4JBvEDtx0/gNv6/ya2s73eus57mgT6+0C0y92tDrbNoWb9ptNs1yR+mH14471wbkMfE46jHkowEAwEA8FAMPDjGdB99Me3Gi2+wED2rUJxaDf6bKdTz0aj5ydOR9Ov4Jz6Iw/UYOjZh/KQ7EEfJAEcBWO6lpck8OG/tsRGVfaOHiSNvHwNH22OpuDLie1kBpKANhN1Cgbsc8gPaOeCjwnSL8DY2Nior0HSy4utI99Rr2Mc9hzwYcJmQ3a0QMHkj535dAKrtgMk0/NhGgNf8hHo1/tp+gDdc1u2MtcmjfywABVqykj5yQeV/hmglIqBLPBc8c3ug8Gz2ZwK9K+VtPDNSX0xsLP6DALStHE2gnRMeFbOHPTQ48BPDYAs+N/3OTEPOCSPQtUMpuo6XwPn0ANGkg0tiKT1PQfrOte2svfZRjvMH/NLBwynKM8d5ZAb65MTc1Wm0yHwdhnQeRIuz7xx2RjHrbM8ZqqSqJO4CEhW01XhD9lXS5oxocyQqEEWYcK02DHi+RNSNPlWGPCFpkNDG9iAMgfZmkZPKdU2F9kX8qywLSNJrV8WmYIYN2llN1VnBdq0+DqaExDTYlTmQ8Hpmg7OhLKFBDS4KzpH7i/ZMVjmHtZzT+r5wUPf9+yzDo72htBmo18PIwjUgkHrR1MwaE1QSAGh7XZjB70VBPZAfzz6yP1M+zahXKh0fgX6vkjYGZ4P+KKsGBhqUfyIv8s4BAPBQDAQDAQDP54B3ZJ+fKvR4lUGtAkcb+tsRpqT7OxQfEOSCfyc+r3pV74GfuKkB+usYMbAw7fgj7no44byxCOQWhVONMkGVT8JI6jTCdRV0KRsUFQuyFfA19tDUkd+He1OsFnb8p9D7cxBAMv/21ZseqCnHWttu1TdgfYGM5Vr/nO4P0xg05yNAIEx36xdETbpGpcxzkTASzBJAhnpDOb9MQ7mbiPodxjousjig+6+kvaFj3yEuds8T9veFuWMOTNHzZgcSdq3gurfkLQPTv5g0fEMIRhSjxTlK584EwXYrX4SUqDMqDuh+CS3N5+EQoJTD9rp/DHnQXNvQR/fbJ9Y2gLrg3wWOJ/ajHuwSOeYc52xGSgsznmlj9oV2pTmdI7W3M6AaTiOseytKzG+iYHp/M/O6FTsWsd67sza2kD6emeNpgq7+KQLS2lA3ws0itMc3jiGhbzSRJjeGQO6uMyndJbXkpgVn5WWa8+s/JpaVxwrC41Fp+BP8mtuzaskoUtqPXufOgjXWvwgNp++H/j+I8XRHE4Ddk4KtyLz+3CfrWcv1Xvgp7eePVbPvabnXtQf9nbwPxT9VP9DjQd72jzYZvdg6+2T6dfE9Kv5u8PaSiBoa/t+RzDoQDvs09ir5Xy0EgzK/CCPjv3G06QPiItLlQvR9iiTUWOe5VBbO9ckxZGCgWAgGAgGgoFvYIA75TfUiirfwIBu4LUam4+iyQa462fHyfrhYPrVGXYS1h6KUXiwxU8bC/yMnNAhBZPdoQcnQb7qQTqSAElHeVf9uy7bAl5W/AyfAvLYdew4lLpml7qNHy2mRP2u1pM+IeMHGH9HUKZzP41voM3B9PCveRZ5QhXwJzjgNvxdEmTA2dtK3g8+C9k2VbRJP5myPHBUoIG8jTiv91yertS3BEiuq20Bw1k++/hkFwZ6b37Kv4CfXcTDRXKYb5wTJ0swbEJCYjIHB1LRGZd0o9xcwXCRmCMJljk1J+JBJ/NAjwJB8N7rfxZD7/mJqYONt5fzPejZnIszP0esDav8dfThSMk6wZAA8xdSXpwRhuX5L1SK4l/JAF89nXqd+8w3RnrmMIHvka8Lnc02UGxNnctERkDME82xNtURVgTdoCgpg/Q6vuLIVMmaZ+m9atVRKdI7Z8DXgq+TaaJ19VTDLDdTS6EqCsppfSGVZY0ZKyxxF2zhHuW5SOOg1OnA2k1Fnh0vujkrf1tZzeEavnaUL82a9kn6QZH5lV++FboIgHKN4aigEDgcjgR09gSC9qZAz0G/LjaDB4IUDCJQpGDRwX9FbG36n8R6/do+yDUQpGCQ3gg6nTI7jdqvLjZSJa9Ote1ZSiFDtC8CV2bgR/N21cFLwDVSMBAMBAPBQDBQGdCtsqohfh4DujHTugQPvWgkMiS/d59OltmIZDYSgz8cH/0hWm+9DNrE6OGnQXlqm0s9ELVG5lJ2QY6SKpMEdT+pktJG0cwHYmxFBzCXVWelKPiBqOWyF3Q00bBC942yt5fJNRj1BgdGEmNhDh0wYf4mifI+3xpIIAiU+endQCDHxB9BBXGT8cv4FeBLWdbOyfsm722WfuhwmVRGfe/7Wakqqi854RoHyTfwmuPkJy3pMEJtfQ1KxfLT4cQzwYRS8srjchBUyqCl2Xj8YaSjAEifA6uSmhLMOVY7gkpoB06zwDkYOC8nnQ9fz5wLfkqalRcIBmXOob8BpHwD59fPn+rrnJSOaByFxOIpOkfXR5sMc2hM1zD3Cf1NMMC51vdYTzw69/k08BXvybJmtHZUzndf33+H8sDHzhrzZeiZeuC0Z+zepkye54Bjpp5DulDM8irLuWhnR30XzJfbWUFkPxADuqctpsu1R8tnsrVck5TMVHIXias560rHWqROKoq1awVVImiTZczqfWHJ4vYRkr7LlyxAkE+eE+T3L0krPDu3VXcfHTL3VdXJcMp1x3rruVf1BHT818MI+ugNIP3toM3jgz2uC/Qfdaw3ekvo3tbjr4k9EkTaEUTaIrfW7/e2P+7teOzLG0LHbCf2eWXMpU+NYEILBL1Ccs9kwEqOqY3nNPX3XFnYg4FgIBgIBn4VA7+qX+6Ov6rr6LcwwKZAt3B2ddmlbv66WQtGWEFyQNrsM1Sdss7Y3DQM6ILykkKuvk0or/pLaCEk9d/cRim/milOapxNE6LmExuthF7+cDN2Ht7J1rEMLg1bbcXziYd9olyYc4H3XfSB4MAcWdxgUwBBduWNhzwFgRz8rI1GaF5jBbSdCUQsbN4/ZVVmpHyugaJaVf40+8XUTR5w0TLioOmlwSn3Wk3Bn2u+sovza2UXNmiVzecMz8pm+BPIqsiRmLjadGDR+BvIeiptiJcGzJwfE7wxWod7BXhkG9ioOvrBFNx0yEZe51N+LrG5rOe51KWP1i7NevN0932pzKhjFV6DYX89LD7fxYBWE98MznH29Zh5+NID2GA9P0HvZScI1FMmNB+tjawyrQnW7HNDcB8tGvfN0sBAdUG1ZFMjksqz3iQu0JmWhVbORVEY3h8DZyda18PFJM/KF2VaKM3g94LODJm4gyfJtOLeSXgnJbw6oCQdlKVoLFIlFTiaWRnpkgsHN3y0g5gAnjg4IZLioUhRXAC3rphzb2QLip8T7vV7VIJA+WC9fs3roEDO2nY74dGeNo+22dyBB3t6erDN+sn/VzH9mtja3xja2JZg0N7fENrafr+z/gAIJpU3hPYEt7Pp7SA60kBBGwPqRSq+8j+deuoJ1ebjZa/IfdPVi7phCAaCgd+EgRhmMPBLGNCt8Jd0/LE6Pae53fSr1AOK7uLIxkvXFKT2Lgg2L1bgm0l0djHnLcvPzh+KeIAqNvrj4dxG4C0d4eUUqz0PBGCbpPpqGOiVwpqKv8q6amli+TCVspW3stvYOjbBc1BNbSGYnS0gasr41CaAJ7ZB5ja153PAPuoUeaJTr9wkY8Cufp4DxSS1hVCaqcraYmSdGfmprc650fmSzb73441o7DREVx2gOzJTUl/e6WS6omkSAm2RzNeD3GQD2LwrmZ5BKce3lVPH2/G2ZAfS3c5B56i96aOgzhyys3Ed8Bmo428CnQY23SdHVgBPdpXTH1mdWYf5+cT4pcQQ5JppR7K4J6dPNJb85VFlr0GpmYqI43cwwIny85xN56qgRz/xsHSynpOfefjJ/OS8x6+vAaGMbDbXlQf62x7Z/XrayL6eetaA6hU/+vFfOzxRNuAjYKOO6mV8zVca63kuNczvmGVU/Q0Z4Ovt19c2dPJfvtY2Z11FpHOfo1IJ2N9YkWpo5bpRJq8GlplfrliORbaCkFcZ4JtrfIlJaJDGsfqJyaoidB7FPWpNrVwycxaQ4yYF3dnvabeg7w/oOzv43wzaIxUceiI49GT+P4wpGLQlILRVEGhjuwNlhzVBIAWCBOrSRt9vue7s/a2gEtShL65vZgSf1CeBb6vgNslYKcfO1OifLDoTNv3MiyukDAANt+bznMQx0ptkIAYVDAQDwcC/z0D697uMHgsD3LGllLs89/Sa5wavwJk6j/8AABAASURBVIuKdHK0fXSdDImNCltGFBIbyKqTKRucmlcFh9oc0IDvCgYbeMDhmQqZgX6ChA82usVPibzEM6CrMgbKL/VuLLPFh/7rw9RlHcYs344SkARaIcdRBbXcVcbGWJkFuYENEfk28NYFJUqp2ZUB8/ZsDAN0Zq7blc+sQalnHqW9jjHShiIzDqsfSkkUmvFTXxv1Wvxq0Tpmnpy0AXDSqE2+zo+zSF5+LwEXP/9IPw9zyRBH29KuXEFru+RK17LV/FWhcp0jQcs7+/nSyE39MRd/2K6BoIzMfBcEPaz3+rU/2Xio9zJ0GrjS05xc6ZNLVj9TFu3SgvGbUvdNtaLSBQMsCBKnVuemZ3lndNYMQZqeoI+CNj3nvidAqLWRFUjkgalnPfu6YH1Ib5BN68frUZblO/4NqpP1rLGeNiSz2lc7/jaa+mUkyjuMccxwMfAwvGsGlpeSL0yVdXPu4fX9YAo8pNSCPyvyQqIGd3fduOs9iGXnC65IV30N4ljSvBtVL9YPctTky3c0Q1CDCMIKB6Xc85Rj8CR6nX/PmRXa5Ct+JUEN/CS/X3DfSmdQtIWbXiZI4/A3hA4EgfYEerYEgdYeBNpsHvztIAWE1msFgp5Mfz9o528Hrc3fDNpuCQrtqLt19P3ejsKxt5NAP6cKRlhHzbgZYwKTjXF7aZPs5XycTXphHIKBYCAYCAaCgasMlPvh1aIw/mgGtBkpbYp2oeTKkbzfy5ss1nLsXHixNIIgEheQQwObiPNytjXVJKeqXgj6l00uL0E+I9RyQzW2uspKl3wB6nUE01UgyDo2yOjatanMfIOmxuhLwvNqVBlB+gTVaZisnZobYf5RJyg0Me6x0LGMadoTdpYG+Qt29tF4BaP9rkK6TZ82oNdIamXm+BJwKem8vWLlqIkIqLSlY+GxaKpWNDgtCkfpc2BqydeeypqhSjXUgl1jP7XM87UOm/MyGvIeBCJHmwMP+cKJ8l4P7X0/PqxnHtoz9oyfMF/aHV3MQfYi0cPMJjZn2W9UGT01ly1jiPQdDHCKvfaAorOkc52lO1gPCth4YOhkCgT1/KQ8u408wR4FfnrKs9ZPDfL0rCu34XdiTZ2q9HaHwTJt9N4+bWh9sbjIMg6d2+dAcaR3yoDO+TS1Mafr22SeaaPHZNN1kKu/Bx488LOydAPSym5ubkbIZqkz+ZklEpCkpalVbJ5BJu4tDe6HzSUVPnKCH31nHVd4gDK4rQWiDFXff+O7XqCruZBNQZaEvcHLtSlIBFa4lnDBsF5/Iyjv7eC/JrYhCAR2a4I/a9ttJB8ICj2Ql12BoAm73YbAz5og0NaO+4P1Atel7P8z2dF0PeOgEYKWmGBTXba85DXIifF6QEh6QRZBRfWjsg1M2W1xCAaCgWAgGPgYDNTb4ceY7K+dZaE6sQlcjmO1zHI/z/qJYJZ/x/auM310ozY9oADlv4iMB75eD3UAi+TlCwt91bzKqlrEVFtFDg5q+zmUehzxM83nG5Cok2zFuMRBx+YMyW6uw46R1Nn0SZPqmvKCMpKC9OdAW75xR3r7VS7cZauGiRIMaltgu4gd2tlP8XBJ4MMfZJE4leR8FPWnHjUc4WonHdyZw77m89zYR96WjRX3SogXoUtq0UiKFz2E10BQhrjMJnugPBP0KQ/0JzbcPUufB/Tmp3qlcW/FJ6K5Cp4p5ulIv3P/i7PTztI1aertAkYbU/uhfTMDfs5Kbb7aRZkd/Yz4uuD7hFRAJ7M+egV6WCu91skCR9YLa8XLWTf4DvgN1M08EGUki6m+aZQ5i6wNjmOXbZ1ICmPBT1Oi4TfOQFkG5bgc6hUb65nEvUqeCdmBZDdJgZ//oK8s3RR5k1R+w4U4FVy9dp1fafCtftLMP5Pm2Xd3mHiGMp+9Zixcm6r7UChpupebPhgkRqjN8v3PXCOkOea6XxeKn1fzJjL9F1virlBQ8jpTWW8Jcb3pPahz8L8BdDjsCPrsCApNgaDtVr869mjb3b3/3aCt/90gBYe21n5NLPd7ywSajICT2ZEhNGRbrXp2RlO/6huHkghqn0acsAkIpVqFaSo3QuZxuqM1lGAgGAgGgoH3yoDf0t7r5N7kvPxO20Z2Rn/ZsbRCti6U83DdjZaiaMPCzoB7Po2Rvnjjlk+pWo+0WzUj0DTLNWuRA2IECok9D8az1Ow8zJvgxRp1x2apwJhNgZ19ip9Rnpjrs+iSPID8zdu18ZNG7VKZyqQJc5/zPA2r8bmLm4ye7fzj86YFlxRKIpYJ8rXbatDJavr3SrW17OwylxgfqUyi83Jl7WI+pcy+6tPZonmbPlkLxR+2J1vTkiq1zPk4nK7BBrgZBh7k9XDf3u5gI6w3PxQcymyyM+0PcEBciO9CaXCcBZNMWk+0n0CZf/H5uiMDoo/SwVz/ulae946SlMzXEUcno9NxpJqVpLUwQ2Y96Pz3SAWCeh62hBM/RT9hc7A+Bq2P2a93ZdpwcD6zymrexmtWOcs6qnsNI/BBGWBtaB1MeA0PLGRda/xio+BOx7qW1K9/zfViM4JCuhYmo5w60qlg5nrnkgNJ7SI+XNK3UDibuOh4Bkn2mXvLSwqlqLTpp1jXAuD7KcmrUC3VAXobCJ8EprWhG3/mrFGOPWcFno8EcvZ26PWrYrv6ltCGIBCBH/9VsSdbrx8AkmDQDhx2a9vvhS11DwSyDwxLbQm07QNGejBIQR3pDXWMCvwwhmls2RQM4iAHSrLDM2cHtXRmimwwEAwEA8HAO2Xg7Hb5Tmf5hqZ1eZPVKdCGELCF6Pyh1SwhtZfskso7n4Hq+h6AnHTEC2mqZ6idDmrQYUYHYAXQ3dah4JglBbJjUl6ohqFKibk+tqOC5zBrx/2LHz0XxcepnKDxrazrAHxog5y6jqGrDZUXlCN2exlGuV35JOwvwSi38ZPQ5iB7NekMAdLV4mb8Hult65AXrM1HJ928lI7IpNSZCWS7ClvMz/i0EkmyV1PHeTA++JCsS0bz5MvWk10mqWw2dTQeuFWYmpMyF/3KONAANfDPPZtXPcgTBFLQp+fhvsemX9npeWjPfBkyflRQuEmVHZ2PpHYkIVh83jYDrz9JrBAbOPcFA+cesE4ytguwCjVvVpSWCSqavjLVjmGmKfclvH6cX2opyt8oA6wPUl0vdYyjwZVqnAvWhScduBZyofP7lcvOJp0yBXzcPuk4kMinFVIX1GTlI1vRylH9C8vhlbKPfISn8bov7oQv8DFz4apQCfWrCxWbRPUrhDgHJFkKWibT84CJPNcgNZQJAvUCQem+31vvfzx6a4fDliDQBjzZYVfkbvNk2x1QEGi7wWfjgaDjfksgCGQFghp6mu+J5yDHQJDeDFKe/udjZUQ4+/EkO/dRz/ih+XpmPMgqV8doDSUYCAaCgWDgvTEwuwW+t6m9vfn43mAcVqHeVjJIT2z8ijS2E8XaIQCbRdPDst+duaVrrwH82RfJE5A5rH2o46ralF7Q0W5HO3MYeQFPM9etfjpkA6qnlkfq7+AIXoe8l+uALrvGpew5ZFe51zNGVFCOmr9R0hFPSABJDg1uVhQk/IUVssMGKDeHvfLT4XcOTJ4Sx4qMvApc6nlA+3KimS87faPHrG1tYJ+Dne/mfOHYcsm8Ygi+DJ3rDu5t/HR+NuzZj86YedBJvM8G7SPwBXExmPIgP1hW0IeH+xMY2h8CxqYNdj4LAo3TpAv11BnKVVh83gwD7RyVAXXtfMlsr/nwZeTCyvEFZ0o9aa3JjYzEFZQ17ivWfCgLn1cPalErMr8/A7q2zmexXEGsC5Lp2ogswZ6Oa6QyK9aR5A15ISEraiAIA2llRv1SN5FXtSJt9lG/DTPzO1OfnyFfdROWE4anpaHm4B0t+b0HZZYSRSQspa70nLjfYFmmahuH1BRJeeZymaABtWn1DSEfJAEgbmCoeoNHAZwmj5iPdiAw5L8e1pegj/4+UAsEbdcPtgF6S2i7vjfH9tEOwmHtgaHjcWen42EWDCIQtMpsKYUyNh2NG+PKFY1Zbw4BkgmUedG1g9yv2cMWDAQDwUAw8N0M/OoGuG396iF8pP4b3eV2zBaPySdu2NJUlthMFClLAS7zG/FAfpHkXw2zwIqxmbTx042a0YN5WWc2yvJCc9kLNLvZWNxhc9gLH3y8wsyFsWrogluH2VgxlJyOgE1aR/2O8SX9FFSyg49uZSWvks4MP8NvlNK/Cnb2SeQbUF/blt6UWkB1G8YZF0Nr/kfL0vrXHWvwp1XiFDX1VVKbXOGqc2fWptjKOYPFiOG5emLLMZTHrOyBISqwIN3OmPU2UE8QSIGg03BiA8zPNPve/FfCeCLI+GirLlCt9MlgOoGmugpEpDfDACdnNhadozGrE0/mS+tTbpnzb0BSkE7VMVE06r42ppxry1G4yXwhu6rSBjfE4Q0z0M7Ua+TlNLSasFI56WKFJDcmlRaU41iAX+K+oTrJf62rsyJXSK6AtEWy8klFGJKkTKKuy8mJbALLpF7dIkXwjA6LjAzvE7NpLr7Ts9mKwjlmRaOq8+RfcCgmjfZrivfDvaXck3Q1aijerf5Clko4ZC5F3KMIBPkPLPQmj+5Z/cH6vOMeJmzN3woiqLMTdgR+/FfEHmy9uTMFgBzbB9tRtj082X6/cfSHLe1s6eNQgkAnvQVEVGclZPaVDQxlvPBBIsXm0R8UkgJE8rgK3K/awxgMBAPfy0DUDwZ+KQPtvvVLBxGdwwC7FraK7Es6toYFNv9cvRG30ydZMahSpwNA6i0WNPNNJnnTp/pKpTcXtE9ytRyaz5nsyAteD30uZW8ojZg/y2tMLfhTy8tcV2YEdDrm3iFNgZ/VyhLBprRKlrCnm84wkDpLzEEwfTTYb0Yy/e2jAhob2+mw1zzi6xJ1r1bwyVPyNqSmymBekdp4X+GKi7yNM4RaBBRzBtE7rCB1dv7RWMpeWVppoa0Xf7tnwEZQaACePynoUzCgKyCkwJCX0VBmo37eh9G7koPCDkR6mwxwthmY1kKBB/OwvJRYZsaFwiFd1wzPzypxGfFc4vpR1kEiLyCUuN5IXGLmc1kYljfGgJ8tHV4JuU1T0JqbckWrHhJtEZWCcqz25OtKVzvAdS6l+Zs+6Jbwb0AlP/aGP1mWrMpLGYtZygj5Cv4M70otct0P1fCxxDRzacJz8y9XFpXOTyNnq1IN917QyQVIFiTOT+L8CoacYDptVj4K9Kh/rlh+D1JUhftUC7LMZLYjpxH0wp4gUAXBnAPBnd1uTaBHeESCzb1thKc7e9QbQY+Sd9gebL19si04bNfWEzza91srbwX1BISO9HoCR4aowJDGdw6K8FCaNj7MhRHO80SYyKqu/AM/joFoKRgIBoKBX8dA+nVdR88TA6uiJp2OhmJaHrtl9moume9BfLMiB+pcBIGwebn6avd22fD3vZLsyhckfAVKn09yxc8cxodxcNS2IbNVkiRLkiPwuXbWKeiDnvTFBn95AAAQAElEQVSmT5csacN1s0Kir5BuX1EvGUYkgiM5+zakZ+p1z9jVn+o8B5XbM5/hGfsvNIu0a93rBAlexkYWqayDA/GVxbaQ4jEV75rt1MHK9CCebuCM82mCFyc/0py3VQ4yyd4ZiwGYWddRRXlgZjqqD7E5D/YMBIgU9MkaHLrpQ+Pym9qWcYKXTdnQ3hgDOj8Nrx2aVo/7plEzVp6bygE7qejG2ixah5iZyUX6nRngq8/NjBlIaSB7NVFOulq0MPqaqqtEFRrcqdpd5zD6yl5Wl7Sy4FzDaZ7ko3wra1K210CDeY3fe/NpVwjJ+dzExzlaeS6noWb9VLnOORhpl0Le7dIr5Az8nuZXFl1dVOaO9UDgJCvQIkhnHLovmfIVKgdZ/5mBAPqsANDW3wI67HbITQn87B4J8gj39vQkPNjTw609PN2Sv7VHAkFrx4Otd4BA0FZ/P4hg0KFfE1jaWe4PlunvRD9G4Mk0lhPj8pujpMYlWQJW5pGgomf0JZimz0f+AvlIwUAwEAwEA78tA+d3sd92Ir/1wDkLvrngQVmSPYaV3UpXNrRXJ0elK/Zya25l1HcfyXObCmSXbN10pt9qKhaOPh58kGVM6JiV5LeAjDOobMqWUfmTvIxqD9mxqTIe9h3Yytw1TvrBztHk02HqKKcKiYwJqF+dzut5D7QiibiazuucO5VyP9Zpnnu8ubwGO8dsgNrjCaa5KJIojK/lzBxdrbwNnhkPqeusBPRWSDbLXYHNP2q/5VNpJ5FP1pmWhQ7UMrI2fhiYupqCQGy0BxrCzpFFTN7H6jnyqolO0nxUV5bA+2agXEeMJcQKYjEpjzbljZzWHGUYZ2R0ric/xuF3ZKB+1fV1d5TD2UxwIp0Zv5CdVXDVD7WOLxg/VINEyzcpm9DynSl3DWp6jtGnVV0YLoxj6btTNNUZpJ7PkVsBQQ8u/RAo3fx+sPTS194tYwNSuCaMRuU9w5XCRrhFRYJn2oHOfKHp/gO84xZIGSg5MSagoArBmBKYOVhP8Cf3e4I1wha5Nv81sMOTbXZPBIKQG+GBoM8duAfoD+Cp5jf3tn588F8V21Fne9jYfr+zfr+lzz3o6b+30zgmjbmM90SJYMgFCBLpfw5rUA3T2EHRdVQbkoFgIBgIBoKB35GBi1vZ7ziJ9zFmnQpBs+k4CFa2L6+81y7dSlt5fIJWe8nbG7AN9CAYeoEtP1QnWdn9oOmBSR7ILHkNuMl/LO9s3Fqom6wDPr4B00GBAvJGm3pIc4lNbv5gJh/vR07mZhs/sn0txsooDI7jl1P+skv10Gh8wp4v7Lr6Zg/iQCgDPJ+p8kIpXR5lb/ASn67aWlnHeSuQXmB+9rqJHs65OVaIZDd620tvg/nbX9goS4Ilo0FqI00f9VrWlRobWNEZsNNVVg4OH45r5VDyqisUWxzfHwNtlRgrphNYQx0ob6MlS6yxjnyXpIOus9R0+1c/0dm/wIB/2/1QO0Mn1cwrhJyF6trUJouZVUcy1hWLyUy6ClhXEosLkxvmh+ZcbMt2i21xlPscXiiDK+/+oJkmvteCIe2rPmfs1mzyNjhmrgfg8lfD3YEDPn5ykTq3CIykUeHGpDvNwCnP3JIIvmSgv/vjgZ8jQZ4jdsmDteBPkUfKDtgo16+HyV8BohFHygkUHXbmfzNot/Ug0WbzaE8EgfSW0OPjZ4JBd/520OOmyPX61v+A9G57b9vdo+0Pwhq59fYy7Z/sYKdT7yBSRJhHxFwD08snxs+UPcnHlTgEA8FAMBAM/GYMzO5cv9nI39lwV5wJ7Sm0gXTJ/NrtVVsKsleT3rRp8P1Qh5uAyL5ZQfECSYGOJBY2GWoldc5GNgGNxbpknYqQJptckw6CRshGh+2OYSs57OgcZTXzuuafJLu3kczbTJiVVwEGqaaGlKfIUzG6atbxz8ZPh9aA6qnlJd3AQXoDWVLn7XSucZil67bs/jM3z8t3bpOeNOss7e1CwxPaCNuet+UlF+VXZzvNflpnyTrOV+IhOymQ478CtjLDZjqnXaLpriJhXnngZ3VzY6ub/9jqP8gVsqK0sTJvr+uso43OkunjRw5YyXaGUy0hS+rA204xup/DAIuChjsJ1kuqWKWVdazJVUrWbKk7WyWqQ91IvxsDulo9Bx5amY5egHCgX0+vO/nFizU0Xm1qULt2r19Hbf24Tme6Phab3x24Q7R1V1rD5TuTOv/OJn7H6pW+KuoMBuQcZGFcx0u083jtfKjVGXSTnDWgEtMaKEotUb/aD/UsOgI/Hiw5EjABBHX8jR8CLr1+Nau9+XM6WA/ycLA87IEkwCZ7fzpSLhD8Oe3tcNzbTkGg3cZ2m7Vtnp7AA7j3t4MeHm79V8Ue7+/scX1HQOjBNvrbQZsnW6+Fe9tuH22/X1vf7wg4HcCe8QI7Evxh7PpVMYfW1TUoCCRo2iqXDAQDwUAwEAz8Tgwsbl+/08Df41j9waRjZjyk+DO33mxwZD9SYsXO/dr4yBdxLS1uy/UsD62yNi5jJRpJHQ9FZuYP7J2lFbYuWYfsKDPQJZPgQEK3cxgfbBo6Gk4kMj4nyfGPOVO6ArSZgIYkgYUKHNt/o4qqvxs9MPNh3MANWEvqihiPygujAUV5AXVMyne0aTMo39DsLS//Ujkz1AnmYyr5Uj6NreS/cHwTxZrdHGVQuYh6VHlVXSgveGY6dJ11nMhyvju76VaOtFpZSivKVtU3GRnQWWK9dTyU6+2fG4I///M//7H/+Z8buyEgdIN9Rd1Vop3arnWdjbDpQ4s1k1iW+HBUctSSEB+EARZDV9dLSqwHx8qk30hnTaUVedaSbA1mWjfGJ4FIvw8Dy6vV5bhV3nBZurRM577VaNL9WD8sJCUr15bOzboVuJ9+XdYVzFUq8EOORNuyxTqDix+UnM9yJy4tvuYenG06J+ilIo3Uc1lObLNelZzJamcAJCqTZ5dCwx7067P1HvwhCNQTKAG9vwmE3uyEWvKgXxMrAZchH2lGeaQHX4rdCMoYvsKAHKg/DEdTYOhwPFh5G2hnGwI8u80jkoDP5h4JngD649MDwZ+7igfb+f8o9mT7MRC0NQWlhEyASn+jyOin9K0JCkxRC11ilBqvDK1ceiAYCAaCgWDgd2Bgupf9DqN9R2OcT4Vn3HFTmXh40VYk1TPjt1bpaSBkMdvgdCoR5i0VfWGlrmoN48az+JSjekLDRwNIeigC0rsWsEmdJQJBhjQGJWHuY2ZebyZRlXCblXVU60x10sqMjHVqROjM9ABW2hkoJI1tahYN5nOvHtb5BqSVfY2k/a9O6rXhWuWB8Qy1QGNhToy2GqpQ+begVv9JQqMVxuZ1TpiNTkGxdeXUYDOVCVY+qidotublyc9lWq0srf5jiSCOg5OeVtgkCeok1lJKK9PDeIdMBIqS7E3vbqhPECj9x25AWq2sA/JRUEj1BOVXqrNKlhLoOrNkjk4SNdJHZYD1wGJIrFdfXyyItFpZWoGktQW0PhN+wFi/Luzyky5NYXnnDJTr2vkkz1dC5w6jLwrp4s4kJ+ICEqDUMdYmmR+QWo8/oKnfsonze+q1SWQ/J8axaa5PJ4Us1wGv2vnRnj0/za+6iX7aNQJ/mfYKFOQ5WlbQR2/9CAR3FFQZQeAnDwrwnGygrhFs6fSDL0HtEegx30O0+amjzFXKTH6d6ZM59HR9MrWr4M1BbwYdtrbbbQgACY/2RBDo6enW/3i03g56ePhk9w+fTb8upj8k7W8J6Q0h/YoYAaHtdm097ai9vv7qmv8tIB+X+hTo2vNG39KFZpceCAaCgWAgGHiOgbdiP9/VvJVxvc9xiG3h2uxWbC54CiGZ3+mNj/tq26KNwJQfyzG9nF5xU6YPejZvE91uUJE8O/HAZGYrM40pdZ11K0BgKKXOUifg2CV0SUOaeTte1pEXsFMvyYVDl6qtMyNr/qHMdaTNNj4ZXSg2eWo+gvRvgep+C1pfOg/nKO2VoJT8VC7ZcJ5v9tdI1f0RuNZXNzNyDk3kA5JxEhMw/+CXjNLio6NyXqSpy69LHFeWVivzIA0BHX+rh0CQv83TAjkK2Dg66/BJWie+nqjbEfiRDdzIh7bSakV7CgStbNUB7Cse3Ff4rChL/p1ZWWLxFHTWoZslhicgIn04BsoS6Cx1rFYyNzfJtKYcWm9C6iyNsPqpa6YKN851N8ThbTGgE/RavDxytaJrR5FzXyykYukQgpWHX66BPPuXx2F0V1zqgOurkhoXXuX84Z20JyiYqJjYljbH5CMt+wmSxvmTkKvkiHJuTb/yJZjOS4GOo1urh1SbU/CHoAzBn+zBkxKcyQR48gmdoE8m+GMe4DkR/KGy68t7fGLfkxhn6rIVDEgDuXYveWICAzjZ6XR0HI97Oxx3tttvTH8Q+ulJAaCHEgR6uCMI9NkeCP48PCEJCikwtHm6s0cFgMBu/WSH3VP59bDjlvWtIFXtS38Y2ntXXlBGknFIdSjvShyCgWDgeQaiJBh4Ewws7mlvYkTvehD1BpnaTVN5wFlIFYYcwSYgsxkolHCzJz/p3Ps9Q32XrzzM25euap2ND0Ndx0PTqrPkD0noqYLAUNIDEw/iXcJG3pR3lPpGexRZoiypfkWXknUr6nS0uzKcO0v4WEronqx8NMcyr2lWmVkrJxSvn3dU/9egvp+DRjOvQ55pmZ832cn/8vTSOHywsxGSb+eFc6tzlDpsnDubw7DhJ1a8MlmzzixxgvHrCNR0PHinFYGd1coSdgWFVuhCYh3J5ujwoa+O9jqXnSVkSskSbSXaSgR90op2VtiQ/jCfVnbjPthTZx26GeWmIwelcYDKBN47A53WoNZAxzpgPSTWRWKdpNTyz0jqiJukwwx6uJ9lQ32nDPh598P5BJuxo0BAXEtcZ0jcqwzonoXEcLl+WnutkfN8s4c8ZwA64ZZ7WVGcYAVeiFRM+qySu+kEAD8jSBW7TkteT9JhfgXQ2UhcQ5JfN+Q9QdVHqA4ZD+70tKggj+cHmiVPYMfHpv+lUpC/7wnUnkZm3K8GYHSsfIECP1hIwwTVH2gXMFHs+JJG3duWQXUk6Z9AU1bAKe+t9783tLP+sDX9ythhh9ytCRKtTX9EeuNvCT3Yo4JBj0iCQevNk/+toMNhTf0Dc9oTtzoyK8TYH0MhMW2OkV7PQHgGA8FAMPDrGUi/fggfdAT+uu/Z3BMPJ5gQxh7Eykc3dUE3dlmkT1JWbvfckqfjuDFYnN1WT3Vn4EGp7Hw669CTb3w6MxKqCbYyZLKk9gjc8DxlXdeRFyjDSWWCfClUAskh/4SPqS5SeevMBLIupQv6g9bj+JmV+YfNj2+eNIdzuEM9nJd9bb42s+hLti+1Ix8BvwS8vvJvCRrXM+Pxc+GHmUNC55xznk0nNZGvwMp66CgHnexInTxUjCQpsq2s4wQreKPgTyKQc3PzHxNkc3T44mOI8XSjd/SVsOvB/abrPNCjYM8Ni0dQW2m1xwf2OwAAEABJREFUshJIUl+Jfqek74VymrVWT1lTsgTeNQMsgzRC60bBxWRaR4m1swR2w1lAqJ7Ud83Ph55cuyp8iQQWgy8ErQ9j7XS1wmS3+naIHn7Vqu6+fv1qhlqjiazrozJZhwa11/S4Qk1MPKP5r0uVMvFdqCyajmJQQZcGohbu7GU4k3DhyDniSJnuDogx6Xw0yNjOu/Q5qK02GE/p62RZQaDxzR/uOJQbARs0KuLvewLJbIbFPC9FNqurTXlBNuCBH2NZqRXyapM+MeBE3pVsHUMuyNg1J0m9vcO4PBB0Mv3NoII9QaCd7Q6bEgDaPdX/RezO3xR68DeD7uz+8c7WCgStN+WNIP3havV/ou3280t6K+nCUMxxDAaCgWAgGHizDHDreLNje/8Dm7Gvhw9h2gkMbBEEbV+46Tob5L2ObvIyNCn9OopHOcpDLU2QXTmVALUNcic7Gw8FqchTUnYonRnP5OXAYLuVWdd1HMwM4TBrwmxRv7RptW3zT5nb/EivNjWgOqCNwa59KIcpc1wrv2ab17mmz+tcK3/GthineH0LOJ/LPN8G3BWjCx0A5zUB03lOnXU8PDcYeTPVTX5UZTGSyWnGCEyUy6/WSwr8rP5jqcIDQp0ezlfFneNALd/TSoIOW6INf2hXsGeOjtJE/zedGbJLxscPtYls2j9bzVEY6SMyUJYEM++M5YScp84m2+g4c/DVPMuH+hYZ4OtvI54dYDuXTT7r6AVaDclvRJ3njYWSqqZLirfiB4ySoAQDuOK4LnupkalLjmolL13tFVmOVCnKq49fX+PVTf9wR817jm/vIMOieFZwJ+sPKxOUUP4luC/1mnTmCKS49H3DUAdULDVTRVelhMoZgfc50FzTJ2neHn4Ef4w+S+3WvtpYorEyWalLvWWenMyI60mFgkol1Z+gwIxw5F44IQ976/XrYi0ItHnyN4GeNg8eBPK/G7S5R3+w7faJQNHG9Otlzre/A6Q+Wl9FhxIZAsFAMBAMBAO/CQO6//wmQ32vw8xle6gz0aCpul5ursamIgOZpet/xzK9aeI+g006Hm4rkhKUckRZbCuUH6E6Xc01KRum7LU0DiCbgA/P9Wy6ydyYdTykd6g+EZf0KWn61HpSCf6QQ6Oc4/OJcnyncvKar3OA7nIqvdSaz3PysobN5/lD9Gt9/GobJ+5iCMVWzsuyMPsJpZynq8Q5dhCE6fTrWAK6aSG4HwyyC9RPQnt+SnjKJzadA0ZQm02JgA3+ydtaWZHJUKpHVyU2aYhObSMTD2OlvtpokL9KbPbRTASZmpQeCAauM5Cum6v1h6+h2m6IH8HAxbm7MFzr5co5rfV0TTKuTwX1OmNIYEDadL1S26XiZYvtl3lKuTwnLG2XdZunSp5D8/koUvcRuNA9hvvzSwEfL5OPcBYkwuT3pLavoUU3LVmUtVrGU1VsdE/gpwV/evQToDXud96v3MpPHmoDEp0OdfVoBQkdednVgWD1M9eLabJIU51ivzyq8wKtPv39ICbrbh1VO/ZQktxKLWl/pR/QEdDJoM9H06+KHQ57Aj47223WyC3YEATa2eFwoFzz1VzN/A9DE1s6AarThxTEFTZlDQQDwUAwEAy8LQa4LbytAX3I0dSzIKGtgfaf422en1RNnGgTZLp/W/mU/KQrP6E7C5SkMa9NgvxstEgbuHln/8kVGjud7H2j45WBfLwvDVRKG6TygmxALQ+j/6BWC3xjpHzxKO1d0w1/7NqkeDs0qjTrw+Z2lY2g3qhfUzT3a7jmK5va+xqozltHO3Fn42SajZmxRJz7gmRlEvBJBHBuVv+x1erGVgoCqaw6D6ydXhvh/mT9qbeMpEkv7fATVjedJdUT0srMV7PGI3BW1Z/NPp7n4KmzhL+D9oxPqYXiSaNHkRBQ316KEf0rDNTzn7mOlf5YibqeCW4gr2sIfiS3GKurKmdi8jgriOybZ0DnTnh+oCm1ss6VxDpIGG9ASjfm0N8zE2QzPLBTgL8qk8fmecol3SIde+KaZS5xP0vPj+z5krMm3nA2MTYB8V1J39VZA3ynMzsEIi8kNOXnoEzfe4d0gCPHtveAWxIGGpWC0LVAQ1VQBFlPHQX0TR6FJqa+eu+P9lzWIBD3v8wep7WoOu28J18DnVknmFmXrHzIu9LynpkdsOfOV08ySat6svGjDoULQzbdJlMnKVCXPVVijgJ3W2oQuCFINhAA0h+TPp4Otj8o8LO1DUEgQf+r2H5/sOPpaJBQ6nAsKRP/KZ1DRTHFMRgIBoKBYODNMzC7i7z5sb7zAXIqSCa0mfp9dSDXgHqRXioztgzG5zmfYveNkjYv7IgGbucn/73xTE4bm4F7PmCDlB00hxzH2SlvsqCU9pTLtDM4BhvYGQhuV9u03FOWRwxYlqAxbBDA5kV6g3poutoruqwNslCP2nYVKm9odV6S8n2pvJXJ7xV4Iy6ZE3iNpTY8lRWdRxk2q4lgjXBTAzfS9fd3OrfXRaDzrHXEQ3YGvTbDsqEP3hiLmwenjt11g6Eb5oKmuPN4UOudHOa+5N1mfFQN0U63+tJqkinwwRhg4WbWXGYxZAUj0fu+t56HnPLQRgmBSfehjNwZQW0xnZlp79wS+d+fAV1Syix0lTEuR1zvMCauU0nSA9Yd9pUlW+GA5Kk6cWf1cvk4Vl6eTAEj+SXygvkn+ZEDvhw9sVRdXh6eL7n0fauWccY/bIBiRfAGUUh8KznyPWaT4rq+z/puK1/AnYD7T9YOBVfZJKa9gVqTRSh3DsPX/ZFGq6WOygUCJrL53iWj0b6aaL5YzHU3+kG1XNFBXbB25KLVIZYS+YJi8WPm6OiolUCTN+jKU84KMwcmJeZpAo1ngXux+Xg0ggqCP6Yyt/NDGrgbmItpX+bXS2ynk//Kl94G0ps/h8PODvobQPo7R/iT1NsSomVpiVwwEAwEA8HAG2ZAd5I3PLz3N7TFjHRPnhu44Zfs/LR0ZvwEyNgkGB9yHGtSfYFsebtHu4tLLOpYrUCdKalONm2cykPTUII2bCCyNgZsEFRWqsq31mzDnHVAK7ixG2Ajkh0nz8s+sMGgZRsIDAjZNyLDWM5EaVjjayDrqeUl3TA7zMZDS6WNWqzxCTVbhPwbZGn6S1J+Av1rA3UBypLqI5mTjr8VNHTA7FgDnA/Om6ahfJlHxwOQwKazW5n+fo8CQTf6o86rlXUCgSCcTB//KWjdLPYntZdp19SkuaKGBTmPuDhRY0lTOpSODa9gfBiyt8lyMke10Qla4huzhFG3gOJI75KBQSuCtZV17eJJRW+hZdZz7gd/I63nGjQGglSOb1kvrlROUpXnYu5zXhb5X8GAnxEdKjils2HIOMvW739CKg6TCOSYrhLIRTCHIPcN1zN/U9EDQf/DpY3Ajq53idqyoaf0H9N1MN38xxJ5XQ9LHfmwhpLQURdpDeaf85G50Q/Pl3ixmnHl4x64mzB5eNLJlvAc3299z4EB/867VKGcAPsDHcv3HbsnWV4AfXh/XDdy3QeVPRJW2Sg3QI7W1A5CSWqD8nNw40qsu2JKCAHhto7hKY/0PGsJOa3PjpWkMuMjPwSJJjkq0Snj0ZhoyLL2b7oW6rrI+GUzq38gmvGbbPKBGxpWQtNsBsu00xMsF3K9n6sH9bpyz5ZDrkCkYCAYCAaCgWcZeGsF6a0N6EOMh3s0d9lxqtxnR90UBNLdXEEf13Wz77jddmwDOjOOpo/akASKRyDwsatQWUeHHY464QoWCbIbG4MBZG2WtFHwB/YTPzFnE8DN/8QmYcBmKqMNpVJvdqTMVJ9Cb8f1gVwFeS9HlgcygkJMeuAnTQObj0H1eYLPDiavPGPS2ApmfWkCs+yz6lU/2l5UOM8vCs8yEH61TblRJuFjduUbD+rgW/HaLruZ46TPZyBWWt5Yb+Pmk+BPecBZEQTi4WelhyJ0HoRSl/DsjJNu+mTOYTnXPWsJC+fedM5RW1I/RU9FPHdUsTArpydyGuU1GGMxO/8ydJgivSUGdO5+zHjmy4MrF0uNI9etnuuLfh3RkXuCQIBrWlZASGuSBcuyvDKI2qKGKFzxCNPbYECnp2EakSwtp3MpmCkmYwR8jCuEdF3bsGJPFSu7oUD2m3SDTl4BIcGDQgr2TLZE8EdBoBsvw+51uC4iE/2oHbPSdxP2rZ/azLdWfy/1OFNMBTJIKKTpTkJG32hHuRmVdaCjUGzyAuyHOE7JLwR4cZ3gQsE1hGsFARIP+KjFVo6+aEf3/fkQaGJRrrzgPWnQyVsw1qCNH+za7wluJ+8LpsPjTE9iQPYOD8qo06n9Cg1lYEyDX9+U4wdyXAe5IjKnExgANuY2DJqjKsoPSXMae2auA3V6uOh7fJDNbvWzovcVuqSZNDLYdAwEA8HABQNhCAbeFAPpTY3mIwyGe+xymjoFgJt4BmVn0OGCjaPyyW+qysveoEKjRA1ml2VbUfKlVEfK2OiwZyAzsLUYkCWpRfYJuq+bNgsDD0YK+Jx4cMpDtvIrPINvFlRuPNSXmvWorlDVYtlc4IuP6jYY7QiZzUT2MnzU/okabDKyfrJEoEl9D+SNTUnWoPCVcNCHUmaWkvoj2NeRbLTjOABPmqjA7D0/HrpRe1lhotQn+QgkF/4Ua5o6VwLZRfGXM2pR+LLn8x6qfw3Xa8jTnNyRJTPfMGr0QrMjOS8Z4EAarFNlkHjAuel4SLrpzB+CVitbAQWDUge3KZXOOZeqn9U+7ZTzrCL6IW+CsoBaHGcJF3HqFjUneGZ2mPvMzEW9VqGU/Nij+mn4sS2/x9Z0nguyfyuLbq/S7ZmP2Pe1xDrTdUUPL9kfXk7Wc23rCTj7G2nIzANNZt1lfFnUnlqz3o4yWYc5SomOPxrzXkL/UQy0s2SmS1FKHQ136KlCgRrpTa5Gu65nKZG/aWXIqvubPqnkS5BI18D/MenJfcjTV0q0zR0jmdEuh1mSbZZF1WITUC8Sdu7hZZGiX5R/DIM4E6AUQpXgF0Pyq0bjYOJHWkMrHWVqWqa55pW5fBAg4b7Yax+Sj+R7cACSJ25F7F9aVaQ3o3Pdkbma1HY5c9b2dzKNOhX9h31In4fkipYkBfUA3EeyglEnYNTxdebrcWWJQOUqJesYk2DzD/dhAwN7MYfvwQYGpwGZt0Y1K+0ls65zm9UPl0vXirerHPDjqDRpygUuGQhLMBAMBANvh4G4Zv+ic1F+/jLvXLdzToc2ncbmkp+odAJ5s87/JfKJW3IiV2DTp96VE5aCjCcgQ0I3S7qhgxXous66TqBCS2pD0DZHd3v0zIYBgcXYFpnLcqiVBqQeonCSLzul4uQ2NktIPWQVsIHiQSw3aAOiyIn6wM/UA+3Y2IEap/3vSIsWnIjOIALQaMujLpMGMQN+pKVLy8nN9VFh+PSq7Gvgdb/9kKz75spJVQXx7tCAzVtMpk/Jm5cxJ86T+bkZ3KfDKdFI6njgIfCjhyYhsWZTYqWqXM3UOqLuEYgAABAASURBVF63nuehri8v5tCR96Ggj6l1L0PTqxxk+ybUBr6p7rKSxttZsgJDFtj8o+4a5nbq2Yh5QSLzI0FzizS13dF/g/2Ln+6ir0bQM5K1Ua4rpbzz9VR0X1OLvJnW1sCaHVhrJ0EB5opM4KenveW1ahqQ2JlyM00PbGSfLafse5LaDRgr8vtRzoPYbG11mLrStq5LaH59crmyGwLYiWvWGNjhmmbyE+TjMP8k2SpuJP0PQ3O/lp4kcStdozyXytotbkW/7jkra6rkuN6XtdTe92LZ4vfkfKDf0MAX6jFBUjkjcG5oNUl8dX9qq1QaYFW7MgWBFOwRTtb3CgKVfYvhoeuHpOrMuic7tUSGq4+NUJ6qls+mln3Eqie4FwfpFfnGStCoK9L9cfE7DT4MIPmaW7FcO0sd91xH082StU9mPL3DuAZqHrntw5B0YGq2U5tqg++A9LGFev0jLmaXn1U1Tb1VQ4hgIBgIBoKBN8pAXLH/zRNTNwDaZiy7TaZ/utlKJg/0rLBNMN2dK5LhyYGEDzp549ZuPOy4RPcyDiTjXg6SacMqaBN7ow0vBdI7ZCdH84NpsyIMxkc/eZKisQvoEoZdkqxJ6oFq4MFqYAyO08CD2PNQJW1JJEuH6gsotc2Gz1cGwADr6JR5BpjbHKS+iI7SCuZvwtifeloi2zJvY55mPKm8c828HeVfC6sf1X8O1WUUzU8G6ZLPg1OzLDyrksqJYOTD6KfR62E7K0hHA1k+yAE0J06LrdoDVEcgKK3Mg0Cy0ZqxoXRfNctCKW1gYZ0Y6xRtSt4uTuqnYkCq6uTUaslvbn1juoZX55h9nsxCtjrMDikgLpLsPwdJZ2TEvOOO9fxtfQ6093UoZ3CwIhHfkDTW69UqyVpLVzDonGDPAgHNzMOQXzfJm1AbTVUWkWDHHMZsfwi4frK07cvo8LkCH4dNH037d8Y0k+/WdO4K4E08cQ3yMyg5YsWlaWU3ntd1S8GbxLWrw443dhTzk1513SsFGSUFvfVz40GgUocj1TpTvWT6TCeFE4lBeYSnLLcRbvKDfATPvHCQz9TGC46vLtKYfwRKhxpf0X7IkfMgfiGYhKZ8hen+zcCxfn1X1Gsj9esCAZGegHHPtSFLB5Iqa43TrataAwxGiSHQkKyMpbPEyivwxUA+GZ/WEeqYZNOex4HVpbw7MoJ0VPnRKhpJdgGVtq2Tj/KSYkG6ygRVFNC5/vn9yKVsguzmLau2ajIFtWplnlg9cXCrXY8DWXyCgWAgGAgGfhcGdEX/Xcb6m4+z3mgvZqGbNUbOhDYTyfipT4eNB+nEXTh1HTfmjtsuDmZIDjoumhtkdOhNcfesf5SY6talBLqKZKskdJa8j2SUmtGL+SdxFBC1j0xZJqvkPXHwPNLYSOghxp+dMHqW4I/y7JvKToGIV9bbPoKCCdQbePhSXW1G5OvPyOoA1N4ZFxn6VnJbV/MSV+EOlMhbQH02Ud4BL1c9oGxCus3mQ3IL00N2mi6ypYSfKtZ61E/w64NHtwtQT+4NZE0TdNgLH9rXQ6P7oVfPMiZlZBPQZZzB+cU8puqmvA/D86wDMonxJkm34aETygyzJMiDTiZnTSeXvJNBX+7u9WiHzA3c6uGKxypWdLFRbAKtjqmjbdzHfGvPJd6dw8qHfqQU/1lLUgUVOuaZWqkKL/7SQb4v4Vr9WZcdYzb/XIy0nr2Zs/wWfSkj48/Aj2ybLzHn7ntH2b49YuQaLtofpzDA5YTybR2qu5wACz+fwcgPPNxlIN24DmUWW25zobw24mexjanYOmys5VceDb8ZbNQZGhlS51BWMGZ0CXvhU+rLoY3z62VmlOr9OhLcfAmGz+ugkQpt3DOpa9tzuMoLdV/0X5muwykpuMM5c/kfAj6yr5DYb7g6pbmNMl2tuABSwxJDbUAdE8W0bUBexVz6kg2wllRv5EQ3ZTgqPKq81CnHifdSrvNRfNRGwcBYrqH4jf3Qx6/Xy6w07qJlxDkwXaTmc1EwGtRm4RneyTRdLEg3rRPZYcue+1DuxXPJ+RJvGf4yoQ1/Q5D72xgE8l8j1fgGb1Xnn5NP6iqMIXQ0y7g6NWyeN40HKxnz8ZWKdIUPQZ4E/A2f6iO/AuPTASV8JdznzKYheR84aGgCqlLmuubTUmZEcfAW/T7PeL1d2TPu2Rlo7hqzezBuSXdd1VL6ZjsHWzUfIhgIBoKBYOC3YsDvBb/ViH/LwerGOg283UMni3FvTQ4OpK4W6fQkbswDzyq0wQN3dnD3xcpOovpJ6CaOn9ulm3VqRjdv3exXZgnD9JrwylYt74Eg8vh2qbOClctEPpn+dWbW8c/KRxsMtgslU4+l25pZCrXQoJKu62i1IlFCXv2imXmfndnYWxp70sxfA/NP4phgZAkz7B1Far+TDmRTXmbkAKQOOqhDz3d1HKp8DhwZt3k7OnZVMz4daEn6OZZlib4EQxbYdKp9LOSfS2fl8+zs2dZrJz+Wg4ae4GKUmMdyVSTwU34KyhpDZ0HiodYH5lngs6LSKnEWhW5lifPq0FyScUxAssD8I5Yb3PDFg/dlausaavWMbED9kUn9t/YSCjM23zAzb7LWITsVjLPt3GbmRrk4OnHr2vygQc/z36qXdjzmiio5LaRvabOdI8lWn4b9W/GVUvMWvBm1J3hmcdCz8/zba3ybjWvgoktqdDOgjumybh0nfecKQ5b2VGacIUlhbAZjh93qR+fwDJxvnCiXHUGSdg3FD4dZSr5OZoZXqgm/5HU7tMuUMD0H80njQBp9mLZzXiVFX0xjXTy/pJuP1ernS95TuX+/OANJAZoKI38NxUc1CPLo3mYrAj6CAj7/Yzf6w80EfhJlNx4EwpZUJqie+rXZJ9NTg6HPinDVqU9wKUwlA+oE3MgrQWz1lb/sI1ASP7iZQF+elzwDTSW+Cz8X9On9XEqj7wk4janMz+ocR/OzSvNfOkDFzNChNxj8UwrpOlMmCdzqsjMcgHyohuBInqPrfiCj1PTOvA6mXNdnRvc0Kp6rB++ZOtRXol+3oGOkKSmC3DvynVlt1+qnldbsTFz6Gi1MDq2mJDgbn18atexqhUWxZ/wg2kqrNEGq3gg1wLnrUD2lDl882hxVK6/wsPFzqmGg0vJoDiUYCAaCgWDgDTPAlf0Nj+4dDI2wzeJmafVmuWJuAoKUbJUE4/ZaTknnVg5K3NAHBVxA1sM3T3J+n8buP8F2u26/DebbDZrk5m3GPRzZgWQ3N50jYdQGeJUS5V2BdLeTd7kySg3VktXP+LBkxjD82cn3gl6MNz+VTfSeyAuIKbmhs67raA9oAw5WXWL+K2wgYTcgn87MKLP68TlX/UtiYuLSU7TZoMZVJgk6wAiMvgdg/pGtM+U1Vz+RzM+8fCqb8slsVjbpZuZ2mz5tgAs5UE6AhR4zIFMTfcGLNXhb2FzKpelI+bgdHZkqzKXNPpnpzDtXkfJFqpQzzDlGg3j/qaj+eG5/Mr09oT+oeyI/+Gvy8qGu1oaqg9K70av5p+WNXkfIn2qjyT3FgSscVIj4IUltCT+gMTXTcKW5pO+R22EfXUu4QyZsXiYdkC0JfotSj2rbSan5bxGVW1+3s/ol7x3MrK9R5+dF/pkVet6OfF6A5tlAbRM0znGutW7zkZSPuqtwDtGvSaurra21wrty5h/VKX0OtJq5drGW6T/7G4vMRf2R13A8CEKtZPyjIqnmDMsZKCSZTqlLPJ9NdJPoQH7NJ9VxJwxfC6qMaVk3M046oy97BnN/yMDt0t95wPw1Ut2d+8smTHZ6p13ZHOMsmkI5M4B9G9+U8DcmKK/1VEaOcXOsNrSSp645r3hxYjiazlrCJr2AgA9+iRKVLeHGK4fSUTmHhWOvrwNITNDBpCYfNTPQU4UHddDPJauSJvArI7Gz/LzM+1Bfi37aeL5Vln6nfhijj2FgAktMPqoz+aWFv8oydZdQXWPcBRST9LVDnCV5CtUsVfc3oPOnL9woOcfKF3TOoXp3qMzmH2phI1nmkN17hUNZD8aeJDn+Y4lgYSJYKJsRSEwJn8RAVG5IR0ddpSalm7lbUaejqpATI4gracAmIDzJUyDjdaVz7YK/chz46qJhXnDY8khqkhIrv0MyT/jrNG4GmMwYZ6ecGftIa586BFwInnaAAjLyl3PSAZPSCl4kkw6BYCAYCAaCgd+Cgbhm/0un6Vo3J4wnvUfLzRy1Jt2xB7ZRA1bpDQM26YZdrtz0EW7pUASE35d1VpXXDVuBDW74umEnpFyEJB9B2wIyCVneAFlZ6ho6dK9pHXXJmVkCJXWIlkvU77rOOtqSr5GfQ7bO8Op0XFnCT+jUl3TDTh9JsjM+yaEjijF5F197ED/aGM1h9PH/s/cfjI7jSJY2fACQlK5NU95nue59//9P+nbaVJfJa+Wp7zkBUtI1WV3dM7NTtSslDyMQEQgEQAeEqJt1fuOGHmJLjAokCbtDbClvRSgsRGxnKGwdpZHQjoB9sg26SCI9UVZBDxkBa68GbGzm6xHR0HIaqIZPkhjHB0DjeoodPfBEbweUiOTMQFB2oZN6ZE44bvqN/LOZeCV+s9KaxE+/XivKK77/o7whMbnFfrtZ46oH+I2DtmXUzIOxXw/oQSEOku22NG4q/NhXhdBvH+G3y+yr+mT//DaG8rx2kBIb/fI+BMTTc0X2UMcywq5Cj26kITu0Q+erOvROPuDXfPi28aHtv8rb0TNIIYsT4REXxXfsIqIDnYPTcFytG6EHH7dihLBWCXbcVR11rTvsH+OiHUbrf0ZTnN72eQjxSQhqvyngtx4rt8uR49zuSWKK89dyh2KrCiqyiZ6aGOLD7UoPYBmIbTAyMUIWOzy7j7QfRXbWHwJR3R44t0UV7/aPRC4aO/3QhmUZfsR+TIkF+a5MXNVWjCHjwnmYA/b4yPaw3jv4/IzcMkP4tVejtlnvZk/3jsVWvw77eGDhcC2gT+Ka6uN/mey1plz5jdbLjZZr7mPLpZZzYLqcaz2fawk11sjWywXlA6zhR6C33Yg19R5gjb8Ry3vaNJDZjnYe2Fr2BEv1tBFxrJfca6k7+jN9oMMWm/4/jTnJ/Yp1b7r3SzBC+RRaM9przhujh/oAmCKOY71FZtTj6VObjB4y6wf0plvvDsCRZQtDVzJqYbBJUdrtBr3nFNFSPAP18LPzN4oHgUk4SlIkeJzkcfKncJ3DNwC5SPrIfkl4RDvwPm+phMN6dsMcbLmqDiTBIhboSeB5LMwHQjnuPB6GywyQbWM8OQQWBaxHFzz3MvRxD/O5HjLvEhXcGHzOSoayC9zVBNBH2bzEA1fxHOeLyrDC3n0NoLap5WaFrjAW3mo59sfdcQSOI3AcgeMI/AFGIP8BYvzvCPF/3OdmFwEPcB+FEUyevfAWVH6gsxjHYme9RSZ0VcYEwM/vUcsD2Q/qlBLPZgAVj/iYpNi/6sd1DdyEwKpEXaMwyTlEomxknvLZE55QnGGFAAAQAElEQVQR+JWyEvqcMt8QlYqSlUnqlNKolKKSATSnRk0abOKPZjZKlLP9KUvYUVMwAyB0jzm8ossUpSR/mN/o3UjoKuREixH1XLfCdYVsu824PkTVW9cT0yFEWYxBgJhtExj5TB/wqd0ny/UV9azbKQYmQQ3Is9uoc939yCj8uUKVm6uysWxapbu9YzQexDdqtyMDrbzPjb7fMo4DSOz0LJA3LJY3axZQTv6Q9OkjGeRE0Iq1waaCenJSkzqcusOxs99fgetEo4TggxP8VtuQU2+gD8ocOTvHikrYDOXnZZZiNm7hn8JjiqhuB/6GtrWjWEQ9Wka2j4n+E3s/QBz9isEe4rKn6QHsqk8r7BAapLaNd3r07+9FbSNBE64DnBo+TSFxFpmiesC77HoPoWdsqqXinEryx/4OYZkRMnbPtW19batyj/f1KuppPwbnsRq5Au/yQbPok9hFpHbgOEyjzuC2EvYcU/ZVHcfQ7Jad4bs2R4+EUf8MuAAUYPHUDxDXjPoVcs6PQbbTUdZziDq0NdLHNqM86FY9tGINz4Kcstutsr3eMtG/J+AciTio5/OXYBWUctR53H7Yezz+FTCEbPV4wMTmUjBuco9B9JsIB8tejJ29ry0KtQ/0f20w/r5vLdckU5YkZJYkd1ZQMAfLVZSX8wV0xLLaklhZG5F0WVAHkAhaGySJ1stZyJbwv44ZvgfMoSOGemvoiCU+jfCN3Zq4Rt0DHjvb2PY/DdpZGvis9O4g3kXwayeqSED1jEffL8UAcdx8znEguCYocKn1O7jMoeD624Lg6o4DtrsOzVdp7CkGjR1u4zL0MTWiEJphx7NxqDD621Ff8YMujO0rmBpVFL3jCx2TGmBR9lyEhE/OnXJuD9Aoq8Esi92ABK3+gmFXfVnGvYJy3eh/ZdjbwrANxegT5UjyQMdyUOq5ueDtj/Jw/e0tLbcfw8aG4zK1zDB/CMuwYbAS4gS1JBD3CHO9UOnxHzmXpSiKTQIZCYLgj7vjCBxH4DgCv+sROAY3jMDxrj0MxH8XeX6Ah0e3F8pDw7YzatEPdCatuwnPVp7LaPhQgkPPfre5spGS5MU+D/RMJQhlWyXvYhphpuch38dEwqWksGWfqfAQRTkmRFASIDmAL9rI9g8K+kQypxS0mUQP35g1ucj/Q0omEWTqcm6KCvqwTVkZmx2IO6UkGf55lqGDjxM5DFsMSYix1a+jR/8YQmb0TPrkjwdzBP3vacd1BK/B1rQfy/RbKnoA+qHQZ+QjYB9s75InrJ6BzcMn6tgsMOqksUdW4SVylSGqW1VU4SEf2mfaCrl3VZej3y4byOzD7NY7kZhRLBDjHGKR2JMM8ltBAb5ZX3qhFYmilVaUV6u1Viv4A2yQbTZrGVuugy0Jpi0Zo6GJaIiWlRjvZ0GM6QCCN56XWfOvIEmDvz3Vg8+hxV7h6AdwfcXFNo6d6Q6DTVS00Eyl9utSwKJ/E24hfAy7nMXZxI69tx0GvcmgNfsAlo8C8xlnAZxEGaUp5J9vNnwOcS9y1Fu8jnjo7tlqg4l1Ch/u50PYJPTsEt4Vn15xfLyLY0V5Jx95+zHfYzViA7/6dbAQ7kn67EGdB2XqU16/EwcJBicZuIbWwG+tLCkfYr0m+YBs3bvOUl6YR2LCsh1WrNNH2O45oCeeiJm2TCO+zULL1QHCJ8kL2l3u8NCf43saw1KWV8yJx3Dsz4AEhJMavwnEU30u8FkRZXw4ITJf3mlunsTGfH6vwD3UmN/qPnCve5fvbx/pB7vQjfxM83tjKIfPedRbwj/ETEvaXT6R3w/yUX9HmTjDdpQ9okMflr9mc6Bbwx/iXfVss9MtHdchHMMdya3ZAI/vXL0TVYx7P5wnnHRcSySBuCr8NOIy40rqudIGkNiwLHN9cutQAAtvO94GCAYC5+sOwlavPBhvFhvmeTaYGL4f+WodaTRihbF3Gs8tdsSL1x4Qc3Vno0zMBomeSPwU5fgJGJRnfAb2awu3VXHQAI7YLOAZCceGe7ZxrjYIwsK7sXxAGSuCQznIMkldErA9Y9fj6YEuypjutjRwGWq4bFooJ/q2h+L5JmRG2lHxSaC2I7pL/ZyZt5migNi4wMa2Y6J03B1H4A8wAscQjyNwHAGPgG/npkf8N46AB9nwg/NBM/Hw3FSxeRsZabAa+JySEg/hVLJSqlBKEtswTdBzn7UnDRgwz2HOwySEhU4/QK6ccZAlBU0SbbBTfvAvUUqS7QPiYwuTUS6qJlCUU1ZJRQlfRskJfoCycsIOPxl9lpThIewTJCltIbstwQGSMjBs8FgqkCVq//ugevhJMImpVIUe+CzoRmRsRj4hN1w2fR75wD8Vhi1DD0ExNmSMiUZEHFbYt2kFh7My79r/U4OMZ5AOgC9aZ7/f8hB7RmTQeTimhSRpmN2ycT6R5Ok5udYkgeLnYE78rDaKRBDJnrX5wFqVZ5EZ8pWWJH/WJIF6fLi+/Riy/7Gx/LDvEcA7drY0DtUuG5bR2+i32I8YZQ9p1SYqBeg8Q6VELIcQ5QyEHtMnm8WZ6+8QolyxN08543tElUe7sCkL3b8JSZljmIkxZ3h2bAqEjl2cK94BjmM/3hvguWFoRO8y5gjYV9vQjcfJ/UIcRduOqIJax/woN32uPMi80KngHMN3v0OPxTPAX8QIFediP/QjKHVlRHyxE04CW+y3ttWa7mzivO2R9ZZxXvbm/ROi8LnBZvWbsO6XO7s1SZW1kzNQJ1WegEX0+gA9C+u1gX2ttyCuBddLpevNkvIeS8pGyLeLsFs6aTNgDd1jTl1j9PXrNPysl1oPWJquliSEkEHXO8yR7bFe7fl98ogkAnLrajwkFzbYvQvYLgfMoXPsjCV0lI/UPke+0nviudd8MYJEz+JG97NHuBvLV+iudTvD7s64gQfobx/gVrfon4K6g/weusOuPXza9wPc0OZdxR004DZvo42dj0N/I28/weMj6t3p/hG9nd3h56n8Obu97JZ4bqkHDf934df9vXdy7Bb5LbJdQuyOZJhxrzkJJyeSgpKsqm8KLdXzTAhEUpRrl2tJXF/yNXkAblHcr/zwN7hleOP6ExerdS7qwD748FM1ws7wFV4le07hZ6+1xqh2w34ncGs8EbhRZpEIIqrMl1YVlhdupknyvVX+YL+rS5nw2WA0RDuW6DtSm+45BLHZ5gAZfkAfXmote/TPxgLR36jMjhiGfR7iyhr/JTijSHA78AVYjnKS52zxoFHVQmJjCIbnRY5yYW/OgP3jbsfIjyNwHIHjCBxHQMd7+e/hJOAoREKkZB64FWLhtgtt1PNEzgMePqqr5X6a4IVTr57F9JoJRM8EKHA4acCna+WYMNCmjMQ+SZalpBwQ1DoNnzRQy0AWMacDWEaZJFCdWBRJIMqwokLAPHDQEML0/AYu0Tpk3EKfKBmZmkaBpn8LCu/25YSPYkSiCfEJpup0YFf5IjqJfT6A61NmMoVSO6QsDchEWZHgBmToDkWZbxazy7SZH0HxSex/KzClJT2HiNMxg63PD7ABTKTXoI+fSnDumI7njOUjvBgGkbDZbLQxSOLE2zwkdlZgQ2JnA3VyZ32wsLWuvgm0ZkEJlivoRk4W9fjpaVO0aXDauhMOEtATjou/GM1I/z24FpXZzI2g+MxWtfWYHe6JA+uqrTxFRjkBl3sogdIHzgg9/aDjzHH/Roy+Gh/7HfCFgg1/8Dj6t/ihUs70AeAm/Jnu4Zi2jDHH3BcgsW8DW2055oYsp0LcPzBHLXdD6I0e2iPkLEL8aG95YKOehV8f32TDY4nAXvFFnbAZKDr7C30sGtewg84+RvicOcAGfo8V56ax0YYE5IZkzoZ6W2LdYtdviWEE5c1yo/Vwri5Jaix3b7ws5eTDcjHTcpdMuNc+sTDwS6gRNiyIV5QNysvVbU1GuGwgmy/u8FFxv4Iag+x+NaNNAzntzg0W1H6bpeJeS9raY07ZsBy6Bss95vAVMwWdz+VF+gPgP3Q7W2zgl8iX0FF3yI+y30Jdb4eIbzbEvI9zp6e94G23vtcSrOBX9NlYQBfIltCAebAeYJsVPhYkJFbLOy0Y1wXJnxlJk5npCJIzUTZ9hDvbkviZkQS5e4AbzUL+bnpn/ejP/APcUf8Q9nOL7AD3lu0R/uzjBtntAWxHUma2AzrLbGtqW+gdemNvR1vIZyNI6gTveiSRZgdw36MeSZ+Zx8HjQmLpHlpxRwLofo940wnZ/G44vjOO34JraxnouZ65mNm4nrnOufjrPSB42N3GPWnHm9kqc+0+MQtBjxv8cQ+BYVsP2NKOf0aJHjss7Aj0Yvdwi7oPRVQZBL6Rjvdh7qVIva+31Kp7emN1mxj+po04sXtcw2UD1X6L5oaxCd4WI/ZmD7kwHEQJakAebO7RA8GDgvvKFOWBLAol9rX7h81U8XF/HIHjCBxH4DgCv+MRON62/9sPzqMhHorDs1POjUQIlseTFgbKPuYgnvdY78e8qUgQyB8WjFv4rXnQx2M4wXlLLNvwkFxO1Q9i21Q/CWtAUkZpb6f4ZHTI2GsHK0YZfI9POwpUea1VVBecpkaV5pTwlCT2Ofbs2DLxQ5iwxf5gl9Ak5IkaUPYKJAkNjaiiQP8dZOqB8Al1YsQYyw/o6D9JbvsxPAYi1KDVJmGzA31PKWGBnwd+afffKGfqPISQHCAnhiZJxLCH9h/HyYSXjW9nt/HHUZ2E2TiR4+TNDht5sbxfVG9ZVPcVq15jMsc0kj3Ut5/lkPxZQVcspkf4bQHrjBXJH9dbYbNmgb5mge66PSf7msB6L9ZZmG9JUm1ZqG/ICBn9xjE8hGXGZtCZP4TlkWDCn+nYH/M70J7b/HVsWVA8hw1yo+pErO7HA19OfNA3AfdnRLXpZSpiMProf5VZvi8jsx+uZnN70PYTGdo4zo4JBp80wma5QR3GvAe75MhmJf8h7zoma/VbFlIefxKE24hty0le0dOPHp+GoMYWusVuy3HYoq/YKGSh6+EB/mo/N1QjPsZLz6BHZmyhW86BCurvYoKnvc0A98WIc4l+Vbpi4Qk4p/sBa2Kx3Yi1Ez/03efiarnUinNzuVyQLFnIbzT4b8LMnTQhqbCMpMOdFk4sHCKSDKP8Hh/3WrAIrnYz7GdaOSGxk90jw97lwE0t22eUB53LTzD4IzmzCtzX9ohvAUJGAmsFFiSTFiSQRszgZ8iCmn8AYqI82u4o9jt+1Fv2LOZarPZYwa+e2NEOcse2IvFVQR9Ijq2eYC77WCJfUme9w0yrTYX9VNR2l8iXtLne3MtvC61JHvknYWu/VQW/Xs85J+bc98BhOfQLdCNW8Ev13MMCa/j1Ghnwve4QIV+is81Ka86h54Fvzq31AxAHx209YvGojHw5At3ynVhouQC2DRt4l4OfoxsxO+At25fn2BpL6AIsOd5zztu5k5azmeaz+8ACfnF/L2OG7B5Um/GndPNIMvraWQ997X2dMYZrmaftFwAAEABJREFU0DsRxJhxA+Cewv2J+xcMz6jK1yfjluca9xtmMqFGGzZcv/t6CF22QY/WPODO4IKVQXtkuzrYIcR3D6oJ+4MtDHblGsuw97xsgFzb4p2lvR4U3sni3/UM921n19OLPXbebDcCi2q+hYBRPlKkz2+PDdJgZmrdUHxCrPNsoyqeTQJV1XF/HIHjCBxH4DgCf7AR8B3+DxbyHzHc54e50JVCBiiSJqaUzRcW8azimQNsmSJsmaxCmcT0LKyYPjANyFiOGw9x2+8W/NVrYoKS7TMmLAV3AJsMZPuUlaHZNsqKt3WU5U9vG/8NngP0VVHnUUQ1FIkFDiXhhU4kh0T90bf/9o+RmT3kjH9gSosSdmmAom30BzRha3nGpoJa9rMrW/vr0LOfhNSAEDt7mexh3QhrMzuDQwI39nVPe/reswDYxrFy0mGPTbyF0LMo7f32DLQuTjfY//uwrwpiYq3uOfUD0Jk4X3zOBI8di++eRMiaRXpPEmfDonjDQmYF1mD5CGsnZ6izDhBr1B0pCyHqr6nj+saGhM7ob8WE37I9VoxDhWUbFlauu2EhsMGvx2dtajBOPYNrWb/eqtKNNozdyI90OyYAoD3YgFFmfpSZN2o94sCX/Rlb2tzSx2fhhMMTbMhZHKKnvK7gIGxJnmwP69g3sg3j5XhGuLzdEgvtbwbUWFbVF3W2u+QH7VG/6s2PoF3qPpVvFD4ZX493xZJjsNRqsWJhvQBLrTlmSy8UY9FKmQXamjrr+GO5K87njfqIYX0Q0yqSRU4YbUieuJ2e2Hz8/HZYUOSVbrQO3Zq2AL43nFeus8Fmw3lSsZGPxWP0HKcn4BhHO7tzZKNxTHvGwlhDR7i+7fu4FmzbY9/Tt4EObayJZ03iZByrBefogqTDCrpiQbwiQbQAyx0WWpI4WDJmFZRZ8C7BGpkRcnw4GbHcLBmLpZabhZb4rOU547IEpgMGu/W/QZf0YdmvtGRcfRyXxGHMB7ocYnG/RoQM+Zy+78GC3zL6bf1oGxSZEwRPMdNhsmhMNM2dSCApMzfMk7iaP8A9CbcRM/iKJTbGGmosd39zaE7/APKlEx6BmWwb5bBbcH4DxnqzmXO+AsZzFeWFNg/okrL1cxJL5gHHZ2P4fDW4z0WZ62XD2G4PgWzLuBsb2uh3WKvn3B+xgf/tIAb8bJ7FmngH39wj+gfYqOd67R/I1mFf297APwPOme0ByHxpy3W25drYRtyruHesGZMYY86BJZiTHFqAGQkhY+FkkN8QurvVvd8Wuoeiu7+/Iyl0PwDex47kkn2tuZ7WHMM152hvxE8ol+q5l8oQD7hAfZD1vu4p9xwX6102pQIPORIj6CuPPU/2zHxlD6k+yXmQs3mKsYPLgT5sHtuh2m3WGWG4k5pxm6bvgBvbqdKOe8LYubFTjH5HasWWnQHZbYflBw6weFxGNG6H1UYZNMJlx8yL0rgRQxl56K+4RXvcjiNwHIHjCBxH4Hc4Asdb9//IQXk67DxjScjkiqZRSolpS2IesxVfglfKc5dSRFyf19XPVp5IgFTrJydJ/HaPnco26Ej2CLmR0WX4BBRy9KOPoNHEwx2JHc+rmE8xyULlAvG4HOzIo5IyXooS/isaFfgcyaaChfUVtjVqKemQCi+J+FJGSn3B2/ZfQdbz/+QPfRJt9MB0j9rFXTs95UCGiS2Ox4ZEyoaFvumKBeeKhcBqsWQRZCy0mBsrLVgQzuCNxRyd+fuFZsZ8rplxDw0McuuibDky6lR/9jmU8WvfjzGz/JH9wr5mc93fz3R/e6fb21vd3kBvTG91A727utHNgDvKlt1eVf0t5T1sR52r66gXdjc3uh5t8H2P73svAu7udG/EIuCe9u/p953uiGOO7A7Mbu+R34V8djeD3qO3zV3IvXjYwYuKAHVYbNzf3WsOTI2RNw1gM35z7fI95XvGYSfzIibKM829OA3M4QegW2Kz5LhWOucb9MUA80v4kcLHAmmpuqgZKIuaZSRUKHOOrEewgFkHVlqzoOyB6ZpF1wjLRlhW+Q3rHWO1pyzW+h1IbIx+3Zb9ck6sSfIsWWxF8sH9cawjNX+ANQvaNQu/sb01vgNDbD3UupCxSKuxOSZjjGtNv4yN1iR91lwjxhK/SxbUa2OQ1faw25UHfmz3Ee2xM9Zcf2sWvAHLbBexberYuGw5cKw912zPDdX2UR957/ruLzFGXIxVjJPHaoSPIeOzNliUrwMcN4+vZQHK9vMYMT7rYSzWu7h2xyve7NpyKx1AzH3IuOkgjTvOwW8guR0Ot6YkbqmBXLjPGSiz0VDmnuk/vB8wb6TCba4olVyBrVIOmVKCJmVoPCOwzaUol6Lyn0AuBZ8GvmnXTb4bW+VcIegD8ETUIbLCNmwO5cOYpdTTpV5KUvxxOfy5XVFPMZ7oTBnrvV9kro+t4lPLUYXymEjY22+RApKLGrCFVmy05ViOEHwF1wfJlv4xuE59TVX4PHkGXDM952KP7Yb6G9PfgCdtUfehbKOe+A4R9yLsgtLmmnvKiuthxbm+IFnoBOCK5PFixr1zTlIn7st3mnG/X8DPfG/nfrtY3MabQ77fz7nvL+OnYrNI2Dnxs+R6W5NI7Y1ob6metnquGxgR2ADGg8RPyOJLAsox+SBBROxi3Psoc/8LyqFB5sMJN2zbevgpxTFllzkpIJxLo9C0l8+RzPlhINnVM78DZjs+zkFKB7IUjpHRRjiAxXHsazlV/sk+hzrHyftE+UjA+ReSkUbhmd1BYKG1vWWMV5QZ5oGaZO9GRKHI3ai7UXGkxxE4jsBxBI4j8EccgfxHDPqPGXN9oEtlCN9Db9Si5yvmci5qSqumaVUabOOJSyKIZzXTHPUkLWB5UiNjctB7mtB7Wopoi4zn+TbkCXeZuc8AbHp0G7D2AojCxm9XsCBaD+iZLPWWgfUjeLHUs9jqsd3gZBN0w7eJTB4o92DtxRTyNQupzQFWTFpXsVDasBBcB1aLtXZAv3hUtm4Tsg12K0A9yuvFivoj7O8dYBG4foCeBVivNRNHy93P2u+Nom9D7D3xBxinnjF6DLqpLTYbmJ5Jp32tqbte9XzjTJ/cFxbakeiJyfFCi9mSZFDFnGTPnOTO0tSAdznkLnsyvcOcifNCoSOBE3SX2JlrZr87rKK8k9kXtuF7qHuP33uSLbdM0O9I0jhhc3N9o5vr2wpkNyRybkyR3YKb2xvdkcy5I7kzwnVub69rnWtTY/CDnevVBNO9aiIIepCkuQ/+TrdQ+7wlUeTk0jXtXd9ck0jClxNRxHZ9faVr6O0I5LcGdrdgtL8lbuN6oCN/je0Oobsm8VXbqLZXuh783JLQuqU/t7R5O7YHreNzPfT3Fkp82NxgexPU5QGMl8fw6uZKO+D3hjZuaP+Gvt7R75kXRnwrPuOYzA0ST/dg/gQcf86jezDfYaZqV3Uht4+Az5mqHxNWh7YLzosVCa0FvhZB51xbCy0or0gGGfVNhzXXy0prkjVrEhqxIBsWZT7vK7bDtdMr7g0kUpxM6bm/9FwTva+RwEbV/iFdx/VlGX587+F6emiH36g/UmzDL/SBLfrwNdJDvWUu04bvXzs7yrS5xc+G+8QhfL/acL/asNBdGSR7VpRXjMWKsVgxDofYUN6wWH0Ayw7xWL8rb0kSAJIQW+7WBndyNm5AsaDcyrd4buZsfWUTbCRpFGux7GdETvDAyRYjFeUyIEN5lmRseLjI9tkywzamOQ/yjNMSiMSR6wVaZZ5JD1GQ/bsg1ua34F3+93Ub+tXga4+ihphHtPBtw5cQbVHZoVXhORto4S1nLNpDIGubopZ+F+geSYX2Cu0+D6nkp0jIKvKz+tJIGZuKdMAfyMvIb+NcwPydVA8+W0q/BvxiMfqDre3D7GU9JcA1xAUN7+uqIq4jro2ea2TN9eIE6no1j+T4nOfPgqTPwve8B8mgez1ICPmNIJ5ZayeEDkFiaB1Yq+ea6kkSGeLaDXD99hHTmrEgPq6jGvOWsvvVk8sBRGy5uK5MY5wHmXnYwd51KiwzPIsSfivv/SH6UXUoVHIjDySHAvOAzSaObsSu5ZTEVE5PP7T3RLh9InkoOKzz0PZQ86AOg5IDVQpbmeP+OALHETiOwHEE/vAjMDx+/vD9+K0d+B+2yzHBeBLE7gmMnqds15EAYnKajVQwz2IdJNZV8J5rkOjBU8/swKiJoSzWN0xRcszNtlso+q3RK3T24YnShiTIZrUlYdFrZd5Aufk1kBDaMNHaxAJsSxJmBD5Ifox1VyRpFmDGgnI2W+huNteMCaBR3z6Z6f52rnu+HXQC4JZkxO3NfSQKbuPNFBID14CkwzVwYmDENcmFaxbR11e3qriGXuuWhXjFDfwAFv5OAuyBHYvw28ANi37bXbOYvz2Ay5YDFu3X2NY2saHtG8tGEMcV/A0JgivauoK/Io6rt1e6AVdvrxWwzHoSBdbtZehdZ4cbXYUd1D4H3FD/Bv6WpMw1CZJbxuQG3DFmTuLcjmMGvSe5cwe9w9Z6j2vV3+o6ZIyrkw7Y3cabNhwLvpGdgfsBszheVX6HbMZxuqPODk5guOx2OHZ3BryPo9u9YZzCliSH6S2299hU3MfbOjMWAvYbMvzfUsdx3rl/BuNwx/je0e87dHcchxvgY2caYNzi7STOhVvsA9S5BdcDzI+4wabiWjfUvaFsXU0OXesW/1GPNq8DVebYbHuDT+M2KD4e0CvdkPAJXME/wI1uOIZxfnIM7hm/+/tb3dHvOxY8C8bYiT0nZioWWrAIGjHDxlhADfOPYfmCxNHCCZ3Bbi+b4W+uxRJYx3UZdkFpy3IWW6uR+pt9kh5+S2gFXTnxsVxrCV1z7Rs9NBA3nK3Uk7YI9PL9JcAiqwcKxG1L3Jz2+liwuR7i4LHhPmWbPapv2Td+7O8xrKugfmzUCcpueLoNhIasc5tQ2oQbZNiysdySF22JhX3iPmxaclbJRYXEQGGFXrgnl6ZTBUkF891YPqCWgbbr1HaTXwF1OmA/kWho1bRdBe01Bb4gC8C3jZrGQIZ9ExjL6EPncqMcPHZRl/Loi7ZyABk2tqtwfYM6JEX8/KntI4tY8PuAWv4cqB9tPkeLGsbSvnMpyqWWLXseCfvnsK+Xi/1kfBmDvIU+QuexG+F+jHqSOw3IHXWMhrgpW9YxDh12HW08QMIWWVMy8e2Ri4gjKXMOPUaTpT3yAU+dXIE77ZGCT+ieQP5wHnNd6B3IyEfY+l3AvWyXMAggcAwQZXYjxthz3iJ321TgYs0gEjG0tyUpE/BPW7l/bLivrCIRNCMZdKsl97sF97/F7JYvRu7Brebw9zwT5twT5+gq7jXn2eG/QbTkvlUx1xp/a+5X6+VS6/VSvcG17BgIlX5InNWMbQZpQCZeIIU+9zDEKuodIlscfcHgkS7srHsOmJNhitreJRwZ5v85MGaOdmhnd0LGbU+Gnv1Uq1FlLyO/pw9t9vI6DmoZpIIAABAASURBVIflyvuYPleHsfNJUI2O++MIHEfgOAJ/xBE4xvxoBJ5/bjwyOhb/a0cge5a4c+lDUJFzo66banp6psnpqSYnJ+pAYUFQmLCmVHhygz5pw7N6w2612mi13LDAW8uJl/l8qdliBZaaQxcGC7gZWDBpqnStWfAr6hlrLVZrJmjAdASJnCWwX+tX+FihMza0u4EfYZmxYNK3YHHpOO7nc81nTibck/SBknSob3/c6/Z2JvO3NzMW3/ckZMD1iDvKd8gByaCbwI2cELhhcT7ijkX4HQmCG5IGFTcstgf4TYywvUX2HGx3q1tsDC/6480VyqP/6vOa+te6dkJn0F1Br99SnyTCleUkFJxIuIK+HcGi/62B/u3VW11Br0gCVf2V3rociaIrdOAX462ufhkw6N7i4xpcYX9NsuPabdPfK/p+A702SCw4wWOdZVfIrL+2LXZvGSPH5+TMrRNHTLRnHJdIPCyWHHfA+bBcrjiXKpaUPclecj4tSUgYc5JDc/jF/UIzkntzjq/9REICfzMm91Em+TOjDf/kauHkX9TjXGAiX88JeGRjUnBGPSeSbunHXYCxhd46sRSU4wS17h5q+T26u/sbEikH4JjfPcCtXMeye2zv0bmu4bLlIzxuTu5U3Mr0OuxvOFcBY+nzxOeG6Q6M7y0JucCQ6LolyXPLmFdc65bjd4fMyR8vchaM28rgOllyvaxJuvjNmxX8yvw/BceIhMxqwAK64NgtOGYLfIxYUV4hXyGr/lckchZxvKMd66kbvG3WK60or7muV/C+ttd8477mm/0N3+xvkPUkgdcsjgzzPbyhWBhxU4qFFZR1hOUPYBvkJkbPrrc998I++HfvRTvGA3/Iag23vsWDgTNv3FLZZLg4giqwfSTExerK4ZgijM32gVjAZ/lenVNiIVkqSJg03IsrSH60Y1IEvlR00I579gNYNqCBPsHOfqKmwQ/oSAw1BnxDEinK5kELCrpiusNEpalIAy3oMmiaqRrsG+RNO1GNbQo9BG2jaybQaM+0q/Vc9zfD9YDbOgQ+o33i6Qz8HfapQfavIDetjAYafcNfw5cn2UBm3SHCDnm00XXqiCdAfzswbSeMB/IJaCva0ijQQgeEH9roAjyzfU4Eijr8B1p4I5JEnDtPKOfUE1lWUx6jqCu2PUCG9xtIgcIxf4yELCmhTxkKygNIJe9hm4I+IztEoXyIRNkYZZEIiuuX692U5I8MbdRz3+i5X8RPJrnPrZyg5hmxmN+R9JkxL7gDt7qPn4rdacH9fMY9suJe94tb7lP3ms8rnABax98NWpAEWpL8WdDGSn5jULQHw7Xea0xSVZqjnOlblKWwcbLI9uL6l+PmziHDNwfjkB/LT2T0OXRQ68I3/pNog4Gi/GDzjcZAa4uKahFiJQqHoPhPt1ozElqVPajxRDDoHC/sYYgh6msvhmo+ztk27NiowDYwBfa4HUfgjzcCx4iPI3AcgcMR8C3+sHzk/4+NgId+AA/WnBsmbZ1Opuc6P32h87NLXUDPTi91Cn9yeq52cqKcOx7UhQlQrwUJmfvZUjckVt6SJHlLQuLnX671009X+vHnt/rxpwE/X+lnyj//fA0dcaNfkP+C/S9OPvx8Q1LiAJSvSHK8HRIRVyQgrvB/9faWhMWtnFy4cqJhwDVy44Y6V7/ckMi40lv8/kwsP9OO4XZ+xs/PyN/i17zpW2R7XBHH9Q6/vH0Lb1TZNbbXV1cy3sK/xc9V4Jq4BrDgvkIXwPaKpMxjXCO7xu6ahb1xG/Safhk3UGCbETfXumGxb9trxuGG8vVQ/4a6t5QjgTQu/J2oYGxuoTdOEJgyyb2D3kH9M6tbU+xvBlxDR9zQVsjxYXpLvVsSEk74VP5O19Qf+ZFe2w4/ruMExjWx3US8t8R/qzuSFHecL06++G8PzUnozJmgL8dE0AO6kHVhQ8Jige0i6FymTggtSOTM8edE38zf4gZmmpHUicQQSZ85mGG3iPoLzUgezSiHnERRxOS+8O2v+3EDf0cfbu9uFAkaFgZ3wD+fMu6Q3xiMUU0CYof9HX1/COSMmX0ZruO6Rh1f9Lt6N7rF3y3HyrZuz3RnF75vdIO/G/gbYryBur174g4Q4y3Jr3t0d8jusLXe/L2/zWYBNAMLxtCJFidYApuNnGCpi6Y1C5vnwAR9PeI5/VPZ2smaWIht5IWSsSVpvNnixz/XYrFm2S6pQhw9um2PL/i1kz4khBzbGj9RJhm0Rb6l7gbU+qN//LIoYs89alhJPL6fZgQjBlaxCKNwuLE465+BkO1BBTdDmwoMZQgBVBH21Q9RYbMl5o1lW5JFXvgYLL6SsjILxZyLGi/MU1Fm8d8YJAsaEgIVU3UkUzoS9QH4BnRNt0soNCQWmsPEh3nLBnTQJwibE7X4HVHwO/It+gLadiojYikdsU7VlQno4A/QwhNTEz46FfgWvuC/0H6l+OpONPKWt+hHuP3nMcHfb0C0M1EaaCF+t1EYzwB92cvwN9qNFPtEQuVdKPQpYH8j/ys0DbqWxI1RhnZaaPR56vEwOo6D0arB1uigTuw0xNO2LcdgBHHvyg3yEdQvrcpOV0LXDG8W2c+eL+rIUHTouq7Q5gFI4tgudNYb+GxAF6Bu26h7gJbyc7Ct8die9vBln4FC2WgHah50oClZDdTXSuF6KY2U8gguxiEbgUi+rjPXdvbFSCnDi+uv367ke8iGpHNPEnrN82e9e0vonsTPTCueCwuw4nmyNBb3JIysq1hzD61YkBBaqF8bKyigDe2wVeZ6j5sBcdS4eq72Ab3gAVSj3vaOdcTjsuXcS2xPt2KzXwNP4naCT+4neuYT7Yxy1wAZjKKBhvuB3xNXNvaSTMz70sg9tBml76aD/dhoHMNqHZE5PsOikZr/o+EY73EEjiNwHIHjCOxGIO7vu9KR+T82AofP0aJWyo0afwN5cqqz80udn7/Q2cWlzqAnJ2eagI5vKRMzri3TixULufl8FYvp29uZnDj45epWP5H4+IkEixMvTgD9ROKn4ko/kYhx0uenIenzM/QnEjZvwc8kOt4ayN4a5iOxckNiZcS1xkTKWycWDnBNMuRtAFuSLr8Qwy+0/csvb4cEzlv9DO/yz/g13kLf+q2YSPJcYfcI2F/Rn7eBt7rC7ireprmCv9I1ZeMKP1fwV9dvdYW/qyhfhc1V8MitD/4q5Nf4vCbOqye41k5m+9Bfx8+GrhmTG/p4Q7LnJvp+S9LgVk4U3MWi/17xUyonNwIkUExJfMxJekSyZOCXTHqNeGuDpIvpcrlSxZLk3korJsdLsLDeb+IsBhnllXkW50tjrAe/Bk4uLJHZxtS+F9RfWUbSsF+xwCc5sN30EgthbRNn1ABm89kzWIA29LbrST5sSApsqGfaQ7eUt+OkkUlyEh989eFzyyR/y7x7G9R2Pe0FSDL0wAmEAL42JBg2xOY3T9YsDJb0e0U/TZ9PTi1ZKCxJUI1grD22B4i3llxezDVnweDyEro4QCSpSMo4MTP3sWKxMTNI5MxYgMxI3JjeReLsPv7A6cw6vrleDPWcTKs+F8Q0Izk203yXAHMdQNn+3Z/VeqkNx2lNMmVDMqWn78bGP6U8BOO12WEdSSLb/+vYULeiZ2EUWHNcOGZOiGw5hhUbjheJEtrcjnFxjHvOl0hUQdfYrjlea8tJIm041lsDXzI4Bf69bbuvhp849yzhPNk+QZyWnLr0QQZl27IY2hpP7Pt9/9H1jp1xELac5uLk5/ablEsJxOK8a2MRHfdkEiwtyZMRhSRJoVyaE7UkUIwCLc2pWqOF/lOcazI5xIUm7Zm6yZmmB+jaE+LYy7ruVN0O5+rgG2C6x7mmHcB/N2AKNU6DXmg6udApmFI2HTE9OUc34ORS0wGnQZFbf0L95xD+0D2gZ7Rzhs9D4Gdyqilx7/rqvkdfT+jvgMlUHXYBxrMjYfRraNA3TnyVTs2vIKeO42ybJuxy2E7gQQtKq6bZY0z8WNaRgGka6u1QVJND0IM6YeNzyIg69lfUkqhpW1OjJUFU9uD8K6DdIWFvu3ehQW+00D0a2jA66EO0jO070Dj+EdiMZSek4JsHSIxVVpOyckoid6U8JA2SxCXFtUzZspyFbqtIVPiaM+J+t1If98El98KFVosZdB50yb3Vb/zMocZidhtvDa3m91rxZYLv4Uvu6cvVQmsSR7ufhPF8W69X4bd3EhtQkK/z3PcS9y6D0EgKERcax5W534j7SAaVohg2wif2oRCkl32wi1Ll6S9i0fNqn5WT4pORBRO7MArucIe1GKSKA8UQru9SO1R1rwzjfoQidvY9AlfWB2xrUHh22z6SHpaT3FC0dWhVDgtH/jgCxxE4jsBxBP6II+B7+x8x7j9wzOOQF56tmX6AklX4l3OnCYsKT8LPL1/q5cv39d57H+i99z/U++9/rNfvfRR4hezV6/f16tX7unzxni4vXuns7KVOmJx7slyaCQ/uhrlJFnMtLVlULhYb3ZMEuCMRcXc71w1Jo5ubexIbt7omcXR9dUPiA9wAkhtO6FyZP8DNzZ2MW/8NGXANKn+n4PFXy/cyvWOhbHq7k9/p1jL8+E2LCmwtY4F9SxLlAZDfILsbELqoW5Mutze3kYCJNzdu4a+NG/ltHiOSNPTrZodr3TiBs0O13cmc4CHhc7MD9geyW+TX4DbqU5exiRjcNjHO6MPMC/3APJIOcycgnFgwBQuD5E8kdUhwrAwnO5i81gTNisTPWisSPEtkS2jllySFFmApy53UWboeiYRdvYGPOtRdoQ8bU9pZIltj4wV8z0R8SxKRVTTnIachE9WUkvdSysiSRDKH9bJN1Mciv1fP4nkDemanvSfOzBcTtTIz/ZI4i01BwkeC5pQkpfhnKn+Yp2Yk6pMEb5GBK8pb9eF7Q7u9tvBbx/pvYLOrg59IVpAEoUM9CY6A+R3Q0S/3bQcSHZvAWhsupA2Li6AsLLb2oa1SSiols2As6ppGbdOyIOzUTTpNQNd1A99q0rWDTaPSNmqolzJjoPHDYHhWnyWGTpB/CaOXPd3CPgfEbCmQVamC6uDjmowcxwPO48Tx3jJGPWOJkA05Y9z7IKKntKvtMyjTiX+GWmGMoJai0wO7TXngTEcgiiqJmA1Bqy5ROblOQPFhVIN619MH0xFZ1M9FOZU4hg3Hr7RemHcqTae2M6ZqSPp0JCw6kgxdOVUXCYkTdcUYy1NFEoIkUBf2U3Wu8wymU+qEnMTI1DiVZU7cdE7eoDM/nZ6H/F1+HsintGe/Bwif4eNc3UBPoUb4PsV/4FLTUzCtOIXa5hSdMQ16qVNsniBs36Eb7MM3PqLN6O8F/aJtYrGsI2bTadA6Fl13pmnglNgB4+Kx6RibdyLG/pTjdaKmMSbKOaActFXOQC2ngFEOqHnOBT+LOR+yaS4SyOIf57Nyo4fnNPbWA4G9bpQnqhQ1JFAy94cKdFG2vFVDvSY3atA1Guk/AAAQAElEQVTvMeg4H5snQNdh7+TMCPy5DcP3oJZyAH27Q6OWem3TqAQKdEALLYdoVYZyi64deWgDusYxJHVkf5oW3jLQlCz3p81ZJReQBihozmIkjS3Ud4wN9/yKnnvsGmxIDK2WcxJCi5rgcaKH8tpJH7Ah6bNxmUT+cjlTyEeb8e8DQXvu12vu36Y9zxFuWLTVi12FZXDeCMskEkPWZ+5phnnDvIEYO3y4btxL4JHsNt/Pwxm7BHaK0W6kKHh2yFBiLGxb4VGpqPto86Ca/HH7ps/AXqr4YaXM86rKH+955kYjemgRjrwzfMwqfVz7WD6OwHEEjiNwHIE/3ggc7+j/k8eM0c88+v1oVWmUGyaDfOt5wrerZxcvdUmS5/X7H+n9Dz/W+x99pA8++kQfmDc++ETvffCxPiA59Pr9D/Q6kkGvdXH+UienF+r4Frk0E6XUsYiuiaDVaktSYqPZbKW7+6Vuh0TQFQma6+s7XYEbkkE3kQC6jcRQLTuxcqdr7G5JHN2S+Lm7m+FjxFx+C8LJj/s7Jz6WkaRY+o0OvzUAlkzsPBlbrTZas3her3sdYkN5Q0IClfbYynMs/2RjC7Nl0rNlwRmLUGgPohzynn7usdOxYLX9drPWdsdvKj/UF/UDLGKDUu4DG4pGD+2Jq69t2E/UZYJFHduiYBv01N1GvNuot43kyRb9vwDq9Pjo8bVhQDYem/VWPRPajUEMa4+l4TJYM85rU+vo79q6EZZZRzJwzbGwnx5Zj29DtMcGYdIJUxM+W7kfG2KwzWY4Rpb1xIZZnTb6PGaym0AGKYdA7PdXF27HQlYKNrM3IHXDYYxV0F6biI/x/09S+9nQz+0IjtnWiPKmngvm45hShm5I8rwLW8czJEEcf2HRU3JRy6Koc5KHpMEUTLqJppM2MKHcoWuN0soLpUSdnGrX7WcPzqsq/pf2Y/2nlTz4RtWEHbtM4xVFOecKTDJyH6IhNCSuaziuLYuErXrGj109/kgwchWT8CN8ZCT2ld3Pd4Exy3loe6A6sC3whfEqLC4DLYvYtlPbdZqAjvvl1DiZaDpiMtFkgh55CyaBqSYkSE5OT7g/nurs/Bxc6uLyUi+MVy/14sUrvXhJ4h3+JfzLV+/p5avXJNmRUb40Ll/p8gDnl691Tvn8HLkBf3n5Qi5XmN/j9HzgT01fYffyWZxyHw+cviTp8i5coquYnkKnwPQ5xFul6KGnh9j5R/e4nu12+udiGOrY7hCP/ERsBzKXp9MLTYfkzyF1kirQnQ/6M7k8Jenj5FAHfXcSaKoOfdOdkJiYklCZKjemEyjIrXKecI62j1AoV2SSPiI5lNVwChtZ/qdcZGSf1/B5RGgzOmxz1k4edumgXOTESEV7wCP3c79piPcQ2HCvaEZwnTQjkHXNaIud5SR5dnqXw6d1I0b7SrumYYxa2nT7A97pAz26DriNFt9t26htW2DaaNK26ojL971u0siYtkXdCK5f8y20RVaaotIktYyTaWnEWIlRF596nxH34S3ojc1K6+0a0VJrvtBYk/BxImhFQmhBImh+f6/5zLgdKDyy5fxeyzlJIieMSCz1JIXEc9D3LvnuxbMtKHwG5jMR7ADDYUVSN4qV8d51eQ7KlLrWVST6YmT5eZi5D9I7BXAWZRI/aLHjvElwqSjbDn2CU3wSd9YUXOw8LMGMuyeCUfFfQjNejAiHuEwLsuN2HIHjCBxH4DgCf/wRiPv7H78bf7QejMPO4zQXZR6uRmEW1DYTeQJ7RhLo4uKlXrAAefXe+3rv9Yd6/fojvSbh8/57H+kDkj8fkgR6P5JCn+j9Dz8J3cv3PtDLl+/pkrpnZy80PTlTMzlVwa+Y2G77mgxakgiYLzckhFaazZa6jzeDZiSF7vdvB93e6eYGXFt2rzvKt3d3umVidU8CyLiD7nA/w9ccnwstFiuSQGs58bMkcbAKbLQiIbEiUbEKulEkKULXaw1dsxDvA1uSD9phw0QrEhDYeDHfQ41t32NTF+2eLI7wpCz8MHncMOGLuuZZvG9ADx/6aKvH3NiqJ/nQe3ELIklw4J/ZpwLohFzYGtmnn9fHpkzZLLa8ggncFnhy907YQ0ILmBimBKUk1wvgGKdbxiCaZdeTENqCPvieZInjh1Le0qetddSpMezrb9Fv0K2xWTMuMf4cizXHxNgc8C6vSRZtjBgz/EM3jP2G+saWmMa2tvI/yTIh7w3serAlli1tm/bw1hEVW2JeWZES/U5ZKUFVoQefROnXgPrZbSsRG5HhVRW0UQwWJE1p1DQtixWjg3aathMA3xitWvQjOhY7U5IQUycapthCpyQX9qDuyVQnIJITJCDCFrvJpFM7wR8LqIa2cy7KXP/sxEDIuwSTsrRHgk8qXiwV6LuAPoGwg+Z3oNDuUzQqJQdSoo2om4lEsh+NH685OK4eyz6uA058y0KfsCdwRjhn6hqpKOOvAaYVlo2gTt4D42gvN3tZzkUNC8bGi9bSqmkbdaWL4zTpOk0YX+Pk5FQT+JZxN+3gY/yHY3MyOeGYnOnsjATQ2ZkuLowLXb54wf0SvHqhly9f6PLlS12+Jukz8i9f65JEzwOcIwtwr72sOIeen7+nX8MlSaLQ29857UDP8bPHmBB6rXP0vw22fUUiym1Dxzb+SSznoa/2L6hziAsSWRfoL5AbLyiPCB3lqn9Plb6CDrBuh/c01jvH1x5jP1/Kia7zGIdXuqTN8x1eMQavK0L/WpfQEVGH8vnh+EXZ9d6TE3OX1hHL5a7tF6oxvIx2T0+hJKciKbV7Q+lU3dSYqvObXJxH3WSirq1ooI3PQ5B34HzmPPW5mjnvlRtxIj9Cks/vigKfD1AwH8D1mbnG8+E1EzL0piEvari2mpShA9A1IJesQzSUm4J9rshcSxVJDfwO1u/K+GxGNNhVdF3LmODH1NejaaBT2zaBCffGtm3VTlpNWmhpGbuiDt9GY0r/OscUsWUSYkmwSrlXlgDPs0iybySeU72f1yRvep5FayeD/DPh1VzrxULLxb1WC8897jVjPjK7u9X9/d2QCJppTpJoid16uVJvH/iCkaBO+mSS/eLZFCCRQ/OxZQJhI5a8A5XYuOHFPRAaluNuG0ymYmC8Dybq51R1yLxlNcoeb+Sm2XUSdlbSmozH7vXf/TloMNFW7bwKsWSKsXHMRDl4C40oHHfHETiOwHEEjiPwRxqB4+37d3G0ClFkHqscjpKZCDE5YGFzQvLGSZyz01c6vXgZyaD33vtQfgvow48/06eff6nPvnijL778Tm++/k5ff/1nffP19/r22z/pm2//vKfffK+vwTdvvtebN9/pDbZfffmtvvryG32Oj08+/VwfRiLpQ70igeSk0wXfYp/xre709EwdE+CGSV1mIqdUtN1msaYn6cDcjDnDekgo+O8SVX7LnG2LDQmBPqlnXrQlkbFVYe5AH03xk1IjGUyEEhCTIAxUkViyV8iTIvwENY8/jZ/eTGL3CGHDLvRbETQTt7GMOSz7/ebylt0B0sgTiUYMsogM/oEN1cOMHapoEnZXVYzBA7gvoEZe96I8IpnHZ/hyP2C2DGadq/bachD6eCuoZy5bsSU5s8XACRavz7fYO+ki/DigHt02kjgb9UysN/DrzToSdTXhsyIpt9Y6JtpQ9GFnW9C7Tftg8rw1JSaa0DZ2oq80hMxt7tFzrvRy2xgSCp3BDGPJp0NOEsgc/2yKm5wS+/2WGYtMMYDO+h1GOTawDzdiSbRVUX26XslZhclskxt1LFIiQUOi4JQkwikJAtOTkxOdkUw4MUJ3olNkJ36LhATCme0MyqenU03PTkgwTIGpMVX4Oj3V1MDHlAXlhAVT2zYslhyDkYglKTmmnJQLSFlNaQIdtkYb9SaaTIwp9BHwfzJFN2CfkJpqOj2RYzwljpOhD2fE/RBnOuN6N06Ckig5P9UJ/OmA6bn9nCGzHNB/+5vgf8o4TU8mjNFUdTyJhXvHBLTAdIJNjd86wHj4/hJou5p0a6ccE0CdSODQ347kzYRF+cSxc4xOzk50QtunHIfT8zOdn53TbqXBIzszLs4U9PxC5xfnuqR8fnYBb1zq/PJc5+fgkvIpPrA7BRenF9QDpuAkgC/o2Q4vGK/Rxvw/g20Hm7NL+We7Zzv6cii/g14gf4LXOrswXuoi6Oug5i9eVFnw6C5eoNvhkQ79aeBlPGdOaefiDHtT5K57Bh1RfeLDbYxAX+Wudwjs0Nm/9fZh36YjLLfswj9lBqaHeBGy93TxApDIuQi8pxckigIkeCwz7+TOJfJzknGVvtbl+fs6JzHkxNH5oDt3Yuj0pc7Pgenppc6hpz4HOL5TaLyZFPSM6+dUHddXgHPWX9I0TauGazKT0GhyUS6NlIwCTZLyAEhsLgcz7BLUgLBxV5Qfc0Gp2w8Q9BBVLlW7Q7pFtsXTwy3sEHMHRh8lDEwhBxu3H+2R4N+FrAbDer8u8ICE7ZjcaRiPruHexb3VvFGQFe63pS1qoS333Aa+6xpFvbZVg7zaZu6FUk6qH5JC4qlRQdw8e3ogP4+gPc+v9YrkzmbJswssl9osliSF5nwJBeYA2Zok0JLEUf2bQSs5IbS23EkhsMaXAmtpTAoRQSSJGLkM/2TjGZiNQZHFv93YmE+WyJ8cHUIWyZ/E+MJn5nqMVc6FMkhZwg6tYMDTDYunwv+0hBPEPh44Jz4/UwuKbIUBf9yOI3AcgeMIHEfgDz8C/6/c0X+HB8pDb4yh8ZTNrbInByWr5VtG/+Hnk+kFC4MLXTKJvrhg0vvqA716/xM5AfTxJ5/rs89IAH31tb56863efPMdSZ8/6+tv/5e++eZP0D9FQuibr+FJDFnv5M+br7H9+ht9+dUbff75V/r048/18Yef6P33P9Lr997XKy8ULl/S7qWmJKE6FmJN0ymRAEqJOImyJ5lR50pbz8O0JhGxJvmwJkGwJiHUB5hHxYzW/RxR8HOIRsmToB2K5DYM2klASkpMQBKTpKSsxCQpQzMygSgnJANcNpAox2SK+gnAFxbXJaEx7GME+nwI0RLlYsCXEZRTwhdlJ4HExNQ0RaJhqzHRkKSw2NM0lJ9SW2r8bGFGwB5aCw/yZ9D3tOmESoBJaN+zAEAGcVjAhtWDxroSU1kJs0jQbXy8OG49WDOhXvsNIKjLG2Q9+g0O7XtrSkW3C4sP2uM4b2l7Y5AsCmqek2MzAn/me8vxZ59bslP2E8EQk7fkXaByGZIpG5Ddhjh6s6Mcj1GZrXG3A95ZUy0zdoXjXkpR2xQ1LOC6SUeyYqoTFnWnJDFOSYqck2g4JVFydnqmE3BK+YzEw6i3/Ay7SD6cnZJYOR3sTuCnB3D5hGvoRCcsHk9OpppMO3nxU0qnwoLRC56ci3yeNiUrl6ScHRuyklWwMVynI0EymbRqiXlCUiQwJHuCD9lUJ+hPuGZPKEe7tO14T+jfycC7PyckUpzEeoLzU52x8K39PIc/f2XhvwAAEABJREFUpU/g7Ezn3A9O3WfXZWxO7JOxOjk5kTFBPnGyBjpl3Ka0N/VYAdMp9tPTqQLWUW9CrAHqtGDicQLV34ns07Ge4uOUtk6J4ZyEz3kkcs51TmInkkCX5zp1IocEzuXFC+6ZB3hxocvLFyQCLgec6/z8nH4ZZ3JcE+KdeDy7ibyw9z1vB8a0aad6Nzp0hm1Mn4N1Bro8VeaemnOnnJtfgfVABnZ+PgQelnGmzD89gPjkZ9BghjzvUXJWIY4RoizaMc34DBTa34H2OYfzCM7N/AgN5XG8WsYukoDNVC3X2qQ71aQ5AOWmO1cHDXAs/NOvEfH3kNBPT85ldNA9LjUlkWb5ycmlTuBrYu1SkWTzf6ZwxvPsAjh5dPqC4/5C5+eVng7l09MLTQec+u8UnZ5pGvRUXcRzpq4DnCMdaDiXm65T00yUuZdUFMa2MGxZ4n6jJD7wjCGpC253TicIeohEGdg+KkQl6tWt1tvbV+lv3PsWaNDCr9VwhLum3XwAacrKhqABsU8B3692yI3ifso4mDaNy0ZBvkfXNOq6Eph0bdwL27ZRyz256xo10CYnOcGUoIkQFJ+eNj0SG0rbPXim8M0Cg7MhZwN6EjuREFrKyZ4NiSBjuZhr7kTQPdR/k292ryqbaTnHdrnQer7Qckl9kkE9zy4jfO/GricGmj7YanjDnnhzzsSelOEb7uM5c83A5wQFTSroDPrKWGVsbNc0yBibnFs12FmechYjISkPqByF/5Zta68eYlPadKuQKHlHOCZHHEfgOALHEfgjjcAx1neMQNzj36E7iv+PjMCjQ8CEgBkCGxMGnr45JtydTNt2ogATzgmT6I6F0AmLoDMWO/7G9AWJm1ckcD54/aHe//Bjkjqf6eNPP9cnn32hzz7/Ul9+8UZfffm1vhgTRm++0RdffqPPnQhCZ5tPP/tcn3xKvU8+04cffawPPvxI773/oV6996H807ILvm09ZyLtybLbnpyeM0k+VcuizxP7hhhL0ymVtoIJUKIPiUlNMm+YB4LP9DczKcKY0S4VUfa4FNIr0ASYCmUjZ2XAziUlbI2ckA8o0JSSUkr4S8p5QMID9tW2yDSFLAkLYDqAusGZhk1WCppUlJQl4RYOxpMmg2gVQFY1MAm8Y4sZ1zt0z4kH+y1tkIeJpnbzX7c/gNxKJGd2LqgXUZC0k+Oi3JPB2QInY4y1kzfgkPY4t24LxaEwjzZpfqBEQmMbJ3VIFq391hDfxPrb2OBdNvg2tZY9uV6rZ3LtOjUJRNCDY8LS048jNw400fmDMuyhRRwbZKKvmeNnlJzVMMHuJp0iOcKC7oKExgWLvDOSCufwZyDo+ZkujMtLvbi40AvoxYjzSxaO5zrFdkryYkqyoO1arstGTVuUfT4/Qkzuc1JKSfWTsYMjppSSSqFc9nVdTgk5+qbJatAVAz6XEmXL3J77FGhr+yFrW2JxuVHHIqMjPtt02HSDrhv4lnLbdsQPJgO4t0yCn6iFRnImkjTWT7GdaEK5Y/HbkcTpuokqOtoDXQttiQHaUi7woKOtx2gssx/QgG7AlBi60S+JLB+3Duo3gk5JBE05Zqccu9Ogp/L96JR70Tk4Pef4gHODpNA5x+7Sx22gl9AX5y90dn4BznWCnxMW89OTiey/mxCz+wdtRjSdGpCBadNMKT8H2z2UZ2xz7pQHNKb4cbmFH+HyUzTK2cgDNV8h5EbolSU1A7LUg5Ah8sZlFuvYR9SXtuVcwiSEtQd1vdS2fEUdNnHZPgvZEHs9Qk95RNURX5zrxE+smfhHuB+FcmE8HqJRyJuBDvpxzEaaqbs/Np08xg3jXnHK+TkFpxxfeJKMJycc9xFn8Mb0UmenxoVOfG6QDIpzZKAXyE4DL3TK+VTxckgomr6AN8y/gjde6vQCe57TpycXmtK2/+e1bnKqQHuipp2AVk3TMkxGAy079Nw7eiUO07sh9BV6+Elj8dH5MIqh1kDYzGXt/wkesbfELoBNMijv2kTB/UrI/UxtghY1JSnnArKaDLh/BUXWNOgHdB33ia5R8b3NMmiOuqIu4IGTgQLi0x/AJ58TPwP4sqEngbM2lms5CWT4bwUZCyeCSP7M5zPF3w1yeUESCBr/q5gTQdT1W689zy2f8H4OitGn0dgyewMSG12LcbKMLhJzpr+NMudskwtleI5hDjC6GT399Nh4HExz5viHre1BynS8SDHG8KIoU4PCf/mWDjwObQTJysR7oDyyxxH4g43AMdzjCBxH4LkRiFv8c4qj7P/kCDw+DGVo3PKH8IRaMRFosWl5ODdMNjo1LFgmJ2d8C3+hMyacL1+8pxev3td7JG4+IJHzid/y+fQLffrlV/ryi2/01Vfg62/19Tff6pug3+mbb7/Tt/6p2Ld/0nfffa9vv/uzvv3+f+nbP4HvKX/7PTbf6w0JpC+/fKNPSSx9/PFn+pBk0/sffByJope0efmCiS8LrFMmvZ5oT5jstsTXNBMmecTNRGebmNKRkPACgzmb/NbQmkQA+QKNIB8hY7tJTP0SU7CK2n/GBR+KCVKSDqinh9tt9X8of8An6oCUoFFX8SGl4VwH2FIGbBTColp6ryjLHzdGdGYJEFL1MGwjP1JEj7fwj/BdFNWDbWdHpCRCts/A8UZIo21E6xhAyCrt+y3JGKNnntsz1ns48RMIG6a/7mfU3UcTotBTj8nymgNZ0XMMNw/gCfWag7nh29kNdltWkxu/PUT89U2gwTn+di1wfhDpUESP7VBQ9HFXqMzetpY5Q2CSCse45KyWCfmUxdaUpIWTCGcs/CNJcH6u0/NTnZPUcWLn/PxM5xeXury4AJe6uLzQi+AvKJ+H3dnpqU5Ppprgq207tW3DuW0UpZSehYYPoQTn+Dy5NgrXRGHhY7icc1HOWTllpVg4FOVSuNahoUvK0AabPaq+2cmxLdgl5AlfyDO+Ss74zCoNOsqZci6ZtrArFZnFaMN4NblV9mIlyixS4C3PGTvzUb/IZXZSFh92CSJfr4rLwueKkw0PYBMjbM0YxFGduFDBoa/1OK84P9YU1k44DufckvNpvV7K394b6+Fb/CULueVyU+XBrzSHzpdLzZZz+Y/HzuZzzVgMzu5n8t8yu7m7073/7tnNrW7AXeAe3b3m/gP34D7eIJhrbuqF42yp5Qh8L42xPNLFWstD2IYF6uIAa/gRS/iH6OnHAbhJrkEPYiwYjyX8u9FzPQ7w+P0z4Mv+wze2K/yvkFX0JIpGSJEg4kbOJc19hONd1+SqiSEfQs6HOKamDYJGuRidVCoytMLyQ3TYDuA6y4cgGZQHtNA9pmqbignPnYpT+Tk0IQFz0p3qZGqcQw9wBn8CoGdnlzxHLzWFTrkXnIIpz1U/W40Lnm8jzi5J8ly+0Dmyc9PLS5I/FTVJhB/uMVPj9Fwd944p7XckHRvuHw2JTsPXXOaay1xryq3ENdbHuDFm2WP3bvj6YmDZ0gDIuI2ioPhI9Rob99wMFFD92JdRS1EJdqSwB5vv3VySiucNV3ofGAy2lUbolZUoZIN+mTbmBzRkT0opKlDLjTzWw2+wNGaZgTNEAxeEBv2MGBF1kHH+inrakiTyM8jn8WKpVWCuJfeAeDsIuvTPxLim504K+c2g+UJrX6tB4bl/rAP+mRi+icBb7UtD98qApCbujVlN3CcbyuiDt03GzkA29D9ny102Bcl6I3m0tP9k2BGwB5ulB8X/BGtPxujikB9llfqYV+53uj+GdRyB4wgcR+A4Ak9G4N139SemR8F/7wg8PhSF+Q2Q4ZatBxvAdAClSs6gVWHC2DYTTboTTaZnOjm70NnZC7188VqvX31IEuhTffDxp/r408/kn3x97iTQm6/15qtv9dXX30QS6A3Jn29I8Hz93Z/0Lcmfb74n+fMneFMngkgKfW39m2/1pd8cov7nX3yhTz75LHx/+MFHevXeB3r56j1dOgHEZPn0/EJTFtkdCaCOb/QbFt+5tMqpoUNZ2z6xKGGdQCJgvd7Ki4w1EzWD9YRYczBvS9qQCLDttqfvhhL1DcpMkpTgg1IWfACToIlpYA5IVb+1vdWh17CXPG8cdlFwcqWWFWX2/2RLg97UcPGQmv+fwOM4XP4vAPNfDleMzZYVg8erR7Dtez2GfxrWb7Ycz63CLlYMW47LFm6LnHioy54Nx+xxjM7MWIbnIG2RGjiyYABk3A6G2KyYiMdB5rhn+ORFBudLJjmSUli4qbG2hMyT9/qWTaOuZfLetirUSyUr4UN8to7eHYf29HkEql/dntiFvyEOQSnnrAhbUFG2eHRqkdixKeQpQZ8ip6yMo+z6IFEhZWSSMmVzYVMS5cJChcUHC9DGixSQd3yLroRNRt6EHNs8Ak8ZCKSsiKnu9PjDacJo6RG4PqmXBwg/Rg+t9j3nB6NNwWO3joTPRsugaxZoa/jVQ5AEWjr5w2KtJoKw8UIusNB8vtI9i7r5/UL3JH9u7+90e3uj2+s7XV2bXus6KPwgv7m91c39re5u73Vj3JMYCorMvHGDDNzAV1j3EJbfYePk0s0dPp/BHbJfRdQnDqgTVYb9jYjyHbHsMLQzI5ad7F6zA/7uWd72xoEvfNxjG5iTGAN39HcGHXEHb8xIks1mtLPDPP6jgDvkRtVXWeWX6A9xqDN/oONYznZYk9RbqybUllqQEFyw0F+QdBuxWq0V4MGyGuD7kp81O3DObYDPP6Nwjld08vWQm04NyCSW/KVLQxLYz7fJyZkmJJBP/PzlmXcyvdCZ3xwCpweYkgAyOmRTkkABEkIdfMVUTUcb3YT2JsHnplV2QgiqXAhrRFa9vk0bLjWuPY1IlH8Fh/eMuFYPbakam2XBHOyqLK7N7Sjecj0DyrtbOBJrHU2lxEhsUWaX4/6TiD8p7rW+r9C3psnKpai4XKwXtbjwuef7rsGdQoLPGfkIJN6qbsw+UoeEj/petvd9oydD2fsnYvGW6lLL1VxO+Cy4D6xI+vjtIGN5jzySQTPNnRBCv+Q8W3JPWQc26rn39JxDQzeJkbjdJwKrx6RRpeWAjjy2qjy9QG9bI8dY5Gy+wGOTiqQMvEHp1q7NXVsZiwpbvQs8og5UdjQW08Dgf+BG4j4I74SL6JHeLgw0/RgU/HE7jsBxBI4jcByB3/8IPLqj//4D/r87Qh+OEYc9LRQMk1H/TyiTA2YWPLuzSratJxUtohGU205OGnV863l2dq6L85d68fK1Xr1+P/4e0IcffqKPSRx9+tnn+oxkzxdfvtGXX3+tr0gAfeW3gN58p6/89hD46ptvgndy6Et0X7x5o8+/+Ap8qc8//0KffGp8Fv78RpLfGHr1/ge09Z4unDC6fKGz80udeILMZHjCt6N+a6i0ExXiTEy6U2mkUqRUsWXiut2S4AG7CfxWMecj11ApSaYtoJJke/mT2IEE4IS8QmJuWQFrHndRrtT7A5i13QOMPi085F3+n8IYxyE1/8/wjngf9SEj8SMAABAASURBVNuT/vpNsBcBPXkZwAHZjGDmud0iA7Cy7ZZK2y2OoFRgqF1XTCOhD5rFhjK1Bx166oUP14LfQsdD6EOaEv0KSJwaUQ8zClt4O+uJoSex2Gu1WbMoZME4LgCY+C+Y7K82K2w2WrOIWFN53Q92fCvsnw/MWPDe3c40I3ngBIK/QY56LDL9ltOWvm6p9xQ93a3Y+NtoY6jTxwJlHYsLJzmWjN8a3YoFy8oxsRhZAC9K5rOF7onZ7c5ZoIQMnRc0FUsWL3NguoAutJgttaDOjG++F9jO4Bfm8bUIfo7NAtul5oxDxcizYCKGJYmTudtbLuQF0Yg5C6M5yZY5sRpL6HNY09+H2Mrl3n01GLc1J4lRF22SeWNJ3QAL+yVt1VhWmhPL/CCuiIV4lo53gGVLZKYV9JN6TgL5+I24dSLIuL3TPQkf/4+Ht+YtA6Pd/Rx9lO9JID2HW+QGOpJE94cgiXQbuCfp9Iz+wPYW/tZxBB1sOffuqX+IanOLvwrrDmUu37ue/VC3tl9tbVf1lA91A+/YbeM6o487fAVIBDlx5CSPqWG+JnPmelw+1I02v06X2unvBn+06cTVc76cVJqTXIq3tUxn8/qmlnnqh3w555wxOLc5P+YDltAA59ci0GvBuWisoGxx/+i9IDb8XM08k0iI5gBJonaqxogE0am6k1NNzk7kL2VOSPqcnb/QKV+MnINT8zz3/L+gnfLsq3iJ/hJc6PTS1IAPe1OXzzUlaeTkUecvVpwwajo1JI2arlUmURQgaZRzIwQPUGXMCfIBBB/g/jjcTL22NyzBAcQ2kNCbjkgwIGVlns05EiFFuQCXDWQoFRjrJ1fLUqKeoBmKXTZSkpMPOVku1YHfQra14OcGpVCEieWodttYhvrAyXTEhnsKIIkTCR2Shb7PruMPRC/jebDivrjkXr/0ucK9crlYRbJoCb/eLLhnrcBGvkdFGNEugdA3euHeALhsJEViC77JRTmQqZHhU0XUa+CNsqfVi4ReB5+Mr1qMQZQYs1rOlbD3sTsEov1mxT7wvXxfHdlQgBRKNQlk5hAk3OzLOBQf+eMIHEfgOALHEfhdjwC39t91fP8PB/fcoYnHMGMy6kyfIotJRKkQ1Cg5q+QmkKE5T/iGCTBRPeHbS09Qzy5e6AXJmBevXscfg37/gw/lZM0nn32qzz77Ul98+RX4miTQt/IbQ19/+62+/u47+O/1zTd/0rffQr//Tt/Ez8X+BAXf/llff/+n0H397XeKP0BNAsm+IjFEcslJpvc/+CjafPnqtS5evtIpsZydX+iUb1M7EkL++0KlJRlUOiY7TGpTYfqSWcQnsW7UaniDaLXqtYT3G0VrJokbwDpcW5JAdY6SJCZTWyaYQc1LTA+rXInxTPBB4dGjtoG8mO/D3xZetA+lZuhjR72g3h3yLv8R8VwfLAPbEfSLeTV7xVDAOzljxCBZGAcANbqwe+cOAzarfaz2sPApenwbEG+uVuHDVjn2+3q2dZJlu+05Z3om8GttSCQsWPgZcyb9C5ICKyb5SxIvTsL0LBKMDSeZEzFLEiUzviG+n7EYn92xyL9ngTnTgqTIkvq2WXMORt1I6GxZJIzYwPda882x9WsWmRXIaWeXEKItt7chhhXYkExZsThxjI5vQQwLYlywqK3JnHm0vyL20Ed/FgredgNm0NmQ7HG9OeV7fM0DC/ox1xzZjPKCxY/bCJ52FshmAzW/oK/WjVhQz2Owx5L2D7GmDOyXRMwCLEcwDkuOw5oxCMS49SzSQMi2jNkGrCLpNKftOe0ZNf4lcc9rQoz+zTkWAcZhPl9qSXJoydjMwRLdrt2x/cc07FckCVa0twCmS3mxuMTncj1HRpmF43K94H6DPqj5EZYB+36sC9mK/iwC1cdYz5R6jMfSbysEOD+gPVgb6NaBDfUrfF6HznrGL8bRNpR7kpfrwJIxXZJgXO8xyJfRF/TQNX3cgfLS/YVaNvJLFsausw46j/EYZTFGlgeWjOMSvW2MkTd9BM6N5YA5dP4gCTn6qXROjA9t8E0d19+9FUT9+hO/uWbodiAROgsg55yO8zrKS82GN4aWXMNGvVadhNyj3pf8vkmj+iw1JflDEiZ3nZpIykwHeqpueq7u9FxTvmQ5PbvU2cVL8EJnLwDPuYsR5y90TiLo/PyVziMxdKlTysbU9PSC8rmm+JtOz/B7qmY6VReJnwntOQbomABqGimSQIU4jaQcz7MkxWq+UC6Vzxkqnmnul2kUY9djFUzsql7hx3ySrE9ZmSRE9hs8Y/ueZxBDzkWZ53VO2ASokoCydxWUo37GBsiINqpacYffQrbcQwGRimdxIHSiCnV5dmcg6h54lyIJVI+c+ORDPeIeve/za5LMgbjnrrQi8bPifhP3Dc6hOLd9f4j7yEJL7stLbAO+rjkvwzb4FdfnmmuNBpl/xDgwJn6DMvsNJ5ApB8Zxot85kJQ9jzNPf0YZvVR8iNlDoHEMTEPhXWbHWOCh7imOW9Tra1XzlifvqMMmxkXRnhhPxc4+aoEyPkn57H/dadEAhnDgjuQ4AscROI7AcQR+7yMQt/zfe5D/78bH4WECEA9f0xiIopi78SDWO9BjojAqWLgASoso4yGr5D1aEkFtM4k3geI1dr6xPIufkF3ogonpSxJCL1+8R3LmA71+/yO99/En+hB8/MkX+pTkzSdODH3+BYmhr/TllySH/LeF/NOyb77R119/S3IIfPOdvvoG6vKb7/TFm2/1xVdf67Mv3uhT6n786af68KNP5CTQy/fe1+XL17q8fKkzJr0nZ+eaElN8u9l2SkwuU2qYwDD53JIAYmLF+lHrzTaSQAsWzysWjRvoBpnnRZCYsGyV1KfMdLGOw5bR2CIzYCV0YsQC5lNCJuyNLfmMLfMtwAyox/EWWFOh4UMdfA6F3xFxXI/DsWzEY91Ytn7kfysd6gxEHg/G0pPYkpPycP6lVPmUki0kqJLqx0mjYeQ9vi5uKT+Ahch6EDbU5JSIksuW99hsmZluYlG8ZsK+qskC/0Tl7l53d3eKNxnuSeQgiyQBk3gnXIwF/IKF7GJcTM5m1F+QzFhqxSR/xcm3ZtGwAf0At+UEmM+RnnZ72q/YquecCR1xPaHWBTbY9cB0o7qYr9SLFLe1ifO715Y2a3l9YGe+Z7EP0K+fADmJpZWvE1P0kWSKt6FWJDrWWtK3WNSgn4PKr+TEWMD6QzAOIcfHMmDbDfbEjf/1Br/I1wYLpvVqw/VasXEcJG39lsUaP70TZB4H5GuPHbINcLwx5rS7YDHmxf2ChdjsfiZjYcpxmpOsmq8WcZzmThSxSIukEe3ODSeC8LFkcbfv10rWjeWRDzokcOYDXbq++R2dkwQ6AOdLJEagu4QJCRQnTIw1CZWd3jacY5Yba+xC3y85nksWjxU1gcNxjYTNmnPDQIddD9agR1dhOXoBy7j79XEebtRzdfQuD1iHfIs/dMFvqHWAQdaTSKq2tlths6YOMeJ/HRh4x08sjmcnR+a+LTmGlS4Zrz1qn11/jx4fffhdcx4PoL7Pjx0Gve2M2h62j+2ivG9v6fF+hDllY8nxmHMO3QGfX36jyAkiU8OJozuSRcGTGDDveoH5WsvlWvMB5qPPy55jCVhwc2ozbuI41GeQSAAYuemU26n81ms7mahpTkjsnKjpjFP4UzVT8wb6SDJBeXY3gVaZZ2MDnqM5kg3VxvpDNE3DPXnQOVmTXW6EwwHEmivoAndZePZ93Kzhfd9mvpHlegVfpo2aiKVAkUUbRRrrxHNWTz+0k+MZkZRyxldS1vjpGbdePIgZQ/M8iJF4Gy38bKGWcKFoSv5s2W2pA6E6e+19uoQv328Mnyu+N0CXcd/jvOHcWK3mWnBfWXA/WXDcV9xTVtw/Vk4G2d7g3uJ7ytz3Bco+T/vlhnbdvmiTyKJPRU1mfAKWFfppHPAxlinkouaILHPewzy7JaQGJOodUvM6HC4ECSvaTZnhqlB87CPJ48lO48cj/hw/yo70OALHETiOwHEE/hgjkP8YYR6jfDgC5WHxQcm6Eg95z3WMvRpdATzyZTAZiYe7qcsB17XNU2Qmh8XfKMZktVMzOdHJ6ZkiSXNxyTeal3px+VqvXr+OPwjt/4ms/ozsM5JFX4Av9dlXX+mrN2/kN4G+/vo7fRNvDf1J38Ufmv5f8h+e/u77P+kb4zuo/x7Rt7b7k96QRPryzTf6HDh59PFnX+jDTz7Vex99rJfvfaDLV6/55rQmjvy/k/n1+4aJst8cyqVl6dMwd0xyQmjNZM/YQDcsxllPy/B49UyFFPDlARKg3Kckf7Z48uKdavhThRV/CNQ+PA3V8udgy8dyy55HZpyqZl8nM24pJVWKBeOZOOdSMY8dOhkaPnW+vCvU4pZzeo+q3HIkKhf7bMuK3hoOkC02JBE2LGQ3JCGWTNxnTOKdMLi7v9MNuLu71cxv87DoW5JQWHjByqR/AZaRSFjKi8K567EImGOzjEn+Wn5LZ0MyY83JsyHRsdn26k1JXmw40Xye9JYFtuqJiTNGdGYPYu0NdNZX9NhiUrsT3fOut11fudhz/po+D8ZWI4oyY26E7W68racd5RB7Rxi0shUho3BjvXraCY6xDOq4bGzg16S6SBDuHchyhgeirZyKcmFhGGjhKXM/yUDUEHZYwzZSLFaLMgvIWER2rQp8wPwBEvJD2CbqsbjK9oPebWSu/5xq+158VRltFFr1PTFlQsgSVBka0KOPe75Vn00ZE9IgDBA2mzo+HiOD0euBAl4yPUQ/JF9sU+H61abnxKhY47dy3gv5ISw7hHWH5X4Xm6Uka3b1zRvIOZauJ2wpYcGepIqTKU+BDrv1Tr8hMWOs6LupYZ7kkN88YgH9MLGzJgmyPMB8xzsp5MXyc+jxs8PQtmMIDLrg0e0p7ZBAWhtcy7s44N1WTcrNSUI9RSRyuO7nJBjvR2r+fql7U+4R9/dz7geUB3p3t5QTQTVRtOReAkgS3IH6RhFlkkJL4jWcBKrIjB2HWZxvauq5H+dtp8KXHf6D1w10vAZqomciP9MansGWm+ZIACGHjnylnTLXSrVD3z1FRpbjraUu/HaUG56Z9ut62c/7XAjSSFLwxC3HbCR00LhezDfKXMvxUyeuvYaYKlplyplEkNBLifOtnn31alL99PaBP5fSyFOOOoWqWVRV9i6g+OSsaDdjl+OP2xfKRgp93W1p88GNC5ss0Sf21QSfcf/jft77vu7jRqJnzrEM3M0085cGN3fy39u6ub7W9du3ugK/vP1Zv/wMfgSmxtUvur661i32tzxn7m9nmpOo9jPEcDJy7WSRwfXYA4KMWDK9NJrMnrFgT6wJnQFh4MIcGnVi7JDHZhtj3zOLbWrbuLfjn+5K+LdOtKEkirSELANKodrToXgkxxE4jsBxBI4j8IcegYdPhz90V54N/v8u4eED2YsWQ4U+HsAskv3mQ3wINLt6B3Iw2kxAAAAQAElEQVT7PkB/wDMj4PnfBHJu1DKRa5koTvh2sjs50/TsQvHW0MWL+PnWi9cf6NX7H+n9Dz/Sh59+oo8/+UxO1vhvAn321Rt94beE3nyrryO58yd97Z+JOdnjn4796c/65rs/6+vvTf8Uujf+A9T+qdnXf9IbkkZfOgFEIumTz77UR598Lv89odcffCT/r2cXL17r9PKl/Nr85ORc7fRUTTtRYgHITutt0ppF2nq9ZQHSA1PAYn2DnI1lmyenSUoGYxRj4YHNodvKesm2XqxTNfgt2q2F+v1+trvQ6NuO/zXmwM5sgB0bw6CA9h9PMDPjlnNSDpqVclbJ0JI5lbIKNKWsDJSwk53p4LOPUuitTSmFffiEDzk0JeQlKWWgPbKGj2fzA+tjtWXG3DsZBLzg3LAoc9LGx37LzLjnGHoSXm16rfkWeOMFLcmjjd9e8cJgy2KdjtIknpMIDOotcVIID+YBbW0DyLDHvXZwgCMwfbDZNgR1HKJYWaS0wR637B9u7qrNjKqxLePM2OcI1uURtoB3DIqd7NNtGdEJHG5hvFio/djuwndt2/XUNRVjH8j4oq3s+1LKyskLQu4dTsbkomyYb1plw2WQchZKtgSoFzZFGeqFaOOFrEGdKJu63DXa6Vy2nGs9gyaAD9PRD/po9xENH8gaYsmlyH8APCfXBTmLoNiIq7LwiBqxY7OsYSQo5xGZcmDQhw186PETP5Wp5YYFq5GhGb3/XojxmM9RJ8u6x7DuUOZyxlfAbQMZGj8cNeJTgDjQRTdp49CP+dFXg79debSH+qTOnBlG9ddT8rkygHtiz/XWR+LLuj1cNyIa4ogY8ZkJprY7jtWeOoYRYWPbHdwXbA/Ko8+gRBbtjTuGwaJ6zRMXF8HI+/7ghI1h3jC/JHuzdGKAe4cTRiGjPKds+dw8qPxSIR9+WrZY9VqYx4ffeKM50moeOTodATLIphy4kjs608mJoFxMuZY4CDm3yiSAMvocCRaXjU4N57DP70pdnijeng07+Ee0o9zF20boeKY7+WOZ62TaaLhusq8JQKOMmmNNQdkxdC479kHGtS81EvaOwcjE1HSddr7UUDUDnqM8jzk9FJBliGMzbyQJn1lJpkamHHRnZyZ5p5x97ItyxJ1DNu56bmQVW+IepUnUoF4JaPwQ0MZJfJJAK740WJD8W8xnuid5c3d3r2sSOm+v3urnt7/oZxI9P/7wo3782z/0w9/+rr/9/e/661/+or/+7W/621/+rr9T/uGHf+inH3/UT9j+8stbvf3lF70lMXR9fRt/t8t+/eXD0m8M0a7DqH1JEVckrRM80So+Q3/hM9htPp93hZGxhVHr4NCjOSgtNzvowr9lIDMyJiHDhsfe7nqlWLdSCTaYD/yRHEfgOALHEfgfH4FjAP9kBLi9/xOLo/r3PQJ+/h7in0Z7eMhd0RUsewqWMChHOWxslEtWBsqNisEEr2Ui2RhMIickhgLTM/l/JYv/HYUk0cnZC11evIw/+vzi9XskiT6QEzf+O0MfffKxPvn0c3386Rf69Isv9PkXX5IoIln05qugX371tT5/4/I3+tz8l6Zv9Bl2n3z+ZSSZPvz4s/gp2Xskg169/6Fe0kZNCL3QCe13J6dq2xM5ztS2UjGKlOhTSix1ExPDFHTLFKlnUtMPup7ydmcjsTbGTjFx3VJgC16/2892F9nWfaFU6b6/z5dFP7EZ+l5tBln4MA8zbskMO+xTzsqg5KxUMudKUS5FKWVly1IKKk/oRR1akj9mA0kZeU7Yg4J9CZplmkvBZ1ZCZn8BeGGnbAeqH8opJUTYIs/Y2LZk/LCg6jgXJpNOUxKF/ga8pVzwncUndlAlldJoQpJhOpnGzxKnJydQeMoTzvsWXWkbRd1cJPyzU6JNgwCUS65IDbRRg8+G83APZPgYyx18RzzNDh3ncEVBFsBHwUfBttAfI0OdzGjcXnKbRbns0Vgfi6Q25CV8NIxrq4JdAsUy7BJ2pUEOn2mnQZcLvpA16OwrQ0OXkJcmfObcKluekQH7CeSGMSkVJBxSzgxTUWac2LHBp6yc7IfxiDZbNaXTfhxcfgrH4DYbYsuOF+oY80Atr8Bvg7+A+VZRr8MntsFDPYbmM3EGiDFnES8bDJtyY97oldEZQjYi6rk+ihzAlmRPMyDqWw8aMJYrn2VaoeB3/sKWcYJWfeWtb2ifpmgoAwHH1gcdkzSmmcRLBSqbjnB9YD873zjMyB5gsBfUoAXuoW5vjUNAekMhGTVblAbE8qGeS64f40N/cpdV2+XYdO9GR2Jhj0aVH+wJvkHfuL55/B7yHqcRTeg537CxTKaZ8oA4sA4wMPSILrHxhQJlmEjmsIsEEgmetXmGYA1fk0R9/ERs6eSQ3yiZreNvDvlnZTPKeyC3brbUEvkcfknSyNTJpSUJAiehcOsRBAyi41RhzIsy522O83qiJviJMvenKm8HfTvoXK51Gl+vkVRCxvWacxP+qBBt9PGGSRZCnnWpyuQEEHxvii5okutIiWErAxpoC2qMMFFf8UnsDQj+FEiYGFnZ95SD+0iO2Ea/tjGPneXYcmOhjsvWZYk4ODx68BlPwUFofc9uy7c5fvNnuVopEj/LhWbzRby1c+8/oE7y5+bmRtdXV7p6e6W3P5MA+sdP+pHkzg8//ECy5wf99T9I/Pz17/r7X/6mv5ME+uHvP+hH44ef9DO2P//0M/WudPXLlW6ub3R3c697/PqPl8fbQA6EWDwOObsfRhJ7hQwOBjZBDAh99D4QdYNjN+phYxvK+JXrbDlucVwlwWdkOe5xhVbcYhYMSnG8IE4CjaC42zDb8UfmOAK/ixE4BnEcgeMI/NoIHG/bvzY6v0Nd5oh5UvCfCw0nZfQwMsjiSf+Q9sgeAHOXY1ZQbGs/UAeGreWeHwQbO3RBsQs2q3iiycTUiZjuZKqTszOdnb6Q/+bQi1ev9OrV+3rvPUAS54MPP9aHH3+uD50Y+vwrkkNvIgH0xZtv4o9Rf+W3guJnZH/WN3/6s779/v/T93/6/6D/q5a/+15v3nyrL7/6Rl988YaE0Rf66DP8ffhJ/Ezt5av34q2ls/MXmpyeqWmnSiw4t6kwyWXSwzeBayaFa1MQb4psRaqCzqSs5ElnKSo5KzMeickTPf2dbQT8JKKExID86vZrNntdbWEop6SUshLIBZ5xKbkou5yzEuUEZcRoOYGnW0aEicTOtoFSqFtR8FFyRl1kPvSUU0rKICkpPsHDmeaELiuVpIRtwV/Lwq9l0T+ZTNRNJ5pMO7mcSyPZPvy4XlJhEeIF5sl0qlPO29P4n3hOqHNCnYnatlNDvYzPRN0R8icl3BXlDPATi1tsS2kViZu2GajLRoM/U6ND11GegFYNiZ/OoG4HXG6o77YPkQttZdAA4inwBVmh3ZSKCnWjTLwZGy8WxwVy5760tIVNVzrabECrrmvUNC5P1KFrbGdqNK0yaMJfq9IUJcoVTe17LtgYmbJhHmTrjSKlzNgX5ZwANPy5XYOY8Nk8APXCplWmzRhjtxPIyNDnkdpfUa1vagw+WSSHvGvVuY9dpyZgve2Ix4mBEVnK5jO+dxBCtl3ZOpcHNFASP6jpm3UDLMefQPU5+qmUPRXZk7Cxzbtgv4e6w+SO5bjHyeDKBSrkADL60uzQMEYjMnxR0wHGN2yo04CMfQBfFOmTKjR8kDvRFBhEEQdyt7vj7QcH9hX+XeaYNl2m7SbOu657TDs1yJ6i4/gR+6gLP0M5eMbc1LCNKci02QRt6INtIsihQ5XvCdjr6x1gnPBZs2iPhAxlU6N38sdyCvsk0Dr+RlAkgYafmPktIv/k7AFCh+0cmHfSaLkhgQQGfxDhnoU5sRGXsuPuiB1wffhazM1ETaAd6L6cc4ttQ/+6HTLHV1w3yshUJKEPmuFrsqAnURDj0DvxA7YiBkDf2SKmEGTqZuoFxZdp+MOPUvUn89hQUsiQ037GNkNTaZTdF99f4n7UKO455iedGtCC0nbKrdtIytw3xCdigSrc4zeZMeCRx9tAfrb7LR8SbYv5XP5p8O3tnW5ubvWWBM9PP7+VEzY//uQkzx4/kcT55adf9MsvYEgGXV3d6Mq8Qd1fXBf89ONP+geJnx9++If+9re/6y9/+Sv4C4mi/9Bf/vdf9B//8R/6K7K//vWv8ttD/yCR9BMJpV9++Ulv8XlLLPezufz3yPwWms+3GF/64L65vzlnGbLAIBEXNg8GARvrxnEO3k44dhxDcza3D/syzFdY+wfDMdzjCBxH4DgCxxF45wj4afhO5VHx+x0BP5wNnvo8n30YDcc70se8y4fArlAOsCuGy5b/CmLScDBpK9gOspLhB2yQRSIIl3VDh0y2bxu1TNg8cZv47widkAC6vNDZxQv5j06/JgH06r0P9R7Jnw8+/JTkzyf6+NPP9PHnX+jTz77Q5198HW8FfeXEzjffKn4i9j3Jnz+R9Pnzn/Q19Ovvod/9WV99872++vY7+Wdjn7/5Sp+RRPr448/0wcef6L0P/JbQ+/FG0snFhaYnp/Ir8IkJp1LRhomSJ9mr9VYbmDUUon6btE1JSlmJcculCZooK1kuPp5R/RZg+t+6OYaxAWLTISw/LD/HjzamI2w38Lhnk9ixIUTHGCQm4dmJFsax5KKUsjLHPqWknLIk7Ew0fra4qB4UuqSEXclZhfqFhUnL4mxEgfdizSiZ84nyaFdKUc7Ug5aUlUvGR1bORSX8tCwoO00mE01J5sQbPfCTrlPLsW84niVnpZwi1lSSCrKW8zZsulaFBYhlTSnKtgMw1MlKqSgXo5F9Ndh2TaembagHSlspMWfiCZsy2B7QXPCRLM+yTca2DEjUTfCBXFSwNRL0MUpCD3Ip8hhk6jVgpE0u+G+Vi9tqg/e4BhiTpkMW4wIl9ob+WJe7Rjn8tCroa2wtY+AybSHbtZfb8O82smMxxngytjlJJcV4Rx1l4VzBW4+vxuiI4RDIMghdJv4BmcV8hq8ouALhxzYd5QYQE3Vd3wgfXRfnRtNNoBM1bouxbkD4Cr9ZjamRRZxsjn9AhlZUeeWTciR+oNTJOdM39I1h/hDIwkYwLMngZVCsG7IHq7vnytXyiRnicOX2cQohjiz3r+FYBuhzB99Bo/9BGTfGoNq1w7gU6u2RqdPgMPpm25EfqceLMWjiONBfyk1ulLHN5gfUstvDpoW20DKAct4hq0X3GBmZbRrsGvhmgg/aiNg78x3Htgk0lnfIQNd1agxkwTfYgSYwlWkXPHbP0dwwlviCNviIfsDnB6Af2UdgwMD3yupZtI/wcatHdbBzQQnxUB58ikRNBkGJKQ9oGuKNv+UDNQ9yoFPYuA62yq2yj8cAqVFFkmhDKpSJDRoxOk7iUNAcuuCdFIqEkG1FnGnQlfC/88W1IdoS7fSDHw2+7F85Uy9JYcd4ck7lUtQwnhWtCnzbdvI92LRpGfPSqJRWCXscxFZ3CZJxJ64AFQAAEABJREFUO/hNlNkQOkie6xutVqv4o/5OAPmnWLd3t7p+e0Py5Ur+mz5O9vz0488kcX7UT/8AJHR+Bj/98rP8c64rkj3+Oz8319e6entN3Su9/eWtIgFEPdf9keTPD3/7Id4I+ttf/qa//Mdf9R//+6/63/+//w3/H/rL//4P/e0//qYf/vo3/YMk0Q//+EE/kjR6+/PPJKNuNLu712K+0IYk4LrfMr7uAf2S0cRe3jN+7ml0ziYDnDe23nCNikG5rXTrbGLweMAPg4Z5tcwcfwq0Ox5f6mzEHAl63I4jcByB4wgcR+APNwLc6f9wMR8DPhiB3QE044e2daYBCiEfKOTXt4L6MRDFw/85+eC8QA0mIAV4ovAsBht73CPv2Dzqib3krJKNRq0nqc2ESSA4YUILJtMLnZy9IGn0Si9evdaLl+/r5esP9b4TRh9+oo/jfyn7Up99+SUJozf64s0bff7Vt/ry62/05TfAbwR99Qb9G336+ZfgC3306ef64JNP9MEHH8fP0+LtoBcvdXp+QVvnmkzrmx65bZWZcKZclFNRSlmKiWWSNEK/8eMZ138nfi2M3xKrbexjpOaNWnbkLo1U9D+lpMyxS4xNyVmpZBWQzBvJetc3tP9s7WVLXSmlrAxKKSpM6lsm/aZ1EdDINBYCB7oWvtietkyz2ypZJRVl+FJy1POCYdpNNB2TPycn8ts/bdfJSZ7Csc3YZmUl6jWpqGkLulat3xBqWzWlKKckdopPTkpmErWokzMx4qdg23qx0rXU79RQ7ijHz5nQR2In4+tdYFGc0CX7d3sB7BPtHEAqEnb5AA18w5jkEUPZ8lyK3K9cGqrBYzPaNk2LrJFjL9gVFlbBN40SupKLCnzJ2OQWvihTv7adlHMWu4D5LMryJ7EzILGhSUajiAN/ORdpqJ9zgs177NooyMrOjoIosOVAn6Fjm/hAyYYMebY8ZIlqlKJNjhX9aYDbNx6MBTFF/zgW2T5cxkceQVJDDU1bv4PLtIFcoyy7vT1CHjJsa3jEpKcfr95GsASri7seOwPyr2y040YqGWKJ+JIaqMegaxgProWuadQ1nbrJASjb5jEytpZ5nBrGI3tsOF5NzjRX0SBrGngj00bTKMNbVusO5TarKdhB25xVmhGNSoYf0CJ3fbd9CN8r2ibL+so3aidZvrYnbaNmMgC+G/mRNvSZvjf0szMFI7WsifJUIcMmZAc05Njs5OaB5RWuO1XTGZ2aPKJR9CFDBzg5VoHNro2JGq7BB+gmxIN8oF13gn/QVFmDPJunXjZyywnXcVwaKFDDWTUu7NPAuzzyBTvOmFyoAxJ1UgtvP+gEn6DZfpI0+uP0dE4hvjRxcghNz/VnKO6WGYK972nIBUKXkbstzp+Mz8IxSaVVoCXulvbQNciz7QDBELe0HZIj621PQo1EyVgmkJ7ny3qzIeGz1mKx0v18ppu7O13HT7puSN6Aq2v5TZ7rm2v57/Nc39ySgLmV38K5vYWSHLqnzt39jKQMuPdbQ3P551uGkzRzEjXm/UfB/UbRneuBG3xekSzy3//5mcSQk0g/kkj6xw8/ym8H/fADCaK//11/J1n0j7//g4TTD8PfDLqKWOznfnav1cKJoJX69YY+0s/ouUdPBx/GkPGvqoQ8KTPmmWtQcHsIky3jBsV+q/oJWxXl0mCaERqQgw1z7TJAFNgOtEf2OALHETiOwHEEfs8j8PSu/nuO9hjbsyPw4CA+KDwy/zXdI9N9kYndvnDAWf4ITNJUssowwRipZYFBzowCP3kAZJA/N4HgSybmGIMtk0HlibIxYYILJiencjJoevEi3uS5ePGeXvjnYx99SDLnY/nvCn365Vf6/Muv9Ybkz1fffKev/ZOx7+obQt/Gz8b+HH94+tvv/6zvwNfxB6dJFn1JcuizL/TxJ5/q1Xsf6PLlK52dX5I4OFXjiagnRykTn8TcMuDePEZC8F8J3P3XbREYu3QI3FNkvqgKF8RnpLCxuWxIiXEQyDkrpaQELRm+FA59ibJlOSUpJx1+6nFn6hli7wB2yfXxWUoOH06WFCb+OzD+CZQytAGfsU2ZctkjISsuD3VbFkFt12oyLMwmLrOoaNtGBR+lJGXapiPKJSux0LTcC44Wu2I7Fh8JfykTK2AvpaJMvVyKSiFmbBpsG+q0nC+uaxr1o51CFZABddJzSEU55QrBB2iNNhHKyNTPbvcADfpMfDl0RQ20wX+2P6jL1jfYNPQ/c+2WEW1RIfbMQjFbh41pg8z25sNv6Brl/BjEKyMxJgfQw092MWJO+CgVtGHfIn4EEr6VBx18BlWWJRXJdkrwYiFT4UIv9qEzte2AkGXlPJa152X5076437bPYxwNdamfDfig5nfAp32NQE4jCO1/BEVC+02bL5ABA9n1db/8syficpu0lxmnrKEvHlPgfkTCgePW7DBR5TtVHQvs3MjXWuaczW2jlrIRPik3yK0Pah5901CfNrqgnUbadC18q10bg77pGmRGrWffTUvEbcNQNSqMa8kNgzSOl2kURfcClGREr9lZLlOkYWABqMenUcan0easgu9CvEYLDSBr3D4wDUS8DX0g1q5TM5RNO8qPYfkO1mPfgWYyVTOhvkG5a/AHtW2Gz+azY3wM6ljXUB8avoKnHEkkqMvmG55LEwNZC0beepBBk6eq7RWGzmigQE74DOAk6+NtJF9PDCg6xbU22rfKGT4V5QQPlcth0zD6ifMza60EBp+qNPwgV87Y4UNOGqFLSRqBrRgL4TPH2LRqOrA7Z1vUIGzwk6kvxfOXPI/iDRkSP2sKcX2Y8oDe9ButNmvNlgvdzf2HnG919fY63tb5+edfItny0y9v9ZYkzfX1TSR97m/vNLu/l3+CtZgvSb4stfD/2LVaha81/jYklfzTcJqJGLSlLwGC8ubx3PSK/y1ytdaS+qvFMpJGszt839zp5uqGWK70ljj8d4J+/Mc/9MPf/qG///Vv+vvf/q6//f1vJIl+kJNFP/otpF9+iThvqDsjCTUn6bRcr8XA02JmBME4PpS8EQYJI9QPNmKVcSikzJjKcEUDPnN8s/lD06KY/xyKjvxxBI4jcByB4wj8/keAp+fvP8hjhP98BHwg34UHtW20EzwoIHV5AA/8mAA8R2MSYDuqPNmYEbDAZBPzhYqwQR6CKNR5SmVj78mJwm8U2WUmFm7jIbLjiUmhJ8odE8MTdScnOjk508nZhc4uLkgEvdaLF+/r1asP9Z7/J7KPP6k/HyMR9OVXb/RFJIL807HvSAp9r69JBr353vR7vXHyxz8b+/pbff71m3gz6GPqv/fBB3rx8nW0MZmeqrSdUmHymjKTvhT9cR+YZ0rkMuhAbCn2/7U7+/xX8K+3bu+Pa40y04roZqq8oCklSFIuRSVnpZKhJaj5nJABKbEZkln5EwtzZJlCSpwJAFnGRy5FhSREYzDmsfgMmtWEPivTXlNStFdKVmmyXKdtitqmUbGPqDPyRblUyO2krPrxUcwiBGX85dAVmSZl7T5JyimD6i/bN201+Cy5KBvwpilhpySMqZ4rsmmCB2xCn58D7Uc9+6NONuhbptwYLIqy2zVKw3gYXBctCyaXoR2IxTrj0HTom1YZFOJLqcZfclHGR6Y9+865UR7aqWWCtI3lmf5QNzNIhqBPUehSlvQrsB/7JK5oI9ovyiHPUGLICZpxA+xr0GmIA4Xig52UpAcQn7EebGyUMxh9jRTZvl30u7JjGGOBxphArQ9+1FsmYgWDz1pATruj71H2ToqtN5+Fz8G6p+jj/uNmwy+MW61tFkRFTeaYg4bj3jDeTdepaToSG6ZTxfnBPS23jVpoydABGZqp0xrwTga11A24jH3UL/iC70CDvgONkw7QznRos8FP2LSNGuA2gyJ3uyUTfW5U4890911AxRbjxM4LcA8ELNLntsFP+Hcb2FgEkWCQl2z5CMcHX4gFxH2nzYwlcuJrRtAHx79HJ/fPiHHxeIQt42Ma9vCWw1c7fMY4UZdx6A54j6XHrFLqoQs+w+PD45cZe9OCrKDfweWwwRZ55hhkH4sdJmqaEZwHlscbRBN10M6JpemJOjB1mWdfN51WHbKuo65hH6a55bh1oEhqQCbpYMAKCqocPWOtuG7hse0DWUoFcQLIc6PMOZsZk+z7g+F7BsCAw5a1/3AdcBL024GSBHJiZsNDeUVyZEnyZUHixQmTOxI7NyR53l69lX/G9fZtpVfQq+trRQLo9lb3JH/8Js9iPtd8sQArrZZrrfC1Xm3kn4b7b/IYW9re0qafi4bjqv9BxJYxAE4CLTckkdb4wddsHm8R+e0iJ4CuafsXJ4B+/DESPf7fw/7+939EAujv/vnY35Gj+/HHX+S/P3R9daW7iHFOPCv552GOw+2K+2BmbDPjlLPHyBAfR5agI2C9cdEQvnz9uJhV/5UMLYCyoCpoTV2mQDUEx+04AscROI7AcQT+aCMwPhX+aHEf4/3PjICP+oh4kNuZBabggKX0dNvpd8xTGyYHeoDRJGYQFErMNTyBMBDUzZMLg7gK8GbwhaT8047ehRFMTmolTyzHuUtGlCXbMHmUWiajrRomkE3TqZmQLGIiOz05JVl0qRevLvXq9Wu9//5H+pBEz6effK5PPvtMn31O0uijT/QB8lev39fF+SVJphP55xCZSWj4Z5KlAVvTrQ4+yZKD8u+PHb+kdNj/DjT2MCUJPkNTSUoJcGxKzkocy+JJaDKfpJyUNX5q4swlt18VSQlBwi7lrJSSkuuTcCiBrML4F3j7Tgkb2ggearkXaiU3KrbjuFda1MLHedA2Mi2lUXYbudDiwZbhB3lKRcVtJWwycm8psU9RN9NGLvgDpok2csnKpSi7D9TLuYiCcvyD1fDJlricrIbJT0EdhOiThD/7Mhp85lLkn3E56eQ+NyyUjLZrVDjXS9uq9Vs90DKiTFQGWRP2jbL7YGTzjWgMEJNAJkZDlSKSov/CpsabrX8A/IxlJ0kCRbt23JaRkeWMn0ST9j+2bZn5JBRi59YhCb4CC3g26rt925nuQJs66E+OtorCDm+mFNiqpx5ZxXgfwfewWV5Z21Zk7KlcxfXmREV08NUefrCJ8oObnKtZbwqsG0GdsIdW/7YzsHuwWVaR3U9DHvdCgqKleyCOb6eGc8HodnSKzOiUW/SlUZs7ldyATjt/lHe8fRuHMvjG5zt0nxSqPlr8GrsECOVDPlOvJZ7WlPoF2EfOjCy8RN/gNcLlB/1/WhiH8DF9ajlKaAu/tU1aHNoqOTMO7odp5r5RUe0a5fYhHHf0w32hT5OgjOmztMNfo2Id/RzHYEK9Oj6NKu0OKLIJ5RHDWGZo5rgZ9leCb5TzAfCbkbudgn3rN4OMSPQ4kcN54IROJHbO1DmpA6ZT82eaTs8B9PRCUwP56anLp8jB6aCnTsdztQlMlLPPIz/jixhZnvV+RqfgxX1MEaN1jtXHGh55zqYuNzdE1iMAABAASURBVGGbudfkVKhCOXT1mdHjsSfZ0pO1WIMNWLvMty+waKUNiaD1ZqPFaqEZCZwbkiVXVzdysudHEi2/vL3WlX/iRTLo7m4WSRknd/ymjhM5uJJSpm3AvbaAhvtWyUVGQocB171kW/JMMFJ69M8S8SEc9t62Yc83R2zbAT3JpK3WJJYiWbVc1v8B7n6mu7t73Vzfxt8Wij86/fPPijeWSASZ/vLLz3r7y5WcuPIbQbaPhNV8pfhfxdY9CSiuCjb1yQHs4LEScrZBlqEgD6AkmTcDhWc0pELZgAhZkL2TKB53xxE4jsBxBI4j8PsdAd/Rf7/R/fuRHWsejMCvHuTHysflAz/Ps/9yhQM3nkGMOBCbHcSl2H+F5xc9M48HYKLSxwRktDEVySI7AehL26iwAG6Hbym7k6n8P49dnF3o4sWr+Hs/73/4vj7+6GN9+tmnJIA+0cef+qdfJICQv3z1GrsXmp6cyIuawgJaKTHnMwSlHSV2BoStcnVP8fe1OSzjX47KlYynFRkO1SFISrkCRikl1U8dK49WHEdmyz1g9ot6C7xVW5e2MarmLB+p+WpjPy4FtcNaqHu36RhSUcoVhQVH4lzKpahAE/oMUqaKXcLDRaumFbRr/QjZsGoyC4GMn1yKvPhKDedYaeRkTM5FRkqlGg97hzliEAnDCuWdyIxLjq+iYJYBlPaiDVMW+KUrKm6b87sg83necH42bVGDvkFX0Q5ly0Euyu4D+pyJ22XGIAfQ5SwadChg5JOyALpsUApqPlCoYtgG2H/4tczxGw02A9Ar9F7coXvgL0mUA/iW41KmaKAiDlk+ykaKLNOfioJ9wqyADJ93FIYNmUZo+HihasjrokBVYGff2OMFEWX4eqMZeMo9oCH0Dzcf94e21lNvSBi5nm0Ma56CMdOA6B9RQBuQQZNb5TjenZoGdFN1DYt70DWnlUfWUG5a5KWT72Vt7lQAlRkP+ycmGQ2LRijx1f7Ah/wxbVADjeiqn4wvUJAX/JeRj3Ijy6XRl+uOvKl7D3XbI3a2yP8FnlHC2W+vY/sAVbIx1HashfJTILQhMY31YJWRRZnCSO0Dd2yDxDaBJuxbkpaRTGKs2qbRA1g2Al2BP4QoZ2AqxjgfYpBnzgvbtNAyJIPayVQTnw8TzhHOj45E0BTsKckekj5Tg8RPJH/gTU8j+UO9SP6cqesmgYbnbOZcdBzuc8+1Ws/vLHHkpaZS4spc/wJ1RCzPVUcdy6M/2JmviSD03At6rNYGGYyN/xYOzxLYuF577uJOtvQkhFYkVBb+ez/397om0fP26lq/XF3Vt36u35JYudHt3a1ms3stFgstV0ut/bMuO8N/xEV8hRh8X/X45dLEc6Xk0GKV9jcLJ1gMx78DJmxYsfeW0ICUlOFGJCnKhB/+tsP/ULack8AiEXRL/DeRwLqKBNCPP/2kf/xg/KgffviHfvrxJ/Cjfv7lF5JBN7q7v9NsMddquYjkkseMBqIVtzRiW4XI65bdL8Z4KFXy2EZlkORBfyTHETiOwHEEfhcjcAziN47A8e79Gwfqj27mA/0col888ONpbgMEJr8GTOrcIRjvbG06wuXHGHXvogVFRWZyoUOwsEVZtx5iQOpWVGPPqhMXpPSHkhntqxJPEeWsklu1TKKNBtp4cseENZeMK0B9Kg8b9cy5TYOJpl/r9uQyJmpM4DQgM6GTof/bPls6ZEBiS7F/sKPfKSV5DHI2zUoFuwQoKys+9uLkzkOE6snOtg+F+BoEPhRigl9t2MOHinYSyLQbceSkxscVFJCJKdsAvdAJHvOoqp378F5lsa/lbENsMkxOSSkXlZLx34CihoRGzg2yopSSpBzwWuJdiBULVg+3JOWEKCvnEr4ziw4vQHy+lljAtarJnk5N26rh/K0oyhEH9bJ5+2jwY/oIoqyELgkWZLED4/awXEOiTjaKcvyxX6jbCVjutka4bBzapGjP/YJhs94oNJ0k4pHM5wNdkhxgjv2Ol22RWZrzaF+0j8syx5IxMV9pdQWvp596pC1/Xm8NziDWj6DItq9LwY08Qui9C1CX5IZZW1cge1RnbIvoYdlnIPfJKIyR0Sr7PsZ50WSSOyR5OvNBKbedWhb5hhf7LTojk5jxvS9nfKkhhEPk/z97b6IYx41sbR4gs4qkdsuSLO9L32Vm3v91/pnbe7fb+yqRWcj5TiCRlVUkJXm7LVlZxkEEAoFAIIAqJoJFmbYTYcB+AhX6l1DVyYzNttHgNhA4kEd/FguZgD109u1l34vzRfgIju04Usey2m7zHtPjOSc3EVOYoVpEGsWtKq9WQzhVhTf2MeJWP/WbtLHmqwUkeUIV1iE+JGD5GXJZv8bAsXCfKUPwopqwLMAemGboDJ8H2pEU6racla16zk7vhNB2q23QU6iTPfVbP9vTW9qSCIrEkOmNs2hvnQwy4ptAp9ixLaNTnzfK/RZs1G/BlCjq+eyqf5rmfgNdZH2caeu53TGuB/R30A7qzxx0Erq5Q2fD5zDtvuuVsJ+7TuJDqxC4+DYQyaDz4VxPzi/01N+wiT/lutBAAmnwn2dBC7TsJCdf2o8U+XPG4DM9p6yUEsiSjCT/J2q1F+IEX5HoSVMLQqE7RmZ6MrZm0I5nCm+cnzNwYDcM+HqhJ0+ekND5Qd9++52+JoH11Zdfyd/++Zwk0GeffaZ/TXBSKP6kDZ3vvvuOxNYTklqDCnbiMMTMOHGpZCQgA3SyiDFUl17uJ64hz1dqRNdarRFYI7BGYI3ASx0Bf5q/1A6uzv22EfABOMbzZpz1Yfy8YMjVDCzQd/h0YAHy55TQorKpw/FtIE9nAn5IMhBnLowGrHKXA10nLuKWANTFg90Mj+dpaAcGPxD++L2+/fpLfclD1D/+/hf99c9/1l/+9D/68x//pL/89c/6+9/+qs/+9Wl8ddwPVf4/fAw8UPlr51hXSlkpJbX/YCx+KTAuvUg0DIgLLoerC5HFYFzIR9qtmF9CSikpZ4CRlB2HCVlCJIgOXjzUOnGzB72zDP6q4ilDPjPRqtUYz8zu8W99q8wzJ/lh3Uj41XEueg5Fl7MSfDa1WpaE/9RHxYerYd+VWVVGv8udbM+Xms52uZBU2hGPhjau2hlxcAlx/qKHijuKDGFf8crYSbhmyly5U7cxuBCR8Nlut1yuuPBw0em5APUkffqZR85FKCPLuQs7GNLVEK8ccA1DMQcoagi/qi/VZlafuSRky4yOea6D+zPz9wtY5naHLInBlAyWNt1OQugSlEr1hT2YjF+Z/ZjRe8xkwzHImSFVNhmBWObBpkuEKhV9UeibA1D5Eu3o9PZNTL18x8DFXno/G9jq0PX4ijYcu5FcOaIxD377IhZx7vDb2Mj7Wvd8q56L+pZL9RZqvof3nxDlbqsN6Lpem7xlrGPS4yJUe+iIRwE/85Ww3wf99pvxB7Lwm3mQ5wUE39Dkl8bZnhE2dMUrI7sMR+kqXLIfdu3bs2wwxVwWeo3FRptrVnsew5mI/T+m2LKPzV6llthgm7BRy47R+hqt/ftpOJfEsxjMNe9fJgaZ2QKcBdrZ54b3i8+P+c3JVpsNODlVfEsIehK4oRPo2dkNBU6hYAtOb9xQ/ZOxG9qenqrfnkzg/PUVcW6Re47G9ySCevrj82u7iTEZGvBnGJ9vGUS/aQOfg23cZouv2LWvW/zzn2p3yDo+mzM2IqoO0/R5wRtCifUHEh2GMj9LUnwpNX4k7UYeGQC0IPB7eQclNyMUpZKwlgg6482FvWQOWZoAoSSkAqaBRB3ISsxdMcnEy5voSUzB6GcY5rYfO/zxN5suSGL53zP67tvvSQp9Ewmhzz77XJ/63w3656f6x9//EfA/Iv3pZ//SZzzffPXFF+h+re+//14e+/TJUw3nPAl5cUybUlJPvDJnIedemTVJHWul83klP09h7V8jsEZgjcAagZclAutH9suyE6+4H9cepGs7Li84HjbigcODsvwfTyBV0Q9ylZsuyn4iQsDDEbVyJ9DxqGKExNUEKwH/ai9gni4eesrTp3r65AcSQN/ocx6S/vG3v+nvJID+9Mc/6s9//qP+9pc/6+9//zsPT//SV19/pe952HrKb+P8m7mR8X5G63ho6pQkKEUSD5GSu/7twI2Dgpd4J1U/Nb8sbx4HP/WYn1czErcZIxqj3J8xZkQc4FNIE/0GpEWBB1i3Yh4/RQdsc6zi45qu0LUc3WhOtrJlwDPM/rkvlEalSSHlpK7LoFOaaEZWkTljkt1FpHjlMUh0YCNndLqsvkugU+ckjM9i1vRiQnyToBTZh0DtZjhMVU442+A56bii1PkL9mzOEHz448oG7Sy0PqRnZXiqI1tMNkmqjalxiVTf9uKpPZG9XEzBXCGA5g5BQtZNyNA9aAiFivCvXibsa4MIQvCsy9RjTCtsN6nJTGlEQV3xylFPsv3cMT4SQUcy/KAwyAONiYXUYhljPEFlJ9v0ug2xoLh/RuxO9Hibal9tuj1xleUiHow3ZMk3paCeqMKeiL3O6pg2EwJiyMWsJ6ET8KW5gcv6CQmfDdQJHyPOB/05LnKMlYFt2hgLm0GFDDADtXV6PJngb/wgRRmZ11p1axudWAeyJZ31kU+8bdcxh7Kr5PGnckt7jZ9sHfQ32QtTL2PvQ/XJ67Lc1H2Vd+1Wg9vPRewtWktK87jY5rGstt1ToxJnpQqpkTeb81oRzzz9B7z7QBPDHpaM+dbZKPvJGyRzPuyBqcw3cPZyYIu4VyRfOG/+v5udxDfMttqcGCR/en9jaFt1WsKGhExvcCZ7J322G/oBsi38FlnFRtveY903YbbhNn3o92BLEmhrHzYn2p5stT3dagOqbKvcbZVSD+2kZLDWlNXxGZ66rJQ75ZzRSRLvNZSIC+dgFMkfKMmWEuATmZ/3/qgPeC/kV1L8x9igiXoJehVwTR98rZlTRm25tkaF4uUftfLPkpiQX3Tw83PkF1m73S6+tfTk6YV+fPKjvv3OCaCv9eWXX+pf//oMfKp//oPkzz/+STLon/rnp59C/8UzzGf6/POv9M3X3+q7b76NbxSdPz3H1gXPVCwYf3Lu1Ruxzxk/DEVM4vdmlUO+ljUCawTWCKwReJUjUD/dX+UVrL7/JhH4OUZ9mK4EQp6x4kHLD1vX4bo5OzowQQ0HY1tSp4yk8jCRD9rxjGKGp7PdwBMcuADlgoc5Y9BuONePP37PQ9CX+vKzf+of//yb/kqi5y9//B/98X/+X/D/6U//8z/6Mwmgv/31b/qUh6evvvhc3377jZ78+KMuLs7lBzA/lzErj3NHtZ+jLHoFkPDRkBfDQ2YC8etP2pY3oMY6WRgPoJohZFKeHnZzl5XYDCNk9GbVVzJhS9o8nsP//s8M5rMsYPtMVZ8zzbTB8O6zrkXQZj+ac9X0hD+Sfckp88Cf5X8wOXcp+A4qXjlJsx2YhEwkgWCVGZc7KaPk3yJ3m6yeB+Pe7ZSQi9cnCPGiAAAQAElEQVSIJ14c81ankbWSgskYowTfqtrjlseaVrhVsBimvF5uAZZF72QkY9CoMizhTyHee4jhIzANLSr7B7lUyizZc7NoYpiDEo2YGy4oFyvZqSXoo2TkM+ICj9ATzGgGkduW9Ql2Zi05/rSM0Rn72bRhr+vgOwaBGIsP6KIhmkGWVSEabeoaFbfQmMheZoFB3xWlXpsP+5l51qx8rZd+sIJZZ++g9Qx3mRr0OgbsZ454OAa+lG25mBm0OYMZxEVt02vDBbhzrJBl0wahK9s8gt33nlzVN8nC39DBN9MGN9EpAE9pHdk+kPf0N9jis3RbZJ9B8aGAOi+mD+aq9l3X/mfN5bFLVN26JsvdrlbcarDURyyAMNrQn128D9cNZp22v+zer61JDzV2xMM//Wqv+y6jrnEvtwtGHeOa+COg8I5x+/CdUSX78YpgsMfQ3M4d1GdyE0kgkkHbG9oGTtRvK7amc/8ZcnB6QgLnbMKpTrfwgTrGYzNJor7foI/u9lT96ems37u9OdN2c6oN/OnJqc5u3tDNO7d1++493X/zTT149EgP33pLb731WG89eqxHDx/p/oOHeuP+m7qLzu3bd3Tr1k2dnZ3phERSx/sr951SB3hPev0jwak/KkeeK/icpRG/V4pEEfFiE2ob3rrGLvGpbmSoYf4QCvtJminjZ95y4k6claAGfWVM8SN5YG5/K+gpCZ0f+AXV99O/GeR/5Prrr7/R1yR9vv7yW+jX4Bt9990P+hEd619c7FQGKfO50/szh/VuHWP2MeesTpn/7AtgbYpXjtpV52rfdGvFGoE1AmsE1gi85BG47mP7JXd7de91iUA9oFPNk0b244gfUiwyCEQm7SOD347xREaCpkDA4KQPSSF+cydQhkGD/48gP3ynr7/8Qv/69B/6x1/+oj//ycmf/6M//r//R//z//0f/ZH2X/3Nn7/9VZ/7T7++/lLff/+dzp8+wfZAnqLw6CWQJGqe6OTXCDOagQZ56armIV7y0Cr8HP2YH3yJltyG87J4HpRpSl4nbMSbsdBkIE8odV2WkyVdyuosAxmIV7KtIswwTn5VynDGCCSZF6+UknJO6ozONNOXQNWotbBlJCUE1jdiDOPM545xKSmj0HVJ9q9HZtrlTjln+YW6CbBPBmztkiexmnW7rptsmDIvNhOdSVLKQMsXi42m7RnRkNCjTI0FsXCJqcu7UdiL4viBajVJdpq5FQ4mNOqO6cqXdxcUAz3TsEUb/WoT5gUKEd3PjQ+OCwIKPfgTbagMeUHNaIJJSCqV/Q4IGWOnWpPN3CObLh6VX9ryGMAcns/wfKZL6NqXV1zmmJnbg/gwrmrAUDKann0JxFNZak6iiVR91qE9pi6IZV5DklgzAopHQCgZWayl75VBb2x79VC3c79Vz6W073ptoB3tnNENYDtjiyIDe0wStavmcaMsry7anRNaHx+Xk2QyZGKEtGrV2F0yERrLecOX8Mv+HfSErs0a0Zgqt69DVXFv5WwRyzQsM2B/Yan2nmFkMc2CfcaAa7pqKGtn401DcuQFEzmMXm90u0LXd/JdBNkC/zSsqHoMmvvcX/eLYbURffWkW3aw7whaG5aBS1vwdoZzF/OYLpA5r/5mkP8k6+SEM0tCpiaBTrWF77eWnagnEeRkUMVZ9Ll/S8Koj+TPGTqWo+ukhOEx/YnmMZEEOp3aW/RPtN2c6OT0jATQTd28dUd37t7TGySA3nz4UI9I/Lz1NskfEkGPSAg9evhAb75xX2+88YZu37mjmzdv6Yb/nI0E0nZLsonP/8T7UikRM8DHun95EX8OxmfqjucOw/8Xsh2JmF20R55BDEGTEGtXEs8OV0DIJggq9mScaJwA5k0pKxHvRIz7Dp/6rU7w7+TkTKenN3QGTk5usOYb2van6uhPqYv5hmGnJ04M8Qusb0n8fP/tj/rm2+/1/Q9P9OTJef03gkbP2qsnvlv2x/De9djJfCaLucUrd5l6LWsE1gj8jiOwLu01icD6af6abPSrvsxuWoAP7DFqVzyiwkL91AoKN5zCr7YK/EDy5/zpj/zW6wd9++VX+szf/vnrX/U3489/khM+f/vrX/T3v/9Nn/7jH/Fv/nz95ef6+puv9P133+npkx9JHp2r7Hjcxl5iJiNzofbjG03BBnlpKx7yeCLEzWDwd6LEaeRB1kkymVqMllhgTkkZClG8CD5NKY0h7+joeTjsclbXJSWUDfFKoJYwyJBKl7LKJ6ZKwaaUsQFMU1LCXk5QpdofNRVNyzv6jJSSUrIPICd8gXYdtFNN/vTK/GYzdyn8zujq0sv+eV1JOedAh42eB+B+0ynFN1M65IZ1APPmJGXxigr6jDKrmAGUGGt6PKwg4KjJYLPYkeqfz3OhVeWK/tC1zGOU2NEKmpNzwb1AZUuoTQTuioK3R/1zc2YS4wzIswpxFgFs8ZYy8a2IYUzV+kzpbmLopGcbtC6XyRlsHPZZ3jD1WCeAPDe4D55oEmUajYc9KjH0SHbcnHXM0BkkKhouxMHrJwCKb/dkX8i28iWs94U60+44x9COdoZaz3EJyMYaMLiIiz2vBwXOBwfAoXRFOe5Y2LkUCuxY5iHGgbWFK3s5QuzZ31jrvmPm0Jj5X4WxY1fhGuP7+ffclarunjCRgx04llUbVVpCc3Gq8I/iUM5o+pxy2DrOMTOHIAo/jSYjHh2iqLqol5VHGbZQseytfO1vvYV98lms7drnWex7pUxtZlpLtdFq6wPOaM5bbbqt8oazGwmFrXqSFMfYknhwQsiJn74/kRM8bm8n3Ywsk6CwvaC0e7eh2XZJDGV4j+lty8kRkiJnN27q5u27JHfu6d4bb9ZE0IOHekDi5/4jkj8PHujBozf15pv39cZ9dO7d1R0SQbdu39KNmzdJIt3QKcmkk5MTkq4bdU4KbTbabLfqDea2H3234eeNsYWC/kRdoPFb5Q6gnwMbZfvPuNz19PVK0NR1E9/Rhs/AstyrAx6zIcHlNW69xrMbOmnAz5a4EbZ27M/FUPTk6YV+IOHz3Xc/xrd/viMR9MN3T/QjiaH4BhB6yp16/HLct2en2sJvWGfOvTJ9Wblt7kp/1xFYF7dGYI3A6xCB9RP9ddjl38kaO6/D1QSeiSw5hB9kkBR/Iwg+LssXg56S/Pn+2+/05eef6R//+Lv++qc/yf/Oz19J/vztb3+JhM83334df+a1uziXEyUpJXWg77IyNElcrUfVl6lRW69GPfk7kfB54r22aFOx1LpemJSSUsrEAeSMPPMQanTKbndZKbldKdrKtgEOyjTPLEszp5RogJwT8xjYw24H/Gdb9IZNNkXt5TmkJI/JOctJqJ4DkVOn3HXqAsiD0ib503mO1HmUUpaq0cKFqwLJXLJ96bL6LqnbdOqwY196ZDnA8KRqQrwyIAHjWli8DHqsAzKgdTTWkj0iXCTjqmfUnGVf4H3f3msxi+UICnNXNkYiaSVVJpIalZ1r+2Fngs5SmFJXUA3SfnYJn6xrEF0FtHi1Cfa0xOrdXqjBZvsD3ZdcfUEQ5j3u8jB6ryle93GXx8/AauhAY6a98hSFvWDmmu4RxY69PYTscWAefhWDPxR5+T7LmUtXT5LHCZ6ei1xcnje9upxBr8x/obywZW84EXvJtDGz3BO0Xuw0ttJFZ7AetUTV8rSBqVmJ9a7g9uLaeVTHNAuZ28ZCdMi601hKpzkmsuypoZhiMDXot6axYN2cEHE9WKAnfAE4ns9Btc28U/GUE7snC+GCxSOPrrj2RE1r7Y7OMYPjqFT3WEtlMAO/n7ly7oO7/P7cn2q6KbRxkBKzHVL6PCmwx+IsZ85yl7eRCOo3WznREMkTJ2rAFvT9KfIbAOq2YVlL7GSSJ0B5g+9AXdBMe4YTKv2JMtRzbEmInJIccSInkkC37+juG/d05z7JHpJB90n63H9wX/ffJAlEQuitRw/16K1Hest4/AjeiSLw4E298eYb4L7uM/ZNkkZvPnhLD996DN7Wg7fegYK339Wjt98D7+vR4/f1+G3jQ+iHevvdD/V4wjvQd977SIEPPtK7H3wceP/Dj/T+hx8HPvjoE33w0R/04cf/qQ8/+U999Ml/6eM//HfQaCP/yPiIvo//Sx+BT4Bpk3/44X/qvfc/0XvvfhTzv41P9vWN+4909/5D3bn9QLdu3det2/d08+Y9nd64o9PTWzrxN7BO2IfsmG+U1cvh1tGLHZglV5ymuW9l1gisEVgjsEbg5YrA+pn9cu3H6s1zIuAHjgof3ayuWwyIB+BFe3o0LeVC5z8+0bfffaMvvvhc//z0H/rLX/6kP/7xf/QXJ4D++jd9/tln+vbrr/X0xx/iH0XUyCNwknJK6jKAUqar7Shx4d6DJu0EMSAvecH/+LMvaPOUcCbWaWQWasS6c6rr77Jy15EQ6Saa5aRIlztoVkopkNHXM15p6kvivxiT5TEd47oE3+WwZ94Jl0RbOU+jIL5phO9SlSal5DFdHbfptOGy0ePrxhdmLs9dn5WZK+ekhAllV5p4+mhnoGtfMUptXFWl9iCQDcZmLOagVbXxiJ5fjpRTjKh1sK6sYwochsKZa3Q66kHorsX6Rm1dWdfxOhhnWZNUfjm0+jTLZ8ZyY6nryY0q23O1va+9BxWzjJjKmAVLBkv0URR7QvNaGsMmJ5teyK6rrNuwjEKTPYtis83R6EFk6Z/bfu8ZS5l5x6FX7zObe+VNVgff5V6bnJV7kDEOqD1gQsGygc98DlJow0+9NVA0GCfDLDiIm9sNh8abFOoOYBtL0FPL5AON4JojtGuZ4oc8+qvwxepp6CVlbEVylBWHzdCL6pLqXtD6JzotqUbMsr3mr8Z5jp9ljIEeZ9LgNujAQZldn5lY0qK1UK/SWocaEZRauyoeTYjQ/QbsojQ9J38sntqc2/h8DMp57rfqSCp0JIE2m1Ntgm6hS762u+g/VYb2JIKyEzuMzUDqOdLbCmzKfYGtMskf6/bbM/UkkbanN3R645Zu3LqtW/fu6c7dN3Tff/JF8ueN+w90n+TOg4f39ejRAz18/JDkz0M9evuBHj56BG88QOeB3nzzTZI/b+re/TdJBNEmWfTw0WPGvM3Yt6Hv6q1H4K339BaJn7fB43c+VODdD2oCBvoueBu8894HeueDj/QOiaB333fi5yO9R/In8PHHJH/AJ5/ooz/8ByDJ8x+AJNAnH/+3Pnai56P/0se0P/rkv/XJH/4vffKfxv+t//hP4/8J+gn8x+AjJ44Y88FH/6F33/9Y7+DXo7fe1YMHjxXJoLsPdOfOfd26dU9nZ3d0dnJbJ/2ZemK66Xp1XVYno4NqhnfayK5WrBFYI7BGYI3AKxOB9XP7ldmq191RH1WjxWH/CNo1Uaaf4mbmESXTHp5eyP9+z9dffaVP//FP/fWvf9Gnf/+7/vXpZ/rqqy/1zfff6smTH3Vx/lTxf/Yi8TMC8gU87ihge+KyXU370gYKUWyd4AAAEABJREFUcCLCoM+l6VX6stb43VyDTXvHSV8kpVSRnSwBuctyMiV3XX0I7Lup3QdNKSsFErFK8iulSs1fhdbLSMU86OdEi7k6z5Ntu1einVOSIajihdMR+2jItmzD4zv0N4z3A+tms+FSYfTKPMDmLimlLFHqyFqnIBZmuVtKylmCqL7cqNyytvQQ1dJS5xK/P7KXuq4UMEHGGUPZ9nP1Dflen3jsG3vuQMfiSwLV2x5OUcxPxMoTLJnYIJONpRhRJliZ/hmTz5DqL31XlTAzVfFNPS7y11Ff8C8Dqx7fQPOXFRtaWJibZpZY6Byw1jkQXN1gnXPHxGfHkIB5r2d0WV3OxLACRnBAAc9W2LgaM7YTW+bhMF97K08zSo56rg6a6Nf23O1JkO7bz+WatqlRZ9/7CIcYN/H6ucZ+okIzDD2wftw+Mus1g5q2sO5R/09qYshBexa8n9F/jWGbOOiaBBNpXZjxcYiDwDHhnGhG02nRD0rQfTYO4R6vmX2JmMGjtx9fueK5G6qo1ksnqiSsTCw8gzCpWC+8ero4wXy+Z0N7XrSPka2PvAP7vg5zRh/2Czaqy95Bz9EpZxBJoA3DtkewzODnQt+pN/hZsd1udHKy1dnpVjdvner2rZu6c/eW7t29S4LkDZI/b+j+wwd68NZDPXr8SG+//Y7ee/89vffBR3Oi5gN/Y+fjP+h9U/Dex/8J7zb4EP7D/9D7HwOSMO9/MtEPP9GHMeYP8rj3Pv5EHxiMD3umtD9C50PGf/DRH9Dz2D/oQ+x8YBl9H3z4B33EHB9gf4bbTW7+/f/A50/0ztsf6jF469F7evPhOyS1HunevYe6QwIovgV0eltOnDn503W95H0gzlIHf7nkfFm2StYIrBFYI7BG4OWOwPrR/XLvz+odETh8wFgcWf+Be/wjCChR/HjS8aDS5awuI6BcDOf6/rvv9MVnn+uf//yH/vynP+nvJIC+/PIzfffNNzr/4UcSPxca/b/tmJIhKSWsaP9ykmfkYdnUOk5AmE5wwkjwY4Bh6FK/pCVx1cS11JBoA685kJWIXwYdD9JG7jq1P0Xxn6N0PBQ6KdQh73iADv2UJZIUCWtYriVVUutFUBIdIKHfQbvUKWxlaMrqu6zUJcwlpQy0f9mKUYh13C2mrpSl7P9gEj51+GY7uevUWZazFSbtiSCauMvEkyAtXDPk/SYpaBbRNWVkdg9qWKgVeAPy4iUp2+eUpAyfpASl1vNel6a6cp32s1mKVdJgZIHnRgV39XLdgea+4JjtB6js874zuCqiT0aIZo7ZVIhv8ZwDLdPAgLy2YSjweOTpl6jWprp1TM09meZ1P8KpBfeMMulqmnOp2a6athOwrrFUOuAvd8Z6WeeBGoGKPcdo7rIoxInGUe0xtmgbF8OgJZzEttywXkURpg+ASWLK6jBkNxqq/qL29Msm7WNb0V7o7FmMEz9mQdR42J9dmo2r6NLosr/Jl7LGt76radNa0qs1f6LUMfQGHOAqGyhaPBGzxrK55N334ijasTfxI5QFzhQDix+pCheRoYJ2PfmcJvjFruKE/70gy+sABIxx8bgmyxyUnEm8KPMfNHiolvBYJx2g7je0Vfa/neNv/hjoSx3mq57nLS1Lhb7QyT1jeuzOiaBOOTcwDl59Fo4gh8D3YNsSQTfO5P8b2O17d3Tn7l35z78ePHigh4/e0luP39bj998lmfKxPvwEkHT5+A//qT/84b/08Sf/HYhv5fjPtj7+L32E/BNgGn+eNfEfQz/+5L+w8Z+MIaFDUujDTz6hDUj6vA8iOUQS513wPsmi94z3P9J7732sx+99WPHO+3oMHr3zrh4/hp/w6HFtzxSd6H+HccB/ovbgwdu6d/+x7t59oJu37+mU5M9J/OnXicTPeRFrto0YdUABamJPnSuisVZrBNYIrBFYI/BKRYCP8FfK39XZ1zQCfgg5WPr8lFoZPw4u+y31JejJ90/0zVdf6fMv/qVPP/2H/v63v+mzz/6lr7/8St99/72ePn0a/7DzyA1oJMGTMJJJLiQYCq1RQh5AHk++SKP44jryiEu/x7o7EJ0vY5VqesaLg8tABu0MlLJSSuqg7WG56zoFSKr43yTpgnYynzv3ZXU5K5GwSSlJhhoVsTOIISRK9Es5J2X41GVlkHKW50ldp0Q7J2xmdGwLmtRe2CLetQVfmVpnCLo5JeWclFJWggpkSQbkUkkHkpGLse2aTnvrfWZjy8iViUShz9UMxqIVx8J0ZhijBsaidlAOfOHsURRjm9akkPE6kBEEVCU0YZq2hRV7SXBWk5KufnmdrSe8j4bHNITAwz23G+4w/cmw/XLgsrzoEBdYx9vxNb8HHRTaBMfqNJjZgyBXlUv+HQryNPRQepWhq2X7cZOhiYR84q8euew031C1Hd6K2O0qnKIVtifJTBi+IyDlYtAQOJf5shtkuQ+Tz6j1bdf0EBggptY7xl5/qXM42q2Mor01H64eOMpY/NvvF+1QNDWiMVceasyCmbFuwyy8hnlRvTa86ft8NZnpor1XiTB5SQdhs/qMpjwLrmdYLOHTEpeV7QdgUu/ljCNFTB1Jmh+mR12z81IX3a4O0bUhlwwv9ZrSgk76ldQ6ej0smKmKRcMHRS/ovp3nw0Sf+eiHzyR0gAzL+VyLT5SW/AmZ9bCQjaqf0Tf2wU4yjwaE2roJ2if1205OAm1PNzq7caqbN2/o9t1bunvvru7ev6f7D+7rwaOHeuvRYz1+10mgD/TBBx/pg4+cwGlwQuc/9OFHgCTQxySHPpxQeZJEH/+3DmX/qQ8/rnDip+Ijvfuh8bE+eP9jvWd8AAXvkPwJOKkDHr3zAcmfD/To8Xt7INsnf96l/305URR4y/9G0bus5V3dv/8Wa3yTtd7X2dlt9f0ZP4u36uT4dRIcFYXYKotwBRCsZY3AGoE1AmsEXtEI+BP9FXV9dfu3iMCrZNNJnoa930X+Lfhw/qN+JMHz5Tdf6NN/kfz556f64vMv9NVXX8f/CexiuCCns+Nqvnw6HZHxwE1SZ8dF34iH7kg4jDz6KB58Ot41RjwIxcQj9RI0X8piH/eOlT0Ll5SSQFIiYZKSH/QyfFaXu6AhS53czgSgy1kJPaUkyVB9LdgqOKwZhTZKjHWip7MtflvbdR2/lM3K2Es5yXoo6uAVS6BycoUOOGqxj0H26gk7+JdtJ9MHFb1mdd1rERDv+8i+F+YpnIfR1IAvTgS5j1kLl7O45DY6X7BszGiTNU9be0+rVq2b1H5m4mD/lRNi1tNqdwbfKmjMa7rHpKagUbW+5VxHflnPCFXP6bmjcbkKM8vxIbik59BcEs4C3m8oOI4VI+GsgKHQ77XZtPU8zrxl8HY1U81gtfZa0AqUpoJa5WJ8ZWttgVFbk+mp8QyyGPIMrSu6micTnZy33xne6DKtqXtvgFg4Bg0XRQP8UAb5/3LYsEwCeWx10zXjWVxBn8CamyG4iv0Ic3sXPN4apgY8c9ui9WhVEnXtP96Cur9TX8wXymKpdauYzDykdsw6HuOZKupcVXbIT8OeSY7HNeVqu9aWocf6zB2DnvAsKBVl30a52qj13j86nlm83wahcAAarhoTfrVZq0JTz3iy57EV7aZrWvURwyzatFw6V4aNmP5EeP/mfZ9seBa7fAg8peNQRrQsizmnwWHMgn07W5adnDCXOD/0eeIG989QvDBLMNCzvOmZum0Nd5leQoxkjsTPph5k5Q74FyF8Lmf82Gy3Ojs71SnJotObN+P/HGYaOLuh7empzk7PAiemZyc6MU7OoOBkq5OTU/iJWn6AU/X098i2/Zn67Qk407avtEd20m/l//vXEmFze6YTcLa9qe1pxan5M3hT+rYT+h4bGxI/Xa+cu0ANR4YYkLWsEVgjsEZgjcDvIgLHn+q/i0Wti/h9RiCe1w6W5vTPUlAf1kq5iG/2/PD9d/rmqy/j//D12b/+Gf8A9DfffKXvf/heF+fnGrnQc4fX/CagPSIYd9S7Ev2VH3le5qKbpJTSHvILOWMERmBJRZPX1stS2yuRvLC/lzF5mcQaG2jEg25SZu2GCFhSkmiLl2UHQFaLdeCsNyErKeWkSPxAU0KSOnU5x8N1gqIhKQNKOAxtJSU4Qyqso14qdyrsl7EL6vYuvglR4s+KRhX2lh1lHxnuMplv01iElkZuJNUuLScBd9iyDLozhoEEYwHYp13AYJAUGkCMtV8GRst+Ri3noitKPbHBUh22EMQYxyoRKwVCOldtGbPgGmav1+ZotA7Y99f2sua6I/ezNUHd57bpcnnRDoFtVxRix07RVdswB8XdoQNjWkhOBGLfdljjADA0+mixka7DRvhgp8Irt4zoCknlar3vqe3ZyNQMwjyX5ZdGhuplvSp+8brazfiflfCXKJs3usp782nKL8LD0jlNMI7FjjgdJH7cHs6nhBB6vA88LmI/jfG4wvm9QNd/NuZEue1gmOV48R7BWBMkQQ4q+rAV82LDNPYK3rZtJ+Y7GLNveC3GXuI5jb3EHLNAmrxRRC9cPGZCZtCzEOucdFE9KNeNO1B6dsOWq4a5F0HV9tSVc308DplFkBpvNxpCeKmyPSM6rBqM4rsdHXwDrBRfk7OSEZIXqmb7nOZ5wOGGz+LK7EfUtuurZfYvYzd6sZmBQKWJniRRV8DOJUbQahQ2Soq6DrHlqY20xM9xPnc4G3MEYq6k3HX8nJoSQX2Wvwnbn/Q6cZKHpIq/MXRGEugM/uyMpM+ELQmiLUmcoP6HqQNbbUke9SRgIqnTn2CvgTlIyIT9foPc6JWZM2doZj3QTlldl6VuIyq3Zrgd8uif9NRLjMs5aw9kHtVhByuKU2HGbcP8ijUCawR+5xFYl/eaRWD9dH/NNvx3s9xuv5KOB7W55QvKxbmc/Pnyqy/0+RdfkPj5l7786itk32u4uNDI5ch5BN+nTQMYSLwbElR+APTzH5d48/6HkunimqYF0KTILz8lNrjt8UFfxmqs3sX68G9JadZSF5ZS4rEwKaUKOWAEgpYQClaZPv2UlwcxJiWs8BDadSkeYHv4xANo2IMXL4cUMhX0lSoPsdsiqSP2aCRhV5ysYe8bdbKmkJgZxxL7PdK3PCYKWxhSey1mQzcSOdgvtoud9u2Kc/+5zW7QAGx/B92hP5KwGIeRpNNOvgwXT4Zvzfr11CthT5gLV1Fb+KE8/SdlYtJajpGhWIPoBGi6DjjGwfy0aj9smglBTtiAamaEL8hacV/jTe0+ICTEwYLL8JAZMPnShYT5vV5jXiMyhbJrjMJTu5hrcLvBssYfU1yUt+gAx0pz25aMWfAzmZh1HjtbNANij6FVYWaIo8dxoiCcLs5Y4fy5vUecz0jEDCokeXwGfS6rLfRYaKHfCZ/2p2KFsxt69LnUgHgEE3n6BouArXj8jrMeySMSTk4m2a77DNRqYSzbx2GhCU+9KNhftCrr0RW17brquXZP9c8t9x0DuYGXGuEAABAASURBVBMXAfo8J6DEebmKorUvDCfQ0b5K90A2Nxjk+SJ48Kbt4C9o9T1M/6TK09RkzPGwOpf3bo9jnavbtul9qYjWZcVqfgq3G/ttbCOuopcNWeLxz0LTMTWsa3oZucOP3omRPCVhemXaef78SPHZlGXvdPl1yXRCx4C4pDoux2fOQp41WRw5IsZAonWnYTDOxRsyFCI503fabHttSNRsevu3gV9gs1G3REc70CM38kSRN70OeYcTgV4Kil7XwQN1yjkHqNQwy+jXhI4xFRt1Ma9pJ8uajsdpWrHDsuJ1icC6zjUCawRepwjk12mx61pf/QjwnMMi6rHteKjpaB2Xp+dP9e0338j/8PMXn3+mzz7/Qt9++7XOkacspZZ04GGt67ISl9uUkUvTo19SSvAT6BYsoKYoOnX0qhd51fTKUd/L17S31Vdzo68u5FIqX731QuGICwVmasO1cul5unVcQ20nKdVHSwdVvCLwSaKdc6dUN5iOWuY5PBgkxAkbCepSiHchc7JzEojE3i6wU/02EA/otAvJlUIyJlY5G5QwZxMTpha6EQUucB4TY6ckUCR7sLcjIbTj8jxw0R64DPsiPSAr/gYQfoyMFXaKo8q8Mp1mWZKC79GefRqbJJyLUNitYBDBT2wMI2TQdLgO6+ytaPmia9nc8+4wkJgY1WgKSaZhWUWt6dDel4gYy6y0rqvywpfa9ohDZAwcosNmg+dOtAXsgXgdU/qQLkteNuCz9wLqEC+BaFGOR01dbcDUPJzt8piQtDGNzmMb444rLCEu+EqZFBHAtbb7pEFC4LMNw65gZxFD1OkuEwbeA4CkzwVjdpzVCycvwTm8EeeXthNCTuzUOeq8thXrMRPnt3DPnWz77O/OSaYP4Fy2275R1BJCOEHBFnPDhJXDij4LYhLsmjdC7MqwgDUyv9UavPbaY52GKlnW1q+6Tcd0r1H79+3KHepcHu/+hjriReq6wjZuSY9Hu6/JSuxxrZqs0qVWk8T+Od7Eq8qeX3N86vsLhnLVVOSgLs/2fMsvomG7RtN9Bs9mdTnL/7B//A8JSK70Bskf//Igk3CJzxJ+NsQi0NXRy9aNCE8wKJiWBOPPFibxYMaaU/B0Ubx/gd2Fzi+eys8ST578oB9++E4/nj/Rxfk5CaFzjvqOI8N7hUl2QNrxvgHw0ebnBwphkWoqjJm4mDP46oHi3zeyIPO0owU6C2d47xtm4U9l0HcMIWtZI7BGYI3AGoHfeQSmnzK/81Wuy/tdRYDns7qeg2cgnuSmh9/h6bl++O47ffnF5/r6iy/19Vdf6rtvv4uHNh/4LiV1XVY2uEWnlHhsTH7cq0DJc0CindBBQUamylLIIfVZjktu8DOtrZe7HsPbEScNRavVCKMkakB8YOYS+pHYmEXPZTJxU0C8sEmdiavlGfsppbmXroOSaeXoTVJOUkbQSmz7qBJJoEE1MbPTRVxSd/LFd+fkjBMy+DzyIF6Hxioqu7CHOWEM+SgncgpjfOEuHh/Y8aA/qPDb3x0P8yNJn2p/h7yokCwq+DKia4Q9rGGUejEnrSgoHEgZV3Wj96BCdfY+Og4GhmQxdNkJ78GTSiXToicSsuCpKG6bZCpDruBb7N1sOqbX4dK0KHpsrhVmeR+ypzlg/hBts62fPT8OVIoheNcV7jRqK+r4PIC75MSRHip1HssnXBoTSlRTP9xVpfU2Gjqt0ejBLjIRe55nGe1Lesjo9zd6fBZjky1CLy6/BAQ2puIAUgYNJH6MSMhccDn1+8Eykj/DQDswcI7hkdvujngVgAFseYIaFRrMTpu+SHaiH8kj2zofdG5bfOb6H6OuyaQiJ51KjGKcDcCH33Z0CfqqBjX2QwdZLchiXG3N9dH4WW71ufEMxuOn7pk1YyB3DJ6HiJH9NZY+2sYCbE2cUoswPRe7atT1mttHy1yVt5phNmDAuphtmNuzwIylPw3P1J7XWX19pm7Eo+k9izYrTae1L1M+FeKzonOiZ5PVG04AuQ2tnw+sm4Dn+Fmhw1f4j8hTQaJMfI6G66ScTMXBh9ZCg8J71Hs+xNm/0JOnP5L8IQH05Hs5EeT3QLm4QGUg5TMZXsaBnwuRDMIUCq4vw8MOgAMHWq3dHUiPG8dn97j/urZjeF3fKl8jsEZgjcAagd9XBNpPlN/XqtbVvD4ROH4W4kHLl5Mffvhe35EE+uGHH3hAe8pvqi/iQk+eQSlxIaaIy70xcmHXlACplE4/8IWsJgIqy6M5ur7gwykRZT8vJi6vDYh+H2X6ZPAa24IqX+smc/xm/hpmMiUFk+TABStexI66Fm9O5aj9JLwnMYb+bMbI9FHYHVygJhnjhMwQdKcdSR9/M8F04OF/pF28p95z2vFszvhsW1C8oq7FM4cK+iPnaUfDdhrKbtTAORiwOZAIKtZh3pFkkPnCuEK/oCNji+espqk5W9SHJWbk6Jkue0oNWXMWWzJsb2x6lcmtaTqZKfXQqg1312WkmKOOp6aIV5A5KCl0dM0rdN03M25UWGTUlsT9DDYHNZ/Zf188ZjATvfs60wIMirK0FYK58qKNWRBMlVBTQjBX11sKleWcHnuMUPqZ1RVTh3n2tizBxhUNbHmRz2C5KPC17U21Gcetx9clJXg4hkXb4lwe28QIw6utgQttcSKnDHJyZ8ecdDK+FexYBmEEXdS2CzzWaOPNB0g2RSJomPz2HLYRJjEEDd+R1cRXlSGmmGcO+mgcljoolmf2sLOOw0HE5iGtWHkJy1sb3iyEwjjWZRvVA2rac/zwCUnVoz4sjKXf67G9hmMdjzf2e0BrmqPJlvObbwjbS8MTz/ZPbyzeK0RnEsMhxgG3m41KEU6l9rlh/00N80tYBiyC1OLGMWrPpXo/yVEX4/0ndO4/gOWohmzJ1/VtWHCX4TtgGqrwQdGHshWuDxDmXBGZShjD+PgwmjQLn9ux35xdU//s8L5kPqesl7PH1Lg6liU+/3lPkmS9KP4G0IClCzD50RyJCRE/szSlRpvyst014S+idR2ZJe3xiwyug9cIrBFYI7BG4JWKwPInyyvl+Ors6x2B6w6uv0x9wW+kf/jxRxJA38Q/+Hz+5Il2/r9+cVFPc9h8cW6wcORRbWrzQK64PPshzkCObIyLN7z7zENTSqJMSApGL+8ryf8panMV4gXHQlJKPB5PgBdIPPxmaPCSyVTphV6OYMQzGOJHMUtIebYm7sTSsQ3YojtMAc/b1AlMBTZ8EcwkqgSj7Idt+MG9cPEdeZgfTH0hxeZIwqY4KYOexxSoYb7h0rmyo9GJfcYKjJwjJ3ZMfWEYSAgV7BfLg+cajZ77rC9OVp2nGcNW2DyqlkuyKrBdhe0CIVYHPHbQwXwYsu9GNCwPZlkdCh3bWV9cBFB1u3LiHCBYlDzFPC9kjZ1lMJQm3lOEvnRYEPNS5ZyYg9nyVWB+jxF0BgL4fWE9lH3bkZ5axGnignik75rRmCtL58ZlBr/2s1/u/kWSNjX+e48ruEjidyRioDuDi+iOBIq/XTNAq57PAgNxwC46rvHnMNtefT/Fkj60ODPYjANSiDVCl2nu6Me+7ca3gpp960xjgnVF8NpcldbIOOLVzqCwcX6u8/MnOh/AxRMS7+eKRCxJJvseZmtlqwt4PUYVTS7WhuuFoGrVOhblvgbrBsIrZoISR899GcSGNXv9Bep+f2Oq/jkbfvNzxJf6ioGfIRWhg75pG+exBJsyzVdnrnXM77mmPrfdg4063n0G/SFnbehgjPA2HpZ1WSM4r5d2K24arb2njMfmvm2uypp+o+4xjtsx3yUb1jxGtXssjbaNzuAstvNE5yx+EZ7D5/NudAzktCtbxth9GWHtC8R+B4uym3FgYOYxlhuskp9DNeyjBj7Ly+DPW9tCn8LHFXNx7hkr/PfeDSR9Bp4tLjgrbpfdBTN6wgYPBMvSLRtL3mOWbfPVN2Z141eB4/WrGFqNrBFYI7BGYI3AKxuB9tPllV3A6vgagYgAz067wsMXD2LnXEKePv1RP/7IBQR+54c5kgEjD3ihG5QHO+hIEkAgKE9/JS7uo+LyTr/1E/3WMeiBeKx7eCxLUo7kSG0nk6jMvFxI0wVe4W9a+J2Uk+KVBUN/StCcFG1kCWTLDHhNL8Je4zG1ryPWKxFHaxC/4KGOMYi4E38BpOIp2ooVySThi0CSmD/8ygkuuan5xf55nwt2CgmfkX0fSALt4C3b+Vs6JGlG+g/myJMFbMbzPc0mkn31ApCZBJhHoNrhVDBPwa4vDiPzFZ85+r3mEWoTB/OFAIMUVsA6YChpnhSb6BTG2u7o3zRPGPC9xOWxYHIP0cLEXLijHIv2fTN3FeMVLod6R5gHX+S5madAq0bVtZXZdTeuw1KJoRQ0bRtr2LTdqzH1t7nRhaV4rEE/lhDANKsWNFRZ7W8y06VDbh/CZ6FKMmevcr9GvZ/VfoEWW+8rSZnYX//7PCQvh+mbPwNJFKPFp/qBX5tM4sfJn17+t1D6jHVDvCJO2If1pdXiegF0zIyBxE1FwT5ZDjTRp8DUgrnKUHeSx1fQptifAb/t2zmJn4HP4D2w7T7eEzv52xHN8JJOvOcxsLkv9M0HGX7aQDwPFasvEcKDahpDHOxnxBV/TC+Is5M4O9qGEz/+5tKwO1f8Y+8X5xqe4j/7MMCfg0jETW3revwF6/Wfmpqf5yCWnsMxNfWfxLnfeobHuH2Ic1le+we5r9orrHrgrcdaWAeN6YzTntdq/hAeFZIYA9fowRg3yv5sR6zZY8QtrrAIaFGCf27FXNVJNC/zl80c6zAsiuXBTJXbrKqtA+r4EBhmo482DLGZ1E0Qm3jOzCqD8iYIPvs906nPFTl1cbatP2Ma73aMSdTZLabxzy0+k4dIAnFWfA44S/ZH7e+8Jt06Quq6xl1Fl8pL/irdnyfz+/bnjVxHrRFYI7BGYI3A7ykCv81Pmd9ThF6Ttbxyy7x0cktcZM6fPpW/8XP+lIdpHth3XMTFRTrWl8yNsGP9syHLaY5cvuLS7ks8+k4aWLO4P8CQmG+cL+ruRwoZIYACU8uSr5KXombVB34snm1Zx0HXvkHMYulR7cVL7sDOsuMK3j5YP2LOA/RIQmbHg3sh9nUPCJ7lV4xtoqtdwdFQYDx7NmIj7JL4GZlj8AUUvnDpK7SL5+O2ABEkRiYuCIoXtjxJQ8iaWrXPARLHBiEr8pmxXajtDqxnZP6Cgts0NVLFeYJO5ups04XLMmY12cPOoV9sF99HkgE781w6wjZ9CuyHPI87WtIz1Nkl1mD7hTko6BZCNSKizy2EE0drUZiEO9ZCoLpWRtPVGlM/Nm2Hi1M5QJM36guw0dp7ills4Ql22BD4VsMipg4Vs54//pSGhkNfkZ0bqUC56izcRECh50UKhufZCuumTVmIkFU7yxixGlRqbCMOTjIQDydVBi6WlZKMILEQ7UWfExFece6y/G+jRBKohweZSaK9oZ194YWigYASAAAQAElEQVT2poA+O1PXVj1wzQbL9vYgFih1mTgZnalllc56+BRnJXxsvlZa14R19ih4VkuLmqkulX3AgosxaEPDt0YZjZTR1oLMxW2AXvgz0R3++TPBiR7DfuwTOvjJzwv/Wy4R3ynm0eaXCPv4n/NzxkDfF3/2yfEfeG+aOmljxFzEwbxRJl3rGWXS95gDIN/3l0gC7Sa/7bvXa0TMWWJQ4lDpHICQtFhZLeA4WAW613ePhexnJZVhv302Kthn+g5Ei3a1ZTvAtg+A4lym90N4h26jS8ML3ZkNBn3ses8Mx/SiJUaJT4nPXyLjz1zbRd2kLgYD0xzZ53dC78SP3wvbjXqwBX3Xqe87Zfq89szQKIm6NVJjPN8gJ/l8Ti44P/atkOikR/5A6RiGyUj8mNL8CaXNM1F8wnUZP8FIqGYGGdFYqzUCawTWCKwReO0jMP1k0WsfiDUAr3YEuN/LD9JPeVh3AuiCRNBwfqGdO1hajm+uSL6YG/LlmgvuyAMjUsqIyChyv8GwWuJdMk7JH3ScYAAo1mfMsaq5HZiaLyOx99VHOw2ijHUdOMzqqZclSVPsdPBi4EH7qsakQ5xjTlMezCO28E6O7HajRpIaO/Zp4AF/BOED/WJvUI+9oQof3We43WZMSnKpFXwdFCrF9rA9kkBpSaDd4rIg+sNLxgRVe2GnsaacAQqc5Uk+T9ms9i8fqXAS3wu+jxZARTucYQKmYUCtYZT9Hw/n8VRvauEE2ygkqwbiM5QLDb7osI4dCSCjIC+2H5NOgw74Jmu0rqC1Dql9Kow2BDUqbz3PU4iVIeasczPGMivECLGaaER1tJyQRcWwoH4Pha1RpVH/2UVgx8VqQusznffOvmHI80/ACAU57XCH7pjHtCEEriwwbXBslmjyaU3u2ot+EuehS1w5GHcKfgdY40DyoJwPJBsWmM5A9NE/TEkKj/H/HsgXvJxJ7GyynAjqO06X+a7neGVtzG96bUF2cgj03iQ7x9zyC7ojeESR2oJp/bBWwyS2kMG0oZbTjT6jOJN+HxefVXz05XjmkfnivmOO8BnqU+bxexAIGwNVZ4h//8hjdthz4sY2jLCLDesF8IADgEn7YXgs8DgSMP754G/yNJw/fUJ8Seb4Zwao8TzX+Rz3c8wN8b5zn9cysAbH3+0h9ND3PjDeSYBzfvGwhP+HBMa5v0lkvQbGnuOXx4StkDMXMrfdZ3qcoIr1o+v1G/bJcMzDt8k/yxwT6+yQOXY7YsWCKMQ4ChVx3pci78O+zT4jOZbt+4lxxByJTYEqWdYD+9GwlzPicrF/thdo3Ril7bU07Jz4ceKNdcUZ4P0S1J8PtuEhjGHiMMK7IFaxpD73Pcmfbb/Rtt+qhwacZEkdZ9zaSQycbARBXkWZz66ineLzebjgHD0F57IfVCgXvyVVK5q/tODX0oTfe8v2yq8RWCOwRuBnRmAd9ppGIL+m616X/buLQOG3pSX+zYlzHsh2XJIHX5b5jerO1JdxLuLOZSRu7oknKNPcJZkqQZNkPqVEM8lvjiQpTf9B5FdyBUYeAn25L9g1RWSJyUuN0d65wu9YQzwww9F2l15kFR7/QnqhWM1SF4/xgzpzjUGLihM0XBx9URl4gPdWoTqX6h52GOPhjnXIolHVUtuc2oxn8EL/yBhffAYSKSNnoZ6JXSQGC8mn2DsuC1ifRnrXJzZsJhoT6KLEuUB4VGyBGGLL8xbWUy8sY0gKaxWc8CnI0ehmN8ecwn+vsEAZz/ktYPCZBsX/zgSXnxGbhXgVKIpXmT2axc1MZUDqFEx2zNOBXRt0fAp8Yb7iNXn+4K2Db/S1ufHWQzDmQn+0Gq3xsS1PaNrg8UZrl8n+3OZSPPP4ICeIWHOJix+zWh/eZ8d6ddo2r31ZwOJF83q2xqjWaL3wOHR/bvEcXte8noGwNHDZjFib1rh7rYN1Dd5DjqvR5awuV0DU9dIGJoMuI++zIkEEn+Ehcp/mVzhCa08zLR980w7e1O0Abc87x509KuxR3Q/8Z//sp+EkjPdX+DyPifFHldeKwR00xnDhH+L9iz14r32HXdvhBDAYX63LmOjD/g54rhjHmIHEycCYAAkbt/3nwuf+szX/u0WTzPKKoV7qGeOESpWRMJrtwHsMsI2whZ0BzP8OErbPrY/OsEDILMe2kz0Vk72Qw19FSTANXkvgPP59JSd5LtCtyaGBn4MT/I0U9CJ+xK4A6+6mGHG4atxox17QcvHeNrh9COKMfjGCDQ5T7Avx9n7NYG3eA89peC8K71Pvz4ButA8otryHBzLsYse6tuFv2QysNfZwou4r8b4Jh3DXFELxOvZnFMFR8bnPfVLf92CjfnuiLTjdbLQFfd/JiVTeIIyc/PPajfDVsoFzAprfJIYICPr+FwntSwOijMxOgfq+Q3ZQ6LimfdxzoLY21gj87AisA9cIrBF4HSOw/kx5HXf9d7jmeMTiN+QX/GY1fjPLJdkPnzs/pHF5HrkgFV++k5RSUk5ZHcjwKdHuUshTMhX9qu2cYCQakswD2+GBU2DEPtcxJGNAr8Sr+hqJFtYgPHcJ17mn+9LvxEk8VKMUbQc4FK6pSLRc2UM8L8vr/NVu0Y45dt4jx9KXR9rFvG1O/nl671/FZNFCs/4UA2ynBA1YzthiYGck2TOYkggq2Pd8Oy5EO8/ns8F84qG+woOvQlLYnuZIV6nYJ1CYS9gcPR+XHjHniC+mZepzf52PAdhy7fUpNmOM7oINY3DihRgNBj6bFi4cIzbdj5o8wDZgsPaihQ2fVOtY5qVte9VuUfEa8LlMcSox504FpYKvxXGDZxjFVgzYRbFubWIfXY+Z4TaIyzxrsu4l+BJooFdmHftge4Z55nU//sDhHzOagdQyNSZSZdfXOTab/hfUR/MXlDaJo+L1cPH1WrzvEe/WX6cojjvnoCYmBkVywRd+YrMDbfEda8ge4gpQkEi++PYkf7Z9r22/5dLbcwFmxb6VWn8Bz1wcU+y2f8vGSQjPHaCvzsdZmidgDnz0WWxjrTtM38Txn+84YeE+6+zhiS0t8jo8z8C+x6Xfn+3wTpb4WzXue0qC44KkyFOSATUJ4qQIyRNicQ6s47ExN2MrTz9rsSzOEu/PwbEMsAbiLSP8H1ndDlSfivckMGiwjQZshz1o+Is8aLQ9n1HHxDjkTT8o+vbFfR5XWI+p/b1MseVkEjainxjEOmdKv9ce/cxpin3bLnzmeZ7d9GdKsR6HfInFHtbDQqdlRAFuUWpMRDx29O2gYY+5nHQamMt+mTcigcP+7/DHe+uzFPrEP6jHBUpNYqF3QV+Mi7WxLmSx5jk+zBzvkQG/6kmFiRIu45cb5g3zDX4PVPjsd5x/3gvbDe+FmgTamicJlHMXYajjWDOf5fZ39Hkh2VNMw++BUOCD+ZgXfkn996ZhZLewJ96LXUj3VYZtgHXBFMVcgFAH/VWq1cgagTUCawTWCLx2EfBPmddu0euCf48R4DdrPCHxeMYjl2vWyLN8vViYMaSWj0gp1QakvgmS0pQEygk+V3hAVooHtqzFKxq2CXxZMBbdLz0b/o7TFcfesg5IlRA193PpHw3z1oRH5cpC6OXERmDWSJUjnpWptXXZJI3tQdqJBbAzeLJ1omFkrtLmNTXqcGp8PWh7norEXsmI/VF9oVvwf5xsO/EzkEjZUy4R4Qt264hn1J6hQj4jzOXWfoAjyApdpjWMJFAGLjIDF6LdRdGOC4vn3tmHi52Cwo9cJOyjIXwVfgfw3fYxCSkqJLMKugNjfKELe1w6BuwWMDC2uA1MS1yaLvgtNTifMEADgwq2yjwXU0zzmeMk0M/Mtom8sJZiu6yneBy2yzCGTkEHhiHWr4QaM7SpKx8MlWUGbJQlH4KrK+agMA36MJ6zQayhBGqfzxjRUkGPKqaPdu3APnrmAzQpvqP56Bg0LxXLjUsdP0Xgaa3fqPkJdtW+llgH5xJBAVP3ROpAywf2YJj2MRLfXJSLz9g0puZzsuyz0ZgNHZtNrx5sT6D9NnjuutMckLDhuYB5ULz3zDFAB+89MsGLs2HbnqMBCxTeU6FTImHiMUbY4f1e14p9NGupO7RjzP4fvz7X/I2Z8yeR7HLb37iJb9s4GUASqP7p1RNZbjgpFtT9Bn7Ge4GYlcDI9MSYSzyMDMe0eoBP+GBZHA/2Q4bXOYMhOF3mNmOqMh3w8/gl759TnrOg2WDZUqfJodgo4Tc88Y73dtCB9/MyIdLayJwoI0EUMWLdpo5FnA+P9f4BJ+CcXKkxwb7nslemM/z5MGHqG8KfYZ+kwZb/sexIuLV9YN5hguc3WtIu9DyGJJW/0WMfInmHzP/HOMucMBronxG2pjV6/ti/GreCX2wDhRhSu/gMNtp4t9kYCiNQjb2GVjnvEd4T1PKfh+W+IzHTA9Msn20GMhPnmf0uwG1OELICdop9mhJr7kOCaXykfn7pnq+Cr2wL8zxfddVYI7BGYI3AGoE1As+KAD/ZntW99q0ReAUiEM9OVH6Am5GUSTzk1CmlrNRl5ZwkAYr8AMcF3cSynJLQCp2UQ0H15Ue8PWJc7ZCsl2k0CvtSl4R3BkSOg/YvP9a21ui4EJhGD9bclMJOVE3ybEp8lwoF+zw1UxNb5vO3gAoXQsMJk0JCxvNXeCQe+gIWcPsaTC55W6wxxgxwjCueBzowz45kzMXFhXZcOgaSGaOTKfTbJ7SvLAmjKVOpATWzkLSMJw/qI4a8xjJdVHYkTnYke3z5HZh7YL4h6MBFrnCH3qkgK+iRGcNrR70ExRQzUHj6L/iPIoUZnOzhQld2F/IlbsdcO2RlgQF+QG5Z8CQLLsAQiSDmdD8ovlQxEVMwESUTbyPmYy46QsfUCSj8HDyG/irHludxv+0ABbDlMsXJrOqqgs3oZGddoqWI7MReIgcmiDGFyxA1cwo7JSjDQlSQDIijEXrVT+ToLXkU66DKMIbmFYVPkFl64MssfUEmBuNXm28eZllrLPkqi2GwmTM487RdvJ564R44T4BzHZdpzof/N+atr9A2fOneEQepMJy5OsD7ohiM3VmP/R1MgfVtLy7ktIsv5O4HxWcAK4eBwx6yWi/Oj8cyZgCF+XcANYo12Rs4NkuF90ZdE2vxGNDWMJRzeQ1z28kOY9gnh1pf8VnnfA8g+HZGY/56Pgo+eGajrqH6YlcqWhuKrv2r4D3C2s2HDfhygB1dx2CWsEFiAF8UsIwY8b4oDWGnjS3YmZIwEYeh7nHw5xNvWuFky/nct5dFTIjTYLiffR6A93YX8fA8z8IQSR/vmcd4rFHnYx7snrMHTrrFn8CRrNvTmsRzn/2Yqc8RSSMnkCw3wh62zIev5kFBt8Q+EquIoXeLPambFLXfowfvDd4r0RH6hTg2EE8+9wfHIRJmFyQWiSv7UdAN8P4ssQ9tDPtNsT3PkbCd3EAPwzhDJ++fHZj/L2DRv6wO/V32SN1hM9qWGRLTgfyzcGR4boNnaQAAEABJREFUba4RWCOwRmCNwGseAf8ce81DsC7/9xABH+TMr6+77N/a8ZCUslIHUpIf1LoEDdTVjlz2Rx62a6vWKVUdmSpVIc90vpCHavBV7N6KNGmm2vGS1ym8TVKujqZKLtWOj7xoP68Sq1AgLjnGu3XdSPc1OGCNhzKeelHox773wfM5CRSUBMMukiF+8EYHP1wvBv4kdu8pVljL6Id67A9gx0XT8EUg6MjFgAf4EpcA9NGNOHhGfDW5DonYVEjJusBJp8J64uKCTSeCRs/JxWPHBSSAHwOyAVqQDb6EwMe543KBF5p9oI1Z+eJYSMIU9AYuRQPjC4mgAey49O6QFdsx3KZ/dJ/1J7oLuuPuYjAL/mE4jkZmRgMylRE9gz2xD9YlliUujpMcWXG8AvbyGDaFLAyPMY8lhi83plWIL+x5tKmsHv0wFCSlgvlwyt5AkNEuQDE/NqDF60dmeQX7u2gzmOKxmKTAUVNmBp5S54UJB93iMwanMtBzwbg6RDGcZisWN77SKb545b0wnCSrfQxfDGhsXdeORADgouwL9MBlOeBvUXDBfgpdwhf3wpkoPutAIGaO/Rw00HfBGMPj4tsbzWbQQWU+YwSLmIbLdtSOgZbYoxdp2w9mCV1LG1glLD0wA67AoVMmXyrdqcR++qwZbpf4VlHtHxTvg9jv3YFvxbZwzhQjzBGT4VMtuBrbckxRrArX1U5cBlCIwdid6cTT9WIFfXzc67pdW4X3giGoQqewjCl5Rbuu3zLA50dtsz9eN58zxYAfiOeMaQ8H+nwWDCcK41tByEx30IYL9C2r38wZZP0Yi85lSjII/UN5kx1TbIWu5UP9ppcTMpZxluMM8/k1BHasu4Bpbay9Roj3BQzvSOqJb+9JS1h7JcQU3uegEKfq345zQ/In1mHqM+U5GIE6NcVtzi+/lKBRi/cZLt7/UDTwpggPo9X2iQalGWrUvSQA3YMIl+Ba6WAaYKfi5dSVTYKVrBFYI7BGYI3AGoFfEIHpx9gvsLAOXSPwb4qAD68R0/OE1OWs+Mcct1t1mxNtNhv1W+Cvc3edUkr1Tu2LKw9zcTmH1/xKcMZEzM7gAbDxdL9yBd+TUrhNGILKbV31Yq2IHZrCpYNnVEGQUDCRrx1HfxSPN6JxbWW7YZ+LncDoPeFpuJgyuR/Ux6DYquXAFqKpvef0LN+YMObD/o4L7y6SITvtuOzu4AsX2tFyXyLR8WEJfcY5AMtZ9EIvBrqwtliT7cZFg2sC8xTmLZHEGfBhp5G+8MO+OA7APtSpCHxlosasCnYH28TGcMHlJS5OUOwOTu4g2xnYq5cd+qaL1NAo40f0C9T2qnFbN5fIbTBvVrzyHNvaX7jy2L/CxbJ4PPErwdODb2GvqsqqUwVpQkfUsMh0jDXRglqnymJyqgx8Uw9qPg4lOswVTVfEjNmZjtp8YIe9CfHnaubdPyA3zFcgqGNdMxZiqxD6qcM3aLToL8BjXgyY8rIaaLrs1+PW1bAOH29Xd9of/KixZ23srZNADcN8mX7CZdcX7YYhEijDvGdTm3MYY2Za9W0vzhF7PQSm2Hl+4Nh4f+yk/TUNGX1zvNgzx8yofdaaAgKxPN4X+DRMKDGXLTCfpsRHrHdH2HesqaLg74zoZ0zQAT2AH3VOJgqeue3oEoiizDJ0Z56eJX/UrF0lQlD5IwWa8/xNYUmX/Qc8PuBvrXmPEEMBVse6qGONEz2ID7LQYwwxRJlCHIhrjdM5ibK6t7HfJAoj0UfibwD1T+rOZWq5aT0DdUzYsK1LYF7ekyXgPWJ++zG33Y8f3q+CLcbv9xo5be/5frxlHlMRoaE6Dl1r0yUWOoNRNG1j4KyA8wudnz+teGLqtkEf753Bn2OgUo8bJX4eOP5iH5awbc8Xc1N1blwJRlOWXWzb3Iz3NuOXh8eyBkXHrL4yawTWCKwRWCOwRuAXRcA/cn6RgXXwqx2BV9f7/dHN08NRzr36k636fqMtiZ/NdluTQJteXe64vqZY7siDaEMIporHvIkTj6tLkDhitPsDmBmj3eQIYmSj0Xj1KpItsXAeVM1GBMa6jBIdlf8t6mY/5q3VNM3kwNQ6JGP1Cn9n+ZF6Yp9k+LgY4sWT92iQhBnBQILEiRdj8KWEhMgO+Y5LU6EvkjScGV9IRmQNQmZUL44mZhrfFWIeM8wXdlibk0EDdgdkAxeNgs1injkLc4/2gaROwX5dWq3V/J/siXEjqL+l32kg6TMwfiDpM2BjieL5AlxyLkDwFyq+8GBj9Nz4IMO+G9N8OeKXVOcfQ6VMPhT0i9dkGnC/e/HZ7bpDWKNNLY8zjb5Jxjotty0bD2o9dKyqPNapo9GqGu+q22SlMh4H3Ff4TX/Q1vblkthEzEkGeQ9q/8DU+D3rLfnahwKFOdCBweXn89U2tvDM9TEQH5Z82KwLn4RM57AwMcUNb0mlbVTYx7+6vp2WZ6D+GzDnyAzOQEsMnXPJbzyxicu4KbL6p0TWHVgy1r1X2MeBNuURtT9GFU+eLxr7vohNLAi70MLe7LAdcngmZBrOU4xejEM3RK5C7Mo2UKfP3BJWuwQ75m/vHHeE/Fho+8cyx/6y7JkSzzfbv9rmM8ezNq+wwpp+D0wgbvt4TTLtUGWeqa/wPi/sX31PsKfEuJ4PzsN0Bs7jT7iekBwBBzw6nIfBQDfGkbw5TAIRdduPecxPiKRUOz+W7XB1R/IRzJ9/VVZ9NG+9AT2DNXjt0zoQsnjLIJQIaVRTA8LCqW0DPcaFv8w1OPkTa3DC5ynrBCSBBhJCgz8LSaJ7TQO6xfHxZ9si+YM17FLMBMZ4i/qbQAYPGuq65gx6zykZVcNqsCbVXnCtaj2tvdI1AmsE1gisEVgj8MsisP5k+WXxW0f/OyMQp7fzoyFeZOVN1iaSP1udkAg6OT0hGdSry73852BKSeKBLh6PeVDluc5NLV/uW7Ylxuj49aKy43GvRrvGoNbV4yVfJb95XTxDu/yZf1Fc4Wuck8WeRbvac/JiR/JjICHiP3G44MH/4mInf3PGiZQdfQEuxLtIrgwaTMGOMYYTO2Ocq0K6w/Mb1X6rQ+I1cRmpMksMxX2mIK/YaeBg7vCjRBJoJ/s4cqmCQbmOrvViTZ55sl842wXfCnZmMD7kzGMj9tQ2Cn5X+U5j6OxU0DGEHWHXeg2Z90POiktKk4l3oO0EjbG2YeBQtFkntmzTEDLrmrpduCCaRhve1CjYNTVK8wM7Mo+NGDPrMEc4xJzIos86wduXhoK5JZA71tYNDCTFlv2VZxCl8rZ9AM9xDYQ8ELbreAyFyO4iMakgrpXZ1xY53nsJnJcImY0EP1X0+eJq/wZfYH2pnbGTL7YVXICXci7GVb7UmWJDfAafDah9D5+ZJ3xj2kZhFwWFWPvxWbHKvk+8v+zrDl93jhHvq+a/5dY8XqfnqzL3GrZZ5+GnQJxN61yFubMOofb4BprXlqazp0vOMalonh22qvTY+N7CYf+x3O3rxk5ykqTy+4JmW3dEpDUmauKEalh0vHm/RZyJvxMfl2C5weff0OB2gDVCfSaYllLfgz6vASSNwlI8q8dUqjgftW0fwo67LMe32k8NH/2WB2JlYa+uJ1grVizXRJLKiZ3C+a3+c7456+c++06UGyTOz/m8rAn0Cw3mxwE64lL1D8Yl7NsXg14mpuBE7jl5OSmzYIrqi47K7Guvr2EvfQZ3hY1naK9dawTWCKwReMEIrGqveQTWny6v+QF49ZfPbzmnRfAIxgNYr+32VCdnN3Xj9Cb8iRIPZn425q6ruD9aH1nqpJT0K7x+FSO/gh8/xQQ+T+9+uBjo59JgHCyYQrBGeMeN5qLUB/2F4FdkPaOYFTx3muY50+MrdYwznTGtcSKzuDEjl4vRD/xcbndcPv1vnlxwObiA3yEP2i4+F4OiHX1D/NnWzkmauMRyDkm44PVlH6bA1pUxM3NSo+oFVoyMNXbt3wuiXS/EOxUuL/ImhB3rx+ioklLQWjEDcRjRL8wxsKbSwMXJsqpHja2CpxAxAYV5WIsTTzEubAzIrTHGvZlR2jPRoiqMh9g+PhZseJ6KkfHY5ZLY2sK/IsuMouI+f0sHP4dyQfLF8gotfCisp0R7GkNbHgtFggPUth2gydo0w+2GGj/bEz7jAPU0Fh8sL7bLngc1zxzDhBI+2D+PqRjwf4lC21jKBtubUG0RW+th13M2X+xPAK+ax1dT4j517M+2ZQYd2A07UNsP2CbtJjcNeawRf6COaUOh3WBd+8iKMX5NmRyZyKRU/WmyRi2tc3Ma8Cl43ldBo40/sX/WrMfOY43JcCUWXAIC38KvQh11Te25jGu6L4mtayw73DaWshflPc64St/yhmX/Qsay4/1piopJRrAE4qmMnAbeC7xfvLf7uLPDEf+dBs76EoV2g8cEJmvZe8WEc8iRm4+dM0MfrsxNuhfFa3DT1DC/Rxu6lyx1zO9ROLN+rw18hp870RM4l/lheKphOOd48zkTZ40YoO+1K9bmtuEYEBsi1OYsrK8Qq4HPiAts7qBuu7/nF0zb+MXTqfq+V85Gp86d1yETCnDYneX/6EHsTgN2LWsEfpMIrEbXCKwReJ0jsP6EeZ13/3ewdj/6+WISS8md8qZXv93qxtmZTm/ckv8dIHFJ9uPcGBdUc0jI/KSUdfxKs8CcMQuuYV5E55qh/5viuuw645iU4AyRCIONtqlj5GRD/UYHEmImHnwt4xkYwRzt4H+ryr6xRZp3CEGyl/Y3ILcCml6j/QwneYifZI3Uc5KmZlbKeeJNHJwiP9B7/cUXIJI6O1AmmHdCaOck0IyL+MdQR1/sSdgU5i9QW2xoM4o+3ydG/PNsI3OEDvGtcxJXZLZR2/anaIxxI0PhqWPMpWqahUViQoXK44w6ivH0HQ5DQEFZBR88pvhSQ9Jr9GXI/ICn2CpA+F1xaMWtgl/WMZX5Zm+6XBXWUGxzbqOJzZAxjy+ZxX3wJfScYDH8773Yd5JrjnGMGbiYevxOtitsK+TVE9cKX4UntXW5Zl0IC+NCC1o8f1DbncD6feGLuNg3MJC0qeCCHG10obMO/ns9RoE/hNcCrB9zeR2HwK1aYm8qax99XI0qcWflWp2fsdqm4zgFQtc2jLn3hZjlu8Z+VTCUDooMWouyl+x9JP6x/gF3hngPFd5TA3tgFCjdYdqjc1iFowS7sB5LWbYPeK/vGAcKr2jDazp2/UjWYnUVXQz1qML7ZcZ8ZulhE/weWYINY18KZEfoDfaS8Ta5nwqO4r3yma3svItWvQLM16TBRoWkUdip2J7ZoFHhEt40P/2eHUj0DCSB4k+7/OddAT6vLduRAILWc8b7kc+QNjYsEQMW6OJpKsUN6+zoG/gsGqBuWyH3nXp+6bTZbNX3IDsBhGOdextoNxaan50eQuN/oaxTrBFYI7BGYI3AaxuBw59Kr20Y1oW/0hHgfuiHTfG06a9gnzgBdOOmbt++qX5HO5kAABAASURBVFMSQdvtifquX1z6k5SAeEGLWaig9XEWhq6ry9RnMo3xuKt1XzJpXdzCKS+CphMqEE0P8jzrwo5yIoK7PI/WHmiFRuHd0TCNQ/orF/sHwj9T1W2OgKd5LnuFt7Vt5wOWIgoeSvGHXWZs9r7RTpwXZbE+wCVgHHfxrR6v2w/3hWTOyIN+JH74jXF8M4iLg+kOOnCR2IGBpMnOl3r0hR0CR0Sm+T0PmEv44z485oI1Ak0oHos3VhnNY69gyX7IbXg8rabwuzJiReJV47G/ZNuKhAn6XDyn6RJFnrOwRq8hwDrqn74NijX6smMZFGVp9mNpZ+JZB4UGc3M2Cv4WBHuM8lxzm2RK8Ng/kHuM48Bcpf05R9jaTeOh0V9cA69toI95aeEkPshbew3SLF+oy+PCH88/AaMU5pnatd9zGcdy2l7TtfAYAz2vjbjv7eH7NAcT4ouL9UwN+k3878iYHqD2+UgEONf+HDxQWTasPgOGeZfdz+NjDgJXKXGGoRwNy3wcG7V/7vRcMaXXxu5yrgYSPr5UF/hA6HhP6yiWgy3ssGuH82AIPxwvn3v3vT4oRMNwXBrcfnHUmB3pE0DHG+NhlGZjg9YdmWqH3/EPTLIg0RFcrdjrSzq1Z2m/Slwfj7dsAQbZd79fvffxHoqzs1MkffzZfE6y5/xc8adebht8Vhc+42PcZM5rxdzUwk/OXtiDTkLIyDSFz0PsX1zoHBQ+8+ngXHbyt362/SbohucM8YuoLqKVUemAKWSSeU63DtF0DqVra43AGoE1AmsE1gj8FhFYf+r8FlFdbf5bIhCHmYcv/0PQpzdu6ObtO7px65ZO/G8BbTbqOh7GfPlPUkpRqb38yBkIubhu1n/gWULvAJpelps1BRS3Xn2MLH5k/YBLPI2pjPURPmRHq2TIkeQXNkfmxwRzFXNclgVvB7xH9NQSG17ZWtuRETXTKqk1bWwsxzoJZCQeynPsr8RAKsajC0OB97z4UKC+GOziG0FcBLgAODFUaI9cKgqZlpFLg+co1RDjryrYtL1QnPyK+eApBb5gx+sNCj9aHyjmWNjM8AYkjt/EW9XmpwV5GBouTGASMG/gLXMUkhGDwSVpINnlC/k5fPzJm/80iz7rhE305UkOEEapmr0BFfiIGwkbxhQu+l5TCVsjlyriGPxQv9UTcdzJsZT1iWMhHsHH2AEWmzEGvYM/JatrQQEfXGoEzFU4QiAbSBwrA1bM41LBOErji/04Qu1j1JE8dOnEw+vrecxyLTUWMX7utxN2DmuwiMOmJZcxL0Ra3C7NusfwmEbNSzoknoAZDoWt1RxY0NZlGmPN7BEXdNTDpKmZoMQtePaLcbHmuLwPXN69VoN4WCewt9k4r8tWWjvoZDv4qC4JQvr7q7zOhl9vdT4rASrH26jW21wTZQ8vy6uk7hH72ZpHFNNHEjdt13QBKwL7YCx6eLtj3+eHz4Rh+vd+hqEmfs5JAA0XT0nYnGvgs6xMiWaPt52KJH4EWIQtPObzphjx2Vaiyx75mz9O+pxjw38mPMS6M79YcuIH8Esnf/sn95nnDJztQIxeUk1zdTCttP7WXukagTUCawTWCKwR+O0j4J8+v/0s6wxrBH7LCMTzFEeZJ7rMQ1ffn5D4uaFbt2/p5o2bOvO3gEgC5a5T3PWd5AlGakSLV1kIR+SX4eSQeESsFBVKAq9u8RpZkBcl7uwa/RAM44fh0R2lrm0itfFb1Z6EuWNeEi2jEwP4M5IAEbTYH89tPdMF9iL2w5f9qS/Wx9ipCaHf++yz4HNjXZBS4g5tZOWU42HeicOOB/qMXofM8szYAPqa+KTMfwLuSYKZkXJSfSVleEPQ1HfqQM4dlwkA3+eslLCFTOaVpIDq62AdiDKgWEtiXJJrJLUjVUJ7WeAdLGx5r2t8irzfhcvNQNzbhckXn/iGE3L3eRij51LN20JD7cIaDNrsW/GeMVeMDzstAVJU2GvFHqMbl/6xytAT7cLYEmORc9ErB8mgooKMikI/+h7DxCJ0E9JEHZc95Fd1Hq7NDTvbsMztaV34INB8EX4ZBTpj0d/0LtOdir8l5HVweR2CFlU90z10yRf8x2evjU2mgX+05wXS3Bc6KG5PxOz1aMs90EBIORBd1Yi9Ou7wwIZFn0Wsy+sVe1eIQWG897EMxBqe7li6/V6iWVnKzEcsotPGjWi8ZpXX/XPwYmHKuezDvBzi/YoNOxBGw94Ec1TFnh3JYsMPZFePbmPnMzOdoYHkjM/S4G/7GCR9mszywvuMNxkzjKC+dcw0e+J97LbtVj1a7mR9hffrwDm9uLjQ06cXGmlnPr/7+ObPViebrTa5Jz79NMgDO/hFyccytxf9K7tGYI3AGoE1AmsE/pcisP4E+l8K9DrNbxUBP2QtjjHspu91dnKqW7du687dO3rj/n3dvn1HpySBOh7SxGXal04j7p5qr9QYFV/sDXR1CeK1162Pk4hCz/Rlxd5TTS7uV2GBL9DWgXJpF8EZgWnxw7F5q/2mmOZnvoIPhTmNMRIEI67QzyVbxnP84CiEBiN4tq+XiVhHSKXEA3xmz1JKSgkOiEd4807ydCQMc8dDvWnq1AWflT3OY6BYUUrIaIccGaxytqU9xCuJ/9wfNCuhlFOSkTr6jIQc5NaHrot41RXEanRp/RkFFBkqMVZugwTcI/oqdM2L2EZPUSH28qXHsY9LFQkL4j8S8+hDAwdCu1WexqhtfJwb1WvFXhZGjpiegH1h11KmYyi6lEPbFpAsij8FM6Ud45iDsbaLQewip5Z9D0q7GsUuutTHZXbxuONSO12SRHwnqe0YU/MFyRQDtH3hrDGg9mXWccb3kHPRDOo1IYu1QimyaKqwsi+Hvhy29lq/ARdOVbtEvzJX1l4nnqMfa4v1csbaWpHTuxg5rQHCO20hX9lfJwLeratg60u524qjz1ZASyCkVosDacYIKZX5BpoUj4X8pOIx7WON08PbgDreK3wmONnjbyma8nklzpM/F2IMs3gchDICfInzZb4BcfhuyvoY6M9fFhcCRmBy1MB8TS3xjLHhF01bnim20L7fyv/+IBVjMMBg2zjA1AOhWAeyljUCawTWCKwRWCPwb4jA+lPo3xD0l2HK34MP8Rw3LaSDGjy+qd/0Ojt1AuiG7t69qzfvv6k7d+7oBFnO1kraMXg0fJmU4toIoSRQix/8Kndc73Vajx8lK3+5r8r//bV9HGOl5po/6TA1QFeExDSedhlhAe024jejBLww145kwbgr2gV28rdPhh2U3+D6z66i3zrojpfWY++Scvtkgybxigq6KPux+8XlnBiblHKGZnUJ9J26TRff0Om6Xl2/UccZ60kMVZrRZ1xKEUtauvKVLaWybXT7LivnThn7PReKik497dy5LyvlJDiggOJFoILabyMaU5XwYQ/RqtDlV0YEEoDbF8yXiGuJi0+9pMPzflFgr3rM2VR2FeMVJ4iRUNe02bfSEEkdTwbQUIwxL9Zqytq4zBUgUNxP0qfgwwxkhbGFy5lloo/msVu0sUV9XDLjq8z9DVVyWCeJvag47GktL/t5aLozZV0C9v0QowqXWf+pScgPkiMe7fgAirxmiyZYNLGVeEPsWG1dX1vvUi8DKZfEVwmOxtuPhronc4vR5jW5zg5G05VBd5SlHMGyi+ZheVEnD0etrWdFoOj6qC43Y+Insrd4SfAMe/tRoeSJgY9UQ2ggCxp//jlo8HtkGOp7xTQ+BwZURuD5Dd66eVTYQcqpoxS4JazTwCS81/25i1Lo+j3oX4YUPi8s7/nc7jcbbfsT+X86sXECKJMEYpIc6BiKnVgMbBTLglmrNQJrBNYIrBFYI/BviUCb1D+hGr/SNQKvVgTm08uDVedGVscKMg9g/eZEJyenJH5u6/6b9/XGG/fiG0GnZ6fa8OBmnTJfjhOjxKNdEKrahlGBLTB7JO15OhbFj5yL5kvLXvaTReJtlbseiQWUi6kfeumi0Kb+bUudo5DY2XHRd7LHD/gXJH9Mow1v6gRewT/r4uyBWz4JIUiJx2+vLbHTSCmaX8zFRlLEdIG5y9qMTSkrk4zpuk7+R8Q3mz7OTlCSQJvtRhv6Oidvul6pS8qMUcyDfV1+ZfpySsrZ6NR1GRs91LzpBGx22MypC12hr5S1f+F5u/gTBxn7zmdw9stI6FTYly536jLrhfZ9p5519anSHHL3McQlu5JMZsxM60sH/YoXPvvdY78DFtqXBrcN6y3pxDtx5PFL2I430JQYFPqKDwTtAq8ZtrGcZ+JjKvPubzhuN3mjCcaA/MTiMC2HeHrD+2d/i/0+wKiW3LrUtzQU6zwQHDWYmX3Us8AItGLfYBcF6bPGtb55BCtiDThO+Cce/+BCNKshM29VFM1Gv9tGCKg8DnJU8Ck8bbR1H7eb/HdKHagZrNHBmts0KBHmF5bZBoMmfZ+5Ot5yMDfML8EYN00CVJS2G3x6uPcZQPmot46p9dwVfu1I/AyR9CkkfYb45g/tlvzx54EHMHn97BLHPsVpEZ8NiCWvI2x5XlCFKFLgKWjwjiTxOvK5MmAbATY6dZte281Wp9szbfml0kl/qtxtlfOG548e23kCJIrbXXC1crtya71GYI3AGoH/5Qis060RiAisP4kiDGv1u4jA9IyVc6fcZ223/hbQLb355hskgO7r7l0ngW7phIe2jgtujkt14pHQq0+ugvf1b5TbVyHU5opHx5l/VRiv6tLyQqBYf2RDeIgea4tlVW6Eq2XPRTsMBveLKz9sG07sjDyg73jwrgmfXXwTaIeskATyxWT0EzkzLvcg01ZUZia47b1mjRlMUgjrYJ0KO3sroUqVc1aXkpwI6bpeHUmZzaZTJIA2G3XdRj2XgY6zZOTccQlIMX2WX9gnhgW4pehJ1ADdjnE9Np1c2mLfdI8OW1l9n6AgZfk1EbNh1TGKxrKyasNSHiP2glBhjcqdstdrf0DuWHNG1gNob5o6IpfRy3sDjZtEJobQdNHxyyHmMqXwo8amqXic4XalVnbLFFjd+wTreBbswKJQkBo+DVDkziKUmMMaBmoHJYyJgQfSSw07YtBhchmp7mUsNkkvSG1H08u8Ec3J1WLHfM6hxTTA+ngv1PbAEtEqE530ELImjKA/8/SF7Z9YzT5N447bk/ga8mxtu1cHPluv6ng9LKs26mrKi4yzTsM0+PdGCGRbYaWF82gI2uC20dqmbhvmW1CIc0TXtMkatawBWZ1sORihS9MxdRsE6wHwUZZ8CK6smlbQHDV6nHl8rO+BnQbO/1AuoOYvFD8X+MWBT0tGz6M8NFPteczEZwPvp4kKmg2U8vQeLrT9Swf/X8Tq//XLC0nx2X92dlNnZzfk/9GEk0A9yaCce2X+U5eZoAOmDTTnYtncWJk1Av+GCKxTrhFYI7BG4Iof4WtQ1gi8UhHw85Rx5HRWr5N+o5s37uj+/TcBCaB7d3Tr9m2dOgHU90qJgVyn+sFlAAAQAElEQVTwpcMkkKbXONHfJ0ksawmafsblAh3JFxIjsDLPPcPPyCg4IoBC41cvnj4mYu5xV3igB0w++uJL0if+9Ave30oqPKBHoioGLR3ymuzaRCGZPWanleHZancGPNTXgFIXirki816zkNHyLFwlQr1WnJmcOmWMdSRLkvmUJYoVbLMwKuzYBrCtQFhqvjaqkHqcGBd2Jls5KBX2E8YTc0rmdPDyGqpgslmNVdGzaky72ySnrIz9TOI0/ryBpE/P+ozMGrtc+5u+acCDg9lXmIllVFft0xLWK6zZTlZkWpbaVM7WdcuY9OZv/lhGv4eZJV4FiDMidIIiL5M92EnkAQ2WGrUduh5vLMYJP8IfVFm66oJoXFOsG11mnosUsVYEKiloBMtrM4TfeGafuOSWwfygSndQdpy+EkAOtetoQVxr/4plutqLltyxq9f1WX6se13buiwwyL5aalvqtmlDbTvWDa2HaLRSRaEa1aJd2denvn5Pf8sYOOrHuGo+61T5nqvt59cHI2hQ6iDOeZn+5GuYv/nj98OU/OG9whsHXWKTFG+r+S2GkThX9MZh4p0SutgMGvKpQjfeW8x1cTFogPrPkN277U90g+TPjRs3eY64obPTG+q3W477Rh1JIGbFfAZoz4nKjoYLcpN/N9b51wisEVgjsEbgtY/A+hPptT8Cr24Asvzf0n8f58yDGDR38j/KuD071c1bd3Tvjft6+OAtPX7rcfyj0DdvORF0ptxtMJACXL24Tpqn+YIlL/R+2sjFwH8Ta98bjl1w3oJgTOIaGT8z72VT169MPK8TMEZL+OxIBvlbQIUkUDyY05YVY+7CKQiG6qodSHG1Tsm0QiGRRKKprYkrgwXIuEBj2/PHHNaZF52Yq9pIJEcyt4sGNZuMtU2shK2RxETANtwnv0ZX8lpQgq+zw0izTrSE2/KMYq4qWda2YwjrzUZt24el5jHvfbfM/ktuJeWcAZS1pdSp40LTkQgyemj2ewo/0IoRuu41uRDxvU7nKnluQhsAlCbxCiuQTHomBpJYbiEK8oXOAksili0uSwpfS2jOFTJ5XGCWvjDTfHnRAdY3Qn9m3PLCAf7bpWJ/WJepz0ylO5bqRJCBxP3AqnRQkNlUg/saP9GDKSfZ9cTagDOiJa4YgFaVWi9OSpXU2l17zmcvh16TL/ssayASFK/PGjHElRtN5XWh7GUmFj936b84TMztfQhg7Do/LG9bZB5VhtRzaRNuPxcoxpknueNETIGWQsKHpEzhlwHFbT5jOfDY9ntiF98IKjt0/PNiRAbkzwY0BKpPJY5xO572yvMM2BzOL3QBnl481ZOnT7TDjv3sNhud8Dxx++Zt3bhxSzdOb2p7cqpNJgEUhtDagSjTiksXLZ/ziVnJGoE1AmsE1gisEfi3R2D6KfVv92N1YI3AL4xAe9CymczlNfOA1+tse6YbN+/o3r039PDRI731+G35G0G3SABtT8/U9xseDf0NoCTJULTVXmNjLtPlmyfNejNzecBLIfEajaUzh+22AtORBAhlqfyb8o5pJuuRccm85j1hX3CIwv5o8bIWypPevgNNCqNC32yDZdyt96oeHi2Y5HNjGoKDyjPFcz5MjvnQW2pwWXHTlwlP6vk8l2XGiNCXjDLR2h7lZFPhkhLgglIOnGNkFtPaLwDnFtLwAHVhAMhWLQae2YBtxb41IDMLiRKxjjmSOtbf5cz7oquY+BzJH+anHS7USle/mHtxaJZzXa2PlPmpj0qzA130+BtDdmMhkrgUi4tgcUAcP7ebwszbk4rQC92jtmWMq+4czov4uSUu5phs9LkDUKhzmUlUBqQVryV2lnMS68BzKHWsuZhHp3BxrTw9IcPARHGHBoW2imBerMzjQt0t0GzA1lDZ+4ZQPKzcdSjRpb2j/1DmQQYdV5TmwhVdr4HIgX/5lnnlbh1s6mWNq1ZyqGUNw0d9JLEzxLdxnAgaBhI8w0CHMy6Fo7jjIwDq94GTQ6DpFCeJAAoEzvZKPYN+kzKSUdhxDWLcoPOLcz19+hQ8Yc4LxmU+Dzc6PbuhW3fu6caN2zq7eUMn21PlzVZhML7x04kGcDEPDTl0LWsE1gisEVgjsEbgJYnA4c/bl8Sp1Y01Ai8egXx4Fe040gbSjuROPtnyW7ubus1D2/0HD/TI3wB68JCE0P34ZpB/g5e6XokL7phaIsizJ1dcvYIcVMwgI4SjVJM/MFdq6yV/1XWqphM0v46W4+bc9xsxEVO7Y9gf9sMkpmsJBS67WsY5BmlWk19+xocW69lxw3zD1A7C+MzonJNSyjVxyLyWCZngMVVLrsR1wQ8j+KhszXADRWwlII83RcwM1BTUPNbfaNrtBu0uJnChCR7ZAAo33ZGkhpiLUbVgOoPaSJVEjdGg0+LhrWbdRmM9mY4oTihIBduFOYLCe77CvAW+QK3axs+2LOTitCTBT5U9MKbmEak9tumOoFFZfjVKzFX7nPzxuGthv9Gv2tTR9lqxwnq8JoOVs3Zk1kVOwxyEMeYsi0laXKPx0yubOxrl5Ta0LreDn5lo1Wq24XXYHwT453UYOE1hLYP7ofTV9VGbt3q1dFR7sqvhYYQBu7YxgdGYQuyaxqWyt5VV/xPUJShM9iG6NM4C9C/12Z77roBdCKATFJ1GYQ8LOoeCZ7QWus3ey0Cf4fGv07VcZLW4j8S+z+etYeCQNJ5TVwe1+tJe2kbrvIqy/7PYumCyP5C8KXw2lik5M5iPPs77/NlVyP/uKkgOXQxPtYMOw7lK6O84t37vcBL3C2NGZP6MmBJHu92FLsBgXFxgwwkmqes7bTenJH5IAPHLo7MbtyL543//p88bdZxtTcCUKg8JGZTlUK9ljcAagTUCawTWCLwUEcgvhRerE2sEfmkE4iR3eyudBb1yPlHfb7W9eUt37z3Q/UeP9eDh23rzrbf1xv2HunHrrrYnN0InqWd8TQLxWKjIFyBpJSMwmkbi4TPJD4iGn/A8CiRG/BrAzK9eFgaLEg/FCizEByxL1OjkC+ARmwhM3ZHYgPc6Ib+sEDMMFDCXpV34lFzR66QMfsNJlokXXdQHhfsBC+OCgMf2G6KGaKPtYYkH9MRlJaVOHWcmg5Q7ZebJymqvPYcZHB0nYyUuD2PEEHHQNsY0YaPO41q8rFtU/I2fXeG3yzsw6JzLyjmJICd+jJFbRGERBfuXo5OwWj1KSrryVbuv7Aonw9lRZZqjJoG4JJFEGGOvrXDV8Gq41tYBYaNUW3vjDKZv2fZv3OtA+sQaIIs2rYPSRodw0fAQI+RROUKsJeZCgD8ifjiEpPol4liW4DJZ0DEGqFGaLOiggh1DjMMQhn+d4qXYUqPmjf2akpsVFhq1dVRXC+Fj9HitxAF/LTOE40FRpYTWvjqWuG0bptYyBcRBM5CHCD3bBkgWhc5LsmsXwDj0m21a+Vmq9F9dXmSQdV4E0wy4NXEvB3kRf15keVfpHO1XqEQlPgcXy2efYtehg5MyoFKkyHzWQttjgzmqvIaGo67lEJvymTUGvxf5bBz8HiWRM8D7Pes+Zp2sYNRnHl33n0fy5lzD7lwXF+ckcS4UdrBRx/rzwkN5r0Ass/0L9D1+WCR+Mgdys93q9PRMN89uQG/Gv/uzPTmVkz+Z5A9RwkoGHTA1YNeyRmCNwBqBNQJrBF7SCKw/qV7Sjfmt3Ppd243TvHgI67K6Ta/u5ERnZ7d1l4TPmw8f6yEJoIeP3tG9Nx/o1u07OuHhLpMkUsoqI0bGRNJDccWPeI2jMkgHKFy9i1SfVqEj+gXoWoStl6VijdWVBAEJkPQQqzJG6CipsGZjxwN2JAZMkdfCGPQU0PRiFGVqHBF3XAWrVflBBDGfUlKXs3LXqTNypRlZApl+Mb9Ha/GKf0w4V8FEaoPaY3KXsQf4ze6m73XCOdkY8BtkXce5sU5Oytin0v5VZ3M9kiEzYtNnBRz3mAO4c5JzbHzniksMiaAdsI0RGjJfVHYjOYyiQrzFHD5mHhOwqQUmqzHbQvxclhm8wcxR5ykxj/nClAU5CSEmtLsoVntO4lTu6trKC5htihkmQMXWqcWUdx0s88Vce4oDTIuFefEYcPHgIxsWM1x1DayMMY5dgQpU6qRORf32wu7gYjg47ujWPtvwn5g0f7zbMctPq/DzqgGs6ipxlXkM546gRDuacI3q8LDRI5aIn/judVbgb7TdzWzwjg+aUSo/9UUDHZpWg1CO7R22w4iVGVbnm/o9ciHDMVQRzHNMvMdOskmCqm1wLFhobDFUZrCJNOrrKytf3/uTeuzQTxrwv6l8zToPxF5AQ/Otta+iTYco246xF00ce8N+ea/jfUKyJRKmptP7xn1sdujbhBGN51SX9fCR8+HETHGSiTmG4Zz36pTI8T+KzmclH1JMxznHrzF84PNqx3v6/FxOpp9DBxJG/nOu0f9uELbK9N4xLczBoaMU+Zs/TfeCcQU7drvj5812c6IznhFu3LqhGzfOtCURdEJSqO+36jI/J4C0mYLnUf5EwzWzK9YIrBFYI7BGYI3ASxCBYxfysWBtrxF49SKQuSsZ9Rks89CmgI93Re5P1PenOj29rTv37uvho7fAO3rz4SO98cYD3bx1W5vtqTou/koekwiD0YgfNEcu2SNzVfDkGG3FQ2VR8mU9+JFBl4ulL4oYPU0f/K9SVYMjXldztW1+dGW5L56mblehRpJADbFWD0tUhvWAVUMHPooFwbRqKTB/DZjLl/g6ijlyVgJd16nLvUwTfEamRL+Mqj3X2bZrK1eyr1FPrLFLWf4/XG2wtU/89DLf9x3zcJ5yUkaPErMwFDrZNiFhoukVTVdoTKIFqSObwGozfGZAmTBic3TyhwvNjgtK4aJToONEwwa6QefK9mkUMJWap/EskyBIa1vRsBCKvcJ8Mo15uEgFLSrIRF9QLlouHiWYXJmozRuWL5Hx3XIjFKfK7YZJdEhw61BgbSQTgYsSzahoBvVA/OZ9WHzhw/eBNZSZjqyJ9dEu+KbQGZA1tD63zWPPeqy3YJNZnlEcX2OhwvBFq7KWHaP2yEsw3MycpWzmmTg2VNteW/hr30HBfxZZt8Y8QDy1pwk8NFi06QwbS+qL97INHzaxFcNczTbcuAZNxzQQ1ZXKXn+814O5UmUhtNKi+XNYuzKPs72XAbNDlcEl/7MyS9QO1wcLsABcJUP8E0rdat47JGNKfBNniG8tOmky0C6WW+kam+EBfseBqx9OcdYvq6PpEu/ZQtJnBwaw46jx3mKO0t6H1rMBU8tJ2tifAt2R+DE1GEjxWKPA21aFv3l54W8M4f/gcZ4Xm7nrtDk5lf/U6+Ztnhnu3tUNnhFOTm9o0/fKfk5QZ80K/zyKFcUikbkP0koTt/ZK1wisEVgj8L8bgXW2NQIHEVh/LB2EY2282hHwcTYUj2LyA5ofzCJxwEMbSaCTs1PdfeO+Hjx6W48ePQbv6P6jR7p9+x4PfCfKJiWLwwAAEABJREFUPNylxG/weFb0c2YiIFmuYXg4lIVceBI0IxIXdn8zyKz7LK/8L6s9/S+zcN3oupbRaxqXOpYfgudqjSRkdqy7mDoxAaW5GOgxU3NiD8xOXSaWj8StUkerotWNut9ze0zEOGel3Cl1UB7Me/NAXgNJGmUpACnYPxiLbC7JXEIVMC7ZFuic8Nl06tn7zm3m6Tt0OAcoa/+yZ/uWps42n+yPlq9Ew4BEyeK4iOMTKASSewsXEuzCW+62O6MP5RF52ZWq49hXhcmaFx4s1XKevUdivCImzIGWPEnQWlk6WobdEkkRWqZciMZIAg30WgubYQuKpI4uRMBtt0zdFjK3F8B2m9ceG4veytbhVc18lU71lSOmvjofR2Sel2hhhxp/65qG+Adky5zscd9OxeskNnJcgeBDFnr0E4PaxqF5DSPzGpAoxMvjAorIlOCrnB1X3HcxUTs99grga/SHzbqmiT0gjkQuKdYavI51mQhfs42xDnmNYZv10C7lnHXXbzbJbTWecYzxOAMlFsMYLtK+VA/DUy7h4Pwpw0wvoBfE9RxqGxUeu0f1rfpZ8LniKCCsoM7NhKFjivCg2EYIZiZal6tn9u/nqXO4fdnEyyd55qLC3d92JbZeOBKF/R44BxcV5+fQqe2zFGfNunYJesntvcxnxFp+37Lp9aBYgIr3pnCGi99/JJf8f+VqfPH7lM9Fq4r3GU5RRmD/dnLCZ8eYshs0hj/uG1F1v4EOvjppNWDf/wbbgL6/MbSjXTwv6qnv+GXRmW7fva07t+/O//DzlqRQzv5TcS8uxx+AV19qW/zsED9D9rLKrfUagX9/BFYP1gisEVgjsI+Af2rtWyu3RuB3EQEfa8OL6agAT5r+c7D+5Ew3b97Wm28+IPnzFomgx3r08HEkhW4g325JAnUbxiQpARmw8osnQy5TVQLPA2gG4uKUlg+lIXO/x/x8/HILl+euNhcrQEBRuBxrbXFjLB1OAI2suQDzPB/zYI169KFjUxEn+EWhe9FCP1pNarqHueimGsORSWJXsJ0N9i+TkMm5U4KnUs6enEHht+TfiLtlxD3CTGCyh16abKaU1IPUZdlOtl3awUMlFCkxfOkTggQwpQrGpw4+KYYpSTO0eFVjyXZVXzn0zLcxmnqzhSwIQsBjLVRtFUjnklGl7Ntwc5sxNDmdriuyZ7ACSIgMSBSrF640vmR5vwsXqBEULkhlGKdLFl5wFnQQE49EPsnKRPc69FmFtWjyhuljzlq5Zc/2kP2cUbWeXzOPlSCF92NhrsKcBX8PsZMPcehMeiIR0tp0stZ6UXQMKlgAtmy+gkkqU2v3LVGlUz2yEusbk+hKcrm/RmYfDbUzU3TwmvWQm2cBMgrrEhde76G8l0Bx0a0JG+uIfpTxsYBqNhM7ywt9xcmfcy79RuNNh3NULjBRY2UbDfYhbNhOoNp1bXnOngtno+/FqMc1+1dSbNr+ZWA/9oZRE7ufFkE0Lo9CG2HrP6Z0PbMc6//S9nIyR3fZrvzBDDRiyVQU9ojVzLKq3+r2GXJsdd+unGujnsY2eqK8x2oYp0km8eGeVWG1YStNd6I4Ws8b54nPnMHfOPNZDfBudvKnTlLPKcNiYehpxxgS5SPnO97H+OPEuWjHex06WgYdwt5OFxcXOudMn1/stLPc/biYuy7+weezGzd0K5I/d3T3zl3dvH1LJ9tTZX/7h6B5eq8CgdSpAnKptAVf6vhfFqzTrRFYI7BGYI3AGoEpAuuPpikQK/k9RmB5vP2E5me0rJ4kz9nZTR7q7pH8eaS3331Xbz12IuiR7r1xXzdu3lTv/4NY7qXUbCTJly+aoxavlJSBDNWXNSv3y+r6fxf7ZTYujz7yLppUlL2uGwYSFjtyoS88HO94APdD9OhLM7yQ002N3qQONxf3ueHxps/E4s+2pKUx81kpJSUeujOAUc4JtQlqL2bM5qHhVaOWSWhL1B5rO9VeUscDf9cl9V1WTh3mMxCaFSxXB68s+tKEPNEkwSlemfoYiObivtrIjJnhNSnXjqkm7FJUXku9ckxdE9nrBzerVKbWVTX6YXObwwJgzxFTuGTFJYxR8e2fkfvTOF2OBn77v1PholS4hJXQwzX7FjBPD3KU3NgDfbX9wLSizXQubhvmF8CtRevZrHWNS1reuAbP2XhTtw/g0XaENUz9BZ8LOhVeO5wTIqyxahIfeK+3tt0PwlSVmG2wj0ZrH1P3ZeasVOyS9/xYyzIDeZsi4o/MlPEiiTfD+xX//gn+DyRr4mK9SNxYZh3khbWpJYwsM9xP3xAJnwv52xjmy/m5CpfnEv3wUA4LW+vEkmMAta0rYcfxn4Vm4ssg1ur1Wm7QN8nNXQLjXkjWlDBJCYsL0b7tztaxoBZfB/s8OW3HD4GN68b9XDkmX7AQHE9yhfaBKHTQbYvI8Ea063KaPj183lLTn0EfrD9FYGynwRGNM9gEptWK99mIuFmvimttNc6ez18hOTPEedufV3/WOInj/N4BPDrGTmefsdqNyviQeV/meC+gFOcYe7sL7Uj2jLuBfNEgz3NxMcjJn1KSxM/7Db8gOrl5W2dO/Nx9o37zx/+jiDMnf24ob05DL+eNsnrRCNRouO6QW2o+uqjWskZgjcAagTUCawRergjkl8ud1Zs1Ar92BI6OeM7abLY6O72p2zzgPXz0SO+8/Z4ev/2OHr71WPffeEAC6JZ6dHLu5ExA4ZI+piSegiV48eKRk3aC28Ocoj9FrXgAtebzoEuvdEnyawiOrEYzTb4mTYyWr+KG3fdaSPpE8ocH7LFwyaMtAx1GK6UUUJoEkBgKPSxNodKU3QtPAiSlpJSSsnkluTiOI/OMzFv8W14u6AW+zs0MqMljlOLhW1DxwkXfzeO6UfB/BPI4UOgcQYEfuTTssDuAQuJjx2+TfSlwvyEsVIrRKExon/FxmlA4vABK0X81TdFHRYnxjaIeJYIeHBXrow5RVLWN6PpiPVBYn303MmuIAdNcmYmNpSxUGOcYeWwhDsWXJ+gIgsdmUMfSiQbavvhb5nFGIaYBdBx387IeE7gNoTARJea/VFUnXV/qOhIsdSrv+CzhAUzEmXEcSp2Z2vLrgBb61Li9m+DWCG+KPa8HRAtKB+aR2zJty83GDHasAUFjjylbQq9L8x9+b/JgChHbPdCLMil7YnyIAVymS+CcC++5asLGiaALkjlPp/Y5qpaxVhI5hYt01Rvo3zFu2XcR7QG9wJwEsvwcfetWDGHHNitEOxC+kSDi0u81ZwcCn03MB431uPKaTI+wULJGw5FWbdpo5a6usUWpfWaM2lrUh0LPt+g8ZA9VD/t+ZuuZ8y1tvqDis9Suct+yzOdqJpaZz71Kp4+8Nr+NBqjY4/jMIWPjb3t5n43GB2XPFRg4f7xjOB9DnFXOS5wr5HzukK1Bze+JYhMzYiifNeNoPcbDYyh0s33CjdYWn+slbF9oYJ74t38uLvQUXPC5v7M+P+/7kxs6u3ln+ubPPX5J9KZu0j67eUvu6/utct6wcJI/mVkYow4qAyMmSyBayxqBNQJrBNYIrBF42SLgH1Uvm0+rP2sEfqMIdGE38+CWu6ztyZZkz23duXdPb775UG8/fkcPH7+l+/cf6Padezq9cVN9t5G/FSIefo0R6udKtRcPwyjwUJhkSh6i9aA5sz+JiW/+jD9pyAsopyt00uTjnl6hFCLyL+RbRvlbQIWH+x0YQakd6CR5/TDYTADOa4h+8zQocNGX+ORpUJVI0Oy9AWGBYAYVz/RceIsv5QYP+iN2Yx/CprWShL6Bae1faOFnXAQYY/WCrRjvNg//g5McwEmOHb8d9voK8nk+9Pf2Gsd8jcXfxr4oraMPPa1j8ddMODrxnt/tJjed0XRmwSWmznIkthBkUR10keTgZlWIcSFuAxcwX5gGLk87+F1c/Lmg0bZsKL5QDVyqDPMXss4eXM6sS3wHLl4FGvCflJFAKsx1MP1Rw941RJeXi1+xn4x1M+TXVl7PHnIsXwgY5KzJczBfiXiwlqB4TfKiBOAPdDwXXlFiLH1Y2hcvZt/ac8dyjzcY7xlsa79mJPgU7QOKuUW7TLGWKfvmpI6TNktahnP27kJl6i/sVWFPgzbZjv4ZJI24NBfal21dHNk6x24F2Sbcdfyc+PF12wd65PQVIMVbaI5BYSHL4raxlFU+/uxzHhdRqh3HtXWOcDgnPizHoOv3RgBFCgoWgkmvEGsKOzQJfmMScxGGK+libkd0CRxf9DZ2v46QYNcLIV9zEERrGbbRE4RA38v/UL6/JVvRTW2ixc9Df4Z7U+1nNTYZ9wSejI4aO84DZ6x+q+zi8Oz4vcXnjfU4OJjh3Ayce3+GnO84TpxJJ4k4h4W2OOPy+9VTjUzCZ7t4rwpqG8WfN3ymx+cZ53e4wIb7cTSljbrtmU7Obuvs1m2SP/d0g5//N27c1SmJn83ZDeX+FJxwTk8EA+2hG3WMh2FCipNBkLkd/FqtEVgjsEZgjcAagZcvAvnlc2n1aI3AbxsBPyMamd/kbU62/IbvViR93n7nXb377nt665239fDRWySB7mq7PVXyg13KXBsTjhmZR1neOsjoVEVSdlvujydQKUaMSJ4FTf2mFfotXpNNezexl0j0JWrK3DnC8RDdHqTH9vDOw/mOB+gReJ0jayUoKO+LTS1aM2uTc2PBENF9axpsu4X5Rx7enbTZxfw7+aFeMbeHVIvVbdcN7rN3lXrP3bI9jy1cGszvsG0M0IFLxs5rm1A8B/MX1jcyd7W0qG3UWIhelLWX0sGqrxzqe40Irn0IBfsxIyT/P3vnoti2rWztRVAXy/I9vsa5tfv87/9y56SxRIL/twakRNlOmrZpd7s3FSzMYDAYDIYXESNZ+Wq1tw5HEWfbAZClkQ8RSdacma9xfEBDLAJsvkwjPvBtjy1JszbQqh102Zg54dOQUBj0Omy1tAe7OdbQyfT1EOLcyDc9f3kQNkyed43btjJufx8fkRCHHXX72OBnT1m319A4TgbtzNocM0OWEb+dX/iIkX2xQ88x9FoX2E4AXqDEyD4gHdoHlA2yN832w/MHHfR9vdh3gK8NyN54+1iYspH2JnxDMmizeWJzvSmb8bDhVTgWpoYdtQ/I/K0Kz4m9xrYGO4ONoLa3jf8xKmwz3wY0zFWSTPaNhBBr8TpF3DxD0F4WBCGzUv++4nD/5pEeZPQDd+yOcQcxwcFyfNwGtA9U4hw+lKD1SrFOjwQ1Xh3LnM9HI6LsojfutrzcZ7D5wh4yFKijZzcOWRgzRWhXnNhJvBcaizTTYjbTDCTgxFBCKYB+Kf1gDJV3zNzPgTzOrZbzrAEkf+Lc4byD+rzgRsIpwHnBuZW5J2cncDyG8yzO3UjiPKm1PveejJ447xUXLGeKp+DG2Xmc798ck0x/Rq8Bvk/lrpJYz2yx1PJoHR8GHa/P48++Tk7O5W/9zJfHrPFIiWcFaYb+DEWd7D0AABAASURBVH5B4meuuk6SEYuto56qKQJTBKYITBGYIvBPiADvYP8ENycfpwj8qAiMHtR4YJ3Nllr594Aur3T79m3/e0Bv5T8HOzu70PzoSFWaSVWtXFU8XiZQ0a6UvZmuuIR2sFy/8dX1+lAKxvv2byE/TpcV7IzZHTcylZMvHQ/UOR6kW5m6HYkhHrBNy8M3ylGKpaqCUhwqmY8+NG3U6NvSTkkyP0yO7c5zkpzxQ7v51m188fw5o1iKxDhbEfMkmTMKp+GFPTGmJH469hkNHx438ifCLRuJAJ8Ot05kxEahQadFJzOsk+fvGL8DdjvOBOGTSQDZ95QY99UB7gXe9LDRjjXjU8sGyL7t4D7Qgey1PZvYbpUpCDaFyD/TeNkknBJr9LiMgWwfTJl/2EA1xGrAThYbezZzQVtiCs+YogdPPK3bQlsnDga7PultP/yzPzvGDZDAN4rH0v18FKI/XDjqhALLxNaxaIjLLh6xhkaWh579MCJwRBGeTrfwAxvUXskAmqPiflsh9DECnvFhOyjn4G5u862akFvP7XKueD521BBk3vwS48Yb6J2vDX0NKgaJGTbQDcfLP4bbbDblR3FD1oYOJ/zIxzHreQFxaSLZx/FlnJM8trUJW8VeE4mgod+0bPQ9bxN+YcdrY90sCf/cdjwcC88JHx09bwKQUn9vSSr/ir6PQeEO66/JBy33p69NHD72nby3pB0kWIAHGKAM5g6o5QEqCv7244iL20W52Hc9oMj7GsUyVz/W7b5rTBD3TVspcSbqzFTqQVIoqlbz+mB3BSNlLq8LcM91O/pDl0Gcf9nHdgeSOpZxH8uBrTLnSuYcyZyHhs+nPHwLzbrBoxdJH87b7ROJnw335UZ5S5v7ye7ex2XHIorbnt7vE56b8zTjk7/B2ra+VogPaZyqXshJnqPjE61Oz0j+nAdW6zMtVidaLNZKPCOonqmuE5gHRFtOCAVSTBnrjqNWuKmeIjBFYIrAFIEpAn/XCKS/q2OTX78hApPqqxHwyV2QXnksc4+HQSnxKeDySCcnF/K3f96+e697/zj0w4Pe3Nzo+OSMB78FT421uiqps8WqluB34AEYgX7Xyw+uWP1dY3/PoOr5IAuM53La9o0H6I4H6ZJ0YZPAw7S/ldOOHrCthnYpxFQRD9cVnCFeFShlr7+XlR6VSDCnH+wNz5MjCZTZkwJ4tzvr5GGUacVc0EpK9iFVNMxA+tJh3ZuBjO8Ndlo2yC2Jiq0TP2wm/I2WhgSHZS39Df0dupn1Z88HL+gYXkvHNiBAbNjFqqCf9Bmx/jMRTftpSJ5CzBFzel78a9kwNdAG33bAtxwb/c6rwgPMPCsOj13Srvf12cfDrGGLYm4Py7ERa9U40WQfiFMzwG0nAYK2JMvQs48eM+iYhk5DP0kA1tIia62Dc16n/YMduyFfZkWQ9qwXVITfXTuqxncPeKYYU8ZByYQDEBf7HHDkx20WgQZ6HfBIWsgE4JB5pcMEpd8tuiFoIMo0Ssw7NbsYEbtImJhmzLXP+ooshy820qAD9THzuTSA45QHIGuCL8ekYRNuZM9DX2ZtOLWPvRsj5PAzc0xbNXF8sQPdsFk3bMvf+Nk4OdTbbuADnAPlHGrUwGfOh7xbKzEabJsyJythPTC/Wnyke8RNYDzA55H7xrJD3r1fA16FsvvDGfsGBj46qdz/GuKEpoMSMR3TnYDx+8KqrYQgxZkD86ygsZP0qrt2MBaOECFxOzqHamyF44nYkrI02jDlWDuB05/XoYDi1/zyfSnuT4yP49soQ32sfV68htxt0eEc8rlC4qdpSPZsN9qS9NluvkC/6Al+s/2FZOUXbdqNfN5lzp04BriTUs29vybUyS3ElbpGJIxo5pq+mebzlVYkfc7PLnV+dqXLy0tdQE9OTvlA6ESLxZHms0XYSJHsSQw2IENx0xjaE50iMEVgisAUgSkCf2UE/sBc09vXHwjeNPSfFIEUz9fhMQ+BQXeSpPl8ptXRWqfnF7q+vtMjCaDHt+/08PCoN29utebTwXo+J9czl1SrZawTQeJhEyGySqqADMXL3G9HN7IQZn58hVMVs1TfYbnrdfys771gx+ayi81Aq9aUzaNpkWVyFsOISonkS0rcYqCK18sZY08dfcPWqm8wmS0F2IhimMLGgwGRmGHu1skZEg1uZ3i3O3QpYjiGKo6SFBV+4AmNUsIuaxGIjQ3jM7YbU68JanveKHfwDRuZzhtp5vWYYqUSYVRVVaqkA2j8cvACVIx3rASNfROiojr2rkhwp6wZfxo2OPat9XrZRLWBrOw++xWfarOqWHwZX+pBRuw8lxEdyIN+u7JWRzC7IU72g01643kHsFHzBqylr6BRUPpbkgFt0Eb+llWsA72MLADfgTgGzCGC4tCY2rOXUbEUFCWY31a+au9VM179viMTB8VBcRCfAXkG7s+sIxOj7CRK8JnDDWJtz8aFefpiPWPalTFhw/JWDRtqI0Nz2G/RGWB9w7oNcii2M+eDZ0RAQcY8bu/g9gDrjsDwffH1MwDp8zju7XHkBnumO3v2M7OGJpJWw3kQiSAnhLzh55xuQFkfvhIvphI3knIJ03g+L6JvF3x4qWBvD6VlNtf4T1fRcG0giJLDj2DxjXAEe+jTWD+6D6rkcQeSUQNfS7/nKRj1BjvMNVALg4/KrUNYfIihNdZj3bidmd/ARYIQApQKtTz7XOY+mIdzsiii80pBlxOOYtv9+ejrPLBV5jg3ccy3nBMb9JBxr7As+35iNBt1TvBAm0j6PGnzROLn6YueQCSFSA613BM77oGcajhSSdyP432Ho5VzJbvSdFAvRfRrrtn8SKv1qc7Pr3Rxcakzkj9nUP/g89HqWEs+DPK3g1Of/KmxJdVS0AQBwVtkOXQqUwSmCEwR+IsjME03ReD3RsDvYr937DRuisA/LALPTnee2/ygmNKcPcaMh8KFjkgCnV9ekAS60c39gx5IAt29favLq2sdn5Ufhk7zpVI1k6qaR2A/svNwKdCpf1XyXvE3oR9ZSIe1wv25NX5+a6aO2UHnhfB0ndngZqiTLN4MtGzinfzxRt6085O2dRmWQJSqUmKO1CeBPGOoYDeoePFgTh3FbKYjwxR08lxMrZibZExJ9rQkoEBsSKCxCciybvb4sFaqmB8fZOBP0Ji/k9dS0LLZKPC6PEesi/n8rZfOlM2Lqe2Ll01V2Eys0OcRJ5FeAL1SWBCMp4UcltKFpbHYQkAQHNeOAGTi3eBD4z97sD+suQUdm6kcCQHWwxlp/4xyEvY2dxPbJjKIfLygmTFIolTUL1Gp6o8f3RI+UcEy+NlYhJQKUNwNCV348M7rYN6MjUC0iXv4jyfuwybdjKRNTXhdA0c6iJQSzLgwwbj5p/Ed3rEi+z1GkVLjh+UsIHstsVnuvzWBjJGEDx00zRcMzlqOJMaxdvSLjZYxjXJX0Jhy3HPYRjamnBe+TgbYcrYdM57T/NcQ59EwL76gF8OeV449iHN+6EM35nlB7V9vk/PXfjXQBv83JH42m0Z72pIMALEeTlhcsPlypEv98rhbY4xeL0S9geCHChnFoXgddLIGAbh+EBztvrE/HREQBmr6MTbM7HcEjiLycSk6g2TQHdpFPzPtHphUYliAARFvJjSFRChMB4dQ2ZvrOYYXzoxho4Eidh1iZPvj5/Nt8MPHA0SyZsPx2crf6BoSdzveSRp0yp8APnFMG3QNxm6MrZo41hsobXQz97LMOUc2SDmSP/RhZ+tv+kSC5wtzfVHTgkwfyaCWxFDr88PXAEkf8VGMnt3vc+cjALJRSXzgk0jepLTQfL6Wv/mzXl/o7JTEz8WVzvwtoPMLrdcnOiL5M58dKc14j68d0RhJmGpQ2jBTmSLwd4nA5McUgSkCUwR+VwT8jva7Bk6Dpgj8EyOQ/LTssz7VfiSUeMhLCSltQf1NoMXCnw6e6Or6Rg/+JtD7j3r7/r3ePjzq8s1N/FhkWiylqubT7C7gjY0fpDv2LYpXRW1AfrXsBo00X5ONuv8Q+5pfns94bhhZlI7HbPpYYKwV2rHR7di4R/KHjWfwLXr0lf1S1Sc1KgaCSCJAae0Ktnf8jhnp9P2Z2bEsz93aPvO1gVYtG8qWRFBjiqzDBxTZ0uwMKhwZmVX/8jHLOJv7TbfXkhkfNqGZvg6bDZuNjnZDG1f60RWnTJL6dSUmKdD+lcx6Fu2HWfQMVd8eqJueKvd+ZRqtY83G2X+i1pIEauEbNlEN/rkvczwy+oSnTObYGTYW6IQZ4mJ/DPV8dPaVPRjBa4s19N0D8fABllnHMA9SxAJmpwPD5B1RyMQys5bwvfc/jh0yx1+sIQ+eMQxWStiKwrUa9FllvVB8Jv9DzWo32tMbLGvvyq7XQd7DviuOBZzXwrrh5DX7+Djqu6EvGNvxYoyOFZkywmJipx4ZiulojmnIxzaZe99kBdzjKJy3OkAsyh17ZeYeNXoWCz1XyK4NQynCcV3cH0uCDz+JUcMx350HJAUaEgIZnwOsMZSH6pl/h/O59ZVzYxiP3VcXNfQ/p+jbDw4cPSyEAkPgcglXNGgyNYWWFQxYSmKyATT3Bbvq+0wL9t17zraMvcTzGMyKD2W9bhs7LQ8ZIaYbOi0f+KAIUPA6MydSOUczS257mG+Cb3ytkqCJ5E8cqy3JnEZNLyvJny3JH+Tuj8QP/SR+GvgNCb8YG7RVRkckdHw/8HmQ48+9vqh82+cXxZ95bZ/Cfts+kfAnCRT6+EP8MucH3rOKfe0j4xZLwmepi2RQLVUL1fWRjlcnOj290sXlG11cXOvi7E186/f46ESr5bGWvPfPZvOIrWMsXqRvqcclRb9jnspTxLjzL+an6aYITBGYIjBFYIrAb4+A38N++6hpxBSBf3AEEo9v4T5JnzolHgxnPOsBP8zNZlquVlqfnpPsudbD2/d6/PhRj+8+6P7xHbI3OlqfqiYB1FUzHkr5DJInzjazWet44LRhqElBVciudnvATgjjQWMg4gHX9V+FYfaX09JD8eo6OjsyDB2bt441t33yoWEjZ97yTL91C1gr5VtrCNPeWQcGzX5QZdqDOHt+nurVMofna3nSb9iYbEFr8OlwQ2KkJRnU4VtsamzSk3S9HbcDbgfTV6M2c4k1skQ2Eszq5A+Ji455ve7MvIJnH8LYMB40M8BdDJLR0Rh6UXi1VJyDr3V86+acmRjTuNAxDS188VyeHwFHyQvorXpZfRzDJl0em6NChzbmYEbFisZI9CobvluxwGupzD5X9hyW9XPGOYLPmfOmgDVwzDLHsPhF1KzrMQN2dpP8bxDv6DDHTvDHGU9phCXH0UzVMT/+EWUFLAT4G74jy0A+f0LmY8Q2Et7H5mAMw0rJhbxWYyfGDONNQw+7ngd4PiPE7h8QgueVV/QanuvRth3IuHjkrh3H3y2kpbjxOna6dLPc7GuFa7TpGjb5LRhoS5gagB4FVerXi8+DAnGkOJpLAAAQAElEQVRMXtcJ6beMhMLrFUsadWTmMJiLjvjggF7PTwcchXkyMcskspoR3M7cm8h6oLQvmImhh9RzYGin5jZz0rYeZDdGbvwKnIRSXOC2CfCvBDdDBgwxb8pxwFf7W9bQFlmsZ8w3LMfJnpb+nkZyB95JH+uT+Mlc0w3tQukj8ZPbrTL36Wa45p38cZtk0sbf+NmQ8CH5E4mfdsOHLA2+NhL3YN5xWTHr4LxHAC9WV66FEns06OaWzTh316pnCy0Wa61W5zo7Lcmfc5I/F5dXOl2fabU+12K11my+0ryeKYF9xGsbAWkEWA1y84b7TSdMEZgiMEVgisAUgb93BKZ3rL/38Zm8+5MikOIR2sZrV9GKB/o0h+cBMM20XK5I9hzr7OxK13d3enz3KRJCd/dv43eBTs7ONUfHD5dCv4sERoW9MWgeyN0eYL2BP6TdYfP7Wzb5TVThzd6gZ+riUToqNuX7vsIVDcldBUhgWjamLZu4rsnq2FT4Wygt1LwTJbDFQNQVca00vBimgAWY4wneHLCOAfus8Ewv2+wY2LFxjPnYXOwSP/CRCHIfvmWSCx3Utj12bw77lH3bt8FBUJUw0OkxHXM5WeGNRfBu2wm0HLU8GEfZOqLdBYQGRogT9a54loKkKhXsOp8zSUocLdSg5nsF5iocs+NPzAT1/Jn1muJCUanE2AqYKl6J2oD8arFeYvSA8YC4XhCkVOkA6Fcp7dZXJe0nh43CGvBemfjk8L1VJq6ZDZ6PZ/AhR9GLMfHAwRbU8780bKU/AdXgQLH9suXVlD7ZX5DjDEDT6zJoZ8tDRAU/6JaRw4Xgvj3vlvtNBxAsi+TKMlMj4gZj2QCaf7DYUjFhziitUnMoCiM4jju1uUCp+u5XSPYxbjo13vyTDCgJB2/2uYocMzAM8zk48IV6psK9WtvRAa8qvBTaYkHG9WEwFD8sj0MWw4o3LBe94SwserlPnjynzkZk7JRjhy52bNOA7UuRl0bhS3/hLXfbKHzvhxsDhk7aI5bWuGTcwCb+ZO6Tjnvm/tn0yCRuzFuWSeRky0PP1+keTRy/lqUBEjv7b/iQ6CEZlGOs5+F4cl+Wr3dotj33gyaSPY38TaJIDBG/Tg2hJuEDn+PPvEigpk6qO6VaIIFKqarQk3zPeHra6penjT5/+aJfPpM0YnhKCy2Wxzo5udL51Y0uLt/o7OJKpyeXvLefaDY/VpqtlNKMdE6JVqtCNXodyKK7HvXiTwrhgWxqTBGYIjBFYIrAFIG/awSmd62/65GZ/PrTI3B48tOKhzjTmgfCpNlsoSWfCp6en+n6+l7v3r/Xw/sP8p+F3d4/xIPk4uhYs/lSdZqJx0BQ9YBEKe2OjfxLiC1h9SpiKGMK/c7aU32nalHrgkS9r0I2rmy2oOo9ss9oMKYj4dDxUN/6oZ7NREnMZLnd0Wcam3xWmQGjKJX84B6wRR7i5VemGoA8vQIhG1SYTh0bkEhEMX/LBjLA5sIbAiejGstJKljPmy/7IvzduSJeCUQp66vgDchhYVzGXu7X1TBfrJfNaxso687wBZlNVscn3VDGel5Cdmjz11rhm6sC14oqBkZl015b2Cco9i/vFshKfF7vEEO+s/JEgBJzQp10GRBGEvZhEgqpojbYoSXkBl2UxFEzBBUvH0HOfY5dZ3+Jo2MZG063OV4tm02vaYC8zSvDGL8vKZmPyswPRn+0yhKxbQeyHN/wxz4FSguFVwrHv9fZa9kOctaPMWVTjhdLf2W8iKz9yPJaByDc6ZbVY/NrBnaav53BKv4xzrYH0NwVy3aNnhmcNO0djXOG6zwFaqUapEoJCLjfKw0waUNSOZM8aEgOZfPMk0GEkn792utVncQoztGoPZN5gDgZyEvpB8d88KZM7Pk5+hxGZLRhQn0nQy/7vOX+0zxLhmTL/OdL0ExSow8q47HVzw2RgXBUbB0dSpnPjGEVU8O812PeoI0hCszz4n5s4qt9yJx79if8a0iabJyIIXkTsTdvtCRnGlknd1Cu1zzAbcP3Re57TY8c3/BptdOjn4bIFAHk2M+g3W60Bc1mQzfzE6MOeeYekPExO/njeEET10gcJ6pUV/2546h0avDnCTtfvjzp82fwBbvMmaqZlssTrU8vdXF5y3v2jU7Pbmlf8N5OAojkz5z3+br/xk99cASSmFa//kLv15UmjSkCUwSmCEwRmCLwt4nA9M71tzkUkyN/fQSG07+W6sSjHyCRkwJzpdlSM7BcnfLw+EY3D291f/dWd4+Pun141NWba52dnuvoeC3/N/J1mkkVNivxcmXAfrW4f8BzJcufy563923/dVNH82ug69VifZ6r6QsO+loZ+1Kpsoon9ECyDxl0bCRaHriddHGSpGMj5HZHssR9oj/2TB5bYWEEWkhdG7AUokjt9hiIoiCzu8zruXPbRcLJc7dssJw8MB2+DZTxyxsR+8IuQxlfMr4bYc5VYkaK2IwOcNNdAeZjPyInWbwu/xBzu91qy6fXWz7FDrgdaLXdGluV3+ppmRYQE/vS4bccDO/FwvjzqnRUSsQaJClOq6Cco8hdixciapxjPWJdNotgV0q/GDGIkFDcMhnDskNkzOELBSZcPqBWps82zNoFw6OifVChSBnGdw5mtDuGZHX4HseS45fpizhZ5pihhwhrMNS7+eBdfOhMvxce/xzfHlvmtc6ec6sgD4uiabuQvgzaPj7Pebc9slDFAmkHHfTdZ74391WCHuWr3T+gw+Z3sI8DfoNtn7OJg7VDNVOqge+bPkOrYiz7jMB+4+NPMsCJwYYkUAMf5wZqdFN/pdjRV7p8bJhechVAyULPDUJEm0JH5qgCJspxDvr6bbgGkNHj4xW+ODkBGnQaJ32cRDHlvrAZ0DzJfPT3urYpeFuzLQzHnFR44ppFMHf0QbN1vX7QwBtlfixEv6nHsTz8izVQ7dYEX+agDv0O06zJ9rjmwjdoJgHjODesJ0cbHfTFMRF2ywzjejg/h/lp+7jhPhOgaAbisWaxNazF98/G8SJx0/jPvPClY86Sdek4TJmB2MN3ihdG28VykUvK8u+hbbeNnrjv+gfFt7wXiLtmPZuT+Fnp6ORM65MLnZyCszfwV1qtSfwsTzUj+VPPeM+OiHuG5xCvGhzKk2pkQ3HfwE90isAUgSkCUwSmCPwzIjC9e/0zjtPrXk7SHxaB2g91dZITQTv0D4aJp+jZfKHlYsUniFe6JQn0+Phejx8+6v3Hn3R396Czs0sd+dtAJIwwEn7x6AqteHSugooH09chXs91EO30zX8Fw7CvdA/i4ktpDXzQfYWfpf/VumKigHur8KwjCdQx3gkNnvll3t/G8cbESZKOTYRp5qHfOqgy2GMPobCmg1d5xO9FHJY4FOiZ7aXhb9hl4o5EUybR04GWTUTLJ8KB8KFViw+N+9Dr+HS5o102KArTtpvgxig9VUw3+NOx0By2c5/kaaAkgtiAbIdEELRlE9iyoWn4RDwDb2yyNyfMn7HR4fPrG6oyU5mVqXEsed3EPgHBV4nepPBWw4vgxsjevvdbqEYvqtAKffUvJJS+sSMHojBWujLGXqL0uS6qQ12o5WKdQRnvgovlmBVh1KHtKsAsxMXxyRy3iBs2gud4UZ6FrMKGAYnVsYKw4/ZvAyPDwstReE2R4wpMixPDRDnGxfj475psYegbeFMDOYuI9ZHQyMGzZmjj9QY67eUdg+h38F6Arp3M/I8A/u1sjvmXtse95mP9qAWl8j1zwIz7Z6pqpVnSLNVsvI051Ki1mNOu4f3nt8lXYKV4YXiIBUGJsCOKLtsO5jurNNIzX+C5DIlpRxqwHBNx7kklAZJJuuQ4PrTj2DVECm/Qy+hlX+vcdzZc+5tI/GxL0ge+QdZwP2g2G5kWXcYzToyPhTFlnEimWLZ/lg9zNtj2WNMMn7GXw6eSlLJuAJfCBFWsqRiixRpde76Yl/nD5y15qAa/jBba4hII+1DWLPSzx/n8jyvYhgp8ymsn43zt5/e3dUJOOzE2YUPQkOF/xz3Ra2i4b8afgJEIai3j3py5B4QeAUnc65LXYJQpiU6nhntwJH6etvr8y5O+EGP/CZi46c2XSx2vT3V2fin/750Xl9c64f15fXym5eqY827F8Z7xjj9O/tQSkj3mtEGdoImeQnGJ9lAsG/iJThGYIjBFYIrAFIG/KAI/YJrpHewHBHEy8c+NQBo90dU85hUkuPHD4VxpttRieaRTHirv7u719v0HfXj/Ue8/fCIBdK/zi0sd8XA5J1FUVYmAGNXu0RjBN0pF32tA/MMLD+nYjHpfIXmthMKuo1IFDyiCDwJVvNDlwb0jyZLZNLQGvGnIvHmgP1R5qNcYIXRlG1CIA8fegYd92mY8j0MKDYI4SiRFzBVvrNox2JsIz9vaBzZsLZuOlk1DC98gyyCSMGxKPMawlQNgO6wOnfiVsd2xmcnYMhpow8bFaKEFW5JCDZuURjHv1hsreDY7bmf0Gsa19oH5uwPgQcxXVllqZM9K+NXLgqcadAfad3+FfIeW/XgNYZEOSmzUoCyBYwUTfaXatWAIXRG+UtONlMg6rhjKxCYH3ykTK8EHmEHA+unZeZCwcFCsdCD4fQ2bwTNm9QpGCJ8Gm5YPvEe8xhedjCV5jVwfsZHfUXqQKzb12LB968Yw2px3siyAfeu6H/awWHfAYc/L1qAHtT1ImDQ9UH4hOOg9aMSBSHF5z7h+ZnWt2bzWYgGdzTVbgJ4ujuY6Iqm+AEdH3F+NxRKdhWazmRL3iJSwpf6FbYpGkr5jRMJVV8ZIbtaDTXewjoGA9edAo4Zj0HC/aEhKOKHTxDd4tmpIijTI3G7gM0kH0wZZziRSGJd9PHe0VeZ4HcgY1+yw6W1ab8uhJ5nj374JPyzj/IdvSNTkvOl1n6DmjS1juLcwd4O/GV0EzOk19edTHNB+ffA5/GlYY8ZOi27DENNW8p9ycZ/OkYQp4zM24eizTdsBz4u7sCvsH0IcK5/AADtybLwW24c2XNsNsfM903yJk42hXzHJDjAVR53zCSk+d2q5dzoB9MvTE8mfjZz82WAzc1+YL460PjnR6dkbXb251cXVG52f+Zs/55yHp0rzI9VpKRjMzUENhpJ47x9jFm2U+1L3ii9Opl4+kSkCUwSmCPz5EZhmmCLwRyMwvYv90QhO4//xEfAmQ74Sdugf8nri/oK5liseLk/PdX55pevbOz2+e6f7h3ckgR5o3+r84krHxyeaH/GQWc8kHlo7lURQJ78qCdmADr7ItX+hogPQQE+vgVHj8Zn2a0A8KoyIZAwUqWsDdlRGEk8vKnqroBWcy0Dl7aki6cIwP5x749D4gZ/NvL8V1LFBcL9HJWyMITZ6xUKpO6xhpjQ8AP0gpskc8xKLyu1oVqFbxnTKzNWxvsymo2Nj5KRLaz/Mm7J5aKO/k/Vi32I7toddDQjZvsr45eJ1dGyUWiPstfKfm3kT1rAJaZinD23q1AAAEABJREFUgfrPv7YkfbZs+LxZsc4Wuf9sYfCpYRPkZJRt4kxMxmqCuvKxNC3zBkfViamhu14llVF2XcQz0esxJkWr2y/TwmetEFF5nAHbF0f1OfquHXE/DU8UoM0xQCIORhB7twMTVKKSqCug0ctjMcIxyj5/sNNxHH0sMzwsNl3QY1SxAkMxb8D+7uLxxjcN4B4FFXzAJ5ivlhwHytogdH0cMmEx2HhzruRYJ7ypDxp69CrYOE6eZzwF7b6Zoh/bO9p3BBnLc8S5rG2Qh5JiqCfboZe/QjzeeKXLBzPEnH5KVMnf+AnMlWZzkjrGQk4CLWgvSPZEEqhP/CwWc1k+oy+lmjGptzlQmilhe6Dm6YtZqbysshgaLu5DxytnHKPgkAXv/gEMpDgQ2cfDiKTKliTJRs0o0eNvqzRczy/hRMqW42r4WNLm2OdI6MBjswk02LRdMLbLfSHOA3SCcqLnSCQxlvMi5ttstCFhsvNhNx4dj7df6OYAyaQYz5lkSlyyf08JPu7L1g20JIOc/EHPx59zD1UC0yluMqwhKBIExM9RzFAHzGP2KOPcF8pFh3WIOTPxzJ5vu1HLOhr/RhBtcR8Ou2GuEwGk0OD6V8zN8cKSuL/ZtYY1PD01cuLn6WnDfRdd+pdHxzo7f6M3N3e6uX/ULe/J1/AXF29IBp3xvn2sNJuJzI+owGD3FZqQvQBDSAW5FvMVOtVTBP5tEZgmniIwRWCKwB+KAO90f2j8NHiKwH9EBMo2wXW/HDYgtR/06oSgR5qx+fAmZaH1+lSXl9e65WHTSaB37z+QDHqvW5JCTg6t/TsDbHCGh0XyBIpnWqwVWW+TB1uBXV/s4CsJWQVM9c1Xtev1o7D8QP0KMg/3PF7vdMeMLQwo8meaNCnR1WEnGFcMqioq+7lTQAO+ZUEdD/+m3lQ5AZORtZaB2MyPbdkGsDXtqGSVWJerAYhLqUKzcgM/KloawG4BT5SJRUnUZOIPGuD57Qt99qMrOxe99mIpRey54RxHO+Vxsh3bwJbX2rHR6TjQA9pI7rDBQtYG2Pwha7eZT7AHvoVvMQWw/1rpp+67dh71bZPKFeemafJZq1KFOKq9DTj8/saSQ39cecYxxn17O4cazCIWFaruCSZO+ajCv4okQUWHASmFgZljFyCu2ZvZruU0aDEXneiZQv7EYi9fNe/YxaLx4UChi5CXcayYNQivA2xkPSwzLsPEmvynRbt2FovbwXrFNPLCaGfcE/QwGbq/j9pexlR/jgyDbIhjoR36jlhDz+NrSTa5bRvFFk4jsMe0WRuNKJ4hcQ91MsdYzGaazeqCNJM34+4fMJtV2vWHHvqpINGXEmOSHQ3z+4ppoxE0qmi+Xrkf7PzEb/hyTBryFD7Hmj5BM9AtSReSNSQrGicuoBk0JFwarvcMjePp85QYuXhue+pwmt/D87VlHsY1trNL4myRNyRj8AOfHNed3dBtix/obw7GbRi3ZRxw8gjd8Mm8j5/9guZo236LfsMaW2DKvF6Hz1VC43kD+JAtO4BXEkpm5DWOz9vC08VY9xm2Feuwz/5v3bdf1LQbfABc18K/otcxsC9Mke0ztEgq2Q03fS9/2rb68nmjL5tW2yeSV3iyPFrpwh/KvLnV3f2D4jf6ru9U3ovPSDqulOqFUpqLCrOe1YCtTXvEOZa0/4c6iZ8UQJce1/9+TB5MEZgiMEVgisAUgd8fAb/r/f7R08gpAv9xEUg84g2XRR2PfXXNIvuHxPl8pvlyqaOjtU4vL3XLp4y3TgJ9eK/Hxw+6vb/X5Zs3Ojk+1XyxUFWxbeLJ1YkIcgXsDyoJmSpToApZPN9CK55zLUuqQsfUbUOSyRgq40QHz8s0Osa/jpIYEjo9IK+X0YP4WAHnbTlEoTJ2xHwx7XUaqJPYyICNBg/5DZv5FpqhmQ2Cv0HDvpg9QxhTit0SdohLxXpinqGyMVZWZhiElUINfTOVG+YrxSu7nR1PRjHeczoZ1UYipiUZ1LL3yLKvEZscw6hswIDtiz3sPL91AO5HT8Q8uL5CkW6OYxfwEHNMQmEuBnZeP0mgzEbN3xBqoQ3tkDs++IoZCd3e6teJJ2MmeaLAS1WvLzZgtj2snY1XDtg74+W41ySOivGiz368gAVFcz8mFcG47kUVV51GL6LFyvCNOPjYGSLgmXUiGmnq2cjSttkxDgb83sbzifFQgTKn8K3AE7B+6wfhiJaTXQpZhvSI4wAfdnpqXcNmwmYwB5XXdiA4aDDfQXvU8MBA4prDb/j0DEW7t0HMNfYB3dI/qnsdlhrCxLWcku0DJ3MWM81mczBTJH6QJZJDKdGfkPV0Zn5mXcP6AwYdT24wjSczIm60v1J6bXrzwXni86mgka/FhgRJ42sx6KZ864dkS2NE8mKrfT/3DvSy4bVzTD0Pq9GMZNWC9fnbTEfxJ25zHS1Yh/8EzuvEE+Fzw9hIANm2fyfIFBSb2MdmUfUigdvMFdeyx4aufeoRfuI3ctv1n65tsLtx0gpqmZH7NZqGLe4L+/sf88SkfcWcjhEnKwL3GbBRzBvRYEkdzAjYLfa3xBcf2y3vBRtiuIl25l5ku93u3Ko4PpVEbeS4f/fvneR4tk0XyZ7tU8ZOp6arVJHMmfM+fLw+0/n5G129udPlza2urm/l3/45PT/Tig9qFquVZvMF53u9s4/JHa9+zhTHJ9Hy0aSbd38FzBuD3PyEKQJTBKYITBGYIvDPjcD0jvbPPXaT539iBPwYyJMgM9Qg8RgIal8uBTX8jAfQtFxozYPm1dVN/O9gD+8+6OOnT3r88EF3tw/y7w+cnJ5rsVgq1WxkqjoeeTsbr7AVqHmYhfdDLw+2fozmWb/XY/qqkgxBATmCeGY3jQ0+SYWOAR6neFVoFQhOu1cXNnfNF8zewosuC9xtmH+BSjYe3TjmjYN9yvjV4p8f+Fs2LoaTQG3bKbPJDf1sY5WSN447f7Gn/Qsz6IutU0HpsQ5wbIwYSzto0WMPI/tgXzrmaxF0+NMa8G34KlzPYbvYHdV2EB0UKG6UvnC5sH09SHodmpkRpbjh9QLP6bnZALVsxvwnYk5KNbQ75rGvPrjFisfJZ0rM4TNE/dqEt/SaiGUp4uOqKOnghUKsmfjnJrMBy2qhHZs0y+V5DwYcNiqaBoRSuDJNeIDssDDDoSBaZYRZc4l1JDcChSuW5ZCpXxCkU2ZdmfOlI3YsO0Z8vbJPBho9gftdxV6NsTsQWLMcoiJ7PtG4bd5gHaws9xDUcQ8bPW8tszsZDc9jFFmZzu0YPwhNi9AcqMD3FA96CUs82v4YJeb2f5CaDujloeizNhg5LiklzQK10ixxfQOOu+LV6wVPlQz6U8EMfWM3Djka2HA9oLcRJKqh4xnt+0w4hzLgpIrrwHzDddDkhuREC5ykaMu3bUhaNMZ2ixyYN7huM2MyY4xhMruY0kxOdi2GP2sLOkfGvd/3N5Q8Zybx52ve3+bZOHljOHnT28yc8/bRts1nfN6jpcu+NsWvfuyGZE9J+jyRwDJYSyR/NqwH3vbRdfKnsf/cczL3IttVOciKw+BJox0BowVl/hBZIRiLfbwHcMjpY3nYQF/+E7QtMd4otxt1zZNys1Em2W20rLPDB8U6PdaDa45vwjDngGq6KuGitttOT19aff7S6OmpRUZ/fSQnft5c3er29pEPXt7q7uFBV7RPTy50tDzWfHZkw2FPqS48DtZ4WKdEm64aShtOXqJpAfqF6Wvr9exEpghMEZgiMEVgisA/PALTu9o//ABO7v95EYiLw1U8PPJAGBSBHx41Uz3nYX+5ij8Hu+KTx7v7R717/14fPvyst+/elwfSyxutT041Wx6prmdSxaeasQmqJB48q6qW/4ccQRV9UjwT81zNvpw9or/FUoVuJ/P007JOS5XZGGcUOzb5MRCdqqqU+s1GVVWWyC8/lpv+OAy2q94ktBM+AyT2y+jws+03Gi1P2S2JiJaH/86+0+7wP6MTYJzw+KsgQVb69JUXPtCTsFFAA95rZyrFHMzX4c+ATOyYXsO+xiMCrKVs2N1Fw4WxuwWG0mGVhiZMYt7STIVQ5358HDd8yOxwjA7nnJwRG0PP6TlwyyPCZ5h9ydrzwXl1OGfedoK6jSXHuenYeGXAhnELYhPWqvHcLJxeeT4PG7D3eJCYVpxX0mGf5y5gBkJoXs9e+xGFq571v970sWLxFGx6XSzJc4hZDke8Zo8xVuqJ2T+K8N3VGL1R+zUgRNYJZqhwBP/J6WiHWAfyQcXnxr5zkAb1XUOhH82+ssGe/VOIffOqMG4WMrhQmswfTK8z6jc7RvbxA02fhBgSFaYhc1LFQKeMcwAT51pBkRGBXX9MzLnhnsKbG+MgZozLJCUaEg+ZREQkXsKXJ5Il2wLk/sZPRp65bsLnOB5jq56rY94GeP3m/X0Sy1Wuj5QUiS8nsczPeJ+Y1X0SSKEjv/BJXOTZ1zx+NdwX8wDaOTDYZi4Hn3OES1Y5xnnuTg2+No4diFiS5DGNNcJvgNdlndBFPwfs8wD8sk8By2DKRDBDyRwP4EPTiwprfWOwkVXskwAiYdY2X7jXbAqIceb+o/jBaa+tN8S9MgVq5khSVxOaSoRAzTaT+Gn0S/9nXzkn1fWC99VzXcWffD3q/u5RD/fv9Yb2+vRMy9Vas+US49jiGMCoxvIu3xOyZHEP85wxLCPnGv8VKJ3uK9xUTxGYIjBFYIrAFIH/hAhM72z/CUdxWsOfFIHEI6MxNl/TAL5yEkkgHiSX/l9s1mv5fwi7vOYTybdv9fDwjgSQP5V8qzfXNzo/u9BR/7tAJeGT2FpUAZGkUYVNZusCQi6RH/EjfzQ6ZpUqeKPi4RiWzUCHZtdlatqSNbBgWqmqpOSq0ujlEaPmH2AHs4WWupjDW/sWyDxIZ/zNfHLbls2KNx8kP1o2QB2bjIxeGecaO/bZrOAD0dhXmN8t2Py+J7gUY4axpiEmQJ08VUtgW+ZtiZvn7iykHVq21yNb4Ao/fSBYBRJsUH+9VPL8RnEjOClVGl62E8BuzE8sIiHERjDiYTn+RJ/n90AoRULuppT4VzjXLEWZuLa25Y0gyZ22ycrQBrsNOykn3Vo2Xx0y87HBpU+9zbBvYz1S0CpqsZjS1u949ZZNjP7gsUzWY3MhNBMYZnQjejgeOcbQsq8QxWBrGCiY+CAF/TMqT/pb7KKfBvTLDP+QQXPgufxr9j1m6BvzlnntPZKpZX8MMUNUg53B2w6vB59L3zO1Ihzq/oRhv87hwobPSxIcDQmWzZetnJhwAmizITmA3OfjzrrHjmB2MGu9ATv9ofNVWrzMvh6YZwMaz7l56n3YqNklSbhHcX1kJyhEgiLOM483+vhysWXOw8w1lekv6PuYn7cEkjyJJFCtWSR+oAgT94ACX7u2R0xifEt8jEYNsQm70AY/MzHLpugprgFx3XuseEHxRQH85lrO3Nsa7gNhp7cRdpAVO/5mDnMin7AAABAASURBVOvymDiaxe8UPPaCYrqfy1yZt2Pe0nKdOCAp1mN/WA9tMTZ8j7lIqvkHn/3Nn3ZD15Zhmbh04laifhS0LxmVHg1Jfm5TYtnaMsxIWmo+P+HDlgtdXt7q5vqtbt486ubmIf7k6+TiTby/+n8AK3/uhUOph6cIPhjtFlK77eo5LEeN4dSlMdVTBKYITBGYIjBF4D8oAvEW9x+0nv+OpUyr/IsjkHhm9KViDFPXPYOs/1hxNp9ptTrWKcmeKxJBD4/v9f7TJ719/1H3b9/Fp5XHJ2ea+beBEp8y+kHXD71QOelRJVU8qFZOBlWV/HJugsd1sd8AZQMmdyWpsj56hdKW4rEdk1AetCmWJFVK6CWPk2jpj796W4OhfdOc0feED8J39fuUDtopNk0kK1o2NrmnHYvsvGCjH56gCY+T/TcNIIS6DvRzBE/l9UOkFDVVxeQkzeBk26DM36ljw5SZN5ItlqPj8QaDolXMI7GvSEop0sI/q5lOPjY4YFYp6r0SpsScHRumzptN22XzFr7QdgyyN2joZHzq3M8R9Zi9EbhhfbaHLetmNl+RBIJmbGWPZRMZ8xDnBllsCOEts83MPB16Zb3YHZUyRaVCJaahOiye3jiUPm8VDdeeytBra3oxLKKkzICMn4fzl2NAF6NsGfKnlNdsvyb72uSHuoctjZbkntcw1vEcg4753wgPjRnNfA3YjAPuqiBxXxLXnEmRiFelxLntvhRCznNTjlPmoGQSLg3nXiRX2M03maQASRPLss9P+rL1zJtyPkD02suePo/Ca3ovZX2Shbka5vHcxZ+SgBr4xskS/MtchxkfxRoiTBj0kmJ98LKP7uD6zNgzZKcNy0NnX5XYJOJkqNB9NxznMGPzyF74Qrz8TST77BiRyWVqR8Fg2KiwQlzI6mwH3zPZkyZAUqjdMhSKvbDF9e+5GIAF5qbGMLX5MRCxniExVKj7WQN3gyEmieM/o8HqGGDfOpL8HGeSPtvhmz+OK36JhBqqxKBTVSmgeFWKcHeKpA+5t6BO/ARaRqW5losTnZxc6eLyTrf373R791bXt291eXGn09MLLZcnmi1X2J+LKixHxXttodSYopbqqL9apdCL6qs6U8cUgSkCUwSmCEwR+Esj8AMnm97hfmAwJ1P/DRHwJWN4rfunyJoH1DRb6Gi15mH0Um/ubvX47iMJoJ/0+P6T7t990JubGx5gT5XmCx5AnQASD75scHnwFQ/VqpJ2UMVWQ6BT5yQAULwq6koVulUNTUlVBVWF3AVj1jUYbSndCtBtKgvh94Ux6O7bv4+rxoad1Io267D5wSR+5SHpQhLCn0q33pyA1psTZF6v1VmZZIcNVXuedpJfyEzc5zkGDDLLAyHYVUTUgY24Zvzp2H14zrLRwgjtUM62X2aKto9RYfa19zy0rAn5ZrElYzBTmeE4ipd98PyZuTMb52izAaOrlH6e0hhqrFFsRq7Q8XoycWyJY8smsO35sMuGlROO0inHZtGU9Q7mBpZzSgPo8xSQfWGesWv7jl/jhoGm6EJiSiitrxd8jdMTiscSMQrlXxsXSqXyGr4HRXtcP5/EbcM6pl+D+8fIhKyABdAxjIOlDK2vUVSiHPYPrej6/moY9jXaW4p4UflUENdRob2Axj65UXG6GPRxHtqsOFaZ861xYsXfroH6mze+3i3PJAQyCYFyHjICfY9xbCwLHjFBgy2Ma/fLrzJVnPZMuafuC5RY25bniuSHk0DcZ5pmowaa3cZHXy+ZrENcO/YjTrbeZMyTmAKYD9v2Am+ctGGcbRs5bG6VWavnKJRkiOWsVz5vwz5jw06c/WUi92FP9Gf4jG/Zvg1wIGLMUNlGweBWNXT1/ttWERU9e13a1AyisC4FkEQZyzjEh53WsG8cN8UcHVO0gFizvsw6G9be+r7jGJMEypbTdnwV4/xxBoY8EUScV0bmXouquF1ps+20RS37q2Oaa1Yd6ejoTCdnVyR7buXf/bl+81ZXV3c6P7/l/faCD17O5W/izngPVppJMhL+A1p1KjQSPzWCXy29/q/qTQpTBKYITBH46yIwzTRF4EdFYHqX+1GRnOz8x0fAF4vxcqGWJp4tax44Z0r1TPPZkRZHx/HQeuXfB3r7KP9A9MPjO93fvdPl5bWO1yeaL45UoR8P/ewHyEfEozWGREdBPKJXyCvFq6rEB6+gEqwqP9wGKpUXD+YY6kB5UC9SRXdUvcCESU1+EIr1UuMwSRYbxnemYe9AuwNsGEhQZBCJikybzUML7Tp4BqLlgT0q1ljBG5BYyMC7DbBP/e1CUspbIczjAwNwqAMRe1M6OmJGjw73W+X4FuPP5i3CX61tYVAyn3wAEeysed2gA46L8Ad38ANvwic8d3x6eFxBIhoGxigdyaOWsQ2broZNpJG9iWRn5Q1uFwvDZhhnACUzp4Z2kig7KLmF0p9RMF3ZLtTk27DPaOCrz5BMHOS1sFak3y6EzqrfVvq+Xrv6Y5GJ9e+BGDf4PF5gNwhf0EHr12gZWKlMUNGs+tMghcinbgHtyuCeV800gzeSO8XR4Rhljk+cg5yL2WCXH8eP/nJMBn9N7Zk7Buw0lbFFVYb0tbWeHwv5z+6iH1uMyZ6v4axn7oZ7TOPEBEmKxohvx5Cw8fURaJjCmQcsM9aLZXVKTJJYU4orTYjxlXXlGINtX1txvZHsYT7b3id/bNNose31oM9YosMktoWfwVlCn89vbNh2gw/ZPEkmIbfGHv2gA4JfXMcJmYGjcIfF8h28JhqUUDUdtM3H2hGYh1DsKyCWcSyDtiTTWLfjut1oC5rNRpshHiSBpKas3evBv+xEELyIZwEfhkiR/PEPPm+3Wf7fvro803zOe+jJpS4ub3XL++bNLYmfa3/r5yb+HGy5OFaarzhGTvgUJBJAJTk5R14T5H4FsEzzoiS690iMQfBCaxJMEfhbRGByYorAFIEpAj8kAtM73Q8J42Tkvy8Cw6VTj5ZuGeBpMs2WWq6O5R+kvLi60duHR71990GPHz7p3Yf3ur6508n5RSSJah5Ym7aTN+7eG3QkKsh4qKpqVVWCTaJSVVVQIL9MKyX6eY4vfeLF83nHQ7ZA7tgQUGIYXZX4V4laKpX+hBcTPLfa+9FBY31U3tC1bALaNvOJeauGTZQ3aJZ1lhGPwX+vJfY/Ybe3H8SV4Q7TMSwzKiUv1kFQeRGiskUkNp7Dfhnq/RJ+Fk3XlUfDVBKBTnA/rGDPNj1fZu5h3WKxmePndaufsHo+qRcxlvV6ISKuHYmg7BgOsP1hDJSmsvUiEg5EjCz752DLjGOzFjPU5AeizPOqQU82QsZpN8Nl4oP7/bCQ9vw3iNW+BYY+Xy+if1bxAv4oYsWcEwc0GioXQ5I32LNZpdms1mIxD8yCLna8+xLnuHXTLCnNZoEZdDGbK/RNZ7OwE/34noCevUKGnLLrGfODMPI/NDInR0PyxPeUxskJJ3ygmSRQ5jzyNYZaX3xSKM79YpM2DCX6BxqNXYVO8KaZa4kEj69b7DckhpqYj/taUCdIGlmeSZooTmDH12OZd2fHDHJKxlb4GPciBO7awe1DJK4H+2mEWs8U4nkyt5JCy/xl3uiPKkZF9awZshhDTDNrc/xMG9ZS1rlRu91q67WSANqQ9GmIdUsSKHMMMmNI72CnjTiJ+He0jOJFxVKTttyrnPzZbDo9bezrTPPliY79zZ/Le93ePOr69r3eXN3rnA9QVsfnWizXmqeF6rTE1Bw6D6pkykrqpBqoZsIotjsgBKMK/VHr78lOXk0RmCIwRWCKwBSBPx6B6R3vj8dwsvBfFoGXFw0SP2QmaPKTZlKqZ2xqVloerXVOoufN9b3u7x/lbwD5N4Hu3j7q6s2Nzs7OtSBRVLMJSlVNJHkYjl1WpQp7FbKqSqqAlOh3qaRqjCT2WYiQWYXn246HbPHArmFjgL67tHv58dvYCX4wgy+9xTILtQt+UZTZ2HRscjKbgxY/WzZOGZpJXLQodO6HZvx36U2pWHVtDNJv0Fh0rxuEivh4DxaJMuYZEiUd872w5PEOrmnMXlFXqBmQXUnIJcIs9xjqX6mnz8kgD3fsB/Nn4tFB2RGhXilhraqwxrkgUCR68UovJBx54tmxUMLeh9AzDYqWwntef0MCKvR3GjbodaMylF3fIPjTqY9+jhW4jumITfZqwhkqfLar0XdQvS49UPlHN1g7kTlcgmWW+Nj+ATz/MemhXRX7nIacihVI3OPqwCKSP3M5qeMEz4CS1OH+xKAZ59OM++PMSZ/FTIugc3nsbDaT+xN6evWFDa6G6BofWvMDotMVfnJeZN9TnJQAm/7P0Bqur9w1RA4dn0dWN9DnijH3DTimL7t937I0h22SHJEYabVh3sbzDnAbnfLNHs/vUXt4GeJ6l1+Vq1cw+Gx/d0CPwQ5dIsaBIqIuhe6D5TlhNAjcl6gCREbPEfMg9bUH73U2xLZhPW27jeTPxmsm4RPxpa/j3i61eNthbQC+MEnHGn3/d9L/advoF+Kz2bTChFRxXvCe6T/3Or+84T3yXv7B5wsSPmdn11ofn2m1OtVsvgJHqjmHFMmemVSzCM6RGsigXXgdvhLNMWhOZYrAFIEpAlMEpgj8N0XAb4P/Teud1jpF4IdEwBeOEcZSDaHlB87Eg6gfStnQaD5jkwRmSy1WRzo9OdPV9Z0eSP68f/9RP//Pv/Tx55/1+O6dbm7vdXp+zieeR6pS4qGZx2c/bLMxp/AgXQGm4eHZtR+gFR0dTcOPvJWqKqm2H3Wtmk/n3ZYq/fAXU1JemA2Zv8EUPRUzFwhO/asLv/sNBXzLOjuQ2yzzA23ZRHR8KrxbK+PDPtQluQq7lYLoK69QROe5EsY6NjX2x4CV58KVYiiVMYlxBUV8UKdRi9hLFhgj+a+x7AXtR/Z6iUcGHmIrVVVJnA8JX9wO86UigNaiO0hV6pTwNthSYVuxIDMWJVcFzJNZdMe8mY1pF2cYQSm9/956cPfAixzXRcd6gkOHEnFIxMQQtOBg4Hc3wt53a//1in/ZjKPTpMzJeUGJYBfBruaUi5AnztHZjKPAfcf8gDgkcVZitBROaeuBNKASQmwOCj4SBqLnJcRRPeuxDPj84HzOuSGpYGyhWy4DQPJHPs8578tg9AvT16WNF6W9Y2LxReYav00GZM/J2enkjhMbATIaTpLs0Si3bcDjfA4b5g9QaR+yoaOCAeEOc9EalVz0kXAI9Bq85Fh3MB2ar5Wy9tID73kiTh0rMyyDEtfWiR/QbBptnPjZbpRJCBld/JA26/RY0GGnzMgCMI4VjoXiGz9PjP/8+UkbEkFtW6lKC62OT+U/+bp688D74oOub97q4upW69OLkvyZHSnxnlr7Wz+acdrMJN7zpKSg8LXBXC8KKrLe6x0vpJNgisAUgSkCUwSmCPwnRiDeDv8TFzataYrAnx+Bcvm4TqnmsTLJD6B18kPpXCmxuZnPSOoMt2tWAAAQAElEQVQsNF+sdHx6rjc31ySAPuj9x0/66ef/p4+fftbbxw+6JgF0cnqO3kI8BfPAXUUypOUB2g/MildFPUDo8DDuB/p4ukZeVapB5XlBnZif3QAi7V5s+rUbs5P+bsZTj7E3hD+x6Xud2o0xWCabgixvFryZ6vpkUMvmoaUzo2yE7/bfE+0W9vocysiN8MMDDGQHbWkfX1ZCsZZ6nRR0GFPRqjS83JdoJGIM+WrJ+P+803MaRc6kJGGEnnWzN6/D+qEdMQi51DvrkcTKnrsPI+6HlJLCq8K7dtNUOybshAWP97yOKTQIMpuOIa7CnmL0yIJ7fgzKcsKnmNftVyzbPdm3iJXVidszvT/Fv2dz/Nc0h2ByPCgsm/uNr0OOgc+3HAerHAOrxmkCQ4l7H5ULqBQnj/WLIWyV4jHJ10/yvcroVd2NIYq5rwBjlDgn8MlK9in7+qEd3wAKnmQEiZ+4f9AOfXxJKYdbKXhGD5MNFJHPsiDPqlDBZ4vjPh+8pXaIUcwvxwo4KRRzw2fLGWQtVsv8HoMgxkN9AVoPeLwlgWgHF5VH7WAGqcMIOSy+VjzWdlknntHv2Qti7chtoqDIxcU2xNHf9olYkuBxMqttiWfTklQD3ZbED23ianlJJttGxzyj2RD5Ps7tTA1J/a2Bje221XbLUcu16vlcq6MT+ds/Tvhc3dzzgcmDLkn+nJ6/icTQYrVWWq54m+V9Mt5nZ2IgcZwzn5GgBgSp6x1CHNVONDFTBKYITBGYIjBF4L8xAtO74X/jUZ/W/MMi4If4vbEa1pfUAB5I05wN0Eyzeqb5cqHVYq3T01Meaq91e/+gx3ePenz/Qe8+ftD920cSRHc6u7jU+ngt/48mqS42/TjdSfEYb56JoiRSEiIRUol/UFVIqkqvbgZitH7cy468ht8wg/cmhjdImU1Hyw4hvgFk6j8Hg3ZsmlrQoYhKCUI/R2Ktha0KoR7+YgV2VNwP2IiMhGx9aGHXoekJAhd0iakMzwGqChlFA9X+lZI79u3nnNdmmac3zAdYUFe8wAV62LB5nV5v9kbLn6YTA7H+ALpDyL1BtK7jU/qkFEYlTgOQCpBWAanS6MV0tiH5h2/ZhDF39jx4EkHGN2unqKI29wLu+TW8GPSdggN/R2OyfbT/I9nA2peB/00Uex77GvZ2Xuv9d8r2nv0obrwaThvMEhjOi8y5Bxe1eXF+mPqcKXJUXXoDJm4OsI5i9CCRUkLLBeylIw55qPTU4wP4U7SK1eCRhS9BSU7krRqQc6NMgiKbMn+MjwFU2KWmdLFUz0VjX/KB9l4O56HFf3OsBdm45PCDCPk67vl9P4aHBpMWC4NgT61lFImvfDgrjzCw9FC6WId8ffiGZuo1M78JgUAn94DsSpG5lo9rxKuVEz7Gdvuktm0AMfU3m+Dj/kQSJ6Pb+T7FHF5zmafCcgVrJDW47qTP07ZR4KkpiR/uSFU91xHvd2fn17q6udUNiZ/7h0ddXd/o9OxKq/WplosjpXoppZnqWGGCZwparsNvM32770SCnvVTT5GU4nbtntKc6ikCUwSmCEwRmCLwXxSB9F+01n/+UqcV/E0jUC6j4SG09WOlHzhBCr7mebQkgtJ8odnySOvTU12+cRLord5/fK+ffvpZHz990vsPH/Tw8FYXlzz4Hh9rvljEJp7n59ire8MfD/c8OKcqqQLehFQkIKpKqqrQ9DN8UaO52wfo3/TCLz1H78pebM4ud/HNJ28kBrRsoDpvLkiEdCCzICP2NqyPKDjKoArEXHr9lYiTjFAqc1ozhzE4Nj9mI85xQJmAUmT097zbtA6KbQ846Ogb2bafo+8Lgm1Pmb1WkjFOhrUkwTKbq441B0KRinbowvrEcJ8Y56bjYfotdGzNBLzujE8eHxRezD3YGmwkM1GZ6TE4MKZ913PyfOjz/tfbHmXQ6zkgLvYT182yhNLRaxUZ9fM2ou8rNjfG9436m2j97lV/1X9b9P1FKTj0CI7PPa7JxomATSv/1s1m86TNlw0wLfhiWfy+C0kDaPwejhMGjMtOxpA4yD5nOedMMB4lx8Flnr7FQYZzG9gNWi57PTjsNSBj09S+2XYAf8MGwz3O8DdfBuqlGW5LiX+F29fYp+HhBuxBCZd6A6+NPlDuGzs9BlN66Z54Hvse1yHBMR+yiI293CNGVVFHlX1z4l4Sa7Y+43e8+4i3xXtZDOubHVO2IJP8aUn4NIDjxzHb+BiSwGm22923fhzvjvtTxqZ5J+8zxouvXhkJIHzhtq0N1ZPPF5I/XzYbbX1vy4kPR+ZaHZ/o/OJK/q286/u3uuE98PrNnU4vLnVEAmi2XGk+m5HemUlpLsEZmaNlIBiVuuc9P2xP4PpSBKW2aM+5NWGKwBSBKQJTBKYI/K0i8Cc4M73z/QlBnUz+N0ZguJRGD58JGZ9YSn5oTRIPrgnMZst4qL04v9L17Z0eHj/o08//0geSQP5toHsefksCaL1LAPF8zWN1p5bNDIUAV6QwAFkfJ4IKKjGL/IzvKnsjb2WjCPXveeFn8XZXC79f8yXja4ffLZuWzCazZUOX4Z0MMc30dQQDtYiHNxqqsGR7QeFDYLqH41JZXokYVXQYEMtMQMau7WUsC75jEqaW5Y6n0aFnGirfiGmKJFMov1LlGGlbhvBIVVIFBuWOzVLDp+wtGy9jC984FvgkA8XUAxLFtor/5kL0atXFolhFURZLldcYwLa7h4FljiqayX4mJEZIXql6m47PDq+o/T4R67KzMTjjsyeLRkxVuH2Np/vGfzz3J6y28nE35CNfIkjIMyeI0XB9Nu1WGxIDmy+mT/pCEsibe2PDJt9t0w06/iZJwOdxbP7LMcQktql7uxxYlQOKjJ5xKau0HPT6uU/85LDr5AQwD8LWYIDBaXfleU3YGPpUyae1EYxGL6sxV9iCujnqDRbTDKO2AUgIf61CL66pZ3qObcz1TB4yT27s+voG90WNUQJIHPv+0Of6CeoKnq7M9eQ/74rjwr2m0K22JHlajm20I+mzUbPdcKyhDaCvRd5xn7KN8M1mDUybYBo7WU/bVk9fGm1+2eqJ5E/TVar9Hrha64wPOpz0ubq505vbW11c3+j87ELr41MtVsfye2Wdkuo0vIfW2r8I4K4x5ndCGMufw8d+sOM+1KYyRWCKwBSBv3EEJtemCPzoCEzvfj86opO9KQL14cNlfIIeWyguNx5m88BDEw+2y8VSq/Wxrvi08+7tg/wnYR8+fdSnnz7p8fGd7u7udHl1pRM+JV3OF0qpjhi3PPBHkoJNu7yx6UJcKsuiHVWR/dC6emHt9Zle6nlgSGOD6VZBjKfyhqJjo9UabDBMM5s5fxMoW8a6Tb3Ew3WH1WKMmv0N9ajQXbHRc0lO0IznH5QxuospOxjztsC07HHsXBf7rJiXMZa7/zXEHAcdDMB3pmA4fL9Jq9Cp7I8BLxS8Pq+3IfHTNi2br0ZdW+a3iteg3v+9JXrcgPxqYQ7P03kBrNPzdfiW1XImdb1ntoJ3cdpCVQlWf/VrNydro4gDYdfDjWzfg3u92o19vfs7pH/cwndM8gdV/iQfOd3E2fAt5zLnT+Zcyl2rpk8IxbdvIpnQcKgaNSRoGq7f7GNlfSPs+mgC2nJfnHW06cvmLTd95kA6WC6aHsscOX6jhvm4XjLzZ8bbN2HDQ4y9qVjcrln6fI6rnOOHk+z0CmMfCydfgwNUxdhEnTze0Fde9FnveS+r2Yk8i7ETjBnW5nUVkbVeQegUDRFTr3FAkRIDdDLHpiFm/iaXEz9GQ/wCJG82JHy2JH+2Tgr1dOtYc2/yWDHe9otNEW2A6Rbb/n2fL780JAa3+kwS6MumwZNa8/mRjs8udPXmVre8x93eveXDkAddvrnS+vRMsyXvc7M5iR9btdemNXcnHcDSEMSs0frVKsW3h35VbVKYIvB3isDkyxSBKQJTBH5oBIZ31h9qdDI2ReC/OQK1F08SKC4uHvTdlGkIohVVS53SPB5210en8fB7f/+o9+/f6/3Hn/Tx07/0+O697m7vdXl5qfXJWrNIACUeonnI5gG7ZfPVAW90sqU8eHt3bFlHm70Rs1gIcalc/R544BiHNkYzHHbggwXuf46+y907WMcNr6cjIdGxuXAipG2yvKFonRBis9Kx9gzvpMhu3R7IJizIjtLy3ijaxf8qeFFXGg5JhzMdcWxJsmTQekMLMnPE/Gxuu+Az+50cyRjrO9aZIBv6ra9hsSR+EpvIWZVkxLe5UiXhYWfb8svKBjy6oq/C+6qiNjS8WCxlaL2gxM0yqxjmO8tYu4iBN+KBaFujn9OKQ7DM/5kYzzPmPSfnhL0SPu9iDu8uw+qG+QHP24P8+6kt/J3x/Sv5bZqjY8/AiEDcx8whGArxzwO8Eefc8fUb1wa8T6uiGkeOs7a0XFuSGVPGtxxWA2mc954fnn4BT+0xezDSeiR/Gu4JTSQtWsW3VrhvYGyvOnI5Ycv2MmMVznmeLvxKXFcelKKippg9QFZYCJnXF4wr2zH9BrDn5BDkhRJmd4ZZWfS/pveaLJSfVY5XAPnBmOFYEaPGIJnTkthpSfA0JHsiju1WDfc8850petnw9cd90cdWxM7H2WE0tSxju0PQNh1J607bLdiArbBnL2aaz1danZzp/OyN/APP/i28m1s+5HhzrdPTSx2t1prPliR/0B8WwBr8fgkZlUzux1EDLzr9LvwSaZf8wXYc8ZG5vzU7OTdFYIrAFIEpAlMEflwE/C7446xNlqYITBHYRyCSQLXEQ6wvtBQPnIVDiB48fbPkJNBMK5JA5+cXenN9q/uHe73jk1F/A+jh8UG3/hYQD8hn52c6Xq+1XCyU6pkSm3/xin0I+4/MQznEz+YFtOmmhBTal6qnf5DYKnsC7XdErxi0c69h51s/JoyJfURh2EcE37HxiD8FYyPiZExmk9GSjOmY2BuPDtte94G5YiLcYnsQNGaJeFWqqiqaUhXDPFcm8dNh07bNm3q+mBsfGjaaGXTwmU1Qxp8OXzrG7I14Yn33q8KzhA91oq5HqDhbcLFKlZJ4xf9mBu1LhT5FojJfVRVW+k5sugytoBGEiJIDHKJS7f3NBIHlKLOeDJPdLko/pPY6xnhhlE6WI4iXpWB2Sp3y4JP9Ao5742MBnzkuKMSyvdTdsIn5zRFw/J5jbKQcH2ofrHGHeQaW45Q5HDQsKxdHcIfH1CLOPx9Xjtx4XFYjDFDop8+ahqccIOx6TNMnfzYkMppAw7hWmWtU/Vi8jXPK1HYKyhyDjrDniyhxLbm/6Jba7QP0PoeM+w83qmC/WWGKq7pXqXpaSEQKm6VVatQL49pg4RRFDHedjs8YViwq5kLNlYHA8cq+XvqY+XeZ/M2ezWajzdMeDW1/o6ojhtb3cEPEZlbVcowCqpQcN3zP2PQ9c/PU6GnTYK/VlsRM1kzzxbFOzi91+eYuvulz9/BeN/cPurq+1unZAspo2wAAEABJREFUhfznXvMZ72mxQD17EZ00Epk3ehFTqK37xneR0eDv0p+UpghMEZgiMEVgisB/VgSmd8L/rOM5rebfGIHkh9cefh41ROWLbNzHE/OBlzze0k5K86T5cq6j9bEuz650zQPyw+Oj3n/8pI8ff9KHD+9JCr3X7c2dzi4uIxE0Wyylikdw9gCZjQhF4qFcPKQLuZiM5302QxL5jdinoKp4VdQG5O9SKvypKiqvgcXEmghQZoPhZExD0qUkZLLaIQnEAlFlqzeszOO/saLopqLstDDQASd+OhIgYTu+ddSq9cYmUOZs7EPM3RFX5vT8zJ7Bzl7PJK+j579GvJESxyqlWntUiDgnOH7CRkquK/nlmqaUKvQB/TBC4K1YQPaFuJkEqPBUPgEsRvmg5BhFzdqz10O8M7ygB4q/p/HahNiJNUBflipE0c9YCt6HiCrLibcciZ9WHcch42PG5xwUbSiK/1Hl37MYYvl84opjY3DO+fgkTkyjnH/PlV9vZ841Hysn75r41s5WJXFTaCRy/GPB0UdSYvz7QZHgaXv95oCWc6JR5jqWz92Y3msw3OAKSANfaN6dWaXNBWLFHbzG8doGrVCgQQn2efW6PKwVVcIoYiheofvsnPWVT9e+EOd949vcMAu3B3kKtw15rXGdECOuH/+Gj7HZEmOSP9vtk5wM2tLebhu1w594ySkWYifJdhKGjdq0QkjJHNP41iTjtmR9nkgC/bLJ4rZJz0z1cqWTtRNA97q5ecsHHO90e/s2EkKnpxdarU+U5nNFrD2Jfd2B9y7mUMKP6HNjhHrE/yr7moFfHTQpTBGYIjBFYIrAFIH/qAhM74b/UYdzWsy/OwK7CyrBAT+b1jU1QFIeoPt676t7/Ow704xPQVertc6vLnV7d6vHt496954E0KdP0I96ePdeN3d3OncC6PhE8/lCYkPmTQTP9iXJI17Iqqri4duIR3/4roeg6PyQ4o3BHuZ+r9nqtYEY9IYus7gOZCdf2FUcJoFC6WB0fGGG9R8Ix42YrIothitHJrNpHJI/th/wXKABLRvS1pSkQ8uGLUOtn73hxLcgngPeJFAObbCvV4MCa0Ah4XNdJ9X1TPPZHEDrmWraKVXsj8Jxu6yofOCHo4kpNGSgqN1pttv09nNo3wWrinGmLEmZKrM5bLy2ppPX5nb2mgwr/h7YzzF6G4m5d+hlhVSF0D+s05tM3FOmajhWmQSdffNxKjzro8/ToFTGT/XviwBxjLiXqtioqv0pxeFJtNXDhyn5QOobL5TiGGIzk1TIXE9NJHRI/JDk2fRoTP2nSP3/IjbobDYkKgz3DePM5y2Hu1WDvRznaI4ZXNsbpjUZIc4Q2pwvce0MmshD5IpuChJql70VywqQwVCYb385ur0TRMT246NPBM8iUNowOz3zA7DvmBqD6AXd2ypdg++d4trlptT4eua+1QT8A88NiZ6NIs7tVj4OXf9Nn+zjHjFhPLHMINZi4+GO52MO5C33iIYkUSSMnrALNiSSWuRdV/X/u9epTs/f6PLqXtc3D7q7faur63s+wLjR+pTEz9GxZssjpTQHTCBDnB2HKNG1EySBaugYNF8Ux2xA2EzUxfYL3UkwRWCKwBSBKQJTBP7LIjC9I/6XHfBpuX9+BA4uKj+EMmVtkATSDgh4JBXwxinFA3DNQ7AfhGdKJIJm85X8yej5+QUPzTe6fXhLEuiDHj+QDAJvSQbd3fmHM290cnYRv50wmy1VYaurkho2Gjwuq+FhPA9QYuLqEBXtHfouyGHhoT8EpgVdv1GwSaZjNoHSp6FPL1/WeCndS+xhaVXFSu6U2Zh4Y5FHfIus6zo+7M/KpsAbKqOMd83aTA4wlnXsb/CIQR2ztU4s2C6bpUj27GjDBrPlU3HAhiqjE7otozwvwAl1Hn8wl5RStZeY7eGQ7zskq1VUqU4kAkn8zAvqea1ZXdPvs6hEVsyf8bdA+1eCBRQNQFIKyyxMqT1/xRGLFuvHecxikTV5fU62Zdaf+7aIVOj+5ZWdA16zj7/XzTFoYtOaldlwOhEEt/MQ7Z2XY34nnJjvjECK8+g7laXks+51bQ5fnEJxbtFofAxJ5Gw4x+JbP/BO9pjfRBKIxBCy4En8NM0T12AvI/FjufUz45s++ZO5/jpsFw98wo/RnwnhouVFS5xTdsy9XzuHShA8cAyPAmUgDPYGfsTmMhhJKVbhFN6dq5ZaZj2DIFKYh6Lh+lR5Wa9w47raNWIIxh2CiLOTpH18HKstCR/TzXarzXZDEmgT97TMmLKADls9fE8LudvarwInMteeY761HZI+T5sv+uXLFz19ecJeVlXNtDha6/T0SjfXD7q/f6u7h3e6vX9PMqgkf5ZHJ0r+ACO+JmvPDaY/KJlWjxpa04z0kOkeIfbwRGXsu8JvpCPJxE4RmCIwRWCKwBSB/+4ITO+L/4TjP/n4j4vAwYXlB9KAxN7ej7ugFnt6kOCTYuOUZkFTmtMEs5lmq7VWp6c6v7zWze2D3r7/oPcfPurDTz/r40//o7cfPvBg/aDLNzc6Pj3n09SVqtmCR+SklqSPkXPFZqNS5x2/KmIJKAN7QGn4cZ+0hsYQLWGlyNguZB7GA9aGd79tFuvUlhvuQx+PYmPGZqtXYyYdQF99eURBWKTqsOOEUIsPpg2bSdOWdsfGhTKyVsZqN5t4WQbpoNizhwz1EmXbGfsvkRX2STjEt04Y0LLhtB4mJA6jqqgwvC+oRaNDwSiK1jMqoirZX6Z0FFU2pB5SSamiFD2ZiJeVIRoMmx9hUCuirPIFoC5WL2ao6KhcQW3T+obCgaxMLLu2hbJeNnpuK6hCRuVhO9jMD4GdGPDMYDmmHXHK6li3Y57xM5JU0OE4yGugfxieB2aivy0Ccb9KcYx3AzuOPw3HNMLs87BHyHwmj2KP6r4w1qMz/XHcSEo4cVOwVSaB44SCkXOjnJ3oaXcJn0haOCk0fCsI3rIGOw364ryW5+e8jkuQmVN/xsPuSoIL+LqC8TIFj5jiVUCwM3BuFWB40C+Cg9r6zzFWcF9pYwfmeRvRvjDPvtFzHkDsCAyFRjkALJnABm9Zjr5xjIcYtcTXf+7VbBo1W+B220SyJnP9MJBVY6ufLsKJpFBp71LHBwo+Lh7baIstJ4FM4/7L/bBKtebLI62Ped+6eBMJoOubR93dPurNzb3Oz6+1Xp9rsVwp8YGFkq0bTG7idg3P/Kwq6hztInMt3k8KJL+nyuNKx1RPEZgiMEVgisAUgf+MCPyJq5jeNv/E4E6m/7sj4IvrEInnVCSUEpm6J0l1PVPNk2wtqB+A04zn4rn8jZ7V0bHWp6e6vHqjN3f3enj7Xu/efwQfSAh91N3bR5JDtzq7uNLR+kT+Sr3quXI14zE59d8ESjzLGxXyinntxBiWAQqdo+JNARtvRrtmx0Epj+Uw6JlHp+rYbgGogBMMFWO8sej6jUvR7xjToQuhjD0IvkM4AFY7zbAWJrznbKkyGx//qVKD/UxSpqGd245NTafwCjsUaWSj8CzSHYb6l3nbBAJDwsG82NR0PTJztSRDYrMDnz2n1xlmsGvKhjIzZ4EFKhoxR2mXGn10zWc0WjZimXV4bV5XZ9sGc2d8ikVZGdgURI5v0KHKiAZ+N6DjvPOILrzy8YlYU1F67QwFFDFXrMtJoAbPoG1DTKHuw1V0XTw6YbtAcAXuGyHUqOK8Nh317YwxMfEMl1mzkCNBsdQ4roJOfuENS+84t+EcNxIBLRvaBr5hfMaWoTDoEb8PmPmDFn7fvH+HURypZ24Qe86NOAf64+MYGxyMXwm1x6Lic5mgNiRtGh+vHUgCcX5ljl/mWAbgG3gnMeLbPkPSZ0gCNYyhP/vcxKb9DVScj9Uz1189ilYyrIt/EK8FUzjKeUdBRBl0TCslX7NGnJA6fFk+4LAHDzz+mdBN5rHfZl8Cv+jPjC6+lfO9wcnSbgk9iDg4MUPirI/Tttmo3W5I0my08Td1iFfjbwAR1w7kOIYY96Q4kFhPrA0q38B9PeNyVsUc0obj8/TU6Olpq89fNvr8+YuemKvlnpXSTEdHa52T8PH/7OVkz93de5I/bxV/8nV2zXvTmZbLtdJ8KSkFOFJw1Ik2NoqcLn91FcKBiLpUuZC+rqEGpC/YgHM9BqKpTBGYIjBF4B8ZgcnpKQJ/VgT8Pvln2Z7sThGYIvBKBBKPvC4B1WgYEAvMOhEErYP6EqXBw3GaLeIB+uj0TOdX1+VHot++0/tP/wI/6/3HT3okMXRz/6iLqxuSRufy1/Cr2UJdVfPJbQUk9sdsJypkldjNqPLDd8U8VWUnAJTCc79kWaCwshxVBdicJCDAxrDDKtYVYKMny+mvDKQxBeOqqtLzPVLGKfY0Cmj/8nRWrpjYMB+9zJeZIzPAGxBviFo2KEEtZ1Pi7QJm7QVgvdiIsVFV1AYk5D3PUlDGdRjm6ALo0LS8w2AmydRhv2Pujrk6dDyXxOIGW6yRUXJIPNRjo72rKslBoO2x2Xax07Ixa2wbuw3r6ZirdR+GMv1MyQgKRikwFAuLETeYMxqyN4mJDYS0M2BatHzID/qZQ4Es+yLm72hnfGhIApkKXwQv5JjFymEp9mzf3L4vMaslxl5qH+2V4TPHMG85PrBetxQTdfthcNky1DwiO17EpYGab0komGZSnxkbqMUIXIB+uxT9w/rbI/6uvV71H8dgYVjl0B4iJJ93Q+eY+kAHXI07et6H04imGcMNZuC8E8fNrbDvOQIkOXyM+0SHzCO3L9Yfz2Q+UOkrh51ebkYJxOUak40r/OibTDF400sKwUIxHtdwJZkapbvU0a4K//pEfV8htmmUFrXdALFGHInzOmhHaPp4kEjLTRNtJ8sy8WlpO/HTOOnjP50jCdQEGrXu9zXCdZ2xJV9LTOprVL4pMG2sxTTuYcV/33vabSaR1Ojpy1ZfPj/p8y9PckIIU0p84LA6PtHZ+ZWu39zpLn7o+a38Q89vbm51gXy1OtVsdqSUFlif7ZHM4wHzJ0AHMW+BOVCDZ6WISl26klhGoLSneorAf0QEpkVMEZgiMEXgT4mA3zP/FMOT0SkCUwS+HoHyuCr5ebeghjfosSAeZRMGQD1TzQP2fLbUcrGKr8/720A3d2/jR6E/+H8I+/gvEkA/x+8D3d4/6OLNdfxJ2OJoxSRzHvNr75lAF/v42HL5AT+QVFUVc/UwkStgeRBXUjSpKDTUvzrsZ3Vs3gpsvYBRqvyPzVDNoATqimEGxCVHQqEfjyXMaP/0L0aDVKD+FdbZ+HtjktnItCRNmqBsHEzdh6wzxSb7qBjZYc2A0LYTh7B/wkdpLNfBK2za7g50m4dE8dBgqFLfgIQPUIVt4ZV4IegglEwcGuy07Kj8JxVbNmtPfGIf/LZl89Zw/FpyMB3hYVApjCQ4FMU5Qx08YmawzYx2mY0ByFLf3qmFY9Y30HEbXzIHojPFn0wsy+YRa8Q37DuDbogAABAASURBVNKPOQ86gIcPgmFDN7R31ErYYee6ExUfFd4VIb6Y2TnqRkEmqWiuw0Z2MqAjLsTLfOtNsf0O5zyRNcErdpBGGWlF+59b/ciV2BbHmyPiuhwZy4hOT+D2xfE1QrJjFKe7r6lKGi4Hxas/vi/4EFB5kh5WDdCO825Pk9tou4xmdfM3oCq6NuD7b1DJRLtzqai4ZnaTApQo6HLvHtUx2h0RAFQZxOkKU4q7AgQlpqRhKiuB7PO4eVImidNuvqgd6NOT2qeNtqDdNHKypyXZ07ab4CPZs9kqKMmeptnK10Tn64Rj6eOIKzjhgNKiUY4vfDiAI/icgXO+222nJ+4/T04Abdrdf+1eVQstj9a8z1zq9PxaF/FDz4/x37xf3d7r8uoO+ZXWx5darNaaLY5Uz+a8z80JDXN4LhBRS8gEeJ+TanwzTNCDjGtCjGRfEoLSv5f953DTSqYITBGYIjBFYIrAj4/A9L7542M6WZwi8F0R8IPrS8U6RPuN83CJQusZz8YzzXmI9sP0kodq/xe6l5fXurq9i98C8v8S9vbxnR4e3+v+/q0ur+90cclD+OkpD+HHms2Xqv2QXXkebPLwzHM+W+Uq5i1bAjYCbnnTRmdV0UeRqWAohcBQrHqIDnu2BOhPgUpVNUCqpIDQNDzClCwSpLRir2ItxqUKX0FliNGYJlfCXimTEAEkKOLTb5IVDWjZQPlPqVo2b9az3azhxXjbwK56JFVEopdLtKoehXddoHh1+O1EUNhnjp3tFN195W8dFTZjzSWoRQ4KlGVgyUvGIo52rMMJIK/BP9i6ZSO35RP9SAKxmWvZxHWsLzMno7BA6edkL6X9eTNYzigAbBf9Iu+HsGa6KdEuXbTYDto+MczMZX+c/GmYv3GbjWCLn7n/05tQZexAY0FYSTvrNF4pePVMWn21XdnBEZKDae1UVoWrnC4d50KrTDKoswCJVQ6A/os2MsdO4S8NUwsCB9oHDU9RkJVhXuJA/d/acKx/Db/VwcFejHPYgnlWVc/aNIsqJwz8Yekc+R45aPR3rjOVAYkTrKPfHYZlmbbpb0RXvPGo7Oo56KbIp1Jm3oJByWc48MkZQB6UEVBqBNQUmL502DL6JsTdifPZtwQnZw0yveg1yiRvOpJAkczxt3hI+jSbJzUkgwLRbmg3JIq22ulZl/tGCzonkrhv+LpQJMs6pUig4gdrEuD09RLxRtAKJHXEpuEad/Lny1OrL09Zvzx12uYkzY40Pz4j+XOj86u3JH0+6O7+g+4ff+K96B3Jn4dI/qyOTzVbLpRmvO8kEjyaqU7EDD71EFRKquvE/ACaAjOkKeB+GNUpRXpIqS4i2gyayhSBKQJTBKYITBGYIvAbIsC77W/QnlSnCEwR+MEReO0SrNlQepqhz9SwDPBwLB6DEw+/s+VSq/Va5+cXPITf6+3bd3r37pM+xbeCPunDx48kg97p5uZeZ+eXWp2caMEnsVUimVTxkI85P/xHsoQkQabtT307NiTmIUgqCd0KqIJXxZbBFDF8VVWqqgIYhANvnytJgP6gjGQaNhcl4SHaBfrqK3k8vQlEwZxszzQErjKblo64ZT7thidREX8SweKcwCjfZkHuyWNOD66UiGHyzgt7VVVp+Aej8qqCVAgMQY3CJ/YklajkV0eV6e+AjN4ek1Aq1ND3XIb8qlztkOEG+Hh0JFla/G9YSxvJF9YG3yDfJYG8HnQY+qLYVsTWOrHmDh0DQqn6gKaeIiol9IkVdnPuFIke5vWfgLRNK/vTNFn2L/rRI/Bl7K/WxatSozye2/wLEKOIF9QxBQkwUgQ0iOLI4yeb2+IPPLKdW7HACl0Dkgz453ZD3vfFHOgcUM/UY7eAHcPAUiwxrJlx4hBI6aTgITxDvsbTpR8B2/8Rdg5sECuH1dgfh0GDzoEdTjefUwM4F61hDGrmjWh7TA/LXmJ/XFIcH0aFPivlHIioRtsVfVES9QgkNzJASClyrk6W4hoRnOsB1ii851b0hqwq0qH2fWaHEOavXBr4xrUlYrEDvpdzhfPXCRuSP62ve5I5udkcJneQRbKn3XI9DmjUkPAxPM7IjM/cL4RtxRnHvOHXQC1lPvwocwtO8ntAw7m7baWnbadfNhkqbduK/oXq2YlWx5c6u7jR5fWjrm/e8/7zUTd3H3X95h1JoTutT99ouT7XfLbSfL5QqmcigwNmquvUw3yBiGo9gttGyDjRTKUa7w2hCTuVKQJTBKYITBGYIjBF4DdHIP3mEdOAKQJTBH5wBL51GY77Bt40KaW5ZrOFFkfHOj0919X1je4e3urth/f6+NNPgffvP+rd4ztd03dxcanj4xP5R6LrumY7kJS7iof9Th37gdwDMlpfJZHIGGPXH3J8qZIqNtOBqkK12o0p39yp5H/yi8GdNyNMmJnQYEdBTwX25bBlORJsJyDDogHY6gKZtWQSEyVJ0bKJaklYeAPUsgnqmK8rk0mJkiosVKpo2HdBFbYrSYb6V8/TV1VJFUhVrQqqsJEk+nTw8hiAvKoqutFhEwOjgCrtXwSFBhraw/0VUgp+e1PZkoRpWE/Lpq4BQVmj1y42a5kjivaLwraYnme94TdzDLT3p+giDyv2JhibDxsNO8OIK75siOkW2oKt5fZtAG33NegE8K8BFGz5KPRgwg5hnBINshF87HZgnblHQzyMSEyhHxQboYsvG3zYbFttvYE2v2nYGHNOwDexQc6jNnLsNgZJrWxg3+clrrHmriBkxAJhZi5HM+jQtgy0oDOwY/4AvSzGwQdF9zVKkFx+HcUlfBSwV6aHQOW7CkvBxn7sfpDPg9+C/cjgyukd7K7qJ/P/UGfs5M+Z18ais/MGOy/Gj8fQv1sU414WWxqk5gtK3cv7RuqvkRRi6uEy4arl9JDhrsPjaQkxxY9shaBu+1iVRuYcIMtqIWhht/FtHv9ZV3zLh2u92TbIN8okfPy/eWW3d3L3GYzl/OcGyKQEwfN58biKoBT7DJg52gNFWy36vmb9I8+/PG30+fNGX7402nINd6xxvlxpdXqhc5I+N7dvdXf/iQ8W3uv65lEXVw9an11peXTG+8taSgswZxST1wAOAfXAz5jfGNovaY12nRLDwCjxw0B69rW5CVMEpghMEZgiMEVgisD3R8DvrN+vPWlOEZgi8BdFoJY0TOXL1HB7oOZBZs8AxINySjMtl0ut1yc6O7vQ9fWdHt4+6sOnn/Xp53/pp3/9jz799LPeP37Q7d2Drq7e6Bhd/1mYUi327AFyKbGZ6ZSkKpEygbL58SahI2GU4TO0g3Yqry74SqqAAONk3pA/NRZJpg5bHbZB7oQEUFBXr0ersGaAZ4a8LB7zTOpEiDffLRuqzEYos6lvDXjLjI5F5s5zl8FhhrmTKhFCr1iwihfyoK7gQ8e0ShLKCb6qkqqqQsOAZHBQEq2CqqpUMYNrGJXX3pdoo6MArQpQYl1swjLr2LLp8wawhXcSqLOcWIaVF3PL2z8sUNwHKDR6w0HwjbXI8LxCSMn4ad1MOzMic+Ra5nE8G2LYMP+QcGlIZjQkVzbIjAafAhyHFrnHdYyJdRB7WM4BfOsMzgVkmQyQ0XStBuSQd2oYsEPI2Oju9DL6gLntk5M/2+22/M9HT402bGS3m422XwqevKH1n9UNIEm09e+aGPi6BS2ylkRRi6xlbSUplNXGehp1yAzHog39TqYe29BuGLej5gdEH76F/VbFPhS5x49hW619+DWQ3Gp3eG4rK3zH399DG9ZrOEHxY8Fxj3NqRDnJmA6BT4q+E/LNwphdP+dmBqMTC1u7Xhif1BXXA5RzWjuIF9cA5zuMDsTSIIWrwFDQ3zUTNgc5U7IITmV1+DKGuH6sVVx2DdCVgQX7nrlXZc6F7PODRE/TOOGzkZNAbfy+z1a+9rN5gyRQ5/MD2vq+ADrsdcwtbAm7ntNI9tdwowceBEfEQ7PhOtuSOH3C3pcvW/0vCaDPvoa2nZo8Uz0/1vHJpc4u73V1+6i7tx90ff9BN7fvdfnmng8hbrRYnWq+WKueLZVqEjwGH1TQ0ICUar0OVJIxp9+oif8A5HibkBilhWAqUwSmCEwRmCIwRWCKwG+OQPrNI6YBf10Eppn+ayPg/bhUs34DEuXl5To8xLs7McjfCFqv13wie8mns9d66wTQx0/6+V8/g3/p00//0rsPH/Tg/yns8lqr4xMe2I9UVbPYM3jf0OayUepUqKCdEz4dWwrQGTJf+ru+X6ZAlf2sJPPiZZYNUDbYHXmD0sEX0I9elSpVNagqBAbkeen2ggp+0Cp2O5WEgeREQ2aets2sqSWBQMKAjVVLkqBlgcM3gnLO4QUDYgPkWGZ80Q7ixSw7n+CjDzHF+yzP5XlaNtmN7bMJa5mrYWNWsFWhDRRfQt6WhAGbvC2brR36sW34nfG9B35mJvNcnXnWFm1kpmh50Xjkkl31GPyt1LHpEjGW2LBynoh1dB28NFo7jSj98bOex+zGVvQmYsYYpvEPVje5k/1tOSk6eKOFGpkNZcNxyvhMeAT5Bjh+jNvr5D7hktUh3AFDOx4fOsYcII5By6a5JQm01YZk0Oapp/ANGLf9TSHLxtg4YRPHsJU35C3zt8xrPjOf19xEf+6PKfOx0JCxgW7woYBjzzHeGJ7XgG/Q2bDJD33PZYQ929ljw7myeUUe416V488G4GsD7G+LXkFHPJ8Bn9sDtCqJp7bo0teBFlsRA8fhdyAzZg+fO5nz4CV8IqJKXwcLiHXegVOP400HBijwlL7JSUa3S+a81qvQV14+p0fgPicDG7ZlCF79K3H99CzE1wmkn96+c2kW/4lZw/EL9MnGFhrJOo5JJq7WzwzvF8GiKBbaHusW1E0FY8UBnteQMtedhn4bGxB+Fh3bt7kC4sp1abuY5zhnNdxvfE46ufwU9yMff+bi+q/nCy2OTnRyeqGziysSPXe6ur7V1Rvo1Z0uL67lP/Varc81W65Vz1ZKaaFUzzAwFwzUxb6MYdlz1AgMyEH5tXEHylNjisAUgSkCUwSmCPyzI/AXeO931r9gmmmKKQJTBL4dAV+KA4omz98qqKEGz9MW7B7uE4rDA3NCp2A2W+jo6IgH8/NdIuj29kHvHj/oPcmfx3ckgN69778FdBPfFvI3gRZHK/nbQHU9VyIhxGxsLRL7h0rsGQLeNHSqmDfRB+1Ef0HXb5wU/fSROMmG3N+h36HbBS01HS4kGRJ6AZJAXuIAdx+A+eL3Sw+ENDosBrJadjreOHbsclqDDXnrxA9og8/q2PQ4aRF6eKQAdg6K1zAS4GNpIUe/AzGeeVvsNWzsvIHestHbsvkLat5gw+8/SRrDG/Ntbth0F7jdkAQy7GfXtYqkD/ZNM2vJ8Jn1dew0IcUdYmIm/IHxHlDDMRDHqUo0B9j3iuOgApQb2wU201nXY1MtgRRgLNRtxYGpFDTiYVup2FJv0xS7LRQ32aSO5MhelgrRANge67IqAAAQAElEQVQozInvMU/MSbunlWo8BKlShV8FM/iZajaec87f2WIu0wSfZjVmRpgl2jNFX4W8h6CG1yxZp5L5lNCdzVTP5kpglmrNdnQGP0OOLM01Y75ZjU2jQh/MKnRqdID5xDzF7mAffX0NSRJI34D70doVYu8xOeSMC0pvrqh6hA5NilkOvwwfSNNMAsOAIO9IhP1+tCQ7jK6RfE2+RHEiM3GBmHMP+yRO9jyA604GbctLv214bdo3ER2WEovDuBSZIkbm9+NfG1tk1jNodYCC67G24mNWXFPcDxqDe04DyrfjGmKZR7qdYgxem2KKlSGjLTiZcl+t6Eic9ZzycIelhMGOGId9Yl1xfDmQPp5Gy33QxyDjNCyJ0qyNv+kDtvED79jhHJ8vjnRyckrS541ueP+440ODh/u3ugVXV7flR55J/Cz8I89pqTrNmDyJUxlaAxfa+GDuEIN8TK0xbg+85ROmCEwRmCLw3xOBaaVTBP7sCPgd9s+eY7I/RWCKwG+KgC/LAeOB+4fqui79iYfuxMYzJfcN8JikxKZxxsZ1uVyRDDrhQf6q/FnY46M+fPxJn376WT/9/C99/PQvvXv/Ufc84F++udHx+kz18kgVttkjkFDJZZPCTqJjE1JVzB2o1JmKtipvVdSxWemYPkDVsTvpug45QnQqdCv8GgNxjMW8xBi9+nLHc1gRGfbNxViagxEnS8rcuSR8WIw3PU6uODHUsSlryVBkfGwB7N6EnQqjFTWoyvrsI9aIhzTYz2THOgabtmy0WuZxMsd0yw6rJckTbTaDLYmiPUjw0O7Q76xnHjsOVszBzMwS9XdXdhBlE0PEWj43RrCcKdmk2jozIXCyJnc+jgwOXc6fqpZ2mKkKea0qZNZ1TEwVL0JITLDJMcCkPIcpy/KSdu0sjyvQix0tsaZfr6BCVnl32a8pwUcyBX9MnXiZkZipSYDW9UJOhLo9SzNCUCsxLtDrJ9YTcILI6Nv2KdmvlFgzsyCvgXXnXGt1zDHXfMGmd+CZc0bSKeabLbUw6F8gWywWmoGBzpAVvblmzFtg/jnqvh85886eg7n3dpboGugyd+jSP/gaMXE7zVQb8MkIm/t5Em2vU0oKZHGe5N+MzME/hO10JD8AJwrd5XzAvvV8rezRqCWBOsDJ1IEv11KmH2BkP8btFnnLHHs0XHMNCagA11hpt/I3q56j9HWM7xT6w7igLbLcx6FR5qRuDPvANd+BHOvKrIv5PVfXKb5ZRvK32aFRw32n8T0D33KMy8rMkbGV6cuMVW8rbozclbikOB4ulVQBPQfXHbIMUGDYqD/Th4GOOVvguQ1P4/YWP8o3fzLJoFYN9/C6nmvJ+8YxCZ6ry2td397HBwb3bx91c3OvK94nTs/PdbRea75YqeZ9Rolzpq4lGfBu0/r+wpjvV540pwj8J0dgWtsUgSkCUwT+1AhM77h/angn41ME/mgEfIkag506nrPFBq2uk/ZgY9e3FQ/gQi9pxmbPm8/1+lTn55fxEP/w+I6kz0/gZ338yQmgn/T47qPuHh51dXVNsuhMCzavYmzrTUzTsWnpxN6ErUjCcF1QwbMZYW+BvAqw14jNPsPUsYnpYCj0KSD0q6qCJNWMT/BSpei1YtGirZCWqswQOvRnoNELL6JlK8ULmoMtqP1oSax0LKBl15NBA9/EhitHgst+OqFT5qDGWGffBoQjWMcVTKql6lhfy4aqxXaGdtAOeUaesd2yQeyAqWFZpk1gmMCG7CdwYZ6qYtI+Jv6WSV3VqmsfVyiJgoGfzWmz0fKxT6lSYow8VoxPOngxC23k7hshK0UU7Q7u0qpVz5lrvtDi6Eir42Ow0urkROuTdcHpiU5OzZ/SRn52qtMT+FPA+bU+hQbosxz4TwyPT050hL3l+ljLlbGCYnsFPVrDG/C0V2DZ4wg6xnK1lvtXy2OtjtA32KSGDN0V/dY5Rn6MfOm5SGTODc7noPBL1rc8PtISvdWx7eDTETaDp71YaU7fcnGkxdxY6ohxhr/tYBqYW76ir2CJ7hK9goWWS+NItvMa5vZph7nmJIbGqOkrmKumr55BwRwM/Eu61FjmJM8+STTTwKeELcPnFfYq+CpxDtBOaRbnDKewAmQHuWT0W0BOgXuGdohzH2NxzTVSJDy4r4zpkHSxrPAkIzDkxExJ1nQkboy9vCGBcgDmcFJoi9yJjYKmfMtuA/W38QaQlNmGrJH/NGtL0mlAC/8SW/SMVv52n/+ky7TBTvxJH7b8p1SN7y0gxpuOQRAbA/ubFn/areI3qwbq9W5ZH2My8Wm5n3BbIWBR9okdX+/PwVET13gGpoZ5o5N/9L8SYeE+npmz1ZenrZz4wR2J/gXn7snpud5cvSHhc6f7t+/08Pat7u7u+eDgOr4pulqdaLFYaMZ9yWOkxNjDkg+bU+t3RWAaNEVgisAUgSkCUwT+vAi8fPf+8+aaLE8RmCLwuyMwvlTr3spIxiaNPQMP9+6y3DqAjV3iIT2xqZvPeHBfLtg8n8a3fM6urnjQf+Ah/z0JoA/6+PEnvfv4UQ+P73nof9Sbm1udnl1qtT7Vgg11zUZRVU3iwMmDSv72T+fNRp+AqIKvJLel2Kx4M+AEg6EOIaXb6dFAnZpixoAdFWah1T2Diik2R4WhOwp6YxM0s3dPoOs3hi1BauGzKbuh4N3GVocx+5nt36uISZStC1qUs23DR+IHmkGLvbbvy/QXtGqRh577skSzGBzmIplTwSc24lWdVNe1KlCzKfefM81I0MzZeNWBWjP6KvScBKqwVMKe4MRKCqLhKiHv0Snhi5g/C1c4Tigwd8LufLnUko1gJIDWJ1ofr7UigbMGTuaYDjglwbM+O9Hp6RnniXEOHeB2gf+MJHB8qhNwDIJ6/Hodc6yRDTiFd/9znOLD+uSM5NMpczIPm9XTSDgxD9S8sUa+xqcTbL+OM52hc3F+rguSoleXl7owet7tK/iLywtdXJwHzs4Yc3YRm+DC06bvzDg7R36qC/g9sHlRcGbbAezZ5jk0QH/vg/34OvDBepdQsLNnH3egzzojeI17nJG8O9fJ2jhl/QPG7XPk51qvie/6LOK88vFn078imfY1HNFXcEQy7HUsnEzrMXMC4QBzzRZzLYBpSVrVmnG/2aNWmlVKPk+5RgRVQpaS0hhK5XyWXxWVETcCZU52X3OZKsD1n8l+GJG0cfJlAPLGGNpOyvRwsmeD3HByakj6OKHTkAxyMqmlvyHBk03H8H0HNLlRjKVv42QQSSlTjwk58tb3DpJA4SsrUee1mGHNrLPUNYIE3GeYHyHDd+jkivUndbxP4KKenrL8g+hPT9yXkCnNtFwcc/wvdHl5Lf/J8CMJoHs+FDB/w3vBOefsyglb7hGaYZdZv1a4s3yta5JPEZgiMEVgisAUgSkC/+YIfPtd/N/s3DT9FIEpAuMIjC9XHuqjyzI29Ds+GKoiFxsFsVEakNJSs+VC/pbF6ekFSR4e9u8f9Pj+oz795B+J/h/9/K//0cefftLDw7v4uv/ZxRsdrU9Us4Gr6rmcQOjYhHVsSIKvmKvCH+ZJptG2TOhWAMrmy/uMtoPHO0hs1DI8plwraFVp/LLe0LYuZjCAtAPRUWjsBxmbMJKQl7aUkNEshTEdBro2KzZXbPBa88DfzMk4hwr2rV5R2fdChd1Av7YKWpOYqWczzYz5XIv5gk3sQkeLpY6OgCkxOxqAbLlEHmCjfHSEfqHxjRISL0erpRbLYmN5tGBTVjBfzDRnnoH6E/iqTkrEXF5jSpKMHPF2cDNrjZjR49KpggwQKuhXgHFVPdOMY7uYL+VzY7Vay8kfJwN2IMniZOD69FTr04JTkgXr09M+IXMG3cNJmILTSCKu1msodgfKHMerU5KRaxITexzTvz4A9pnnhKTECefhGfOdrNGHmj87PSG5cQZO2cCek4w508nJyQ7HJyc6PikIOUmrksS50MXFBbjUlZM1JEQvLq5oGxe6OLvC1uUI5/DnOiHhM+AM/uzC8rEePPbOelxAA9izzYuY80Jn0DPmK5T22R5n8INejHH7a8DO4PcZcxRc6KLXt60dLs604+kPfuxD2Cr+lwQZdiKpdKnSZq0kz85GOIcvuNT5+YBznTNuwCk6BWf9OXIC7cGxLefYWqcc19PTtdYhO4EOONN6ZfRtklJrEk+r13B0otXxMVhp6W9yHR1rSXvJ9TaGv+m24NoMcO0F5ZpdGLOlFrsEVK1Uj8A1l1Llq0byNcX1x5VY2ilJBvKkOvhkXQMZF10kfpyI3m43enoCv4AvT/rl8y/65f/Al1/05csX/fLLFz1tnsC2YNtTyzwW/LJ9ku3ED8lzH2ucXOoU3/QhvyVuAWpJeDUwdAlWHUmhlGZKXO/L5bGOjk85Fpecj9e6urrRm+t7XftHnq9vdXlxrdPzK47DmVartWbLhWKsWGdA8n1dr7xy9t3nlY5JNEVgisAUgSkCUwSmCPxbI+B38X+rA9PkUwSmCPz2CKQXV+4gMH0NMyaZqU6JB/ilZouVvCE/ZcPm33O4e3irxw8f9f7jz/oQ8J+FfdAtySH/d/EnJ+dasJmazRdsamr2MUm58jwVdpOqqlYkI7BfAVUJufuqSEh4KxDJF1pOUbBHkUq34gXPHilYyyva0bBigIrsTKdhdIclZKH0rGJsVVWqqmrfEWMZA23ZDHXshiIJZMrGqWWzkunL7jPFdJbH478dC5Q1JdaW6lo1a/Y3cuZsFOeLhZbzpY6WYHUEBauVjkZYEb8jNqO7b0vQPqZ/ZRyvZP6YDe3xasVm60hL+o/YtC6wOWA+n8vwn2vN6hk+VIp49yvF7djkOUosBR5JJtkDrNKxpmBTRbMH65nNZpozTyR/8NGJluP1mU5Ispz42zSRZDmhfULCBro2XQd/bP7keJdkOT6hL4CMjfex4f5j5OZ7HAU9kvvND3D7EEdsUkdwXIjX0ZgSJ7cXi6Vmi7mCzhZKwGsrWGgWbXSgiwVt9JcHmJN0m2NjGXSJrfkzHOpbDzi512MFXWEzKD6uBuDzyjhay7I18gPQtx4DvfXxWuuTFTB9BvftcKr18alOTwzr0YZfG8ht5xRdf7uq6Fiv4Bydc67vAWdOagVICpxdkDA6I+llXEDdfg1noXcW35Qyv9c5OTFvGTZODM6foOYBCbkTzpeTncz9xqmK/IRzxO3XcRzn0TE6xzo6gvoacmID+HraJVdJ8hR+pcV8xfUKlgbHj+M1Dyw0XyxUz+Y7pDTnvJkppRFkPiEDSlJV9XwluMJbxn3C90VrIZRfmXuNvzXkpM3TE4kfEj7/9wuJn8+f9ZkkkPF/n0kAkQT6TBJoDCeFfvnlSe43PqP3f182+gU4mbT1/Qz7Lfc0f9sHoobE9tbfXqLRdpW4KDSf+7o71xnJnTfXd7q/e6d7Ev53/Td+LkgEnZ5e6Gh9ouVygetzXGed3Dwo8BSa1KpdDfhaNmjoKMmaBAAAEABJREFUn+gUgSkCUwSmCEwRmCLwb49A/xb+b/djcmCKwBSBXQS+xYwv2eHRO8VDeM1GZIc6jYwU3s/mLZ/+lg7LykP9bL7QkoSQH/bPLy50fXunx8f3ev/pk37+n/+nT/5G0M8/yz8Ufef/AeYNnwqTFDhi81TVc6lKfMrcsdHIAErmoSWJ4mSDqoqSVKVaMkRCRSQk6EdNRkfbJTYWlTmR3Cl0qKNv3EBg1RdAUDHHoHpAYyJXHf4yR2yIMj5kecNUkkDwOOU/1TKYRsr4DOORCtueAVReV6U6JVCrngPiMWfzOF8stHiG+WJBnAcsg7fOfGEZbRIH88VCczZc88VCC9vZYab5zFiormeq65qYJom51b/CP/wU0XMyq4O6hKjXCULyJ2TQlGolf5OpZt75Qgtvkr2hXq/Z7LPxPjspNDbn8LFRP+6TPWsosP4xukHpe0aPSDwck8w4IrlhfsAx8oEvdMUG/ivwWBImR8aOX6J/1GOlxWIJ5sRtqRlxK2B9aU6Y5sjgQz6Dn2tOYmc5W8jn/w5uA8c6zaxHf4LOvwfozhdKA2q3n42rh7b7Cgb9nQ+MD375Ujfkgy9Lxu+A7tf0h3WwrpmxG3OkGcfb8HFfkDBZkDzxbyc5YRQ4WZNUOicR42RMj7Oekjg62cE6Y4x0RvpnwVtv1E/y6SwSToOMxMSufcbcZzrbJZZK+yTOx8IPfZYV/oRztow54Xy1bExP8Nl+nPncpt/jTk4Zs+6xMuW8hjqBtF4fa7VaaxUUniTT6vhIS1MSj0twxLW7IK4LkqgL6JxjOOd8nC/mmpO0rX3MuGYT15qvOVWVfA3mLnMvauP+s+V+tN02OkBDu9nKvzX0tNnqi/HlSV/AZxJHv5A4+kKi6Iu/FUSff9OnwU7TdmpIBDXw26bTljascq6lCp841sfE8Oz8jd5cPeiO5M/9/aPuQPzI8+W1nADyumezFfeZGSDpL144ToE5LPH+8tXvAx3qTq0pAlMEpghMEZgiMEXg3xeB9O+bepr5qxGYOqYIfDMC48uWB3rr1sjGUCJJgAzqboP9gAkY5Ck2xskbxNURG5xTnV+80e3Ngx4eP+jTh5/008//o3+BT5/+pfcfPunu4a0ur67ZYJ3HBijVbAyYg/3FLvnjjQc5FHIPlVQxF6hSgq3UVYBMRSYBVBIunWgGUJbkMUBOY1BRXttsIB4V648x6nqFdWLH1u2Dv5UUfhCcSAI1mQ0ZYLeUWVT042v4ENXeYPhN5bXKOuP+HZ/kJSXcI9oSTcWLgdCoMZC7rIbNXhsbQG/4NvJvjWy9+WsbNohsEtHpDLaOHf6ym9MLYFOekDhXPdV+UsVr51uHJRrM38afw7X4sA1sNszPJnMzgA3mhg3mHk8qPHqNeWNbZPhs35tNG2vwupr4zZOMu6+hQW7QZ49YW8+5BfAaN1ksDHX0B8s42rBFf8wXCarR657C06RwOhIVDgbXTIqGjw6oLXPE4NFQjTKyBJ/QSySDvg60QidpBp1xXR3qLpRIwOwxoz2T9WYL+oDpDujO0kI7uH2AfuxYZhvjNj7MSEbssMTeqH8Bv1iQzAgstISuSGg42bEmIXK8PtPx6QnJgDOdwu9wSrvHGvoSF1qfGoPeRbFxeqrTc2D6Auelz/0n6JAYOicRtAcyty/OtZft+cuR3LwTPxcX/vbRhS4uLkkiXe7oGXb8528X0X9G3wV9hZ71fyZ3gb0L919c0XcBGH8FLs91cXmpq55eXF7o/PxS5+fnPU6hZ6x3rTWJ1GOSR8ck1lb+pp9j2/P+xt+KxOjx8YmOSWquwPHJMfwarLi/HsnHZs4xqp1E4l6buKZ9KbTcB1oSO5ttjj8P++Vpq89fNvr8eRPfDvryy5ZkURa3E6U013KJzRP8JLFzfXOv29tH3d+/093dWxL+97q6uNEp/UerMy0Xx/L5ktJSKc24GMp5DUM7QdyulcQrKuiotFMSaBSNiZ0iMEVgisAUgSkC3xmBv1Dtlbfvv3D2aaopAlMEfmcExpdujY0BsLsy6Jim8vAej+2jdjzgz+mbs9Gcs+FY6ohNy/r0XOdvbnRzd6/bt496ePtej+8+yD8Q/fbxkY3Dg95c37DRudLxyamO+DTcm4Yq1eRC/EkxiR42K+RFJJIRqpgzgLwC8pa8U0aB/AOtClgWhKq0YUph18OepyhgSkb0jPQGdqDR/6yKjIvwsSAz+f43gXJ8ap5J/jRMlkFLf8ZHSiQicAOfGWvGQtuDuhkz0WZIsMLJXeIHvheOCMqM7QwSMJ1/+DWSQFttt+DpKaiTQm3byn5lZzHQ9wIYHYmzgY4MM1ulRJxL0kK4UlEZkKHYaZy1zdy1JH4abbYb+c9Svjz9os9G/FnKZ32BGp+hBfT/7//pf//3sz6D/7X8f/+XDej/0S74389Qyw10vnxBF/7L51+wx3hosfWFcQPQCb2hbYqMcZ9D3zbHoA/bn6MfPij2vwzAd39DwtgU2Wbzhc3xk34hqfX0C/zTF216/AL1n9L8gs4TSTDzT8g2TxttfgHB7/WHcc/pF/S+/MLctt9jQzvw9Jn5jJGd6MOXXvdLTw/s4pN93+DX18Ex5BxqAhs1T40asgAbYFrknOckOrOTcpxPPv5bqL/BIWic6D5HuMbqlMiBzQq4V9QklJ5jjuzrWMgJjPlipvmi8EsSGkv4Jcmm51gtjhWIJAn8AT3RmnZgfUxyZQByklVrcEqy6piElHEKDZyf6dT3MyeWdkmac+5d5yScoCRySkKJJA5Jn/OzS13u6IX8W0pnF1DjzPRSF04ogQsSSReW90mjs903lU51gi8n+ORk2gq/neBZHR9rRbL9mLa/AbfiXrtyYuh4TdLnWNFPImh5tNJqeUwSaKn5EpAAmtUcEN9fVakhOb3lPrUlObzZNPpCAujLl61+IWH7+f+e9Jlk0BPHHjUlEkf+ttIJCTX/wPMbEvw3dw/yn3zdkgS6ubnTOYmh09MLfDvVbLnSbLZUSjMlzaRAoj0fIYkGfSnSPXHu0JrKFIEpAlMEpgj8/ghMI6cI/FUR4F38r5pqmmeKwBSBHxmBxObspb0a0QC9+BYQT/SKB3ePBbZhWJZp08n4RHOu5fJI6+NzXV5e8Ynxgx7ff9Cnjz/p00//D/yPPsK/+/CRZNDb/ltBZ5EIqupZ2PDmoyVZQY6BdgW43VRJFZCBM51KMqijt6BS7gBtF+codhtSCw5gmyPB/2fvTRjcxnGt7UNStmtJOul9SS8z9/3+/0+7d6Y7qcUlS99zQEmWa0kn6fQyPXR4CBAAQRCSnSKicuzAQ9aMAslEB8ok9mNYvQD7EZso8HCYOlBk8ZMwPbSnGNNzSD5wIB7YSNiE/TKbOEf58HzwXA7cdxyy9xRufDi/nQ7ptxQOzBvxNM/+Lv7F3uMjbnSN3TUFiWsO+dcUfoxbqH3d9XvdEdOBNQaKUsPgdcEU+7Ciji7PXVxPBjmRaZ28wmaRjDqw17sD6xCHiz/+1ZIrCjxXFCZer+BxBUUY5FfXr2X91RuKLx7P1HyAQs81cDEJegOuXIxZcC3LbrCtuGF8o7rG5NNzjCjuIJuoi06vr1ifcRSiouCEP8ZzQeiGQtCVC0ccjP000w05Nsy7mGL+Fp1xjc7yG8Z7rpN1Hpu3LoDu+r1wzfU2bqPg9HYf17om3luDYtWt74U1KApdB67iC4IrfwN/JReybik63VJcMn9NPkM/zV98Md9629aC1p5ilAtR0LClAMi9e0tRoYIx99/tjNAhewu9Q7eAeXH/4i9k3MMxXuhedfwEHZBTqLpbMMjFqvvw+3SWDX7PYl/pEO9R+qB0fJx4JChvAN67UcGAdfP7wm8bfybmjs/BrpOLV7VgtdXubKvzsx3YAOjFTv71r7OzMwo4ZxN/fkIvsL+4ONPF+YRV8eo5BaDnz59ToHqm5xSPnj/7BPpCLyhAPaNwFQUlClnPDIpNlxSVLp8908WzZ1God+F9QyGt67bKZaP47C2dymanDYWcszPbvtAnLz/Xi8++0Keff6UvvvhKn33xdfAvXnzG2i91fvlc2/NL2c+m26pkI0t5o6xCaoysyEtGjhQjVRXjgsnUZjbMJlkjLQMtAy0DLQMtAy0Df50M8Df3XyeYFknLwG/JwH/jXP9A/vS+64/iJYjf6jP4ud3Cwtjgh/kMwo9/ageZg4+/KPqMg8GLF5/rq2++1qtXP8oFn3/G/xb2//TjP/+pH374Sd98+x0Hii/5F++XHJDOORcUjSnLhYlDFE9SjJUSrUjJSBzAkqQk6irCzDUbeeCxaRRsohMv20KWdn9cFS7oeP5oBy6MmIbK0mBiDYttg4kGCio+QBoDhZZ+xnDgX9oHVfko7wfTiNP8yOAAwp4D7Z6D754iwg2FmxsKHP7y1jiEw99QNPA4nuzwmIO4x7XQcS0/FRP/CxDFCtMbFzxsB2751/w7fB/41/6DD7cuApE9ApJjH4jT1BtzXN5l5npydemlTIwyvGmQQdjYwAwYxl49xSsXBq7fvNHrX37RL69/1i8/G/+CGv+GVrxB/+bNLxQfrik+XOmOgsWeoknf36mneBYxmd5D71jn/B6wNY+s58C+xsB48F4DXAfb+CmlwKjIuecGetm+ro3PAbCu4zAG5g7466EY0riW+O25ZgPorTOlWGHetjP6yc62D7FX7zm/gj3X7mnc6L7uBn83zIkCFPfT/gHumHO7wl080XRzAzXC3jYVN1wX6/ZQo/rdU5C6oThl7KGA4p+v//5uT1Gooke2AHn/Doj52AW97auvGMM/oJb53rsHXxNjui6+Tk/CdmC+ZpUOXOd74D2DxHe7eFNXMBLyCgb+PAx08pesL9gwDmzV7bbaUhzfnld6Dj0/32m33UyFny3U2EGNc525UHRxTpHoXM+eXVDAuYBeKp4Sen6pTyjwfPLihV58+lIvXn4KPovC+6effcZn6xf67HPjc4o3X+rzr77S5xRxPv/sc7347FM9x/55FIdcSHpBQcd+mP/Fl/riq2/57H6lr7/5Xt98/YrxN/p0+oLn87NPtNtdKHc75dyx+RkZvoANMD+DLC2fx6juP/bjKUZUhdC31jLQMtAy0DLQMtAy8JfMgP9m/0sG9gFBtSktA/+VGcg58wP8fcypKDBFhYLPGgj5Md06uJLpsvxH9BWI5paLXBDa7Xa6vHwmH1K+4HDx9bevogD0w0//1E//+Id++uknvXr1vb76+lsOL59j+wkHpXPW9sEiUXaoEEWfWCMlWOAxZIDOZZoRHqX8GulcqHHlZTQzIHBjjskRtmRkG9iBFRnJ84Iy9tQKigC2wdZFE2oqcWDsD4MOMygYuCB0oMhwoBAwUEQZTfHDNNV5gwZkdy44+AkgH7Jv7zj0Ag7icdim+BMHa2gtDt3qJgo71xRPbiii3OqasWWmM26R3VJM2lMM8K+E9azhp5Ecg/MwOGgKIoMVIXUAABAASURBVOYFdRxslq2yMfqU6daN+GUgy+hocbU9Z8D33d0thYAbXV1RAKK48/r1L3r9+t96TRGowjwI+c+6vvKTKG90c3sD9vL8AwWgAV+GyJ8xQI2DKboeG8M2D2CbwCjPWcAh3fur6NHNcP4P6rlGAxdlIA/BR0HAOsBcTfseuHZiPADBD+o1uMiw2DPmesY62IR+pmFj/Qy02PbIZwzwMRf5KZ3n3KdEEnNWcuJxTPY1+6304Xp9rOO5D/3EnLUveMscl++lGft9r56ik++zHptb7rdHQSHydsZTNg/kN9xT+wkzX+nd/kYzlieMiCN4Ck+3IIpPUTS60T7o/iGd7PbQE0z2x6IV++Q9Gr8KR86diyOcW/KIfuD9P1BsJaNx5UXPWyba/L7xGyczqOhk2lEg2nRZm66o67rAdrvRdlvAVmfbnbZnuygKXVAMOgMXF2d69uyZLuYvpP7kE33y8rlevnyhl5++BJ+DlxSAKOh89gWFny/1JZ+9n33xhV5SFHr5KUWgFy90+ey5nj1/MYF5FO0/++xr+Qudv6LwU7/v55W++vIbCkBf6Tn6s/Pn6raXxL6V1PH3QQaF7QJv8Alwy2F/2jxjhjWkxqShZaBloGWgZaBl4PfOQPP/ARnIHzCnTWkZaBn4y2cg84P9Q+jkh3rVH/jp3WRd4SNhDWQ5d+ryRv71gHMODS+ef6rPv/xK3377XTwR9BPFn3/+z//op3/+P/3w0z/0/fff60v+ldr/Kn12fqG82XLUTjqMFaOLO4nYUpGgflrIslHiqDUXiRRzRtuO5kfmi3P8SD0HAbbJupTgaIg4/wtlBbORBs8MxC77YMQKCky8J4FaPBgn/4MGihAHDoI9hQUfsoNyKDxw+vEB0XSc5o0UF2Z+gB8ozBwM5o/gMKHH14ECyIFD9sKjs82IX6awo6RETgoFOx8iCwfJwsHS4+zrEpui83amPSaGUu29NUJgiwfZJxsJvlJPMti7iXjlUVxxGMvYP7EN3ieH5wMFobvAXneM7zhgV3qrPYUuj3vkBw79w+GOQspBA3scOVwP7GfGiE/DRQ3vfURvkGXF4gSQOTgHclEHcpd0AtvkrPwAQlYhvxKdAWHjCv/mmR9kotYNEePoEhDpIXau+UDyBtNI5ICZQWEgbKtNj35G2MYccgftAwfN+plWu4fzZ/1jdOBeGfqB2Gb08A/Rk89hQbXtPc+IuKtsMI/MRZ55TuXvKAAdAv7y7opb7fvb+mTRVMi8WdH41TgKmg+fTmIedkf5HffKLJt50zt8V/heOtrPtpVec5/d3txRQDJuoY/Dv1p3y7rvDGK/XXD0HetNfvz03i3FzWvj+oqi7o1ugsJf32hvoNsbdze69XuF4uYt2FPI6gN3XDNfd64Bdxo3lO8s34r13lzuR0QLD+P7nPdE52ISRaRuu43i0fbsXP5MfXb5XP7Onpcvv9Dnn381PeXznb599YNe/fCDvv3ulb759lt99sVX+vTl57p8/ol28T1tZ+q6He+ZTiUD3iCFz/bCe05Q5awD8gPy+QEf3gEEd78R431RjEvdV/BP2YSydS0DLQMtAx8pA81Ny0DLwPtmoP0N/b4Za/YtA//BGeDn+/oDerzzo4vaT3Ff+OEdar5wADAYstsch4UNB4cd/4q9u7zUJQcQ/2rYF19+XQtB3/2gH378Ua++/wH8pK+//pbDx5d6/uKlLi4uVCgCldJxvihSyqegeDEu8BFJGlPCBmA6SuJcrSiywNCQ1IZFZWSrGYiCjY5BbZ4/A2cyRubNGCjoWH9ggTgsU8w4+NAM7SmK9BzIe3jLbDdg57meFzy2ozEXdaBRCKKyc6BoYPRQ44Cvg30Zow+Ic6xJhfyUXFQo/mzI2YbrUkCOnGg6QHplnb5w4WMmVRjyxYD1B9Ye2NcAFXtFIRFjLbONXGUp5wl4gw39QJwu5ggforgg9j+MvQZTxiMYwEj8g+NnP4PnAIw0Mp4Rctt5LugpCIlYvK4PuGebjc522+k7Us51dnkOf8SZv8vEON8hPzviEt6Yvlvl7HyrszPjTPOv3JxNT1ycId+eUcT0Ybor7DkHnID4lbjM5qMN0Tu+gRg9Mjy2beUnk3ch9rvGu8yZbLzWQIEu1iaWUzoZTXfDAA17U66voDOq7l6PzWBgZ9pzLQeDAtHA9fE1CiCz7j72yAPY7t+KPYWkHuwpMD0OF0v2FBGDUjQ5pRRaerD/7bjBx83NjQLm7yFisGyy2e+vsTVuo4jl72e6pmhk3KI7LTbdqfceQI+PnsJVP9zxVuM9E4WfngvmKwQh5/XamAe+PyDyDcab4ljk7NRtQbeNJ4i2fPaenfnevtDFs2f65MULvfz00yjGf/k1n8Ovvtd34PtXP+qb776XP4NdqH/+4jOdX75Q/Y6fc5bpWM0o8JuJ99iBzNQ8GAAWtZnP9X1TBfSWQVbtoWSlbGzLwO+RgeazZaBloGWgZeC9MtD+rn6vdDXjloG/UQb87ufAMe+owBgQmrmiwqGklCytYRn/WpyZ2206nfMvyy70fPbZV/rm21f68aef9MM//qF//OOf+umnf/Cv0T/oq6++5rDymc4vLlU2OyX+lXmg6OOngkwNpSQl1gJpglKhZeU860zn8oVcw5mOxhQ8KMgMQLxSSsoTmCFYKRjIRPXkqxZXBjyPFE5cuBkphLhoM1DIcOGmp8DRU+w4cGA+oBs5TB+i0DJqMGWu5zNQBYs5tgAi620HfB4cY4xNNALMSdkBQ+VXbA8r1ncM3qcx4g8VFu4B/uq6Lirxb/jE6NUC6CJhrBVjFmYlr8JaAgN+AHsW64g9DRz05QKPaQCf6AYKOQEO/wO5GFlnsB38gD7meGwwHnoOw2ELPdyx/MA1zfL/bOTCzJmfbLg4o1hocMCFPzPiwHtGQWerM/Mu6Ky+T+Us5p2jP2dupS7+bG23Qoy3G227jbquU+58T3nPWr0GMuIhOWDv5hS5GoNFWidkhu+I2YwZtSHI74O4OnVq7RPEgDzV8M/FXLQeLoMVU8/23lWFdz9DZCJ48jD8RtiXEf5i/bqeZSdgHd9zp8AC81AxF5bIkL2Nxyjs79Hw+9RsJpzsE7semeH3QM+9Gxj2UchysainWNVTnKqo8j6KPn7vUfjh/TLI/MjSIO4l3j/4di7qLmY5G0K+9L5o8d5PvE+43rkou3DJvesneHzfX/BZ+ix+Zexz+bPX+JyC/OdffqPPPv+C4vtnev78U12eX2q3PdOmO1NhftFGJRfhWHQrdCs+w8/NfI5bKufKx7xiXvwdMdv9ebSt3DLQMtAy0DLQMtAy8O4ZqH+Dv7t9s2wZaBn4D8/Agze9f6i/j/hx3xstdIZnnWITh+mtzjhgPH/xqb746kt9++o7fR+Fn//RT//8H/3w4z/5V+lX8ndRvHj5aRSAus1WiQPIMFLI4Ww9xiHXz2FkKSXlZFqRIi7WhyYfiBJyJdUX82GGgUOUD3vwc0spKWGbUlL2PElJCmh+IaDNo1PdKGol9jto5CB4oMBx4EAXh0CKHwcw3B10mAoeMx0pnow+6DG/OvYKwGE7DgNF9mrEJoPxusVU74mCzUhxyf8D2N3dne72E+563VFQOUD7KK4MxMiqzKF34HIRSsy3X38JtLOrOGCSKOTek+GndULO/kTc1c4RGAdlz8FvxpFhG1nGwdZzB/JwILb9/lp319e6vXmjq2t/hxD0zS+6Av5S6TfX/r4g41rX2N3c3nCQvtNAbnGtzNkz56wchRlWyvALRBweQ0PfqTPlQNwFch1j362QyXWef5UMl9wIOFAFhEzETky9pyMdqpzYHJ9Hhm1+HTheNft8CiuzJ9h0lDv+4+ge5xUsmql54DkT8kRJpJSxM9glHP16V94pYO9cHJzAY/Gbenw5j0d/Xm/E61OwfsZq5cnP4ovx5DPijBmW4Tn4BxSzt7ZVNuzH7wkwrMH73YXfAO/B3uOgd+qj+NMTEoi1/R5iwSnXKGjsZ+3PdqyF1BzGNQZE2JIf3nvUmOGxsMoXkIuZM+8Bijrbs0tdUgh6/vwTij2f6PLsmc7PL7TdXajrdhR6/MYC8g1Q8A+YL82yjGyG/K5mPDfk2Mb7EhrvH8o9pRTR4BSo1vj1KNeRYr2Zb7RloGWgZaBloGWgZeCvlIHlr+u/UlAtlpaBloHfNwN+4xtPrmJl/NCPhXn/cA+7/GDvn/c5RBT+NVl5w9mg48Cx5fDxPA4in332hb765ht99913euXvpfjxR33zzXf6gn+hfvnZ53rGgWV3dq5uehrI3wOklFnBJYdEKSLBVxrHqFTHyTYTj8HURuwBhQ3BTUJVsyT/yR6kWbOiyKzCaBLGavBQN3weKOocfGijGBM0Dn0HDnyAAogPgQd0A6e2w8GTmO4Ga+KzUGIBQ1DlJEHzBPOaXz7ksebIwW+E9hR4XGDx0wZ7Ci23HDbv9nvdTcWfg9clvgH7wXuHeq6gMUZWsyhWGwPyMQ+/fkonQNxpsnP+svUgI/M4cTSdkeED+B/Z++GwV+/vPrndU/xxcedGN1dX4LWu/N/IgzdXbxRfGI38+uZKt1fXxH+rAwWtwU8I4dPR+aApv7JEM3dkENBCls2QQ9tXJCnGqEO3orDH5uQOGtgvPeI6FusjmsaQaEcdE2yywLZPA88ovcYyAf+P8asVnrAYkRvMxpg2jS1bAz2aqmf94E0tP2LNxRajq7OOOo9RzHlcsbPo3ekg3yvVN47cuG8U95UHT2FE8XYM+KjAdAqZbTN42KyuWOfsXXjhcuDyGz10jT3v/xmW36H30z6A944CddUa0czjq3rFHt73CmOvZLtTK8Uvjw3eK3kbsLOem12526rb7vi8vdDZ5bP4jh9/z4/53dlzbbpzlbzF5Xy1ysR3E7V85hHF57ttHqKgq0UfuJJtDO7bIZpVWhiErbUMtAy0DLQMtAy0DPzVMtD+pv6rXZEWT8vAXyoD00dEEP/Q7+A8MODzRGHrwaTTxv9bGAWezz93EeiV/MWkP/z4D7364R/67tX3+tbfD/TZl/rkkxfyv1Z3fiIoCjuZo04KcN5RTwHkADOAqKtwyJerNRP1EdEHotFre8BMpni0IIk/zKHnWJKU4StUedVXgqCSoRhYUOEhHMevUSMLDBzaRgpCfuonij/wvYshFIZcIDpQXDlQmAlb7Jno6SvgMYNYaBYzxnakmFPnH3RHgaR3wQe/fgpowK+LO7FV9ipsZRogE7TZm6kfPMj4NH+08+wJ5LXKPbEiOVhCifCYCEuPvb+Lhktdx4hs50Ouc+G9uxDkX4mhGOQvzg3El+nesI8Zt7qjUHSHzZ5iVn+409BzeGZ/g3M4wON3WFPzrDGgd4Re2SAUBabORARtatim7o3YIz9riqfwyZF6omLdOucoG6xDjnX0aIIebeuMp3qmc8jHGgcLjzFD/CCnn31+KMUdzXuD4M9ezVUcVzpca+uMAAAQAElEQVSVV+079U7mB4OJNE3w9xn5186ciyXU+yG+63gJfsQV++deHrjOj0HIK5ZJ78DMgWA6xV/3sZIvflkfMxFJRQxOO/tA4tmQR8wmg1CaN2JAx7suF+Xcqes22m7Poviz20G7M4o9W3RGR9Fnp1w6kAMqG+YXkCdAtOatMyx/AqGuc/xxn+loegCm5/AN01rLQMtAy0DLQMtAy8BfNgP+W/0vG1wLrGXgXTLQbD48A+/2AbC2KtNiyArwyCcBFQ4EWV3utOVfpy8vL+Uvif7K/1sYRZ/vv/9JP/z4g159/72+/vY7ff7FF/rkxac6v3imzXYnpflfoykCcZ7iPFcPzxQwfGCMWgcFk+TfPfB6rtQYEsewBEZh6gHz4JG4oaYlpQQ0QxMnwSgnBTS9EnQNhscWsY1yYepAYC7KuAg0UMToKdAM/aADGK3zJrB3HONQPSYWNMJhpo/FoTSbHtiECw93FEZ6iiTxpA+8i03DyPExgLFbsgMzkpeir4PHeqYu4jD2ajMke5qRMAxYAO90m+XKSC4EeUMTHKvMs99xPHANeoYH4jlILtoEBoWd12V/PiePztddr9v9ja5ur3V1daWr11d6/dpPDk3UMrC/uYkv4d1TUOopiPXkoz/xi3/ilOOArrfK8F5Lp+O6scdl1q01HkcyYGgnSXvX8dof/GPTEH9A87Wcp709A7PVn0d9vX4juN/W8b/7jm35Llh7f4yf8u04ZjxmFjKvJ9/2jMzPYBg3gDv45YYyb/heTcrcc5nP1Uzxp+Oz1U/+RPEnCkFbZQro1sNIsq8Z/qyeeVPUoTc1rDd9HKVkGdUn/ewizD14DKFsXctAy0DLQMtAy0DLwF84A/4b/C8c3juF1oxaBloGfkMG/CHwa+DH/2j1/FCm1ZjFIWFWDCoc9Dno+Hxjw5yVN7v4F2t/R8XLl5/H/0wzPxHkL4t+9cP3+uqr7+SnhfwrDJvdTol/wR5TnoosLu4kKbNWKhAAVUo1BmgmhlSKkm2mgspIscFP0xiiaDK68BAFgrHOW3iPAfqMxoC8vWEu7Ef8DqYcAF24GQ8capFZPiIPG9aJdDzw6PiBlQtw7LjxN+JnACO88FGnJ7adQSIPQFJOid6NuSa2D3hgzHrzxmTn42j2WKqFHajHINJoito85KSlGOGHWIWfYSnGUPiZeYpgLvqMtpmBraa9eG93/V772338StjVNUWf6ze6evNGr69fy+MKCkQUgG4o/uwp/hj99F0rUQTC3wAWvxHbUx2Rsy82rAWz6SyfxwtFQbN9ppvYRfshzOzD/o6BrKXWvBuO66cj+1fnvNWPEOPA/fQ2aNbzfhgWIOX9xnD5rHqaX3tnXvgzHeGgTMQVfO3DISM07G6SxRiJhxM/E4xoUzL8RgvW13EG94ALP0Z819VWJ8UfikGbzRmfBVuwUVEn8VmIU1phmXAIX+mB+5ePKD5XPS7IHzZLC3a18HPUO7zjqHEtAy0DLQMtAy0Df3oGWgC/IQP5N8xtU1sGWgb+SzJQPyjcG950PSrIhwVgCSeOhfi8kzmQ5K7T+fmlLp8/16fxK2Hf6fsffgz8+NM/9f33P+qbb7+O/7Xm8tknHHDOlAoHGSW5bkCZgSVYMxWlPCExRq+UlHNFyVmlFCUgMZfD2YHTzgh1MUUUUzQVZRQ8ES5j8fJKBssx8gq41oJJBjk2zMfwIZkO8KbGQPAMNeekTkqVzD02onhBJOy1HiqtSt5LLtpsNhTPtoGz3Zl2FMd22602W1A2Khv2i63Yb05J8yspkxeBpJQYZcDBMJtPmTwZRQW+I9e+Rh15K5tOG2BZIPgSMss32412m422uw2xbLU7B7utzs93FWdnOj+70PnFuS6fGRd69uwC/hL6TBfPLnVxcaEzsNv6V1c65YhfHEoPGvsDdJCfdpoxuKDE9XI+SZJO8jnNVbwSfcLfEcrITpAlVWRo5SYRJJp9BhhNtNpiHeNKHfc7IdaZPUBXPlARTlKlXu9DkRQ+mH5scVcx/LMpITzWSGPE/Fvor2yNtz73y7qI8748gcca0TFw401vEs6DcRe3ZVjRDehiJdMJBBJ2x46N0+oYhnkaUh06MVH04f3RbZS7nbbdmbbbc953Z+p47/hJoM0GHl3GBiOp4Mdz5eLP5IrxAdaA1Gazyk29BSuUSTyRbNXEN9Iy0DLQMvDXyUCLpGWgZeBDM9D+av/QzLV5LQP/ZRnwh0WAEwGNo4UTMJ0WEGTAKQThBt1GykU5w1ME8qHl/PIyviD6888/0xdffa1vX70CPwS+iV8L+0ovXrzU5eVzbXfnyswrpZNSBklSxTjRYaIJfYDDfvwPYkqUVRTg/EVxBn58DCuhfuXlpcOEOQkEX7vBK1HtoWmkqEOT+aqdJ860SokmmME9xqN9mI89JBUKMh3731J0OaPws6XQsqXwsz3baoescOhzkSaXorrnrMdeOfwV+dp0uajr4AO58iXHWoW1ckFPvjebTgVs0Jn3OlsXfpBtiWEX2BHHjoLPmXYUfs6M8wsKPOd6dnFJwed5wN/z9Mknz/XceAZ9/kzPnz3T+fk51/hM9p27IikrcgH3eEuIQRaWdNEnyfvLJfaXc55oF9S/jrig27LfboHvLQbMx1aAuUxifOojZ+vwT4w51oF/H+p5azyY6/Xe0+ejPvDjaxjxOuaPCXyTnzxhztN7U96XAnjTh4CLoyNOWUZx//geOmIImXXBHBV6+/hoaA8xoht4j0KY6t5e19T8DHT+ELA9dDgBOvJIAsxMSFADYoX10BzX2fcs9+52px1FIH+Omu42vHe6HZeA61w63sOZycZc/DEvHU4qPzapcrjaCuMCuwZDpEQg/DNorWXgr5qBFlfLQMtAy0DLwAdlwH/Pf9DENqlloGXgvzkDfHTUJvkQ4eMCB5c8HUB9csiqfzAgUQVRpw2Fne3ZpV68eKnPPvtKX339nb5/9aP8NNCPP/yk777/QV9+/Y1efvapnkUh6EyZA444OLrscvBhioKJf+WK81U8FOInblxAGcckv0rOcvGk4+BdOmJgnFMS7QhJSfNrVBoBDtMChd42p0jIE0oAByMtVLwsl7yWnniNlnNW9IHSlSLHbmpxEn9ciOEwv6HostlstaF4sdl0FEuKlLKEjXjhgoNseJtHHE4ZY5Kz/WTlUuRiTsVGpWy0IZ+bskW+kf26uNPhf8N6hfWMzUJtwzzGltkmsENOYWoDduCMgs7FxbkuKPJdGhR5atHnE4o/BsWfT6DPP6HA9wxcarc7U9nuVLqNci4BOh1R4JGnXO+kDGVfAjl3yh5TvIGheTzDdvC+9twD2Zj85wc0MTeJTsw6xWKLZl4vKL7fm9rHGtXHUqDC35rPjN8fa/8fk6+xzvGs43yKn20rnWOxn0yuC0gS1/F9kLE/onDJgOwr4yszvg+v966oc3GCr050Fbn6FkTT+y50MY5OMa4G8HNLMAnpEYr5FDp54w5DpbxheQ9L87o53gsbdbwvuu5CfurH2Pm/dT+/0M5FoN1WudsxpVMpQHO8BUfHdjjM8Vm25ie7iVi7xmK5MGvtX4tv0bQMtAy0DLQMtAy0DLx/Btpf8e+fszajZaBlIDIwf3wUlZKRcBCJg2uOwwmnlDjYMEJHnzfqOLicc5B5/uJTffHFl/r222/0/Y8/6ad//j/98NOPevXd9/rm66/18uVnunz2XBuKBCkXjYnSDLWNYRwo+kTJJGomiBhzhjLDKsngoFiIp+Qiw0/IGCmlOIJhsrS0cDigLcNgHghifqIPhL+E5QxYWkYvA72yeFkPoRH+MViPgVjGTypl5uScVShYuNiy5RC42W5VNkWFg15CF7YUq4bxoIF/3q/5cE7sFkc04Ucpq2OO53UUdrabLbncTTiDMrZ/ijcbsNvutIVuKewcsVW32SHfarvZqNsaW3UcQLf4W7DbaTfBT/a4CPSMIpALeJ88f66KF9BPKOqB58+gxnM9Q2+751Dj8vI5xaEZz3TBveJfGfMTRh0x+v7p8lY5F0mZBky9ZwO5dUd02NoeSlEtdxOfGTufUJzgK0ncNxWFOUYnFziy52GXY13Pe1dkZdaoeGSO/T6BDvljiFjQLTTiWvle696Vv+/jyfF6P2/nO/Y9I8/+XJAL3nNXMYfsQ8aZa2Zfvlb3kZR9P8xYrm2SHuUL8rK6XrnyggoVFEJLwC2riqAeBtZ8CFY29jPrj3SI+Dz2/jesuVW3PdO2O9f27Fzn588C27ML3mNn6igE5XyOXadSOhbx3AI15P+XD+SHT/5gMQUTnOtmJ+MqPW7JbidZIy0DLQMtAy0DLQMtA3+vDLS/5v9e17PtpmXgj80AB726YFHhDGKcHiwyagNSjxcwBS7Lh9jd9pID/zO9fPlSX3z5tb579SP4Sd/98KO+ffUdsi/14sVLDkEX6rZbubChlCQBaIK6uFN88Gfx0m1kdNBu06mjmJJLVgIlsyYoiVkJD0C8JiJcSa6wLGA4tyiszIOZeuYMyyYe/8KZR6aaX8PMiH/4xyHtKIHjYJocXy7ksmiz2WhD/KXr5D3k8IudZw8UwYCWWKuzWCJL3m8uRc5B+HEhx0UbcrgNnOlss9U25BttKa4ETyFnu4CD6G6rzQbM1Dzzy4TNJN9SqDvjkHpGweYCPLt4pmcU8J598gkUfPIcCj6x/BNdPDPgL9DBPwOWmRoXF880w363HIa32518XTM5yeQpqyiT56wiwSlkGdboGFZ05K/rtnLhqMvI4LOp4IUtyPBMhENmP55jm6DMNWVd30/visw9mPOGOAz7NcwD++I653eAsJnxwB4/NR+F/X0gZh+/Sh33+6JT5D9774A85pn/CNS+H/e3VWYt698Ftq0omnOsyHsWjkSnzB8Y+mQC0NELSYUHlhkrPobu7iMxs2MqeYn7ZKuu22nbnfN+vKDgcxG0oyC0o/Cz7S64xjttNh2fD1tJmwkZStEHb/JTP9OvffmzwGAB9HMrzJ35U5ozYwPSWstAy0DLQMtAy0DLwN83A+2v+7/vtW07axn4QzIQB4dYqdAbEB9GAuYfAYernDfqKCCcXz7X8+ef6ssvvtJ337/SDz9+rx8oBL169ZO+jl8H+4ziwSdyYSIOZYk1UpYM/CRQfNjbbLQxOHj76Rcj506mHcWQgp0PdylolgsqdpGSlFJSkk5BTSW5wDLCzDR4TS/LH7JaebFPf8iaUrLRsWADS7NcrJ1zUiGYQmyldCrEm0tWysQprDjJDaw9Dgf5e4a0euWUZAgqv6CZeSkXZfbvg23HobEjNx2FmxNstirIk9ckbwWkvFGAgkACmdzmjK9SRJCskIQBgCqLRYAq5rGf9ggUZXx2FF1iXQ64XYw36sxvoVHY8cEXwG8DPgTX8dF+w1IdCxnE4rX8qzRIBvMP0E32xJATvKmRxOAUzM3A8pzrvEqxdw68/xP52uZx3sWmjtxVsM/YDZg02AAAEABJREFUN/ejZe/gi8QR4+O+a2z4ws+8TsZvJs+nYH7I305rjPjD9uPyG1Jac9iRw0Dkwfn48PXq/rf43urpeNHP+cjwD0BOckXkEN5FwsgjtpbFfS/fO5lr4TukEwwoIIkATiHs7oN7FCPsM5rCFGOjev/vtKUIfkaB8+LsUmdnz3Q+P/WzvdCGws9uc8GcLS42oMOPUaAZ1BY1n+jqGEPWmnvLqq3fwh5ZUykcqgzmcaMtAy0DLQMtAy0DLQN/7wy0v/b/3tf3b727trm/SgZOP0YKp4wKx4eO00WejiMcNxBOstzJhyAf+OMLol9+qs8//1pffPWdvvUXRP/wSl998208BfTys890+fwTnZ2fa7s7k+d0m606ihfFh1YKGOY3Ww5WUeywb6NEMcXxZA7yhaJEyUQDEsgpyeCMp/Uru+BjjKoqaC3eCMKAYozVjO61xDhxYBMvePzLYDQ3ajkzC02KP8SSSibWrA6aS41by1zKR4N/1WvUMFZKIJKSvFhmfhYs9tkyZQZZqZCDslXmIFzI1xEbJY/JXRx4yWMuRTkBU8M8wInEWLmwAkgZWhuRaCCunk310MojZcwQne1sn2BANhjnCYI6Xvs2VJAA+Gx4nDtlIGV8GCn8soQM+YANM0CXNWOssGMS1PPWSIinMfMUvruQZXm9wpqGZTOyqt0fQzMx/RoexkOIJ+2PifVhHMd1M9cuc70rdW4Ndubr+6HgvZxn5A3X6nFEwYk1OmwfYqMuilHEM78PoMciEPJcIXxk7kWxj9O9JmXu34qMGiDJ3ENht9xb4pXQ4w9dR8xdx+cYONue63z7TLup8OMiUPC7Z9p2l8rdubr4ta8tb8NOchzK0IqDeT/5Y7oAdfCV+u1b3Hm4QraL1bixLQMtAy0DLQMtAy0Df/8M/Cf/9f/3vzpthy0D/9EZKBxYvIEsTj40Uw4wnDp8TLLG4KxuEvrNrtPl5YU+eflSX335jb6jEPTTP/6pf/zzn/qf//kf/QP+x/j1sFf66uuv9RlFo2eXz+TC0M5Pt/gAx0EnsUZKKXyWwmqg5CIjF+SMU0pKKYlOWQloAgUe+WUKXOxxtYdAR1OrAJo6Qo8Kybolyb4Flaod9KRZH1Csq7BNEjTrqZdXTXIdJdHlxN6wV0Crl/3gxTa5YA98mC0b5UCnjjzlgjwB7FDIyLZnXGlBlk/BWmPA+8pRhBmGUb0xDtAJaJyXCtvhRwDfAhkfXg/nyvMfYhTIga0qLdDC3owEzYFa7LFfsRKUhU5kq7HkOUwLat5ITDQ9yrM6ybGx/jEOZLLdGpa9DWvbxpNUneJtuft1XeY6Za5JgGuVHwXaSe5rGWCeHqAoa4W4/xl7LprTuJMUMgg0g+M4cT8B39czuJcU/jbqui3YaBtPuF0oCj9nlxR+LrTdeXyh3fTUT0fRJ3c7Qt4q504wRLhhUYOxMrybqWF+jSorJYu3OIoCasuoZlRJ61sGWgZaBloGWgb+YzLQAv0IGeBHgY/gpbloGWgZaBl4NAOFA4ixgWZlDiS5dBLU4IzOockTs8S/imcOSX4a6MWnn+nLb7+S/1ewn/7xD/3zf/4//UTx5x/ghx9/0KvvvtPXX36ll9hdPns2FYB22lAAKqXgOiuVxHpJiUNYyUXxBEDoinJKKikrGZKS7r/GSWAKKG7IZRwCHqGGLDMmS5O08pQtuAemhxthlwPilYAb6+DbfgeKSvGrXogGZJ5HqBF3JvaUyWUqyjkpAWXPF1NHIB2YAyfqMRRHrMMgMyfWTAgKcoPCCZOHAPPRDFRRlid6GB8b82KtwppFIqdiPMo+ROFH2pOPvj9oD/r9RPse3YH1qn8m4jJrIB4YGvxgHTFCEdQWPDJxv7BGBpr42UfQeMpiNYV5bEGnGOrYZmGf4YwErf4V8SRW8biDWv+hqD4U8d7ns4T3mnP2/oG8fcw4+nIe/3qIOJ3fGew5ZB9Kww95zVwn+PworMOGa5BnhH2V5+C5q4IeZb4PkBJektAtY1nqa5ckeDqaxxCPp/tqvha2ycu6BTcbdd2Ztn7i5+xc/lWv7TmfXX765+yZdhSBut05NjvFU0h5q6KNNCGe9PE691A8Xn2mqmSVCUymYZHF+hUIWmsZaBloGfgPzkALvWWgZeC3ZoAfC36riza/ZaBl4L89AzlnDhhHPJ6PgtiA0IbpOyvqgakeTnIuyhRxdrudLi+e68WnL/XFF1/pm2+/0avvf5D/p7AffvhR33//o7757lt95l8Nu7jkX9P513Lm4nZp2cWOlFQyHMWglKDmkWXA0EcnpZR0/0UNAdEo6ihu8HNDZqUxiZBMHH6yqr9HfMqvo7FHIEUMml4jhZ+BFQfKJQPVm7kINKkhSSkn5ZSVoQkoafUamT1S7MADMdLgXWSwEcgciAMEmo3ESkwPQ2ELGBIGfqQDVZSqSthhLxDz7cd+Kw4Yjdj2FHv2DPb7niLQBC50T0WpR087+rGvAAu64WPw2Adpwzxgp2hZ9x4vxiggVUdFieCJx356NKaBoe4reExQhW3M99wkkcfsRDon8ooZK/YYccAiwwjGcgP2gxsxPvBnn+8H52pGjc0BvZ+POu8PmOM8rvER9l+v0hw710qPASuuKT0rzrZrOs85ymwr3+MxI0X/ME9JQrPAe1uP4XPEU+TPtI7C9tbFn26n3fZCW4o9W+g52J17TOFne6kOm00+5zNrR/FnJ1HYKeok/Al6ePCrXgVdwdbI0AqEtCKvnTPsg8abgXfiA3ETtAz8J2Sgxdgy0DLQMtAy8Jsy8OiPBr/JY5vcMtAy8F+fgRynDn+8rCEOKDU11ASCcUEgGDofZiEcdbIyRSB/x8/l2XM9f/FSn3/+hb796lt9T/EnikA//qRXr77X5xSALigAdRv+pZyqxV1/iKKF4O0rpUzBBH/QzCE/paSgSnr4GhFRPKE/thHLkeEM2DwBIrQJ4FopmUuSEn8kWQiJSgp0sAvo0hY/dc0RgwHjwbHDC362talSpiXRyS8f4TzH5j7LeSxWdk49faCjqUcZfuXCgws54pVXsMyoKzrM6gsT5nhsroJ5tCM/D5jPJGo/8jXoxwMFoIN6rsdp8cczPecxWLfGbCOimHmuJSNLjmBOHMChqxZ5IKb7lHRMVvjM+DPCZ0ePjP7om3H4ht6X/6XG3tJfNMbfI3/2+QDkgOsd13eh5MR2XKsBnFzXZcy8hfd7xHOqrN47kwwbj2cfmfeaAkWzbPBa89roOj7HthR1tttz7c5AFHvOtKPws0GeN2fKeYfnqcjD/AMjA6fy/+pV+aovJSP2ehM8RFIbsnwEt3UV/w37tqWWgZaBloGWgZaBloEPz8DJjw8f7qbNbBloGWgZOM3AwwPI/HHDIYVDTj1MzXMyEvPY5I3iS1K3O52fn+mT58/14tPP9fk3X+u7b7/Xt69+lH8N7Jtvv9WnUQA616ZsPFkDBYcRx1FECUlSJpCUslJKkias+JFCy6j68tktyiAWGFWsKbigCVmAAg9uBUGSJfsEKYVW9ZXqeTSqNHa4Xs12Cr2IIUDsI8UTW8nVG7Thny4rsVZR1vRCjzl7HuVij0Zrqs+RjRxY0/IAS1uGOybbxlAdInHDxKTKUA9eyS5Zd0SzAN8jMs0gNkQxLwpNBBVFH6pB+76nCDQQn0Gcml5cE1+XGWJsxHJhcuTkOIBtK1/7xYJDc0zB5qiZtAQW+w+KFZSelrGukHy4NjLySge0DGiWfWwco2SBj9Q+doy/1d96W7/V14P5OD8WZWo2EcU1e9y22jymuz+PMfcIbXpzeE6CN0U3reE7RxNfKe/zIdkAEBv3ZM4dt/RWHZ9ju+2ZznYXiid+KP50uzN1O3QdxR/sZMhrbOpaBHDAh6GQF4rnBd8GxC1nemA6gVFYm6JsrWWgZaBloGWgZaBloGXgQQbazwkPUtIELQMtAx8rA9O5hIMQHqdPGx9hzFZdRlchDkE+5BsImSD+AbxAs0rOiDrlzUYb/lXdTwf5X9dLKUoJb7TBBQ9XOSiMMGlqIwcqEAWWSeQCzRpKcuPMpfpKGhFZZgRvRa5+RlUaovAjmWSlevjKEqxUO61fhKiYvhLaPITEPoKBAspA8eRgngneV1RXFn+r4CY/wzFIJNaLoos0DkRrP/ZZnaCfm+28er4XkmXYBMEmaHQI3ZBBhozMqLvGe441exJ56Mf43p+eglw/HOA9RsE8xRxBcgAOD/D05gM2neE5Ezw1Z9adbD1rUk3EuomdSfhxVwXDNDfWgff9NmOW2bLamavSyn2M3jFWOP6nUFetdm/jn5r/UP42Lx9bt1rdW/gYaXvEh6/qu+Jk+jKJ4Ci0cPPGvcvbxKzcLSbLRGx9v8S48idZ883Je3RYFYJcyN50FHo2Z3IRqOso/MB3fuoHFD7zAtpQ4Nng2X4hrFN9F2IBiOI3Zk9+BQzhqtWZ7tdYGTS2ZaBloGWgZaBloGWgZYAM+CcFSGstAy0DLQO/bwbiwyY61qFwkznkLChwQKUT1R4MbGiYLRKHq9LlWvzZdJVSCMq5Q5VULUeJgskIROHDvCsbgzur5FeiM5iRKFhARh/awIhmhmLsQpBtAU28KKdoHOwRywSYn1ISTUpSgPXMav3C1GFZlDCKWpJjNBDihn4kbHyPBx0OvXowHA6sdwg5m8MmPUQUfyy3F/ZENia3nGMTYMrU8C6cMSIg4mQgzEUqQEK+aj4Bx9B+zczUPLB+OewydgsZ+2BV6k6WLOASwg8ahj7QQ/ve/F5Dv1dv7KGGeRC22DCBUHFO7s17lwjC30wdneWmKE4aM5nmteFoszI7qBlOhCcbk00lFmS0T0Ho3g2xrp0+hlAeu7rqr/s9zvg17l09/v52zuSv7+xjxkFu1jlnuG5W+T7y7cWtu7pX0NBmW0dU47bEowncQ8c9WZeU/dnEZ1QtVm8VdLNFvuEjrqPgM80diqpPj2Flapif4BiAi0B8JFQh48q8rbeft+Ftc5uuZaBloGWgZaBloGXg75gB/2Twd9xX29PfOANta/+5GchxuBGHH0ARqMxAUoxc2FxGCcI2y4ceBCH3gT1jw3mL8dxczJh5UV7R6oWOVgVJdplSptiRpZSkEMArRTlkDJoEAVAzJuIVdISpyIztwggzu0F7bLZjBKHBJMwStDZzhmJlZK4QcQJ10WcYDjrcAYpA/WGgCDRoLuqIhWsOnCvDXlZwUWagFGLqhe8dFPGkeMqItRyyIdV+Jg5pkhCzQAaSD8cGU8M0I1LVVJ1MWNAGNpyQM7Lg54D6KPrUws8dxZ87Dftb6AzGveV7YsWWYpE9V7AIrd4DA3EYCPAf8dBZl90hq3NGDOYYTBliJ2yqHQOa82At6cNg3UKK4DGKeG7e91uQ0WX1WK8x1D2EbuKJO8LBct3Wq6/l/4m893cfj+3jvs08fsyWm4XLTZbI5SmPmAloyOyaj3dDCDzFTLw3sEqnIMYAABAASURBVLWh7eU3gweWGQTge2YGFw8pQnrfP0adl7m9OnV5S8HaOFPpdlH8QYGZ5xRmmRqw4WzmrbNMsXr4jCAHCsRV3vqWgZaBloGWgZaBloGWgffNwPyTxvvO+zPt29otAy0D/8EZ8MHpQfj+JDIWBQWM5TA0K+qByGegvufgZlAY8IFNHNJsVZLkgkyhSJKULK5QfWX7TPQ++KeiDFLCDpmUpeCTJACfsDsBMh/ERtYbgKlRFxlVKWTdmJNSsse1VH5SyZiF4W+kZ4MHCj93/V53d72CBs+47ykMDeoPB/nXxFwUGkTcgYIrI8WBkQU4A48LZGP8Y0TzLgxY2pztNPGQY7PZjGUXrGmZrYKmiECPvLCcpIOGuF536v2rYVHguVXvwg/Yg5kP2t9qwCYwuCBE0YTcKHbnRevOq3OP4Sg0eb0K9GYQe87A/gfmEwUSdPRcXmU6mkfArU6aPFpwhIUr2LLC/irYJMthxF7ZALzjXoH4a76r/bEgxBx068VmO5wgnvVrinhqVTrv7ukZ1W7SMyAlx5Cn8eTyUfKY/Sw7Cf/R2e8jJBgc1h09nFfzrum+m229L8+4BwKs914tJgbPeyqodRTlFp6xE+J7RdwzJyt70RAc/RMiEo8hbthkddxXhYJPJ3XwfrIxbwg2IwfWi7Gj982XFbqSs0ouEwTNVtgqwCAadfOgde3Ktr5loGWgZaBloGXgb5yBtrWPmAH/dPER3TVXLQMtAy0Dv56BeujO9TCUoXG8mT+OSnVgUpAtsNhH4kP8T189xRA/LRP/HM5BLaFOFChyQCceNSakSXIhhvVSKkoctFLKEhQFDV4gJfiklJLyDObkNOni97fEi0Onn9rRCA+IAYY2ImEM58YsZSUtvuAx0PLCRwI+bA4UaLynA3s73N1RAKoFktv9Xnd7j3uKJ3dseSAHo8Y4rNpTogPsS8rwQicNw0H2F4Afbc8aNmBLEPbw6CnS8aOLPUHXNgypszA3sQBkaYzhM+tnnCcQkUTnA/JBPTH0FHX6/TWFn2vtb26A6Ty+x2O3B/3NLfs2KAQNe9Z1QYVAiMt3xAw2jA45+/SKDKQarCIM4rONdVgx2wJg5QyG1kGmNo3wGf5ilmV4ocgzGFyvAcQ9SWGh72/Y3177PftbocqtWyHs94QF8CHvj4LEvBarEEddb5YhmKKwtqLqjhpz74f1Go/PjBQ8rgqpPURgMSL1piGcGQ9mIJtzDrW07sGcgX5pHhsIsI2LOdNJRALhbEM+CDSui6+NQT5d0Jllvk695Sd2nuf7qseV/UzvgWVDlk17YqVjY95xQGi8A3zvT4UfvxeUKQRl5BR+FCjMyBMgzKqekdNUjrpgbWJYbNrQMtAy0DLwX5eBtuGWgZaBj5WB9uPEx8pk89My0DLwETLARxKtOlqYOqSPI9iBY6IPbhzMRmg8ReOiRhQr5PKKjq/E0SqpCqEwLsSIw5go7gSEHD58w8ovxgKJ01fin9tzV5S7rAJfclbKNiIOxzBXc2ZZOKr66BNOPcE0BD5YAhd9mJuUpEmXlZBI3tPhcKDocdAdRYE7CkD7/pYi0K32Lgzte3SD+sMomrx9sdOYLF4Rw6DZj/Pk4hKeUY62hM6NWGKi6RDCHH3twrfFAdtUOVufmFg5+Ez8ObhJFoOYGIfqgeJGzz68lyj+UNzZ395of3sFoHcTPIbvKRD1FH/209NBnj/0B5bmJqDXAi86rePDvuXcG5Y6BKPajmiGKZZqX5ORlbmudFPgnvkQMQO/QxQPXCzAF9fH434q5PTsz08wuXC1hotedcw1ZD9H3sWvWwpGtxpcOCJH9hcg2ho366z4WXakD2M96iJqDB6hURyb5Zg80dgyObNytp2pZY9gVpuGemGOo5O1B1J/anOMv3IxcZkTIzrPqbmJfroukTuCrkUfNCfynkwaa7n9IPOce++FujrxsdrxPmKAFycFL5h4PrDBdB/5fsoUfgoIvlAEKhjwGaKg3HOF2w0+B4qyx8r8sZw1CqCVnBFIHhZ3yKIhDtq6loH/hgy0PbYMtAy0DLQMfJQMtB8fPkoam5OWgZaBj5mBIY46nKsmpz7uTyyEg1YcvjjMU/QZDKRu8YGWk+SCiiF4kCckKEp6cwl2gtYvy6TM/JQyZ7WiwuGtdBt1FII6/mW/+KSWmOPqSBRy4N/SUrZxNZii9w4QJOWSVDgAFnzbb+GE53WFXBxGD1EI6imQ3Onm9lY3FEVubq51fX2N7Fa3FBPupqeDRg6wIzGN4uXOi+HDfpAsbUDmp4IOh16Hwx04cJYly9hHpOxdyov9zCT2kXLWkXbKeQJ5yYGNCnvJ2FnnuXGNKNz0gZ5ix0H7/i6KWT10xgBvxJg97e8ollAI2t9e131fXUGvtaco5CKLbRWZJPCFxop0yMgHTG25ktoPWFtfZ2vSTaSaTD1W5Mb2CMIfElMwzIWFqQjkePqlELRnn7cL9lwnx10LP+zBYwpg/ckTQncUgQ5gT3wuMAG4GiXrPsoT1wO5Ze+Ixzb96FSvf19h2X3ct7k/tv19WR1zy8BYb8BGM+/8m4aAzrzhzKCLa7GmLubcgwuDA7kFmjBAj/AbxsAv/rjo0zoQN+dpAitZQtbNGY6jwgrf+7wxeAsxoQAViyd4bHhoaqz1lldYM0/lY0EKXyGt7jHzyID927e2wZaBloGWgZaBloGWgd+egfZzw2/PYfPQMtAy8JEzMH8wzVRxQq+jOJu5VhEMhy8OcaIIdDx+SUmqgEkgRmYMaywzzOv44uh3HHAazQbFjI7Tlws/3cZFIBc8fGBLqrUfHxqP0xyq5Q6vSpMy66acODCK0ssYMBfLp6xcikoUmbpaPKH4k5kzYHk4DPUpoLu9bqP4cxPFnyuKQC4I7W/2oXcxp8fWxRZRBPJeBlYcCISm+YUqlh7JWU+Rpd/3cuFiZO7owDFM7DvSA19bhlhiWqTcKecSSFCjQAPkK+eNckLvDRJIjcHrHFSLQHfqo7AFpXhSZRzOKRANoI7vtN/vKfjc6IrCz9Wb13oNrt78opur18BFFM9n3nqDy55ZmKij5eiJu9Iwp3N+BGXKoqumtZ+sKwkjZmBvz3VPddxzD0bMFIT62E+vnmJW8OzB+4gCkIs+FK+iEMT12wMX9Eytd2Hv5uaKfbMvX5upmDTgt8bJyjRFLFNYJ/zbZLPuEbrabs6rwSOm7yOKUE/iq5LT+E89vmV5DNfza+59HezPOZpRx9YfWB1wr4trNLgIZJDPsIW37eNguQfN6wNShHd8w9s3XPXBBG8AOI9G3FiMebPA+r2DTTScyIjB1N0fMwUNby0sc3WBid0hbq1loGWgZaBloGWgZaBl4L0zwI8S7z2nTWgZaBloGfhjM0DBZ/rvwGJdH/qMfjzIRYuKUL1T5zqH54hqyDjBvyI1cpgLGjUdOpodJk5chSJNzkWl61SKD2PZKpAo0yjAcZDx3MaQWTOwIMuEIlEUKbnIfrpuoy1Fpe12q+1uAnz8l9HdRmHntSgGOZQDTlxU8K+B3d7e6pqCkHF1faOb61vtkd1SOPCXRw890bAfIuXgmGQqXgMH4QM2ewpKxg00ijHIxUHW62A2NUebpZyEE1pRpsDTZehUBKo83i2zjri70oUdE8JPXKt+lGPqKfAM7GPgED4S38i6FRypXVwBMaZAFN+D5D1d+4mnN3rzyy9689qFoCtdRaHklkJLT20E38SecyxHx96jr9TijNIUMa3KYU4bNmxUsx0ROSV4hiMuGjwimAH0wLSCOFz8YT/9UvyhkMN+Y7wqBN1QBDrFDYUuF7RuKf4YN+r3AD8uiA1cS6/BRomX2Gkwq/ZAgO4xGeJV8z4XsHfnaKV+T5Z7IDLndSeQn0hYeLIsmPm2qIMHPX4c1AP5LPC1mK8BOec+6sl75IfFBu4pQ9O7D9E8ETo5NgE0ZE+0UDrmNVTdeV+Ve2LyWmxHhmWmhvkZZWbeQonh/rS3WDdVy0DLQMtAy0DLQMtAy8BTGWg/UjyVmSZvGWgZ+FMyEMchPplo0/oT5xHnoIHDV2A69A0cuAcOfZoPfLZ7C4awG2tPYUbMje/RiSdgBoYGZRDkdpMpvvhgbBSKQH4ayNRyVDaZwJzwyjABN/wPYAxf1ovDb1IpWRsKSZstBaDdjuLPmXZnZ9qeg7Oddsg2262sd6GoUFBJKcmvA/u/ozCwv91TNLiJp4Gur6/05poCydUVhaBr3VJs8HcHxbKZeRzu5fnkz8UePzl0S9HolkLEHX72FCl8nsU1aSRO7KTEH3LP3Azqr78VdRR+XLjyOMNXFPaVQxdP/rCm5xgo7FrxymKYlFNWZm7CLuFbrJTEC71AYuzGlVB/6OVC1fXVtX55/Yv+/e9/61//+l/93//+r/4F//rnX8jDGwomdxpiA1JdF4pLsfpgoItthYxFgj7SrVVMoNkFvk0Y0R7O8iTAXjKBe/2KQhCZLeWgMS/mExHx9L53uY9dwPDTWPVJoTvtXaADPdexj6eA2Bt2sT/mORJ/8XX4e4+OKIiFUJhjHvKRGnu859DbXBAxv89SD/15tt0Y3r9zsUaVjVynmlvrLDviuG+Hatjno3hSyY5oxzm8VxZbGNpRdzJAXMDc7utmeaMtAy0DLQMtAy0DLQMtA79vBtpPIb9vfpv3j5iB5uq/MQPTR9T67EQafLiLpy8oXLjAEoc8zmKonm4uxACBA6fIgYKPn6gxP3IQP1AtOSCLX4WyHrthVdDJUaxIUVxIOUPhE/FRWBnDVm951eBc+HExp4unfnY6m4o+ZxR+zij8nFP42W138hNBu25DkWgLOpWuqFB8SinJ+3XBwN/9c3NzEwWfq3hC5jqKQbfI9re3uru7kwtPORVKEkk5F8ogUk/OXCC6pvBj3FJoONz14Xc+29ZoFSfmzL49t2KjKP4QSy7wQUv4zgUKOgpb8V1ArCdWDifhOEnKgZwzxaICOuYmpSrW8mKMlMvqA/2BvezZ25Ve//IzBaD/07/+7//0v//3v/r5X//SL29+jl8R869QDVxDJoUbrxHLeddcz5AHlawLhKW7CNBMBeubsXRgzhHhxR5RZ9xjyF6yc8S+a3Gsqzni+nXbTluuXbfdILOc/TKOtbPnJ/xMPlnMT/v0FHp6Cnw9hR8XgmoRqOe63WngPnUsMDGP1YlBwFyI6MzPYPi7NvbgfXg5r2PKmAR75MAmakVl3Q/D6diyh7hvQ4Ii8wPbP4UzOHDtB67V2s+94aR6yu+kfoLYl+G1HpjYpcGVqLpUCWOnYxp8AJn3/AFT25SWgZaBloGWgZaBloGWgUcyED+yPCL/K4paTC0DLQN/4wwcP4xmrjy62wOnMMOH5WEc5ILNEAUYyhacu+psmCg+4AKxKORgqQF7HxJHfASl4BO+oMN0uK7jgwYOlKPt8S3AFJzhN2WVnClalIqEDI2wNzFCQlFgDsGqVHIUc/x0z8UAQa0fAAAQAElEQVTFhZ4/f6bnz57p2cWlLi4vdHZ+ri0Fod0ZRR8KB4WiwRbqXwdzQWhD0Wiz3apQZBGORwIapqdjXPDx98r418HeXN/ozZsrvbm60hX0GnpDgShwe6Pbm73862P93UH2Ib9yUS6AA6vwrXhleqMoW58pXhSKGLaj2JFdyDCsS+jUTfYJL5EB+UWY07HdI+ErgyI/SdXFfObiQ8wKi3tn3hji5OC9Uti6vrrR6zdv9Msvv+iX1z/rzc/gzWvduPC138v3hf1kd4CpdX07Ymw5l4/l4GDokdKstzEsEdLXFuLKrnpmMZeN0Bw/eWEPmbx03VZdUGRRBNpMY9OiKBLZlvkZhFPfX9xrLmr2FOQMF3/ii7JdDIp99RSBKNT5PvWOIlZHFx4ie46byCZeD2i1/Fg9q3mxcGe+oq5KP+9tZYMU60UA/67tuM+Bfc+Q84ALRPT323HOfc3jY9sba+1jsa6fvUoYG7Zj/4x8TQ1F9hH85lZ9/2Y3zUHLQMtAy0DLQMvAf14GWsS/Qwb8k8Xv4La5bBloGWgZ+PAMlHtT57G/CsiHvmHwQXjQoT/Ih8GRA/S9KcvQ9R8XYGwzwtjeT/oM40EHH6aBiz4jp0jrDI9dLBopDFW5vYxxpMslKaWskgG8lPTYyx+uadGNKp6z2cq/6nV+fqHL58916QIQuKQgdO7iz26r7XanzcaggEDRZ0fRZ0MhYdNttYWWXFguyVvu2b+f9NlTIPCvdd1Q/Lm5uo7izzXFnyt4y24pmlzf3OrWoIhye3snF1RIR/jKFLEyfnPBN3HKcXsDQc1khR4bgZw3yrmbUHXKiXERnegmQNwGOsP+gH117KVjf7UIxBrMpwbCvkbKdQZzbGtk9FAUFPx63d3uFft8/Vo//0whyEWgX15PTwLdcYvEYnYgz4w6wXR9Lcz461DQPHxHYM08z13QcY1OQJFna+zUcd22oOO6ea9b9ruF34Z+E9d5y7X2eOs8lEzqWINofA/2FH4GrquLQX1/S/HnjuJWD+2hQ9z3dFiv23Hfa+m78e8z17Haq6lR+ejZQiZPlUcHg4j+tHE5uE6nsoej05nOy9rGPqpsvJeK415ss55T+erXVjOq/LG+2j7U1L3N8thy7WbRr9Cn/P7KtKZuGWgZaBn4r8pA22zLQMvAx85A+wnkY2e0+WsZaBn4KBkoj346+eDLuZFTXe8iEBUD/xrXUCsZrJvAujGmLRKqJmMAPxR3Dsxbijz4iqIPeqoQNGyQuQA0Y7COE2OiWJE57GWKIalU76OrE5Wl96KAwopATlml2+hst9P5+bkuLi91efmMAtClzi/OdXZ2rt35mXYUBLpNpw0oFGMqssqmVHSdMuuyAAfeEQwUBA4BF8NcEHIxyE/4uPDz5s0bvX4NXAyC+ukZ6w6HA3Mlx+UvbC65KJeixL6S/CezRJHXyuKP9Ww0mzqGrqgDmT1V2KbGltVJzKHjQkUf9ZfK2c7omE+hhPkd62b7wmAghwPXdiDvgrebnLHHJk36nuvmPfqJJu/t519+oQj0s16/+UVX11eafxUsY29AaFw0ejfcLfuSF7AQxLrQVbAeVYuYZGs8wufMXp0HU2Mq9GxNgel2y/4CW7kY1G3Zc4w3p8WfrfXYOgfVPddmoMjj63oX3220399p3++5znfIe/S+fqbe14wIl85jyNI8NhbBW5i32XEdYu+mNRcM8cW4nCK0VQk7bUpQrNeNXbIXBdbyI3+Mx9fHctM1xH3CLYPqaMuijOt6cxhrGUoaMdO7VUtz7wmc5wn2b48M6/0FY53lFZPvdZiT6GnywZE97bJpWgb+0zLQ4m0ZaBloGWgZ+KgZaD9dfNR0NmctAy0DHycD9aOp4MyALG05/B1GDo4chCkIUK2RKOak2cqMEeOJ4eAVxR/sD5wYw08/6MC8Abi2E35gRg6VI0WIEd4FJj8xZHhcXaY45BUKIiXVWBOFE82vBGNAfAhMJWvD4X8bBaALXZ5f6OLikuLPhc4p/pxNxZ/NbqPNZqOM/QyVIhdqSkpBUzJVvPxckmN2XI7Z/MDe/Otdt7d7Xb25lr80+d///hn6s3755bXu9j1zszoKGJvNlvV26lgzsZecO2WKMjmKEaybN4yhpZOwz6AWfmy3RbQBpjuKGuaNgqwofOVOmvwqZ9UXlMblqENlVAjQZ+cwMwWZlWiUS9GGeJy7Mz8ldbaLtQpyLjr7udXN1ZVeUwj69//9i0LQa93cXFMwoVhCLqof978C1p0t1rEp4iIS9pK7U+ocOicbdKXrZJi3LCOrSLiY53XynMC2qNs6X0ZRnZNVXyO386CeQl0/fycQRaB+KQLtNQzc++zP17vOOUZdx+4fk1n+NjyckwnLmGdlD0Au7AsUZZU8AX6WZ2QBJsLWPMCfNq83sJ9T6XrENmPovRq+7hUhprMPyKrV9SzIdAYkmnnDg+xoYTy+D8T3G8vQ7kvDR+wzXCSxUancNwvlfWEbv0MGmknLQMtAy0DLQMtAy8DHy4B/Ivl43pqnloGWgZaBj56B1cdUnL44LFK4GYZeB4pAI6fDkWLNcdl0ZBdu1EBRZ4iCzig/9TNE0edAzWTQwPwRHS3sMBUijXRha2owRygdUSpZpRSllJXSY2uyeE5KnESjMECRxQWMMz/xA1wA2p1fakcxaLNzUWOrLQWZrrhIUJSZl7JpgjcK60FLEguqvtgL8bixCeIdNZCP/q6Xn/TxE0A//+sX/fvnn/Wvf/2sN6/faL/fx9RE7BvW2+22UZTIsVZhrQygFDSOsoTMsI74sO0oFPnXm/yki9F1O/y4mLFR7rbY4wM7ZiiLuSoSHB0tAbcsDEWSIBmSlVNmrHhl2I4cOieb7ZZi2Zn8Zdk7YnahjIsl/w9hV9fX+uXn1xS5/k/+bqArCkLeZ98f8I8rOzIBT7WMwoDQ4kaTp2W63BFX5IO9TzRvMtejA1m5GB0U5E4lM4ZmqAw81sYKjC3P6P19QJniVodPF9YqPDdVc/pBBw3sY6Dg4/0MUQTq1VPIG/xrYhSIBt4LmK6a4zdWIieLIbcH94geAFW0quc9AXPfgw0cu0SMRbHPkuc9hVbeb8k5dDUvGVGFLRgwO7h73WOr2WRwF/EGQ0do0zhKoEiOjaW9xCQgtpmDzdxLFQ4TwSORzFIinmZOZA5vpiG2FTOiuatjOO529wZr2dbzDPMNLQMtAy0DLQMtAy0DLQN/UgbqTyd/0uJt2ZaBloGWgffNAOdgDn/TAZXBQNVmoDCzHAWTONalgOKFxgcv7EZOjuP03T/+/h8//TMiDzN3Sat5HJI9Ff3AOocDa1IEGjzGNtkyc+BLWSklicOleDGFQkydi0aFw/2WgsXZmX/NC0A7xomDvw/TuSS5EFA2G3WgbDqlYhRcpoCU4vgea7NX0zGqPmiW9bNSSiCrlEIMzDkcdLu/lX8d7Or6SlfXN7qjOCReXtuFh1w2yrkgcUt0hXGVZcdo/VTs6YISJ8WYjiLPdqFnMr/dnqkLGTbdrvJb81t15KGuwxq+Hqw0EdZLFV1SIpZELuHEQDl3ysSxYf5ut9OONXbbnbb4zTnL/5ub93h1/UY///tnXb1+Hf9j2P7mRgPFkUicpAyWNi88K0Oxslj0lmXlTOGHtTLXJhfG0IIsW2ZKbNlFIsaiMKTSsSBzGWON9wQqF73lBnOcl479dfDVXxEqZWZwF2ngnutHCj5R7LmTi0B98Hv1FH4G7mmBoCf7CQf3Om/scXg+bk7tbbqSOD4RWS5SyY4w11gX3uMjCrkpOauU2dbUDu9Ty9jtvfWq1L0VA9uswBKh32kQGktoBkOa/Rua5AlZgs8TCtSwzHSSszcUMhGvDJ5uzLGShYPDOCvJczMyqypKJR/aZyYakNZaBloGWgZaBloGWgZaBn5rBtqPFb81g21+y0DLwO+YgSKF9/pR5WOgD39xWI2nIqYDIUWZWg9JYe1DmBnqCD6SoaJcgo2LPS4YDBRR/GTPyOF6NI/O9tNs1UkcMJGPoM45UFQZAHJJOSUlDnqpEFtOSBLrmBIhc+xXKcmFi7PdmfxrXv7+n3P/CtNmp/jum1I4bwJTUFw8MTYUHFxUyCX81n0L/8C+g0OlpJSyMuuklCRQGJeczcrfl+OCj/+HrKs3V7qlAHQgbxgqq3AwpzjDIV2M5sN/Zm6mGNG58ANcnMqOhSJFpgCUu606sKUAs41CzI5ijHFeaWe+FoQ68wZ2HXM7+8md/PI1GKZFM+vn4j0TD35zrJWVcpJohCTny0/97HadtrutdvG/pRXkWa573O33un7zRm8oAL3+5d/Lr4K5CDT0cwYVtsNSOGF80vC1jOHdWNzxqXSOUmJc4GBouSLmwCO3rVEy4wnOKSoNiFaRxKzaocDAdgF479s6a8Q9KnJV476jsOVCkGkPf0CFV/TOQ2ywMp7+nsDPyVyPqwvHxWaVi1RylscBYmV4HDOwXCHHDiqueSneyTwObXVs/cS9K/FWj7ZzjNW/PVuXGWbfP1Mic0aAwvQhElEkKezFC1saAgVBcr9Vee3ZPI29MaTHFObJmahbaxloGWgZaBloGWgZaBn4kzLgn1L+pKXbsi0D75aBZvXfnIHDvc0PHHYtgkJcnBldxIHXUhSJwdJRL0Hlos0oP00R8BM9KAYO1h4vxmZSci+fG0d82r9t4omhw6CR0+fIXPkVtkk5ceyDT+lYBPKKCXlHQefs4kL+1a8LU//K15YiCAfS+ACGilfOBT+FgkZRcbGBglAqWQp5jmP5fNTFHLmUUlJMp4NTVpKQpZTll/fnJ0bu9ne6mf4HMBeEhoOjk7J9cziHkxcYXKGwLBV0WbX4s4EW4ALNDGTdVh3wUz8VjLcu/Bgb1eLQFurxDtuNooCUs0SkA3k0pCQWw3/RdsM80HUbZEmWKw7l5JeiUEdhbLPZakdByV+obb5k/HE9/CtfV1fXevPmtV7/8lpvfnnDnvfy/qmSyC+8sM1RXjfAyNTyjB+azSpwa7kKDMhWgqIcccXYfFgjM0VfY2ZcmJ07hvAhT1j4Og6sGukmDkS0UNNl9pqz501AJ+7BIMwauG9d0Or7nn1NRSAXsyjqeR/2TFqFKTi5W6oLetzT/1o7neuYxF65NUhHjS3GbI0N4swMZNU8x7Dea5ovJdf5+HJbzH3fnQgWzSPMaWyOw6hrJJarkO8roUGRn0S9PpnrxERaBqlC7Il5DODMy84AFIl7gxknI8sMTzV9O8pKzRqrUbCPiELeupaBloGWgZaBloGWgZaBD8zAf8KPFx+4tTatZaBl4O+TgfWhj2OuCzc+6RpxQK4FjbftdxyHKN4Mnns4wB84gCNj6kgBIeYmKaUUgJNfA7qRdUbPgx5A8MhlJGHPR2kyGIgXPqSkTCHHT/888//4ZTy71DkFoO1mp8xhny5imHdXD6pFmWJHKRxOg3JIzFk5fEqCJtU/tk+pKKWEmTiNgQAAEABJREFUnDO/eMV+TJOyUvwhZA0Ur3r2fUexwEWgHtr3A7UCQ5FFLa8Ml4SDCYxzQZYJOQXVURnjzCEaLWL3xM7YhZyOPeRuKxeLHK+ISLgb3Km+ck7CcUUV0WNE78hmdUcM3WazFIo2m06l69SVZK8a2ejdLcWuaxeC3uj2+kr7/TXFknqtxW6jYTcA87HEqptXPVL2kz3KKhlqYD9fM7GPyqND7nEAu1KQ5Y6tVYR67rz+zOMjs8mcM7aek5AkKcFL8Kzge405QxSBpuIPhaDBBaCQ92wPOzblnml1vAxCEh3LBH2fLhfF/h2jcBCUyH7Nh+0ydkGZhxN5Ph1T6/5giDX6k85z1oK4ZmsBfI68JbgUbjMuPW+GeJnXFMNMLTuFrxGRxvUyTfgDzIPR/ML9xMLR6gD7uAM9WoQefBjswviw2W1Wy0DLQMtAy0DLwH96Blr8v2MG2o8Yv2Nym+uWgZaB3yEDPtBy4HXRZnBRZmQNH44hmssYtmGMmn6Uizi2HRGMHKBNB/PMG+c5CdPlEBcD3OHcNhSPBtYcxoNG82Celzwn0ad7H6cMS1e0OzvTxbNnunz2XBcUgc7Oz9RtN/Lh02EG7Fu8OMwmTrC10OHChg+l+EYug3XWNKXMeTorQZlNvOL4D0fY9LQsoWMLOlDs6V30ubvTXX+nAwWhEQVLxyTSIQn7GcQhJYmxY50xjxV6q5ljfgb2ysRNYSYHttp27LfrmFJA9iTgBp8BczL7y1BBrbmPnNCWrI6clm3RhkLQpnTQTqUUkNlqYl+9rq9vdHP1Rv7eo5urG4pAtxoolCheZJzNxvWs2Qpp7bKUgSawXpXTWwRZNzzhwb2gFaHHB9GGr2y+Y2SaC+rJEWMG91rVWRVAm30NMgxt4F6NuB1/FH8OU3GrZ38jIBZfUADHDLcj59EM+49tzoK30qySCcJgUgZh7rExj6uQHlvLQuehx5EO0pvF5bI2gBQDWjWBud8eKuw2c59U5PAZec6Vnz3MMq+BarGr42prm/tjNIg64mNtmv2FzAzSINFZaXhgapifcX88y+/Td7W7P6+NWwZaBloG/q4ZaPtqGWgZ+L0y0H7q+L0y2/y2DLQM/C4ZGDhqB3zIdSHGh+F7Kw0+KFPcCDHnXxc6RuwO2B+QH6DCJvRTl3zQnviqcxUlhYSpFH7GwHCoVBZam5JKyjEb1xqQu1jRUfDY7bY6owB0eeEnf87kp4G28R1AG7kI5GJGHECzTl6enygWpJyUOC17nFOabKA5aZ7i4pbj9dpEBjtqYH+OXrxKWPpX0yTH5sKP/wepu7tDLR5QCCKVWKJ3bhkMQT2WMmtJeMlZDLDzrzFByCsCmHWrNt5Tlg/QIANykdmPZXUOduI1EbhfbYl9JGLoiGdbOpVNLf5EEQj//o6gQo76w0E3Nzfyr4NdX1/r+vaaAtAdez94V9AhaN2deD0MgmWQO1J0MYAq67BA8JiQK3r8uTeww56eyR3WHcWOjrTNoIyAHqWNF1IH694eqi3bxY/H6OOicn0pZg0UMv3rYEPwXAzHAoYJbHQVF3MfaZPXRzRVlKdYc/E4Rxwhs9ywOMD6Qd2teW9xNQ8PtrCUpECsQ/JrgSzzsF0ac4nB8Rhd5/H9PNvYci/lRcxXIIkQKq0yelai9z07++adjcRmdvbO4DKsbL32PFzzs6zRloGWgQcZaIKWgZaBloGWgd8lA+0nkd8lrc1py0DLwMfNwPRR5bMl8OHKB92RYgtVGc7yHIrngk5UQnxSrhhCPspFH9vXL38emYY+AQJNKdFPzaIZiMxCaHCsPVJcYTLj2jIHxMRhUfbB2o5LnNq7bqPd7kznF2e6vDxXfP+Piz/bnTqj+KmYwiE048hgG96PQ4n5SbkUZXj7k5IysFrxSoRR9+F9MZC3OhKD4XHKUkpJ9Q9q/N/1g27veh3AQLFkcCHBCZX1om4wxK+L0SPBAav6gC0fiikEKVcZSgoMWJETTw9YCBDRH1sdM48W89lTNvC9WGFEI4BFcsowN3snieN4zoqCT+niCaDNXAAq6CSN7Knv73S7pxD0hgLQXASKp2ZYhSbWtjWuzNZRMZvxkJXxBfN0w0d8QxWURLiFbc2DfTA0YYFiX1AFEsQKTa81z/qRF9NJvSJhyW0orvHAQgPXc+gPGqZ9DciWQDzP4xWN+R6v4JBWwwds1ZOP1WSzMx5MWAmYxUYQhDEdzvKEUqqKxE8GkJOG/cl4HlieySHzJ18d1z/7/pzG8xqVet48x9TjGfZjmYGM+ZNjofECDOG4JgyqDDPzQVadb4PV8FfYab1fsfpvV7f9twy0DLQMtAy0DLQMfPwMtJ9CPn5Om8eWgZaB3zEDHHdrkcKHX4oxPnj5THy6JBKaCyLGiK0PzYaLI0a1T0opzSwHPLMUVTzJ7AqLOw7fLHu0YH5KibkUZFRfORdttxuw1e7sTGfn59pu/NTPVl1XAtlPLCQ+gn24hGh6jUrKPoimAk2SfYOUJRahc0v1nD9Kh8Mg7y9AVIjobWMkJfznlKiKJBE6uTuop2BwR/HnAHpyM1RvQkkbZdksErHk3EGK6HDqQDCFc31hmAx9HRBNo0kv286w1nwKKc5oSZpGMR+Hwyp6lKfN0x0P1QPncbspJwWgDrknuLB1R4Frf32r6+sr3d7s1e8BxRI2iEmeVoWlecQlQ8YCRcoFykishRpB9I92UQSaNLGHiZ+JPdlPxpcRX6ydEyJrDNXXk5OrulqujUa20oOB63UAPfxI/o82LFknr3r7MVaiFWtNhWOtiqxiEfnI9xyuVqqm0YdxcEd9DPFQae2xw19GCldF9NwC9NGWDrPg768fwkc62xn1wrHC7CBsvdqMEBCBLbGDm3suUIyssZVnmDa0DLQMtAy0DLQMtAy0DPwnZ6D9TPOffPVa7C0Df/cMLJ9Qq6MkbDzp4CqMiwWuaqzy4AKCRSO6GQOCkZPlwJxa/HGZRK6tHKH68pzKnfYphnWe2RhTWElxmGcEFWtat6HIs93t4ukfPwW03VD4oSAk23hPAc/B2rwqz9YQuDGWFTOqZ7ZQV6Bo42pOPNXE3rwvzxJ+PDNBK58Ur9EUEL59DMwfPM8LGshtt2IZZuWp8OPDdOUtm2MyxWyYfiUMtjbLZ4iCBFIcD7IM3s0HcsM8QE1PQ5Ydu2nWegZKGnFnSKLrsCnk2U//mJaSKVTkmOO9jYde/d0dxZ9b3dzexq+BufA1OAH4sHdcYM+cgiAGWRlaYQuDxVC/rUURaNnE2tJzKxxfzi6kMWYNe14sp7loqsgMoImIQBXXfjIeyS358J6M+SkgqkBhFksEN3XLvuvYvitHJAzmPa8XC1mxFQYmxuR4ioIgLDRsY5gHEzvMDmNCXuU3q8w6zJ9qdbmM2oC8pUW8dUJYmbXMg0rv+7g/tuU92EnEOdtCp73cs6xD64wYLUyMWtcy0DLQMtAy0DLQMtAy8GdngJ9k/uwQ2votAy0DLQOPZOBENH9U+UAFOMz6ID9wAK4n0DGso0etWiYJWXQUO1z4MUIXhhx8XWw4QVhHF27QpRhNHfNcYKqjxLEwVQsKO9SCFK8kldLpbHsGzlW/92er3E2Hf2ZpemX4wLy9Wi4RNRUOyklanGLggNiH2DNhuP4DRoaOCCqJGRJ9miC/huQeVDoy30/+DAfmkEe7REljDXpEMgiAluRCyxx7poCBUAHbqs6Bpa15htGqzKHXYWaqZdAQ0HkIWVxldAnkwjqJnVgJIigozVNSSsRW1JFrfw9QKUUpJTE1XPneOPhJJ4o/d3d77SkG9fsDextCv3R2xqDkrJIrWIIWCugTLdTRVYOJ9V7vYzHAv0Bmvcw9Yyp4N8sDYWxnRoo7wv5CvO5SHQyD92TU61ltaz9ZVEK/SiGj2iwz6khLKPP4AcV48b4wKyuHbcwibJgyj05pYZgxptWVGS+NicGH8piakInraAzQikkcxMUe4+iz+gjlk51tjsg1E9Xa4uAWJkYnncM14oqdaNqgZaBloGWgZaBloGWgZeAvk4G3/DTzl4mxBfJfmoG27ZYBqZwkweerI8ZjmWfEzIDUliqZ+rXK8yfxAxI6GxuhXZgYRYdoYGUXk+JJE3iJ9VJWzkX+PpLtbqPd+RnYabPZINugqx+3A6dh/4rVQCGmhx84MHpdY4xDp+irreKVoh/oMcdaUfghDCRzs41Rx4uOSassMRE9FZ+R4s+IM9t5faRT87r4cXHCoGil3BF7AZ3osMtAxDHRINEhN53BMNp6DJ8nsEschoW9mcle02oGOTufMNHYCHQgZttiwmz0JZHfQhEoqyP3TEGeFK/xIBeA9vtb3d3udYhfAdtTMPCuhV1YQXMUfnJwVVYyK9Dq6C29bcLWXxC9tqvxhsQ2+K6NVcjnkseYa6swMoMKG7ijhIHdee+mDOfmfAQodA3xZdA96an7m21O6T0HK6Xdr4aPsstsGy+DR01XwmpY+1ns3XmfppaZN62w+8o91dub8ZS+yp3e45Wusoe9YzAeaiypkVmfPHwCVeeIBl/oJ6yauGWgZaBloGWgZaBloGXgz86Af6r5s2N4av0mbxloGWgZeJiBOGXR0TjNazR9aHWUUPDwwGajGTqauSfxqH4RwtAUhZ+ji0QRKJei3FHw2ZzJ//vX7uxM27MtMuQUKBxDH09sDPE9PANFip5C0ADCU6bPdGmi5hl6npcb6cZpP1iwYgIYRJ8QGRAmOC+2F/YuVCGNkEdO1wPKAXkIQoGPxFzWo0URgo7G8dcCH2oxCVO64WR8VLAsWlEcMk5/NawWdBIzKSgRr+bXPGkeYyEKQXV49G2PFVUjVERHjEWlK0oUg0qCsg1bjOS093cc+VfBDnfqTXs/KXNcMNvwAaq0PJBb4LmG+Yfwr4IZDzWW4NdOIc4FgSNMbAOBeJHnnB084wzWOUJ9f1VbICYlI28Dw6W8ipCfdPdnT8pHxBYZk8Up8b2zSOpaj9s6OmMxDqbaVnn0dIUMhPItXaTjnt7vmcHx3MPRLMPmSPNj8/UO6+LgV1pd41eMmrploGWgZaBloGWgZeDdMtCs/oAM+KeXP2CZtkTLQMtAy8BHyAAnyDh2crgPOq59ngzWisq/VW0loCjCEtWeYsvEHIlNwoADd/B0MeY4mRKHzSI/AbTbbuPpn/j1r80O2VY+b84HVn9niwtB/XR4xcu0WlK8KARkg0GeCgEDFlG0wZjto3FLSsnIsn8pURBIWIq6z1ih6RV7G2UffgIIC/hJxzThwGuyCVgfnDvYouwvq84ZQ0NR3GFQW8jNuthjveHxGvZleUUUP1hLjlX1NaUwBnZpy5U65Gwb6r5a2yaTo67gn+JPB5+h8kTnlSLXSAHITwEZzvlAwS2uwXoXRScv+z0KppGXfApH43fgMju3T2iuIMk0eDQkHt79fVde3DIo7XgVYmBFRQzdGVVUe69Zuaf7QaStul5NN3tv6aIAABAASURBVEvZjIyZYzaExrjy9KvmdYyVKPa1Hs+87QzvF0o+zM3aI53iWgRe3feBBaYeGx6/DayxqGee+5aptLqfRW/GNhNsYNGTewnl0i3m72i/TGxMy0DLQMvAf30GWgJaBloGfu8M+Keb33uN5r9loGWgZeAjZYCjFadUH+LradUHQJ9ZkccKdRzs1M0auSxyHEzaIznOPHJHbeXm6dRSqmDqEzRxgC0UIzbdRtvtRrvtuTa7nTr43Pmj1ofNUS769FRweooTPXsZwewXN4oKgGzPiKLGzDLSyLzB+wggSVJKKUxgFS+mmp9hGaKwM28fBwoh8T1A8TSSi0LWzHAxIk1heCZxm0iPHJIRsrq/s8jc22CvOXf4hSNXMJjbsSM1BZYjfWtbJSthn8lRyUWlAPJMU7YD8uo9RvHn0Ovg7wDq79jEAdgA5By/ZBj2DO+3crLj1cJrwyfER5P73jNbtwywfiZ+BHLQOSMLJiHCTiGmr60uNdhC8y2giBFN3BtDfVswrPI6z25nVMlTfUwMpTm8SQc4mpcxCb9mDFtCaeYeh7dUI17pQ1jHBZ7mwUQeWMeaNpjApYW7v2odVx3qkzZ7PhFObicd049zJ9li7rFhwUzNP45ft3h8XpO2DLQMSGpJaBloGWgZaBn4XTPQfk75XdPbnLcMtAx81Axwdg9/frrDVRgOvfJJeKTnAGc29Pe6EVsaUhsasNFS9KFDHIOlq7plqPV4ZClj0rJ2SimKEH4CyIWf8/P6a2Bdt+Uw38kvF676/qC+76MQ5GIMU1UP13wc02wXJ+C0GsB6NR/IPcf7CbvoiMtFBAghhOTYpRp1KJIIWiO5O3Con+GY7HeZw1rTJLlosMgnxvEaiiAnofnJeIC33jja4BR9BspFpgamR5PJlecZ03DRJwe/CCvjbZdMoaRkdRSAjJSSlEdSCqLQ1VP86cn5XXwnkPcrtOKVAcbR/76dV8pRbKodqyKisaz7GQxr8s0sRtl7xMSU5KFjQB8pGdkNCfM1HPx+oIpReRvgopIn+8nTA32V0xdAOxqsB/C0qluYOnzQWz/jgTJuBe8tm2O/iwV7Mz+wL3ZqdoFlFhuL8AHjNdfCaYxfWlWcVDAnfdU80f+aza/pn3DbxJGB1rUMtAy0DLQMtAy0DPx+GWg/pfx+uW2eWwZaBj5yBnxgq4c+jric+gaKGXEIjnU4CQdddZ5wb/iIlVwzWJlNbLWsPaIEluaBMQn4JM04KTlr020CnX/1i6JEztWOiKPoE/9dN4WJ0fEHKFRMBQnF4TdpeWUc49djTCneYEu1amTTgw/7KGwCWdpq9oksT34OzBsOB7kAVOlBo2VY13TZA+vStIqn6jCaWh1jRJtEyy4ejLHJBOrDvWn4xchjSG3YVJ91+Gjv683e50JAVqJmUOQvgE74L6kwzkglNiXvr7/r2WuvO+hA8W1wIlHPjWmwGTzVfjWqpyY+lMdirHVC75mhluiwca4M+dolZ6tCiTmWQWp0g2Jf8UXQ5n3Xorm3V8xpyJce5rHG8hECOrOKwbS2BcSmAAbRLAzmtPNSxlq6jKs/zyz2HwjDk24xfyCdNXWv3io7x2qWwz7WrDYe6DISA7I0j41ZkGbm7TSmRPcWu/IWXVO1DLQMtAy0DLQMtAy0DPw+Gfi1n1B+n1Wb15aBloGWgQ/KAEc8TnqDCxaAUz5efAA0YB805BRMFrvgV0ac59YfglhPpnC1VePpsF0H9/pwYEdJpXQqXdFmQxEI5K7jnGyDKW4KED1xD9MedFIywUZI4nDqOQyWloIbiH8EAz4gIVOtBkimxCxetj7CnFS3QOmIIkr8atSh152fRKIYNPRe1MBOipjzIwfyaoHB1O6PJ/E94r0YiCka2K+LGoZyEouhoNlZ5IUcUOQZiHM4yQ82mvyYDR0bTgoXHb5Ll5QLSIoXu9VIsc2FIKP3XlkjlNHZnxGD087xTJICfRtQ32tP+LxndX84TPtzbgyRnxzIyrkox968OcOzszsnLDCwt8iZKajKJ/rV/k4scEmrogKXsyYieUgHqfpVv7gzM2Olj8nLkzZ4oFX1xExErFflc3905i0N3PvWmDc9gU1PBPcH8yL35Y+Nf80W/cl6jB9zQ74eFTdhy0DLQMtAy0DLQMtAy8CfkIGnfmL5E0JpS7YMtAy0DEh6NAknJ6142mGgQECLMkBMiYrIGOzczbMGdC6czPJ3ptNhUxQkHp+TEBuiwJKVOClvKPp0m6KOQlCXi3z+82HVB9cepqfw0odfjupzgFLdx2rseVKSKABoenm/tahRBeOYKuOerdPCUWacU2Iqejd48bJ+cAzgQDHqLtCrd5FktBajmLyisA6LaOHCfY3VI2wH0cHbBvKWluvZ3gf8mJKYicy9Zaq+3RMe13iENVDMjb3M7EztKsAeMwWSkpMSoMX84TDKe3XRqz4BZJ812uKJs6OJhia6KiiVvLU//a6g2XTlfGEzxRQPwGrPq+WYXHWZDfjXCXO34V4yinLeKHN/5TwVFhPmNM/3dR18X5G8wVcIYVD0J81ybE5kyyBPXFb9Mw0ZKTCPH6e49sonWCytjMG0xjIOYXSTJvjaVaMarnmjan5r//E8OZI58pla1tAy0DLQMtAy0DLQMtAy8NfLQPtp5a93Tf7rI2oJaBl4MgOc2gZOgwYVAg6aHOYxrj2MCyYmC9WxdIMRLbS1S5AZsE81TzJO9IkVjKMwp8ThvqhsuqA5Z/nMTLiE2stP2fi7fwYf0iVip8OEPuyCVmll6XHJoZ+jeE4esSbEveMxGJISejcLKlzwmuEEuGhkC1HkGakijYeD7oY79Xf7+H6cMb4MOiym9YrkIoM3UMVv7Y8xvMUs9hodRtBswE4tfJCbgYQNxBh00qWgtQ/Wmwp4xExUCXcdPjNJy4wZohw1Lv4OGkauA2MUS7Md05bxvUswyVlj4h6Shzp/VVWFvU8zVuwkYalZeFqqsTQ7/7nIRaBua+oiUKdMYTF3SUJHN7marjt7G8ihTPHuVg0exjjdgaH2esHQLTy3gHLmXs4maLwaWpoALWSWTsyjJFaO7lH1W4VsY9Kf5ieExwBiGF3IoovhaWxr+aT+zcQ+00Mvj+7XtjMeTmmSloGWgZaBloGWgZaBloE/IgP+aeSPWOd91mi2LQMtAy0Dj2YgzlWcCn0cHH3Q9bnXlihommsCp0cyFwGkgeJH6Oc5nvdWzIYTnUhMmRdwpcEFGZA4kJdStCkc0qEdB/Ww5RTeE3Mf389CEQI6Mpb88QvCBxRj/4bMEEEywKdtUkpSKhzCoWGrR18RHkkwNRR+2HvQOsXyA3k7UPDp4+mfO90dKARREBJxOqTMWl3nQ7/Xy2LhOvkj9IS3eMFz5RcmItBSwHCOgGMmiLDNkRNYO0JXZzCm5chNUsrEroxkamaxHdjzyN6pCHmnTLWTyeadiO0fwztNxohAaJHPEgyy2givMvSZ+JWLTP20T8d91HVbRSHIfOi4x8KWzo0khY8IbyCHCL1XyElDTzsRrVN1qjgdZQ+jM/M22MhY29wfW2eZAV8mCnu/DWyMtrpeqx2spwUfHS5mCvsuzebAqa/mDGBqD7Nuq+XX4uPctXTmH/U0Kd+mm0waaRloGWgZaBloGfh7Z6Dt7g/MQPvJ4w9MdluqZaBl4LdmgAIKLgYOtxxzOegOcl1HS5GDkzD6kxYHNstnoE1gbsHT0SyyVdCZ8eAEqZYhUjqRZsa5FBUKQD60Z06Eho0GTrCDY/aTLQgiJOiDNimGWqKgCJBAUcqslbKUkvxH88ubZ4591ykEbRn5gKOfDWuGbDcSy8H/C1jfa3+3r1+OTHFkwDpTDcgu/lBocOwBZGIvJkdvqsstAmJb+FOG8E4FHtk84M4CA0tiI01cVwpXMKQLBXL6JQamDMvq7DL2awMppaR4ka8EgmdfAxgPI37xhV+YqvrDe4KfE2mW9YmIft24CuQ7cw06ij1ddvHHT/9slDuD4o/3lu1g2u8y/b43xjZb9PeY0NGFL9OV3o8wcT24VSJdeAo6W3hc+SNXx3OPv2ChtGCf6rzWosMf6w7guCAy9L6OEFodwyjSOfkPEp01E2PTNawCVev+MWBw0mxzIrj/BjiGes+sDVsGWgZaBloG3iUDzaZloGXgj8rAIz/V/FFLt3VaBloGWgbeMwNxkOMYyOHQT/SMHOwVsJ9xKQuEzAd96gPWGGaN0HlOQmpAThoFhdH6E+H9wenE8EvxobgAtOmUoDlVG0JdDocOv/o2N+O+79WYT2gXYbqSVXKWn86hyiHDa9qDqZ56hZKOPcW+qaiMgYP6Qx/Fn8NhLz8RFC5Yo3PhoeviiZOc2YNjqEr5CaVg3SH3+ma1ynwdP9KHcXRPmlftgDdzBrHbFWvRzC0YVtdorcvkPSXiVuKPAq4S2n7gnhjwrqdeXvIp3QfKXdswTqbnKeKZhtIyQ8rIc6bQw3WIQhDXJAfPPRA6U+yWecFEXn2/LTfcJK5k3pypUaVzj1vV1avEFkY4XXJG9hDGGtUsNEgnWq0nFWTlccWieGtjiXAUflmMxpZCusyzuyPIx6J5V8azj7ano0k+CZ2bSbKQdTSOb1GcMJODE1kbtAy0DDyagSZsGWgZaBloGfhDMtB+OvlD0twWaRloGfhYGYiDF0UMToTywd5+BxcDolbgzrDUcLmFsQsgnghlZMUKSa4S0Gt5PTQK1foDc81bmTgllpLVUfzxkxuc4hWQXwPhEgAFiDgpW/QoThf2sbaUJPvO0JKzUkr3ZnqO8YiYvIyxZ+trLkZiGA7E0/fxHUD+ImgX00RgKSfNv2qU40mgrMyadJPzLNECk8TzFvYtDLsPU1bGin4WMHKrh2jk06COPTjCSy8jb8mD5E4idBFtHdB7jAAuAdpAGSbuG3j26haYhiYfhJOg3tND5CATxsqJ8x2BezdgGtuC0bKA8xPTF8nMPC6t2kk3kSp72D+mflfZQ29PSbjW3sSsZgFa3CMWoZ14Sw2ka3uGcp58oSM57kISmrd3R1tzxuP2a82an60d13wjzrIp7OOwce+YgWbWMtAy0DLQMtAy0DLw+2fgsZ9ofv9V2wotAy0DLQPvnYFBB47KVFJoI9x88FrRNDk19aebKaLZQpoEM50V8b9pJaUYJ2nW6x1fFFW8XE5FqWTqJRUx2wozpj6smufcSGMPHsSiZh4C+5wL/ooSNKUEn4kuBbS8kpSnQTqlCUsFNL3qegcO034K6HDoFUUhtJliQ+5KLQLlTixWge6p5n08pTuV+0iPNa3KYWiVrz0hcXoeKFt5XOM0t4A90hg+okNac5AgSWLPOaB4uci1PAEU60YXuj+889Inj1OxbaKOfE/BcCkUYxhfF3EvVFXi/q/c/d5uj7I6yggMyKpZZ6xEE1ul7o+gXkiAw3S/Ws5wsv8gUl3E1BUbTmMcN4KHrIlgiPF8zRGIHZEXEzvGWp6jAAAQAElEQVTJC4N85q34XeA1Zsdr3jJio5mrOBlUUetbBloGWgZaBloGWgZaBv7EDNz/6eVPDKUt3TLQMtAyMGfgqYMTB0KOoe7rKdh2PhiusPpUszQ8Jk1FBY8YmETRx4yBbDKGo2wgYE4PXvelLp6Ed4ozqaR4AiiXwtk9B8JBdh+dfD511DV+sRvrHkdO1UfGd6BkpZSUk0RT1r1XCJJSSlVhCuqo9l57IBvjOMhfBH3gdO8ngvz7XV6vo/CTA0mZQzZNH+VVF8bVwNY9gHVbWA8ewlFHDLG3OV+WVtss80auypELGah6hV7Ti8WiEcMkOSG4OBnHgAlxlR6jGFgMKRMg79SeiIC5DmIGw2h1EfcD184bjaIIhUfzYRIxVi5kNp6Hb6Feaa2+P5YeStb278w/Fc/BHlZKij0exf6smvaF+DgiJFpElqOvUVoWRpOs8r/We9Yas71l5mdqfsK94t0kXcgjMxZdY1oGWgZaBloGWgZaBloG/swMtJ9T/szst7VbBloGjhmAe/CB5F/bQa44JLrz0ZADPvKRQ74PiQN8HHjTeHLsGzwPBGUKbBydTTXOK0FdCAo9fHhImBiQaPCh9wAeYkvISUspRfGnxBf1FslVGhsaJ5YejPVYywH+UbVNgHUZPy7ElJJVclamoJGAm2qn4ysJA5CUUlqJV7yl5M6Fn0N/0OHuQEFm3mCi6FPkXwOL75ypzpBlPf6K7LIXU+Nxq7g+WJn6mpmKvQ/IKjxvjsH8BC9rTMOFLKZJBAfQILMvuGjJV3tISh45NEDNixXDMEKYOls8AiZg/YhiJbINw4nAvWOrEyJeswF383R4VzyA81Xh69Rr8K/ucd183y/zPY0p9/fzWOoWUzMTqp37Ct9lmq69Tbj1SHOVVvncW3sKeziVTKN7igh3UlGDjExbZsQAXd03jK8lQu/36AaO90YN0zyw6SOwzxmn6sfnPC49nfm2kdd6m77pWgZaBloGWgZaBloGWgb+rAz81p9z/qy427p/wwy0LbUMnGRgOUWZMdByIOYErGHgIKw7jWMv+VRPQQOt6mmfA34cGE0Vr2k2fMIewMknxygE+WMwIUcYxaBU3dAnXCQmV4sqzz50YlrbiNUIOyoKNJtO3aYEn7uMPAERrws+HF/rMGSKGCd2TWKPg0SBxCY+difWNPUTOilNTlgWq9VMy2fIU0VwFeKFDzE3A1ORswNrHMif6cgpfECGpQYKJ5y3Yb0HVdb5QiJTLxyoescWqkc79j3M4LpRsIuDvb2yfkxBH3TuMn5zmkb+jhyz+DAxQhWdRxGgw4lNw9gd26o6rewssT4MpwQytvghiOGh8BHJ5GAiBYs1GJ60g4OLWiYTaBH8iUUdWGVwMcgU9w/zBvI1BCUXpmwSjglhCX3YHMtD6UoS28y+qkchMtokO3JHg8rd13j81H7qjMf6KXYT9mQL7ylYyxAEDyUR7itYzFFXiFjhuG9oMqrROprJ2axg/syuKV7Ww1/ll9hsyRI0cw0tAy0DLQMtAy0DLQMtA3/JDDzxI9CfEmtbtGWgZaBlgAxwhKKpPvbDeG4h5Azo46GfhvCh+MBR3nLgag0jf6hxtK+TXNAIcBCM4o6wSHRYRfHHPOD4qECiTxJFg2x7qPxyQWRxar2FFgBcMUm5JAo/RRuKQLkrynn6Dh2JmCvE6kTKmJ6GipaUpQWwkg/6uA6ezofSzKm2UBTJjgkdDY3waJLcLQhd9nCSB+8xQJTxYZuR0+vhQB4PB/XwNBlYEWM2AdAlVngkWkWbFx2KSR3xxtBKgNPBRbsVjguhx3Zp7DMxyFCxX8fJkHjEFGJlEDNsJC+YJt2g0XlzRuZJvvbIssfAUzwjJuBnbuHPHQh9dNaameHxu8D2R7sysS78GC7g9JGHgf2ACIaFJzt2OXHIIm/Y9DN65rAR9lSLdfCT9cm8kDEf6loTJDJlauQYTXFWs4jCulC5K+i5BkFQMELqnsG9Zn8PNXZsEJmJwTx2Ej0bkX/10PFVVe2PgTAPy8daXW+6msTIm21lNhcMV6IVO61SJQ7aqCP2d5+Zxu9ITnyv56zWWIsb3zLQMtAy0DLQMvBfnoG2/T8hA+3Hkj8h6W3JloGWgXfNwHykgkZzB0bgJ0mgAxg59GcQJ7ipECTGWNGbq+sNFD5EYSdoiHyITMrIhC4DU0VxSLzQhw6Wxmi2YCT56SDxSkgLJ2UXf8pmo/gVKooXGd1gcJBXnGxTnFVzLsodfBSKOM7aNmcJPzbjfI85M2kusGTkXiOpSPAVml5poetyQAgzPb7pp2ZbkCiaYFx/jY7sUSgZegQRJ6asG3H4u07MR2JVe8swCdfQaGubUCAwtRKfQxQ8+vjOIfNigy6EGDYJMCWoO+ci4sYJjcg0w+oaCQoG62kDftkKtqOXIIcYTC2s7WQae38ze8JjSIvrtOiDsTSYe91aniNHtT+alSnIwbk4uIhDGQRegWpXvVRD21lnOrCnAbve9zvU+TNiVpivNoVtlYeCbVUasqmLdaKbBJBTqxq9Tcq0m5qMjOU68zGkq3KYVVt5JGZfCHZc42G88J7BuOo9AGt3vg8Quc0eh4jJEgxp64hsY98sZIOZBP945xlHjUfH+XXk2I4WExfrmrdNpcFZDo5hM7D6AcoDSQhsbsSgdS0DLQMtA/8NGWh7bBloGfijM9B+1PijM97WaxloGXjPDMTRijlQDos+DA8chsfxoJFxPaCNcQ5MHP21gCnwaMyABNxMHyKKQC78gDQVWRKT/SGZmGYKCU1QVxrwb11KSTkVdSWDolxAlmRgE4dKhjGmsJG7rPiOnZxVKAal3OE3VbV4eV9zQYZt+ySbscisk3LCQIwS9imoeNkMwmqnGaiyZCJ5Lj7ELGOYiltebnQhzU4ATcdXrqwLPyg8ynJfxTitDE7WUjnogAsexoGaxp4i0B20Zw7JDT2sG5NzxnMCxJmcE6giVpTTmp5lNsIJPSshHIe56EOQNM0vdMJHZt/Zvs1P0K+8COeeheM4ivz0ynH0OHcgFnbOnrkL7sjD/DSPi2Kx/wiQyRjSnzZk5HXgfo/7Pr77h33aCLlJjQjfXHn3g/OAgpkkxgwcDW7V6iwLqqr2Hh9RbWp/lFaOa+SLEKgS97ad4fEpWIOYa4zwJC/ysjJCOo3wQvMgZDnBWmDAcv3q0vPYW534mODOsO2vAbuoskLjethXnWNJ5ejtfgbDh61aOzNycG+1fTjbUx6RNlHLwN8/A22HLQMtAy0DLQN/aAb8I8ofumBbrGWgZaBl4MMz4EMW4JArDryKAxsHaFdq7jkd0aMRxC0gDo6zzPxDiFeKOSmKI/DMmSajm5u9GIxdWChJpWSVzk//FGVXDgwpIpx7y0vqVHJRh23xE0AuBnHAzZwAE4i1vEVmcl6mV7ysz8RimlJCZkCQuT8B84V8DGh62T4hSRLrKXyIIpriV3GicMA8rxmLwp/Q8JLpDUi0NR+C6Cw18FwLHy52gL6nAAIdWIRmNfox5hy7RHgdOUyiE120Gk5ibECmVuW4oiC3+EVX14dRUuVNDWdQ8Zq50EdAIaazpGK2QTg1y7X8gqKLGJMC4miIJRLnIWP8Rlwu/sD3sX/noepIAPHBY+6WmWuEF+7zpWDCXPup9iI1xEFjsqcB+5hBTrFHiDd7AlZZwARPw0OMjt1igKhawLxze/uM2bd3U13WvFlumSny2QnUeYfUfRIz2ilkSz26T+se7WkGEhs+wEDBZ7YxDYOF8Wg9cHyW3cO8PBleW0eouUYfJtHdj4TqF+5O5jH+b21t3y0DLQMtAy0DLQMtA39cBqYfTf64BdtKLQMtAy0D75WBOCtFxzQfmcY4cg1RKeGgC01ooi2M5SE57Sw2LDVdF3koFFj8ALazDprBrA+WT9BMISWlrFSKOpBLLV5wBpxNg7r407nwsy3abjbalI22oEtF1sXBUbwScIsF6Lxlj7OUclJKSbbP0JQYi1dOdPWQafMhAmUuuQkFneUQJLY1PJpwbzhJV4TFV6Mn2VhkqNeHAoQLFoZYdaDw4bKJxwOFDRcyTv2kui8njv3kxCF64qXTAMcYJ9aRosMfyzFYtYhFwpVSSkr4iryZavKNORz9sXmacZTc46yMx4+Qm4fMd6djmUTENUSRKLJxoCdA52DosYCP/RM305dGXYJ5yxCmzrOtc1aBeAQ0XxUDVqRYuudPIbSWNU3YO1s3J7PBvLVzKYoVvN+wg58dxLh2llbu2FtmyEmx2Hue6Fz8GUI2WArmGGHdPDmCDIZVE1LzJhNFyog2j2EftMlvyO/zHtcc0xNpHdvUY8duiWmFNYrcOTPVxjJfkGrpUYRtJnCM7Wix9hZGrWsZaBloGWgZaBloGWgZ+EMycPzJ5A9Zri3SMtAy0DLwoRng+OQ2Hxqhw3LAFYd8PfpiisKMMxrtoc2JMFVbQUGmQFS51TQfspc5icJCUkmZ4k9WogAUT/XECTBrOZ/CRPGh6+Qnf7rtRlvQdYVxp475oZewpJtbrDOELBGPbJfgjJKVUlIoZ/ugY/Sx7+DEwXZiTkhiNCPD0yYCd9KeEGPjVWYw9EpcFxnmJ/igf4SP//OcQVmeJ+XIWQoaPMUyKSmF3BEYeuQ1LrKRazP4SaBFlNAZdW7K8Gbx6TUMDCTGgRi4G4jccO4cq2UTYj58zIHKAtMJ3jtTXBSKPS/FH/whrx6DmSasyMqV3RAEynFK5xNzsPC0PH8hVZ2EdG6PzPOEWX2frsx9pap6Fs7Uu6iah/2pc4+MJU0xOM6vHsnNypFTy0VBQnmOAY2hJyYuU1K8LLTICMETnfUnqCs+Yf0ge2G3mu9lQzZ1c+ThNezcoQxC/LDrZjtjlnn+ejzLG20ZaBloGWgZaBloGWgZ+D0yED+i/B6Om8+WgZaBloF3ysA9o0c/lHxCAj4s+TQ8H/TFYX85689+pvNhnORCGV3UgDT1s+l96qnJHYogx86lCKQ0FxFCDk/LaHJJKjlTzEkcUDn0wev+i3kuOBhdpuhD8SdDw9S62b6GqzyPVzSzVsI2paSUkugqdP9VnZCySMN9rcRc1deRq+NHF0bFrkIV8TJ+lxYFEFcyJnjs62f4WlpsP/Yd1M7Zn3MUSNli1YUTvMcG7KrFPmdnk3xgj7bM+PP8zNgq0/CNMGieV7f2Hu75XGtLDHL07lzwMTUOzPNe/b9cBZ3HUO/dNvVeHCq79PPYNDKkegHNY+T5VcDgY7Rj/CIfa4+OIMaxZg3DMkdiGrp36civQLZ/lqOpMM8UEm1aIvjaZU8JHMdVVuNcz64Wb+/vR3x//PbZH5byGuN7rvQrgTR1y0DLQMtAy0DLQMtAy8Bvy0D9CeW3+WizWwZ+Uwba5JaBd8lAPI3gpykwHkYfq0bXf+rJFJnbww+0Wgix7n2QUpIMmaq+YD30GpVNytiklJQSh9MCUlHOSacvxyplhNb518By8laJJwAAEABJREFUfO8P9mGb0LjNVGEbfbK8IrOO50tJwZtqeqGbuPcnDmyaVdnaT6L3IC4NTOZs2YWPacT52TpfixF+umTYWD8RsxJL50xevDd4kkkzk6zSw1f1NxdVBgqCs41nKacYBh8cHf7ppRBGF8Olm6sRJ4Et2hOmMFqD4bu1R3wfIyFXKz0jtkfuiGsljvA9xzguWi1mWR0dte/NfYADr22s14oxec+OGspF1YMq0DIhrBmZMgN73xPyXMAwpluL0W9ob9vc23S/Yck2tWWgZaBloGWgZaBloGXgT87Ab/8Z6rdvoHloGWgZaBn4lQzUAxlnYA7DHImHUaMH8UQPh2PPdhHEML9GqKNbSx/wKSTujRhQhlBA0ysto6TKmiblUpSykeXDqiG/atjmhILGRy4n2MzksMlV9XSfFpVNE8NMl5jvJvjFIC3cE8zTObBv5V918ITftbhumCtUhTE8rhuXzBqYUMX1s0CRG+ekxmIZuTQBCcxt8T0LoPbFHQEn7ovjehYk2ePag5BYJtUiROVrj8yN+BSlKg8+ADijsY6AOXxw3RnA0CYR3L1mhYHYmwq4czTeF7wJailJC1RfTKVVfukfShbVwpzaxPZXjzSxqgOoWOY8zvz/7L2LYhs5zq0Llvq8/3Puf2a6O75fpNL5FkCyWKUqSXacxE6o4SKuBEFIlkWMnNbz4/4Ls+/AxMiWhoP18mRquVDSiffXhduY3NbSHO7DCNkr/Ll4l+ye4xSAiJPQuV6BXoFegV6BXoFegV6BX1iBix9jfmFufetegV6BXoGpAtyidLk0mj+j/2exjzbCF4f2zQxXru9Hiy+ElBtzoWXFW2jCWRCBMuAs+i/JkoQVKA9Xt8mhkH7ULZv8xxbY6iDobJnfhkPjJ2GKb7zANI0U82xYbNc+5CuEf+wQ/Oqs5FcNrrw8lfWce9U5n9OJO0y5uZgnnl3zL4LxTJvOz5OtkmazE1/pk+GlOqFmfwZMc9JpM/Tm/3iz+h/6Uy5eZFrs+ouTQhJrpwYA1HaDBRvNLCRknyNUw4ZiPuv1rlxHHQzo+R511rlbI10I2HieZ31XaqZawLP39UWYR24z8ipQlwHsMAxMAzxFYREKFUscbNG7GR0dQtyIIAV2V2n6YeDc74idU5tWKowwaRbcyYqFvYu9Ar0CvQK9Ar0CvQK9Ah9Xgf7J4+Nq2SP1CvQK2I8pgS7jfgHlIqrL8JGbvy7D1l6GV9/N8qWf5sB6Ztm+bszalCkkOj5cUxNtloTC/F7qjKYL36LR3dV0rab5oXPs9yP9BaDzuL7cFLnosoNCBlYPh4k2CEeox0uomjHMYjSGJTsYZ1oq3yMTyJdlmomrmFz0CYHB08ncjuSCu5RS8BxzROp0pEJFKY1cR/Ozo45YMFKzxokmXEfqfTzguyeGO+InGi8snhJk+S6hRPSkiS5tq7KeNwz470SgpcmhhoZDeq+2zooD8tnhqY2c/YyXQq2Yr4i+sqpVsTlDmkyolaQJb91j8hc32LAz87ogeqk15fDBDmGnZnA4a8g5O31aUp6zWrkm013Dd7ZXoFegV6BXoFegV6BX4OdVgE9RP2+zvtMfUIF+xF6BD68AFygu68w0Abh/qlnCRV43Yr/818t+Mu6IJ7tz/5dr6CUIIb191oasH9nzKIhXcwFqyAY/KldgvquyPt2m+Iju/dtMBxNfPP3iu/buPNORgfZlT9PeZTF0oPEjwK6OtKqVctD03VD+Q30yYjeP7NNp+FKluTnWeSln59OhiaFFzh6ptAQgmecIDodm6DVDoFGUWKr1yCr3yM6ZoFIWLVBdM7Qk+zlLEXYDVRB20L/+opEhYGVkVycu+uRinnQYsWTGELeKKNOq6XuUvmVukDlBwZiFPEl5ZkVYLkCloXWUxb8gtTNqovoAy6+ZQUY5LsFCKuluTpf2HyJvHOLSXr7Mp0ue3d4r0CvQK9Ar0CvQK9Ar8NMqwMepj92rR+sV6BXoFfghFaBRctAlXuAir28BGXR+xUqzrd1W7tGZFp3TmfcbBMUSaCYc1XAgt+N+tONBjRwaEsqx2aC80aKm0RP2/V6+4LC3kbVGI+dIvJKFLrhxER4sDWjLt4v8iEe50/c5mvbH+u5Rwp4LoKO02PJVmtWWBRGdxXyjZM7b+oMKuiH2OuYWDRLDDaoPvOpobuVJQKYIbj5il+gmNFhdo9fNgedmz/M07qm3AlTHsbizIsYOUgB73fB4xXXgnAYGmhyD6Xn0OuQJjevkHb0OGSQt0MYUr7zdRSeDSYCxsRrLe4Y2mta55JN0leFsks8gu2Yyd+TQpQaqzW4Yok47M31jSs6oRCZwyEG7YnAqCzpWiPtkWJ56NH7SP1mOPZ1egV6BXoFegV6Bj6lAj/K1KuAfn75Wyj3bXoFegT+nAuUipUu6eCiNktGv9cfp4s47WaIoAmQx4rKsmV6N28Q7c+XkvYviy/7G/kcwElBQE2akGbXngq4Gg0FN2Snlsq6h/g0UfPY0JQ7EO8ILWuJunEd3XfFiCx2sPSEZsD9p+FbVp3WRssH6uZsFQ+P8ZvZ0sV/UubDHWZAyDzdF5+z1ANJWmeI5L2vmReQDYL1cI7PONVJH1HkktLDSgZE6qdbzBh0rCcLAcTFOj+JHcLVPc3//hoxU5BvxYpZK2LE6GhucnBqo6SH94M/nIPYsSjSnPp11f7dRoQtUQCpkdgiNNzDEXhO99fOaKFKgLi914PhRj8GbQNW+YHAzyqgRFlcE+9Pn9nxTRqdp4KdTTwYUk9C5XoFegV6B36UC/Ry9Ar0CX6gCv/Ij1BcqU0+1V6BX4OdUoFyQdKUufKZcRMdxTxrIXCqNi7159wOVj+Sz+aXa5iZ1CNxXjLBmR3cySsww0EfQvbh84SSUOe6BnEYaOkfy2gM1JEa3ya281Y42yq/a4yxj9cPXt/QJoQzJgDCJ8wlDYk7YBYgG0Tw/8W8HwWeLlvLMeCIU73KZN12MixK+svAaCjDpJJG9j5EaHQGU0xypF0RDTqdgzbbR3HQcD3bg9ePfuvJvXKmdEfHZqMZUqJJbocpRiPOIAwwt0qtUkRTDqZTk63HEO3BmiFVtBgVGFi9W+rOowQpT6NYqgm+ZrtZrD8DQkkzEBk7OGGrNmEQy8koRAW0m+ehUIzeCvB5Zi5tKKgKmFfVkDVNZPD/TiKxj9rz0YnGmT70Cv2MF+pl6BXoFegV6Bb5KBT7rZ6evUr+eZ69Ar8BPqMCoW2WG+CP3Kobf7uNNLBl9ETt50Gg50eX+j+tb3hVlIt4ioDTWNmqy65E9GKZvmRxoNOzVYCBXhjcfspsT1zHpDCPNrDgHJ4nhPprqmSQ0GMjJL8qDsiloHN7ADo3vQNxJHCb2gziP6JNNV3ydQToaANqGskByIRAYXtOR4o5ed2x4+GAdw9kpYIiac0ixDj03I8+N6JFYiqS49QnSZnjWmPBbY9OHoPWOD8/I4cUpWl4Joe0hBakjOLc2pVCuuEREXryMcPr4WXuMnEAwHUwKtskEbnssfaqcGT8Sk54nvZ4DRj0UE4PIKrBpEZ6qIdKq12dR+nGZGJdTkpNw2fNzevSsegV6BXoFegV6BXoFvkQFPvvnpy9RxJ5kr0CvwM+pgO5HIxd4b8TQPSmXee0eb2ZJ7Anec0+eR1pIiCk3TZLvxg5qVBSQ26imAmDgQeZi3D6abLAGAzAzIn8YH7reOlOnlPAQLFlKAUvZjIkMsnAFKeuKK+sVy9Xii/4iXXfWHV04t3xtJVWi5XAErFSBpHDJGee0TjBvAuC3McInjEdiHXlOjjwHDMoe8Wrxw+0NcxO9hPLVjSC2Bdn7f/GKvI3iqOkh1pc14SSHyDMajFTbwE3byGHmPhNkvQIKVFDcJZN71MoFtyzDu9KnkWMVv3WvYnX3M5Oeq5k5h8tkZvocwkZmGwfmZUCt9Epust/wbTw62yvQK9Ar0CvQK9Ar0Cvw7gpsfFp5d7y+sFegV6BX4IdUQPciNU50Fx11mVcj6MhWIN7IEoKpj2Ht4yi/VnGWJ1ixK5xDU1aK1WZqwAzJhoQANXb1/Mhr1DdNaDjQ5smNBnHl+oyX28gKasvcCGeLBytCgy2xz7BL7AunHIAJZpbsrY+8IpO3rl74z0Rd3P25mmnXhLI5h5PZF5rXTVU7IjNQ+JCHmbsmqzS0p7P8hGxRPiP1FmUDjWw5T2r9G7cmbM5jMurLMpMUq+ufh5F0ufSbGDnOgklxBSLs5Ni8bIsywqYivp02e4gV4mziviPc1vIt/WKrONdC+cVEPfWCp/07HMgP0qdegV6BXoFegV6BXoGvUIH+0eMrPEs9x16BT1+BH5SgbpyLi+GoDhAX+djx9OY7aSYufPN8cidu/cLoPZ3sXombEld4A1BucClBab24P80fo6mj5lRpMhiPaGCQtWwIcOZ2PwcODEIxG5ESWL4tj6b4gywwKeHDAv2jwkOS1uJxhBTAXjeIRVz5Jk2ZNxtcKtNcOq+NVs38SXPJJ62tjIQTqD7G86s6mtfo6LMcI48kNjIN1tp0w8ddmBLIQ7XhOcgSRHnMvVFOQ+YsBRtzVpn23LlADIZkV7pO09JfTtIPpm//SIJjWZJyDjdOep7uaveo2EWFavgRDBswIrJ+FoOb5jYx11ZvlzicU9ItrMuziSX6eYDk51mcPAoVH1Cc4L7OvFa2c9mfnvqcd7f1CvQK9Ar0CvQK9Ar0CrytAl/x89TbTti9f04F+i69Ah9UgdMLUHOFooFC90QjegM0QwZw9dZ+p042LaErwND6TLAliRP0Lz9LwmFuQSG9lARUM0ai5auuziGELuacvhnNIr/0Lh1wi6hqgwRHLwQtg8u29hiG5A2ElJL5AzlZcnY+ab0waVuv0QMffZZH8fzeXwo6o+KtoznwwE4a5L/09Rg0a0QFy62BXFpLrLN6ZhdsepRTNnoON520yWFa9GZOzRvls/OV2ktwgWnao3n12k4uscCGfH6cN4fcTZu4R0jO1omDVf6jmekM8QNHfKkE2NWxalvknUU9rw49t2JEHauRP5Fy9ZBX5de+Fq5a0J16BXoFegV6BXoFegV6BT64Avmj2PdH7RF6BXoFegW+twJ+tRrba5JruH9CuSQyq3fCNnHxTXApNxBKQwOVj/CA1SJIGdndav/A9MjeBEyJqRiz2miTVNbtRk5aJyTzHBRYSNJNqG+y5M8q1pEpzY2460ZyPk+OcnN4k4i9Fc3NxE9p8P1SSpYSkPGtOKZYoeaWEFKeB/OeAyQYTyXb1og7rhmqzj3KROPDmx9YXSWamZG6jKoTDbKod8zKI1ySpybZ/DG4nJzP00yYdMkSggBphte+kbdY91Nu2cHlzO+gLcyzQtkM2aXfyTaEYRAf7IU5LyheG3kU88fSctJC3xhdqfOc+1HFz5aP/vOgyDrSQczMPgkKMUmfncsHbc7DST970j2/XoFegV6BXoFegU2KKesAABAASURBVDdVoDt/zQrkTylfM/meda9Ar8DvXIG4PZV2kEu6JdIQoT/AwWkO0BCBYSRQhr7rga2IlR5pAWQ/GidSK+ZIPPoOEsOOSza77vx0NBaZfzOHRU5RnF5W463W02c/4+H7KoEso6rD1dEhqjojbgJqGvg+NILY2FYfCpAxEF+Y/FKwpM4IvsxKEzBCU5kQ57M2CE1p6IQ0n70WOY7z2RyqmKVSNEHHHn3yWSYLLz+5WRMkuVVTQp0spWTTg2iMKsvkgQZFr+q3MBFOeYkDjNX12ifnuVs6YBv8RDBLm8djYlRTcYMyfGW1zRhZdchQxmst+PfMSkEnfVOxOLOyMGUZjG8dbMwej+TU6JuwtwM6JhvpAknvC5tJ+TTiJ2eX2S7lRfq5NAttF3sFegV6BT57BXp+vQK9Al+wAv1jxxd80nrKvQK/ewUOuiWWzk9zWF2jpn8bphhSMEc1foKl55GZTLzTkf0gp2987mCGLWlyGA/pBauaZPnBfuJCTpZ0+VVDqgnurE/yFIjFIfxirTM6pF/imC3hL6tCm2KBlKQ5D7bxGCOZC5YX+VKftJ74IhVqTbBB2ajqxYya3oGIGU0i8dq87NGEUwOALUY9eU7DJk9TPmKEUE+zdGkSg+NcxAjeLPE/7TxAzR/YneK08jpz08akNHNhTz0GVLwOmGNIDs7nVnQ3KQS3aiIfiM90JZ0ia4RbzJLNExFXziK+IBVmQUvEJk7j4Tk18rtYhRZYLCLA6hkUASPlA+PeXvcjPZ/RXl9HGj/7rC854vpLR5N5ZoPEfCk1NbQ4ldnB383C/eS11sRq2HDuc6/AV6hAz7FXoFegV6BX4KtVoH/k+GrPWM+3V+APqcDJXYnroXEp1vHH3HwR740RMUK2iz1Bvien2gQ48XDFoEZJcraZtBhU/ZE2hSCXZCklMVxyo81gcK7wibdZRrnW+qUQod7f3QeFUya2Yfa/u4rjTDbCeGTtktxpfZpWZHvrrCCuJv9mL6mqSYJwEmipXHWQk0NNH485JPJW1mYwtmw0TLWIeCWtWJvXaCHs2pCf75UDT/GO0ypymIQcZRT1SYxeYV73YFz1tkmhtLlTlopCynDRp6J5D9VpL60rFbzkJ/s18d7uF1E1FyhGLi818AbJgaZP/saPl02Tu+Hg9NdPeknFCTSfz2fpoW8y1ZNUpo2xUC4DtK6fle959Qr0CvQK9Ar0CvQKfKkK9I8bX+rp6sn2Cvw5Fdgtjso90e/lulTJFM0RLpR+1/VJ6gmNilbHpH8vR5MnLdZWmXfSAbs3GIZ00uCw2UPOtvBB194F/SIcB2jVszCW5iItqUkRayc5c8slWT0jpCI5E7EXsJ6hLs6+EMZjaXJeDJZM4C6M5GU1HmryQKbhMXQoMaKTaWzrgbla4YtXybzQov8Y2kZtNuVVPAp6juUiNBuGKI9G6SwxGM56RaoQqmaOGI2isAvDaoSsDMLMqC9W50uwoNWWxYnIOUuF1f4OzscPtH6WK6iJvEPm51p+WSf9z0JJtdD37+sHYHmhsCfj+3c5CdkVvQK9Ar0CvQK9Ar0CvQJnKtA/fZwpTjf1CvQK/JoKLJs/ZuX7QHGZGr37Q5PD6SJH1EUjNlaERrIQEvNMQN4cpX0gWpCdeRcd1Iyh8ZNS8qu55UfszazLftbRAymczZyz9hpCRNobVyd/OeRgOoHpAStyLa7zmwVV9ixb1kQ+FEckMTFwSqAZeSntgUYJizOlhzk/0nsLbtsPvTInjLxSC6ZX7Y78IoJscFvnwHRx1FgrnrIJ2VS3cXku2blaeIwhe7hgtvMgTMg8TzDZDpdlOB94OHWHLMTumlUDGkA8/2OGP5+Vj6WuK+yvoOTNyDtPXFZUsmbxU/Ki0Pm8hyVFXdGZXoFegV6BXoFegV6BXoFfV4G1zy6/Lpu+c69Ar8AXq8BPSpfLlF8IuUiNuelz5GYVLZCY35IJYYwOysqSdKWudWMN3Qd/M9VFWKjtlMnP7Vk/+M3YmEM7eYnz7MSs4rx1dcmXUKomXg0aaaqMqY4oBtFct9nZsS0PtqJaulDzRpUXZFIN/nKr0jUMmdHA4CVpjrxkl2khB9zoEOEyNUCsfSGSCAP3YZ4nGmOVE01yEsSfwRUuG6tZyZBRRBC/I6sBRvDnp/DQduiYLosRXFhOa2dc+vxi2Q+ac2j5rLqGxPFjvsZ/9jxft6B79Qr0CvQK9Ar0CvQK9ApcXYF3fqS5On53/N0r0M/XK/BDKtC+NU2XJ67N7DbaUf8ZMKmbfwsIgw+p611ZvaEVH3d8z0SjJ/ciWJ0cylScLsQDxgHtNMaainTey8CHezTuvgp1kmjxUMLBlXker2gz9cMGHys1C6G7ai5p5LyMbOZ7zqWrYl5yqnlXJlbQ/FFbAGKJSbwbagoLf3JO7nDl5M41GCdl3Q6sDDWBBDfNtp3Wu03TzI6ilRfu/oqgWTQKuMZoF4TmV81DVCW2b3KvbGXC5b2zh4kfCEK4BG3Hmq61d75XoFegV6BXoFegV6BXoFfgrRX47k9Yb92w+/cK9Ar0ClxVgd2KF/dk7s0Yyvd/tpsdR/9mxbadIO8cdBFO3jlTtCKkT0ypCa2cJaJ2Ak14i98CS1ZMw9RM8mOl6uMiUqGweZxqsgFS1heKqgxyLOx7aCyPOdbPeZ1PCNs0uxfTUJoQ8JN1wTUBhlrPlbMsloV4rV94t/MgQY0LZyz+MqqRZVb6O2diyq4IJM0LmGFqADFpoC8eQRUO5eaQl7Dp8GEGdmFEuMIEbeewz2dvdPkrNs48t7KaIV0msBOHkMeaLps+HdnOlQpQidpOJPOWR+yjV6BXoFegV6BX4AtVoKf6tSuw/Ynla5+rZ98r0CvwG1XAL1BMfqk8MsOrv6O/BjsyjQhTq0Oc0BRA/vi4ZmFy3WJKC9nFrMzEVT4lNA7j3h9vqQOc204m2QFNIv1p05afNwD0DZhEANwtx3NWzY6EfmPE8TQLG06NOkJFZMv7VHNRV8XbmSkEp52Ek0Cqh3FwvEgj2ZAGToo0INr6A1NjSFyyG/Eqdh7h2iWxipmhNTumnQ0kKlg0hdDFQAejK//IpMbP6JnG7H/y469PnHyEv4dzeWtKcjF/JJ/r5BF8qqqrmVkqyrNVXBOz8W9Y9pcUAVQvFJE/z7n4QNiDL/Oartg67RXoFegV6BX4BRXoW/YK9Ap84Qr0T1Zf+MnrqfcK/G4V2H5D0uURaKjhk2GlqYM++Gh6uFiLI93RWBIu0kslejUSl1VAU8bU7LF8484JD1gHbAM2UePhJk/EJ9cMKBl4I2rMBCmEpVKyGf0QM1aGZFm2k0c60TSKrXNrEYEZxhbNgutYfaPlkqfHznUL/tKKbfvWMc7HTQQUbPOIZf0OzwLY1QXhy8woAWNNUYhqdW70UKRo/pg5RTZ/Ucon4CvqlEJ5MksvyJDK1vapHuUlT1INi6ThByRvUUG6C+AH50rPC4F+hbmtQMv/ilz6nr0CH1WBHqdXoFegV6BX4KtW4Ot+pvqqFe959wr0Cry7ArpK+xXqqPloTkoTiKjSWpHpEjCKhLVIoogro1yrZbruzVErgDsPNGUAiwewPrBwmTWQgOWGiNUHsSovJmR3LSKqYWCS7OuTz5Zne8cjba2Jgm5ZZ/rWtfCcFp/BnPrkItP6cE/O5jRWuWOJ58LyWylt8s77xOqg5nWBZ5QUjEfsAbMcrdPSJrlJRq4RB24okNME/cPPB5o9I4y/fuENMHQSsTg3QZHWB/ExxAxTBwerfGZOnbLhGkIujEiu9UfJMDfM59brIq/cVKsdnvAM/Tg40DCkgTTjVNMYfwnrhbhuZ7kWXLfia3j1LHsFegV6BXoFegV6Bb5kBT7f56ovWcaedK9Ar8CProAuzLotH2Fo/dhR/7gziC9RbDd11AHS/etSfkn36AI5S+GQUCCHwhtNBsvthWSDfIdkfpPVBddOH1LrTVcwrYRhWDwmTrJLTIPi4jsMyRCNDYBGsoSCISGggwohnZ+TWQJ29WO20+qq1a03lxXvleduaw1LePpX9y7K+ZFCasOpjsV3k7YLFk6ksNCYPy9aEmBmqEVykCcJl2/8tNT0wpw1U+QcsYJjHjyQZeL7oDVLZg6bP8JbOjmIvgN+QJ98sbiCqjAz51cm+a6oV1QD5yFjPxwUD2eh7VjTtfbv5q9P+P1bxfHqel4Smf8Zm+etOukV6BXoFegV6BXoFegVoAKLjyVo+ugV6BXoFfhsFfB7kr4/ocRoGND18cu0X6KRpc4ISTOgQeQXbdhs3iC6MAvZnDsjoYnZsm6wxP+yn0gyozeDLplfaTdurIPpwSxnwGANMqsMzpYP4ng89P7v48iPRUnAP6WEBTBg3jlYTDwt1l6il6GcbeGmJ0hYqBei9hB0FIsJjwTKUIzyZIlHn4nlZgmaxVjLp3FpzdTULaJVL0aQpVB4sfgp3wA6H7wOyYnh0uqE8QD0Gt0f9rZ/BeOe/qXWYiiLnPWpaCrV9hIKFW887/bTHk1eYulmMabdcxdDpkl5jouTaBZ2PoW/WMuvB0puLcLjE8wXDhpnWMnzxBCBcvlWFnRVr0CvQK9Ar0CvQK9Ar8CPq8DJR5Mft1WP3CvQK/D7VOAnniTuS7EhtyZdqun/uOzfAnKOSX6ld5BFSB6NwVmfsAVt3wjT4pI9syWWCBPh2ipFqpdW06NZpLSkwrESNRSsKFxreVfySUasZP5QHG7DTmj4DHgNMsAbvPlDvgJrkWOGedPQ+jcteJuzJz1fsqJqHGrVou2DyMAeM8w0rjnwpeOtJKPnyNWahNnzRR56LUZ2Uy5wtHjsgF7U/+xrP9p+T/MHqteuGlmsxnN7+HYz80KjMwsznyIsfIv6Q2hkHrNOkoNSi8zNqiTdLJsiFCoHYSlLd4KrnE5W/XKFiiVcncgXPefV5+uOvQK9Ar0CvQK9Ar0Cv7IC/ZPGr6z+V967594r8KMqsPKuVO5PTv0f/oFrvt3jbMlHF2MBF5NBvGxQiVJLNP/2UHDTvN0p2LSQ76Bv0Qy0DBKAH2pzZops6HAx0zQEsfogOZoGVYQZchxREz8MloClZIODGFBLZg5732NolxGLE7SaD+MvxfWGiXbjCSr9hGOtCfWRXvYLwHPyWBzORZ/CZVA9g4252gpTKOaGRYqxyAnRPGUxB07EQdT0KTCXWQpl3h7ai9xE/PWCp/PQGDpli9B+yDzf6HLItbPkGJksYkgb2A28KnbiFy6fTtQT+j1Jab3wPTH62l6BXoFegV6BXoFegV6B76/Auz95ff/WPUKvQK9Ar8C5CujtSWh8xmgJ6M6p668sx9VGjqxHv4sfseubQtLIH9EcLlw5LdKoDRc1YBRCjRPxA4zkTSRTKMF4cP9lziMrpwiDJXfgkpwGM8VOyQZ0SbyQLD90ysy++XBlnWgNKKGC3Sv/PiZHyGQZQ8+nP1nckRmYjzZ6ow9z1VsfAAAQAElEQVQWQ+jEr+GMdWma7b9+1rUdzupIXtvQ7jGDL77SoSD7ognqKfAcuuSCc2cnd9O0knLsc3b5m4y82syUnwOW1WJtZwwlgaKM5eZLufi1NIfwmFWflVX+zMw1h/zM+ffcegV6BXoFegV6Bd5Xgb7q96jAV/rU9XtUvJ+iV6BX4EIFuGmueZR/gIQmkHmTgyaB0zXnt+jUGhK0plD4lMEeYpEYhYMyUDAG+kESkg38zxy2/Rgw+e1XDPzJQJ8GYsoAxXeg2TMgCslpwp7gzFISBX4vbfK3Kx6+lqiMedpSXLH+kstGmMHId9Bin8Q4vIlCy6T2UWD8WG69Yrp4fPbloO2uhS90tsuqcuYRAnmStvPlz79c9uR9cpuxtw3xKjHVQLLD4lH3y0zxdTGFjxOffAtX1nO7o6t8WoiuOzvFAs3K0kEOtnNuZeV0NnHC0kk6waZs2xNXd21ThVWPyfpluDj4l0m3J9or0CvQK3ChAt3cK9Ar8BtUQJ/zfoNj9CP0CvQK/AkV0D1b5/Q/5dKlt16wJMjyPSgxjlzNjwTKKO+ScedGvxjS45OA7q3ziyy+NUezsMmx8Nh9JJ+NnY2HS4lLN0z2toHFgqlpk/XJEt6mbTPn4mLSORaqFLITpsFXD6HU7Dk3snRXwReaJ+T+azGKrlB3rFM8x6MdafR5NJ+qeYPRGQWZCxVvfrIyG48EfKxv76barIhkQndVHuGqmafLeNIYPI8Ieu4c2YhK3ByreyjRZKopkbK/mp+Z3SRat2ncNHiOJMfw3KP5g7vCCZmF1NGm3fLVYZXhNGyyG6C74pA3KOIfSCnHH3jqfuSvU4Geaa9Ar0CvQK/AV69A/7T11Z/Bnn+vwG9VgcVbEhfDcqGsNDPu6ZMKkDQ1WMoLUzWXZkFQ9VZyx6CQWFj8C0UbKyz7lUSyQxFt7REH0L8LU63u75Ppop+nMCezlE3GY2DH5E4YzJAsPyKj0GZVJbIJVbHKDE3cuUNYhrnyKmm+Zi61AUZ9Q4Smj5ovTmR0hry9ERN1k3oJN7sSX6fttL7nurZdd54vX0hbeu2ooVdrN9hf3Ob/Gv6yv/4KDMgOe8NjaHwzv12JxvcdLOnFqh0nKGDP3TD4n38NnM3gw+k7ZmIymgCShEb1aVnlKXzaBH9sYj16r0CvQK9Ar0CvQK/Al65A/xTzpZ++nnyvwB9QgfIutXLrHWh/pJSMMSvE1AbInBwSLmAAcD7CGnOyQjFVH+kmVLX7Sm/OmQxcjBks3h4jDY2RbsU47nGi5QFvanx4FB2QmCLSHbFnHN2PJXkMnIfBtvjr61CObGzJ0AoNzzLfkggJWNpxtd/hMACGDgI7iCJeO1jirgPRnPFJ2gJXrEx+aJ06yiGunDlMK2uONlLPI3AjNTh1PXJMaXVg97p60qrq7IJPpsaPUG1rDMdV7YYdlfj/Bm8EDdRy+MsNFk0U8QYP8ogdsjAj+M5qOjN+oMA+O3LWXuS7GwZv/CjfAV5qPD5mvw8L9DHp/Ngof9Rhf2wpe/RegV6BXoFegV6BXoHvqkD/VPJd5euLewV6BX5MBXZN2MEO3IwZXPhH456fbSnTdSI/gQ6AOyQaHYJBNdQasGxUbOmGRKMgme65VmxB0aMJPmbXJJQpcT8WY6YYebHVR32X9RWuVuNCcOFk0hkBTZAjTRDBfeHl6vfwGlMaxRXMlL5MDk06X07N1h6+LJEyGISBs/hCM7RMy/E22QvbLlHshEIUsjo8KU4/ZrROsgU0VwuNspC1oTitFa0eMEvZOCvqMlTYwjtVDPPXHDO5uJKGiFWE5nTeldoR0xsnu6grM3sO0wKlm6XCisbO2aAXVV4iW9GKShbEX0YOctkxe2R/naFqsk4yeg4jrpzW+Xbazq2J0y7ofK9Ar0CvQK9Ar0CvQK9Ar8APrUD/FPZDy9uD9wr8bhX4mefR2xOot8jKkEQy3YvNH/AuBE3Ou4FpcelPqABRjb4NQh7ogkuhT0iCGiiwMaJltLztupsxe0BFFtQyYBUsA6bkwdVe31ihmaP/ytVRPNbaXYAvniabsEdDg2N2evaiX2PeDcMc68UIBPFNjznVrEPdjqNyliINloadpfSXDR4UagP/k1EYNJ0HLgMggDUL8xo3wCcQYxTxSUyGy9RHos4t6pBBOLpUJ6k4+Kha6nkSZZ3qWn0ygzpzK4T0GKcGxSemDGJF34IdhdixQHRQcXaDoUJTxvmoxaqlrPTSlpWixb7k5StdoeIrFso2Rvi0mpbHWtZ6QkVAn4c0BTwtWftestj7vWGuWaekZ34otH2B29A5vXLytT7lBeIz25D88mo0ne0V6BXoFegV6BXoFegV+LEVeOOnmh+bTI/+BSrQU+wV+MEV2HpT0mVJmG+fzHsWlsyA87AMmz38q0ChSTIKIfrse6ILWyKSOcwNajyAZBZKs0rFaFNs7uqT5Qdr1JhwSEVzQ/dADqGmxRFq3JRHt2uWvzvgHPwo+/FgozoYAnJij0F7am/3lK8zTDFIJxiPLbsgVaHZgwMPHHKgASSY0fwZBjMBPYwWsasyFbC5RlPJtVDpGkjtMVpdu77oS05FNs96kjzQJFZuzH5qzI3kWOJIFl9QF/wahiPvBlV5vr0//ahEywlFBdQxWOfPgVM4UeKFcT7P1i3rXl3bxWVFoUYNcdTX7SDzMeWvCC3itZK9ZcjsKVEMoVjkLHmwHSyjGH4+zZtncmb/FQ9XpZM1quph9W8FfcGJf1f0CvQK9Ar0CvQK9Ar0CvyMCrz5k8jPSKrv0SvQK9ArsF0BXa0aq+75iHEF0yyg0KBp0no3FlkXCKu/KTo7BT66nN1bXiqaKEkNGS7ngy7eS7t8KtSoECJ2m1vcvnGUCYMaA+b5I7gRyjD2SCl5+0eu0QURJ7DeDwD1gY4hn2PTBHOTT8Qhd89b+We46Z2Tb+95NgFcdgtKqMuwZ0dOvPFhZSPB4uKhmNQk0xm9brOz4qQC4L45TgJver7PQH6zhTO5FYKPebYC4VKS06pLngRbH4Rg2KgmEAytR7pCMLz+NGuRaAvzgstyDmXF3Mfz9Gmul3RVWDl+EHjpN5HWklrTaQk/PZgGDwAjlaAjQ8effRD27KNXoFegV6BXoFfgIyvQY/1eFWg+rfxeB+un6RXoFfg9K5DvVRZ3el3uP+CcyYyeCpNNj+W7o2T8ioOaPsJgUuoSCB2KdYXWxFdsWeWnIQw9nqw5Q9hLrr594+Y6lz2ac7lYUbKsSSwcgAkcXvxAM8h4cBrmjxoDgQTIe8YVS0c/mQos5HPTBJLkWyazoY3T8u7wo6eayWyjkcZKUbR8oybx7FFzHmxMWXc1qYvzivV83EjDQrmoCQTr/+i1qJ1Z4uvKpK2EIs9oBJFZmJkawfdDLhSWEWthfuJQlsK0Zclp1A9pTWnp4xWkZNUhB+Ana+6a9Z30CvQK9Ap86gr05HoFegV+owr0jyK/0ZPZj9Ir8PtXgAsVQ+d0wsSQ+H4sL9OtLB7QHyF+olWSzBBSghoPUTAAJEbiWoit6TZEfroQWnxZIhR26VHenAt1fwQGe7jkE7sFhRmAC7PpmKWgMWcVeQ8gke/0DQbtkO3fRb4jznKp5IHDQUnVEtQE/avXXLOV5qiGz3i0+BYQVEpHwpW1Bg1iJ48rn5OTdW9UKGVf0jLiBTfkqZFpGRgHCEPWZxI6zUlThoxCFt9C9Cr1UtDlEB//+ro0LlFpeGz+Qi70LRus+RJS6kzEzqBtZopfIqwU1BNe0Zf8ZBeQV/8SDH0fvQJfpwI9016BXoFegV6B36UCZz69/C5H7OfoFegV+PoViJtUXAanFkZo106Xb8RqGjTmaWWjfCObIxv9BL+XSx7YZ6ArId541DfWkmCh2HyRKKh+8CejGtUCkCBMXi7VDQsz2SvH3kfA7Z0OFFrxSf7JUkooFClT2AF4jqJY14eCrFvOa88GXSxVTpMqVkpXMNmMxo9LTvUsC66ZJi1DijgwZXAURpF+DK2bVsZU45DKHPQkAdR6Bcz1yYxhFx8svujTOKgQ/JAx/LWito9U+oswk1JC497ZtgLLWqtYQutT+F1hvg7tmfYK9Ar0CvQK9Ar0CvwWFVh+YvktDtUP0SvQK/B7VUB3T7+AcixdqcZ60UexMcr9+ORNbtEbkN37IFrgzHpAN9HocatTFqAcxNP8CT3RGOJdL0YJi4Kh2NZu79iI6JbkMwoGy3xorYvsaRLwGYAhJ/c4nUb/0yjpy6GDyn9gnVmyNCTzb/8koycxmGYmbwA41dScQeL7sR1IRxqUASkk8nJZuaEzR5m1e5xjpLOl14LokdeEzqvXytHNPhmhfKGfUUHtFz84X82g5aXM+RX1wPmldjifLJfCSfFz+6XpTc4jP248Vwx9CwjJ9O8BiQrLreQmLPXTluIKll5fQx6U/tdItWfZK9Ar0CvQK9Ar0CvQK7BZgf6RZrM03dAr0Cvw2Sqgiz4300hrceP06z7T9KaWwq/OGGmI6I+D6BW4dvJI9AkEV8dE/BorpdBpznzVpIG1Zskv6DZ/DJM4scHV9ZNL5sIuYVBkOQ6ShMKgZMhcNLKuQecNvc4fXJmV85ASzYSA1UeOSg2yat4QqsqPYfJuRiIETDYkM/MbNxYoQwoQw0+iJxGM+b+SNh4OdqQhZALPszxZrRKBBMxhUpoex/ylqHLIQmX7AdC+O8WF0YEERKQpJeQysjlEOQUXs8vJ4kB25cMXbfqqcbY0qtkzq4oE0OoRl8tcPr+bu3z+KR9i9lxcyPq0HqeaCyG6uVegV6BXoFegV6BXoFfgh1Ugf7z5YfF74F6BXoHfogK/8hBrF6hjvuJ7K2CW3OQ9t7nkU3YXzx3aL9GiWR1ERnFBw5xmF/WwWDyiY+H2gXl2YdS7rBSi2TZ9G8WVHiP2cNaUU8qmQULBYKZQ5g8E6WnguHhpkjtIoLgOWi8haWoRVYy51f8Ins11KIF8nLANWhM/wFuum7OaSEzNwJGuxbgf6fkc6AseA/mVIbc5UhYjYggEcmZkrZgii/8xKLsHJScxBWe2dBcmvb4mN9ZPwodwXlMvAxPDC6N/xEZ82cF5albk76Ue73uDfK71OpJgvHY/V2Y9m16BXoFegV6BXoFegT+5Anyc/JOP389+dQW6Y6/AL6lAXKG0te6gxuV+PB6NgUqUNgwDNfKZoQX4MRRi5phoOqSZpgjujRW5bbJIPWoSEvbEFS+ZP9SxCMZnw2r1wdWdd1xmGhvMaTAGa6tDMINNuhwv95fCTswhJWOAhA4wYJqh3BqxsnIEsdgM1qbdLB7UnFH4yobih80c2+K41MYZaZLZkGZ7jtR+HA+2h+4PBzsc9rY/jHbQN4H0PKP3BTVxxXEN0zwWip86SiZBmRmRQGUsOM1CWN82f8wZa/kWm1d9ZRYOWbxgzl5ficTz4S9N0i7U4ofI5o/f7/Tz83WpV6BXoFegV6BXERq/2QAAEABJREFUoFfgq1YgPtFckX136RXoFegV+HUV4EI1Ck0GtcchRmhsYi/dg2d2BDVFtG6JrF/0IaKRpHfQjHohlKwYhYpvQaAhw1Yvj2bRCUlhHRRIQB8aMSABs5yebT60VMAhVpgV6ly22Q9+8OzNdiiytheM1oeoH1d8Ms/TdRYPX8PrYDyONu4Ptt/v7QUcaAKN6I3mj78S3DHW1FmFUrBJoV2q9OMZbQ4Y/vxCGWwbM8zq8G+LeSVWzR+v1BNASrThjAIBhB3bQJhdJaozZJWLa9P0NIgT1rw+q27tdGs6f8VxCJ0P6HWI1A6Vr5U73yvQK9Ar0CvQK/AVKtBz/D0rsPZp5vc8aT9Vr0CvwNesAHcq/8dayF5s4aMDUy5fGDe+BuRrZK5o1yQzNQYg8WYIY6ePwaQXZJvWF83g1+LEnDWDwYcW1vQQlcYv9Fyyg5claaqQnwR6RJDkO8N4vAST0mAJ4wBELSXT/4zZZo/IM1XdxIVFM1heWE8LViN8CMN+o57EvI+IELGHIM088ryO+JcGz3g82kijZ3882MG/AXRAHu1I3CM2X6owQq2JC9TQHO7zU6fYX5vredfWoYlZ8rnM3Guawv0nzMrVt13Zq+gLXXHJqunZNZ7HrPwiRKcTSrrtWbKuqApF3bBIffQK9Ar0CnzZCvTEewV6BX7DCrSfbH7D4/Uj9Qr0CvxWFeCSH5fI0a+StC9oD1w+ofzWvOihuDp5o6DMUiVNKwh9G2+gAaPlg0y8o+rSbLrpN6tRo0omtfjSBJoUOM9uje5lQxBLorhoH5EWScpk5vu7oc1OiiQPMdtQ40SgqqrsLJWZsB3ioiXHcZKn0Z/Pku9iZ9RHPbvuG9Hl79gf7Aj0DaDxsKcRxFrPP/zMT5zMVDfBgoUwknn97ec+ds12OaVGI7Y5qERH69nybvzYKYcXEbx2eQfJnr8Y6fyFKWZCMU2a93BrNXhPnI9b8zHnUj4fF0nROnoFfk4F+i69Ar0CvQK9Ar9bBfonkt/tGe3n6RX4TStQrob0BaIHJEbYPG/CIkDKwL/EKapK5SpUhRgpBPFAbEreXkBiJEfy7sv0dlq5yuDmA390DGvv0GhtunAPE1vWsCPbImllqnRAj8CQDrI5kqWUsAoQ6uC9FegooFJdvB8jxhtBKH24wrkfMnl4nzy851D2dzXNHZQjiY4k7VR/Apa//XPYjzaOB14Tx7KKs5rlk0YtXRjMQoJ+hqF8PjiPjwrJi9NfhYq3Y0JW7ULn8yxxPCZZz5lQNOKFIn9pqpMmTiAKaYaOWMALsbF8cban3yvQK9Ar0CvQK9Ar8FtV4PRTzG91vH6YXoFegd+mAjQB/Cy5EWA0A1x+60TDo12i65zRHHHaGloeu1njoYYPOpGBaZDN6WCXewz4yN94JDAb2BgeQxTGifskJKtgezOmQbDpoeMJkwYOH7NUhumhP6WKGtI4UW0Fbq66xEJwcQ76g0YOL1IQO6mhg4Z84GjuhNZnPxg2F6Zp0NmGRG3gnOqswPQoNK8bpDMacJkJEUVhfhzd1dCLvYvez1yE76QbW2xFdXdNQnYabDCJO8lioJnArYxc4hWLq7bMtO/c/qmmctBCSW5oeMTTsXXAU8+u6RXoFegV6BXoFegV6BX4JRW49HHmlyTVN+0V6BXoFSgVUBOg5ed3LO8IFPNZGp4xzx2T2gdz1UpzST2UlOSb3Df5qvwWmgaaD6hdTBYCMmOeLwoN92vdThSEQJfkvALXJ8/A8mzlkTfMBG0CMSbu6Cc84nSkoWZAdab/gKM4J0z2w8DWxNbzAccwdZ3IQ0TJHcWgVzaRF+6rg1NRqoE6pJSom2QgGdi5h77dwgpzZEf21NZZ+mAyRDwRIaSYtW9wzDMBOTL0JT656sKUX5MXvNbMvoVPk9VFnybdCVfshZ44rClOzzrzelOs2coPFN6QxIXjfGBSPVSvQK9Ar0CvQK9Ar0CvwJsr8IZPNW+O3Rf0CvQKfPkK/MoDTDcpNQE8E1f5pB6Bq8w5NRIaMbPrpPFdd5hp6SnkNkJCD4aEnIzJUkqAizY6m309IFn7iIxbzZJfejTrl+/SLod9OolkYYrrbhJRD5ZMKZoeyCJ2PDIiwpGORzRZ4DwVn9ytTkPlPpApyRCSLRlkQg56ThHGTOM5xgf3gToPiWSovfjEwVLaWUqDDfCypZTgbfXBSvQxw1S/0MQs/Y/Dyh6ctd0vROYByLCyROqPhrahihthZS0m+AEUsaUb6tbl6/H5efh6ifeMewV6BXoFegV6BXoFegVmFfgtP6rNTtiF76tAX90r8EkqMNKhGGkP6Esi0RCgURCC2gRTljQJJmGLi8aHu/q04te+O8LTUzCBHgPNlGSDAYQBKISgy/NgzUP3RvIOjfYUQtIss+hFKKjgjtrJGSZ46SEIjMpkPpGnGamaP1qzK8xG/xqQBHLzhJgY0jgU35mPnYYatzKzDcbmWR3yAZxS7wHs/trZbjfYX7sdTZwEBrMEsMGYaU05L0ezqISJDrhJFEFhLksh4Udjd90G/hT4hD+UAcOoDPwHD4Ue+Rk7DVsqVSzyLPz1dBnlmpXvWXNN3Lf6xGtka9X76rGMpve4pa7LvQK9Ar0CvQK9Ar0CvQIfWYGLn60+crMeq1egV6BX4FIFVq9SrvSJ5X6bh+oq7yQmV/sU8so8WZNbj2oSOLeYchMhpWTlGyUwZtl/bJoTKREL/wFks5VHybjIF+nWAumF/I49ZLoaT3lkQ7iRX5ZbcmwEhda9v9DGFGwECv5ds0deXTk7i9zAsTbNWKK9HYlGzcDTAGj+DCwchh26RCMIukvwg6UU1NaPbeUxFMbpXHLVT51Gld9xbltKMzMvZRl/1ElO9mqfI228hR+V0NZ+P0R/4RBeHE0FG0nsNvRd3SvQK9Ar0CvQK/CJKtBT+b0rcOFTze99+H66XoFegc9WAV2glNPyn4XlgixT/sZP03+Rs2NEKRcXrploFGw1CWrvIPsMabAB58GbK2HVfqhMuiHt2HEAYTPyvDqXmSMCg0Dm3YDjaMt79jDEPgO5+W7yb7o50gkewyeMjMI6JXH5EAJx4GxOgsK2I1tb1dW8UhPKguVZit6PpN11NJBcoQzNEN1toinLybwG+A5DskQzaLcj2wGkgRMONj2UBUhoqroyKLEx//jBPgfgT+71u2nF+pLyxJZY7ZmKbo2e91vfDy1jLdpF3fntLi7/7A7vLctnP1fPr1egV+CPrUA/eK9Ar8BvXIHf/GPZb/zM9aP1CvwpFeB2xeC0NEOY60U4lNJcxPKarAV681M/QPwaZJc+qblAO8FS410DSkfDAR+GlTWemnc7qqNCnaKYtUAoHt5AahVGe6sYjVTKTpYfCiRk0ZRX4YMSMpjZnEx5W1I81ogItvbYNMyd52m7LVQxu+JkIjYj1ORB/vRxbIAa8+DCAJsMETf4BPGRTPa/aMINw852u52lnXThMFI5VWbafTDzuFYfkw2VzJDNccm+XKjgvBYOvHDV+xmhGsvOnsIKJ8tZq2df6/QnQqJar7AcLdx1wCiMTKG7OJfdCj2/YFD8a1w9sTbW+qLJbbBddalMDaDj+5mr5tczejmez2I63Xm/bu0V+KwV6Hn1CvQK9Ar0CvyuFTj9tPW7nrSfq1egV+CLVoDL1MG4L0O5DR654sJ9x1miMbAVQHdpYUzJUgKWzNJgKYkCM+7deBwB/CA91HRBhp7kdnJbxIOB6zQGWAHSDnfzzo32EpIZQ1ulQYzVh7uRmSsak/Rj1iuC2zWRd8RonKUXVnKR+loobyH8J8547jRCn2c3+xQK7e0pwah2AhYk5jIaf1clSziklGyA+WvYmXmhkvlDRcg1wM3MJ8/Gzcpp1OQI1XLWEqUyaLGExoGXZyNtsKTsexTqbghOFwFdpymeMTV+rDmDLJbPY35OO32U0CeWaS8/y5Z9cms8GqWKkS11q8IUmu0TifUzc6hMT1lmJ3fn8I7h0vum9cjvi1VWUT2FBYyidEq65s+ZS1906mn3CvQK9Ar0CvQK9Ar8lhVYfm75LQ/ZD9Ur0CvwdSugy5Tli3lch8tZZJlriqXSVLnMhGLrje8kmtxpKqSUuGYLCoMXl/FjbgBJk3QZboPSqLJ6QZcHULqQ8yOCVNfMHDPV2oFMBPGwZoPNq5PcMp9Iea6wWIpvYn2imaQjhNbigT6Yt81TqnAMT060hlELb5FQa4dvtw4+ZoUYqb2BkfqPFObodSaenyHZwEFSgnI2Wzw8ChNjYUFkX1MxYbfH6spt92xRg0jNn/HArNcGezGydYPg4K4+6TlmrVzRi/ix54xLddpIdUNdl4mRj+gSrqe+FHlpMqWpLE8MrtBKwYWVKdsymRzKYSfNr+LifBu7qyYbplCfHCzUfe4V6BXoFegV6BXoFegV+MkV6J9KfnLB+3a9Ar0C76tAXAVjvjoCfYHwLUyhodWcNGUUXrS8OQ60Sub3O1nzAieNPLjCp7VM/RK5ZvAVa1OTb8OS0sK5NS5MRaRh4k2DmSu50ywJl6FpfwyomsMgfe/wsxOkHD/aGUomuNxBwEM6Oz2i8aDxozOMBBP2mUIwMtJgKTeCnKKaD867jOwJ+bTdv5gHQRrAG4bC0wUa95yVZJW7zgtbg8hFOEkCJ1aFuvAqQl15htlIs32m29VyF4wXvPvskOCbF0brvuA9S3RxCm/8IZVBpMJWmj2rXBhtWfhC19YX23dTEqG0y5SvDKvXlFzPZcgGcrmAYe3gF9Z0c69Ar0CvQK9Ar0CvQK/AWypw7hPLW+J0316BXoHfqgKf9DC6R6kJkC/AEs9nSjNBjQ93gne6nHSBK7BZe8DfIGUyHoXCmnslZoDTkBJ35GR6IIqAkGFWBrl48j7F5X7pdQwbnktLyLPwjaAFQnitztUbRvkKq44/QKm9AppTvnTHWdUU0ZYjz9kxWySrQLqgi1ebYeT5P+p1AEYgu4nWc3MwObMFQxwIXcgxo3zbyGlaSeaK1fq3f5TfyJqRMwmSp6XSKLAwacXFGjitBSxHWBlxtBXDlup0rzVPVWnnBjiGsxemiBxzyXd9afa5EO+HmxdpLMQL2y9PJlmYll2Kp+d48u5cr0CvQK9Ar0CvQK9Ar8CPrcD8k8qP3atH/0oV6Ln2Cny2CugCTE6XLlS4nI7aGFia4uZ8+kYY+qX3TK4uebUTn0zfoJj5NoLyD2huDJvsml/CO/YSh/DOMa32aD69M9Q1y/wo2lOYLxhp4Mg88jxPT5eaI/jJQDdBNpMfPuL9z/BoFo3oYg2OCi3QnmMlA4FzMeDbcaqhi9c6zHgiI5MPe8NsjybsQV4s9D/9In/TWskOJhpZUsstIB0chJ1gaBVxNkR4tcTgYiC/cWhvlrC8bhl7oMk2UwHIn2H6N3kkSidZlOUx5C+EtD3Hwm37l7FQo7fk+lb3a2r5lv27b69Ar0CvQK9Ar0CvQEwGZAwAABAASURBVK/ARgU2P55t+Hd1r0CvQK/A16xAdAg897P3M70rJtyST9FGcB5dM5IsCYXgf7qhhchvHke1AZpVyi6u5o1yYofk9/LYTZsLtng0h11YWnFaGdFa2y/hm4uws16KqIXkkUq5iuPpW0IjSoEeEJ2SknE+lRPOBU16rniOZn9ig8lXFOrC+Ul7tx5q8AjxLRksK7FG2i2+jol06QFVDQuatF1Cxo+ZcXRfGIb47EANNIr0Jlpis0h1IzVi+2AvlIxBr66dDjLYDp6yGUQD67kxNMaWb9Sd7RXoFegV6BXoFegV+LQV6In9GRXon9L+jOe5n7JX4EtXwO+tnGBc3HyveQOjV+D3XJabeadAGpdWpoQu+WXXuTyJmJoIlh954wHdgKqFL0a3PTiNdwLwgGXeHFz7T2yRS6gLr/1D84a5LFbCswAz4Q0BL7u2xx3YVzsJdWUWlJo3HqpBK3nejiONitGO4wFKdUZ0wuJ1YTl29O2SR8mhzeaB3YYy00yqc5ZXiBo/Uu80rYKc9TzLBh15FRbAMpS/jC1ON2YpvtlHITM7kTSxSw7/UFXGPNhClI+XJW8vshuYBYxwzBeGO2kS8J0TFN83mpS/L9AvXL39WvmFSfWtewV6BXoFpgp0rlegV+APqED+iPYHnLQfsVegV+D3qABNgGsOQmuARkHrKc0kLy+UahYMs7u0BCHW+JulnEI0ej9GnwEkMwlyEFxpebbFg11jcA9XO2CeU9zOF0tcZJFTTdpESGbkkxLUPuChkBtZf0D0KYTvgyjq8Cn3ZYb1DGjyjHRCRqe0XqB0gMxo6C0rSOQ8FDdZkuSTmDOQ+xnzqal9Top1JYjSxUz65jmzTM88LwC086HVwqTFWUIsZsn2aeVW12qZr5G2hQytbF7vUnXRQd/+UeOHYAwcNAvzdVuSe/q05THp524hKQc2zU6hy0InvQK9Aj+8An2DXoFegV6BXoHfvQL909Xv/gz38/UK/E4VmN1/Q0hXni+87eS7Ir68CeL9FMkC75BJLQQp4d23TgkuxQXabZKdsbVHuXo7Xb2cN6vciYxFhcYkNrGNmlUQiSdg5YluVaFzrRo+QLmSt0ctelEBZZwjeS2N5sPgeaFlGA+5lT/50r/7o//615FnUnrMMeSbcvtAPCCU2ZCwI3hM2A8YB1oxGhZTRGSLYGKm7+NWb/a4qnBkzXCVewQXmcOXOI2P2EsvGVZePUomdYHv6ZMZRduZshmcZw43MUJIqzNLWRMmuQohXTuzgnGt92f1a4/Q8p8131leXegV6BXoFegV6BXoFfitK9A/m/zWT28/XK/A71OBcXkDPtPlcJNPnP8II8DqIk3fAK4ZqeEbVurkzR/TbMY8gJTQAl12UxrMcoMBzvQQFcSv4xjXfn2LBYeTc6Hz4cmqxUD+rminhAB8b6gJqBj+X8eCXj1IloF7zDA/f2hrB40HP9NgKq3ZELnw3KtOIzXz/5T6kRaGP6e5SPn87q0nBnkABkQHMzgjXGKKIV1weS6hsniWbPiexMxBRvL3Jx26tnR1XaNs2Ig4HSPkt8wEG7xGeRE8KoOYvv2zo+biIRo4DeAHjUXohfiDNv0JYX+bg/yEWvUtegV6BXoFegV6BXoFfmoF+seUn1ruvlmvQK/Amyugr1LURVz8xa/doqWfQY0TISvFetMg5PmbX3ujFi+En0XrwE4f4ZN0TRabaF7YhYfydkQT6EhDoF2xFYG+R3Ub1CBR8gK5SYRUuzO+h3Prk/LFIiLA+hjMnP7YSU+EGltKsuykw3B6P4xoyMU60rUbx4MdjgcTPe5H6LReZ0i+1vRsRPMoJTOHmckGEqwPhXfm7dNh2naxuAQtVObJmYylOIF7axLcCjMA589MfhifcJr7x65zHU6MSedNIESGGft580dUClETw5LZWNPNHBrhLb7Nst+C/ZPP/ls8gf0QvQK9Ar0CvQK9Ar9tBfqnlN/2qe0H6xV4TwU+4xqus7NGiRoIW9fpRf64MmgfSC+upWbJ9ChzQk5+7U3GQxMNBH+ThKKZBqFkDpuxzuLhimDXZk6S1XBHkKVTErZRnR/2KnZaI84O7JiE5OIHTB8WaCOXOM9kjEO5Nk9DNtJ7UD/C6NeYdHqmR2p1pBb69s8BXrIhS+fLcvpJi7JCqoEaqWairj43DeeMk213pd+0IjjlEdxibuPp8NUcJzCvQlEmmOSaQWeTaNPDSzmJ5o4uD8FDXMyT58Sepflj8ILr5eMyjK/zic7dyS44RHhn+nRFBWZd7Sv8u0uvQK9Ar0CvQK9Ar0CvwMdUIH+i+5hgPcpvUIF+hF6BT1wBv3r69IYk5R/9htVFCa3AfdrqhZmGz4BiwFZ0qCQFkggTDYcBPxMdik50C97OMPWzlBa36bmjxwjVmZTDge1NSQmhOZljjxP1pCBvFxRLTLO/RLMTRai/Y1ZOQgmhihQ+qPZMwebZ63WIb/+M+4PtR/jm21zhlteUenC2pFBQwzSomYFCJPzPzG2Ca26Ke6IvJ2kXnzrONUUq1LziLjExXJZW+U9ymnZ3tt1zMlle3WpmPAGHndlugMF3mvFyHbQMfxLW99G64rZGtUrVCZx6aP3Op1Pbj9Nowx8XfR6ZvRhzXZd6BXoFegV6BXoFegV6BX5+BU4+kvz8FPqOvQK9Ar0C11RA18hr/N7hk5o1hXeqKXE1DmrtQyrJvIsOeJijKsQskPPPZGFcETccE64CXQ22Zkauo7SNCq2GM4wHq9mfcfw4Uz3aPE+dxzdxJvKyER+g5oH+AeiRxo+++ZP/iA537MxlaNWgRo8UUPWDklcpSbMO32/ddF573cJBzRS5ip4JKJd4IvSKQmLIvS6TLEh5FhS49XPep2mVB5UuoBwF7S8a2sn9vRyZXF6qzS57dY9egV6BXoFegV6BXoEfUIEe8s+qQP/Y9Wc93/20vQJfuwJ+mzzmP+majnJytc89AXc/8Z7WbXIekEkDbPkN6i6ouXDyTnpmEcHG8m2KSBDN9UOtAeOW7lsOycxzsOaRD3/tuQnhi516VBffM713tcqh/eblOPq/myy9viklnzE3guyIJ3zY2tkPEQqaP4NJBoOZSgXBFjPMbKxrZy5V2NlAwCoGQ0rBxLyD4IWnZoTKITOkuQwcvVGTzAkxbPOxSGAhni4LB8+zbIMTLHOM8ICvDPzVQy274vz2AHHesh769hAs+jpj5AUufJ2Me6a9Ar0Cv1EF+lF6BXoF/qAKtJ/1/qBj96P2CvQKfLkK+AVwnLc1jkm9AZsr0XG40gaB3R7hOtmznEnWI528Uyau4uiNh5NkiQ7DiZs3IPBpxjhra0yG07Wy6dCCeJCdnPiErhmNZ6PdZkuItO3yEy0l+5Hazrc9uqgZHxo/I084nDWldA9fyPPgVBoOGI0EGD0Xskn/IVBMs7P/motc6LAoB7Fl24n3UxR1plgZEkS0Ns6Tgti1jya2sz5Ni130adKtcVe4XFz2zhjLuAojLPU/Vv6eHfUM/tjsevRegY+pQI/SK9Ar0CvQK/CnVKB/OvlTnul+zl6BL16Bk2uY+gEnZ/qOVgZLGaY+gemBwBAHJg4hD+kSl/IBWDz8th7s6pwPITKlL05ghQwTgTs/lMHMI4eZ6c4JBPBfAj6dc/wI25TcWpny0ZuNUq5rqk+J+SMxp2yz1YeOM/gq+a66vFM5sE4w28EJkGa0p5DfQJ5BYfATD2mHL/Gp1Qaf3TOxiBGm01l7LbWLuCMyo/WaGlh1F8wjvTUcGQjfN7SnInxELMX50mhr/MkO0tPpFegV6BXoFegV6BX4IyrQP438EU9zP2SvwNetwMm9ceoj5EOlBc2i+7V/RoSfRmLKLk4kgtmbIXLYCuNSndwXUxIjwFfjGUbXam7WeCi5AsTlkOnk4I2T9vRuwOnG55Z5hNMlrn7b5Am8bYm8h9HmzZ9FMuNRXhPYxv2ZBv/2DgqsMcNsjogbfsFvul5pUKyBSfDS53W7TJ2o+IIL5k0i+bIMMvjZfT1SuAzxctAawEAds9aY+yV0yxF1Ck/ZwltcQLIQkn9VCmeG76c/NRLvQnZxn8rDVAcxBejfMrRs07/NT7yw6fwLDe/I6+y5f+FR+ta9Ar0CvQK9Ar0CvQJ/fAXe8cnmj69ZL0CvQK/AL6mAt0/Yub1dlctxoZj9mx+iRzvGPVmCY5CNBpD3ElwjB0HXX/wteJnSoNkMd0tV39rZE2PCytXe9A/nGo9CYfNIQXPaThTGmTDFjF/e0+XMh9uRu3pw3hNwB8kK5EKeEmbikJNxyEFUIE9zmD+Ofp68dnDqehuCvHlWKqB82cPXn4slWwUMw9eUiVhSJUtoVN1EalA/kyzWPPDJR5BFcGNlXDICZCaT1s5+WbtNWv9FsPVv0SjUQBOIhTsg0dcV3hV64fHcTnwVsluQwVdWG+6jnkOdW0COAybnzk/5sDxZYwmYVWUdJmelnqOucPvlSasvecUJL3m5vSTmwrXTWvw13bXx5Less+IJshUs5aLvtFegV6BXoFegV6BXoFfg11Wgf0L5dbXvO/cKfKIKfOZUmktk+YZIvfQq7/YyNvHuKj9Bl2V3TXGRNh4JQ3WHR2XuB48+0XxQz8TVPh25LmMTj2HArmv5QFPCBOlbDINLMRtrXWTKMeCmkSbWuTUfN1iJJ0n/FrJohYdhcicoORq5VjuMR9bk3TExKDV8DczQ1Btxe2hBi23PsBDXB1MoFjOxqCPzTC95oJYDth1nEU1UIVkyA5pt9mAFfoa/iSbJcoAOQDpRg0ddsvHeggQBfR1yA1IXGM5q+hRUX2dwdlomf5XYMPwFgjcTTdOLYmzXyMZabQaZjexWTYSwlJXVsZXjG0byF6pLYaQ8qKkDOJMS0reDRAPF8QL1eq75tLnILlkQD2bnRqYumtehZGUpVPwlNHtV1zVdNW4w59a0toavaWZdlTe26OpegV6BXoFegV6BXoFegZ9QgfzJ5Cfs1Lf43BXo2fUKfJEKXHOP8t6Gn0cNDsHoBSRLxiMxM+BiiBdCYj7GNbTqtH4J3IiT1GTAO1z1dipgQ6d5Cb9jo1QrCZJHrM4CjaIxs9ozsyLe0So2KQR8psPGrp6CYgYkCvKecPRWVysHv4wf2tP1oW/n1ZV5Ie2F7Lrq5bbs6nyZpFM7ZOCZ26WdqRG041iDgBOEOcbghJnhrKqhxoScWa/h+mxfy2TKE0/5CbCmWE61alz9h58P1UeOWjhhh025D4smkNWkjH7LwJTHSWMk62ckNZLWJl47oqH2TH0KeWtWw+fAC1MUMnNTNGGmPBGKh2hB61R0okUvHjCKZqKhLLnoCGGTviA02/OWn/SLVQtVFX1jXhFOyxpZC1R/QTbpRAXxwAeTVBXEq7zah1WozGy7qu1Mr0CvQK9Ar0CvQK9Ar8DHVKB+OvmYcD1Kr0CvQK/Aj6gA1yKGR/ZGiHMXpuOiyYG7mjblzoYOtRuWAAAQAElEQVRo7kETpfLOMB1NfQP1D9o7urtjVQjBMA7EpDOhYaePS2+xEcXXFdfRJeM270yoi9JVZ6ZERuaw+khwAmQ2dG4BpW8ymhNEq98CWttXXi20AODql3YoErHkIy6Q1Qi6BE8SitXRrh5IXw2UHScbMpYFnyK6s+EG4BkkYybFYLNH6bMoo5nhRJiiHyY2ew3+Z167LFWS/XxLXkgDSegMg/0lzizP5XlGwXPu3s7KnhlIDgY3H/IXUlXLU6gKZ+TjDFPLh+eoQ+nJE2YJ4X52tLFax0mvHYSwSr8Fjh9OJ3Ndr6VYqwxv1PEUbsiTFhVk1ZLIvNSpDmUjp/FtqthLzlqUIbteTILnIy/Zip+oReNQviGuz9gZ67au7RXoFegV6BXoFfjACvRQf2YFyieUP/P0/dS9Ar0CX6YCly9FaX6W41yUtPCQaoGj2gSN7hi8/lzMuz9ZlpbGjxoTYs1XleiFrr29Nuuzmd6ApcxbfZTTyl/Q5bjozHezko9vd7QhwdQ4CZ9kxmz1IVmCGmPErN8cGqUM1PUSG73ETcwWuddcoziA5oI3WmDdqUw4qzFiotLJriYfKeoOrqzVPPmLs8jPIR5fljCXoQWFhw6sFPC1WptmRcPi3QxPwLR3o3T29DsbA80fTHoSBR3Cga6OAc2A3+DUsl9srxm9tsRfEiQPlBqqRdacJ1pdsOUpe2vLMvscOJyeH54mzo7C3YJmL9e0vCs0hZu4BnjGaM4dZtToMi/BWergVJOUQvBuyXUzVoZFDRmBdHFTCqe4ZGdhGRE0S4oUcaWQFHWR0xbkmVFyFZU7OWcLRNEgPii608WEi/aD8DL0ZyWolHBTZot1XewV6BXoFXhbBbp3r0CvwB9YAf9o8geeux+5V6BX4MtV4MjVR1ciJb647Et1Ba5fJU/hUtBkiSbD9W+kyQOmfCG8fp2dfUTUNRdZCtbsRVfqWuTLVI2YuVc5TaF2/otEPJvmTawSZVq31AyWzLhMO4VP8Aa1xcNPkVAOQEN+8P5MQn1J1slcoYUtMBzILxDf3Fi7qu/wi7wG8/8pNpxlSOes/HaSBFmVjCCDEPrgNBcoqcJzilYs6oYW81g3bYzolF5g2s84p6A2Q7DOSdUuZrXynqkQyo6wq4Mz+obFiFwiSV94p/Ipdnix6DNBEfu7jH7aWVyBuzWT9I14FbtY402X5cLIIjIqpZKuASxjufAKud2/5WPppJm4sPS5V+A9FehregV6BXoFegX+tAq87/PJn1alft5egV6BX1cB7jmM2L8yIU5zmtiWO5q3GCCtNngpBaRptRQCytmYPGbqs8JpspffcE/XnGpi06RuBgFTiN89+328jUJs7tlockMA7q3jdOVabbeiyleQ/RipMA803KRRekYNgtoVj7ZS51fpL6I84Mi8bADkpTtMpKMhroEWScw0E6tBiy0MES54WQKLyo1qfsqCH7w4ASl6NgjiIfr3qUWq3gWmITaCawerGK6BHjxHGD+zqCxQkYqlXA3XM7NcilCowogHDDXYjCoPOkCFfNawltuajrVSg3JUNGyFQntKWIWMgoyZ+p99mddbWs8VZiDn4PFjuIg+BvsEw7zWWpQdMHCI0fATO3Hh9I65L+kV6BXoFegV6BXoFfijKqCPJX/UgfthewV6Bb5gBVbuOcfmIrx2otI6cNtMQLOUUbUjNcL2m2Tx2vZowlR2UNOCpQkayiEIZ/TLKJLSUwsAFRKjMvB1XcMn8R+F2WYXgubc57fbjTURV+fSdTmkM644eD18Cj/d/8UNuQkk3jt8YvCvJPOSt1FyX/eIfxQ5slW+8tox7TjrbhiMbgHS6cCCsiQw4g1fzgD1uGoXoI64zrCGEYthGMVXFFGdnep5JC/9CR/UHEdzqrgCa7TExDvDyqqTAjnbiIRbkZHcD+p29AztjZMWZkiZ2eJ3QosdWt3FAO0hYJrioq+yeMCoe4vXHloHH6WC0RqRisxkoiUew9ehZLhO64DH8X/zSgYUGlICBs+zD57HicpljgG7vEXnFj+f741+1utp9rND/V983wzfMuQmFDnTSTVx2dRJr0CvQK9Ar0CvQK9Ar8BmBfSJZdPYDb0CvQK9Ap+tAuOFxk/ky4U4mDoXje7NVelM8nk2eYNhRV+cZNe7pxoB0hUqvmDtXqY1bs+xyzp8GW6ZTSVpKbNDqjFs1gqy9zxSMgVZu7baj3zks7RbNMfift40IFon+MRV2/RQCdtF0gFX+YRwMrToRGkl5IolVOS7c24eeJJwIGu/7LufJulEC9ozyTbWbcvLwOOFqSyCoqCBwEz4+CaQ81jODjkJyssp3sRhJo4PWBlO86oNE6114OpjyrlEcPXK5GfRWt+TfaAjkCuSCIBzHRRp9i0pV/kkC4BnwDDECLCbQ3Zh6SDdEhsvAQ7BaAKUdY2qYcvzGKrwVXWjViFPvLxCpz81dP1hpBEkvTpFgWgNNW0hLZELaFikPnoFegV6BXoFegV6BXoFLldg/tnmsn/36BXoFfitKvC5DnP2QnPWeOYcx8bW8o16xqbkYju7YjENdE4G6XwSE9hOU47Ab4nQcv2vC0py0KojZssj+lByggRCsULcm6EQg/IQ8+bVP2ZBvTBzbu8N5G0GNd2oucbAc5RgOHq2FsKiwl6gJ2tPFArg1TEbZAxenCxqkii/aGpo30DNP5yYQy9/v+SrKSL4t06OERov30J64DFodCq274E91jujaUKCLYBVfg7iR8ysJC5cDBymfx5ZqpHU2JXN9Gdg+q+Cxd6hw8jAR64eZ8lLXoMvqBPb5jjZl/1QMJDX+LJXsVW5hoRhLXqdRyBY1ple2SDsKH0ohxauXEzFvlBPokKyZ1FM+7LnbDGODNV0yguFLxQVXPAOD9WG0gSiESStWkCiKCGT1GztrNY5qFP7vIln4cnQrudwsqAregV6BXoFegV6BXoFfpsK6KPKb3OYfpB3VKAv6RX4MhUoV5a4Sl1Ou7RFRMHpV3/mIS6+Gyb8BUgdiQumLR7stdCYmhU5vogu5oLpIYXoGejkc3ObRyJ6mpvPSm/xPRvoQ41+Rk2A3gcXWxg72pFLbd2I1AdOa7nq8gjbWs3DUuakNQMrS+HhrT6ykInUaveEOPh/wUu6CWVnUa7e5KjLtjC9OsMW8mgH28MCTqaGgWIrlRnVBlLgQ1QkzkVsNX9KNEqCnnMwD8l0qhlQM+QNIQ6bYi/ypBMnW4Hvx146wwGqb+OId7tkxSrUFxNT8hqKXWtWoPN73BXbiV7x8fNcxAvIqskAr3IJviWT+AD5IWsUOfaVpoX81hH+6zbPc9TzCcjDZeUlzGTsPPteX+jkV3Jo40snWS0f0QLphUUTSGapRQXxC3jdFroqrq1Bx9Ap5kDJONWh1HF1viWms+KUV8pnqd/SSa/8PwrLfX+cXCvcMFMN1vdtXDvbK9Ar8AkrcOln+Dr7R7yffcLi9JS+WAWGL5ZvT7dXoFfgD62A/2rlPhwfns8XQb7h4QusXJpDtz7rkui9hcacEoJu2ZBpSDlJVhbpNm/nH+7C5P+gLdfyZaRpNXn7ITQJyJMxc4MNniDimhn1mwdFIOqbl33XAm6P+kCkC/3IEyWYOkBbQcmxmtxv7fArlUVVly6YIha6KxvwXBW+2NzEU1L/bCdfbGXH3dQ0cEiRbabmD/wIjKaB01kzgIDYXE89yh7m/BELZ5SL/r0fjB4auj7kKIso68Q6kPWtIOc1jeRqAD07WAF7Kg8/n76Jghy24htrI7dY689fWS+a16gOsTb8tHLKveg2qGIIJR688prHy2s5l/8n5wrVGm0kWXyFMshrGp0aSatxq89yDU0d8vE1hTa+p+dmPX6q08F7OMjV32gwhry6Tim7rzNMHgCah5Zmdp0QtfFp2HA/UaBe6pYyLrOUXKbg+gex5ZvBkb1E7otuKUu/ppO+QrE/CuTwUaHOx9FGgrxEBfHncI3PufWzUtfyKeq1OB/9krXd5ZLvR9vbvdf4j97vd4m3Vqst3Vc780eeo8T6/hr4+933h+HXL78NCabfKe/9yZ+v+4CkeogvVQF+Y3+pfHuyvQK9Ar0CV1dAv7aNpsK04Dixl7jUOswEN6T0vrfPsmo4Delx20n5C6GbclcMwSxxgT8T6IzJ/DF3GIjm6h88TWeaNuLjjH+o0c1F9lHNHTGTy2p27uKTHFWV+ZlMq9SZkVn8jLqwmIiB/24YuJhjgqKBuTBoNnDV9u1Mh8jwc3kjRU2DPVpR2iv5w5vsHBy9DiEJOuqSL55IiBh986Hm76JPU256fchZFBDfHbQ486SIaiSKAJuHYggSB5x0jp3W7YiHzAKGeHnEESmLCdIUWnjFEC/INkExtLdAHDZlEBse5x2YfNFlY9Vh13A1k+tRwNYYE5/3mNnZfyHrrFQZrWxaE3TSYVItZpDuyCSEf+wrHrWPwou20HMrSCfHlra8bELo/PmQ+GbEer0EhJNjKJ5cCiQLRRaVLIgvkHwFirtocRdfsKaTreg/nL4puJ6na7GW6Zs2I4D8CxDfMLTqDe6rru+PsVwpeYnVLd+pfGts+b9zq3cv057X4C0bXBPvap+3bIyvfh9l8EbC0K+t98GjxTss7AePcv6tsMV+Pb3eM8504o+i1Gsrq1+vJ8lfn0TP4CdWQJ9ZfuJ2fategV6BXoG3VkAfwKc1/pdcag5Mqm2O+5n8Ids+M0uaSSdCNWcmk4Hr5/qbqT4wTVHkhysX57JwuWqs7Srn1n4np+Ua4udwfrlD1LjqzAolaIESc/rzJh3P4Z+OyBg6Hkc+VEr7nXmUb0fVMKVIReHPRhE2aPGpRcJPuQFyjY97ZmpEYIDRwOZPhBo98CPUaPxAR4eaPyHr20AcFu/sp5g0f0aoIFvdI78ylJGD85Ws1MQInhp6IsQTJY7ln5WwZ71sQLoKmHKOHTxmf0WIVXwJztMQkp9495HMCdT0EVzH5D44rVHMPjCrYA6tHXbmTTfpY92gbatv6DkDe0Zd4NnbHVYn7FrU2Pwsvgab66HZ59Qmh5Ec8KlrjiiP6CAM5dnm4jHIL0KOeGiIHlgzcj7xgt7XoPhq/W4nPwEfGm9q+ARUE/xk8hzEaK0g/hqMvrfn5jEmWXl+DJSjMM+njV0sazrZil58wTldsbW0rCt04OSFr9TTVP0uoa64gmljXeF+ycV/dnFSrmfgbmfs+enWS4xg7VjnS6hqLYqWzoLKUL3PMPITzricNWltwdLxmtpr7XLdR8mKvcS1sZfrzsnXxrzGr63ZZV5ZzaNKI8y1V0nvXHY+toIK573eatXPV7zcqRG/m4MnirZySN/K4hc6VF9j+IFItXwGm+R4A2ll3Pr40hXQ780vfYCefK9Ar8CfVIFjc9iWb9Xoy++pRj2x2CfhlEunKtcUfXnX5ALu+uU0hqNSaE1+UWTtYGG3la8AeWZM01oELv5qBkw6og4ZCiUg8DkQXAAAEABJREFUlhErinSG5nXJ80kzR4WfKTaFWVabXusGZcp6/4R1NBEkPl/FrDXyEF3DOZv74zA/lWt9Onc+f57cK09KJ7Mz4kG4Xjo188s1h4gmz95eX1/s+fXJnp8f7PHpwZ5eHu3F8QR9tv3+2V4y9i/iX7P+BdurY9y/0iOiYbSnYZQbY/FaGG30ziZ1k96BjzeYXli7B4ohHryU2OheJIN9C/ylz7pXqIMz7AXkEexbjC/kJrBW+ypHQXqXwzZKt4TsBdgIZH6uw2j694c4HZ83KTw+MJRdGmQaaTiigqfWMG5bpbIX8Kpa+uj5CijERjyt97V6fvGrA38aN1pv/HzGSwCd28d4LcDvgBpbkNwklI+gePgNagoBqNnBdruAePN95StkfwLFnjCMgTUFsYaLB7qJx4kR+cEwKg8fQ/E/AspREacclFvkIv06Sj6FyqvwTnO4XCJqK49t+BrMA54CrHOiOqXolJM0Hw3tkJOePRfX6rS+oORW5O+kCnchhOonuNuq/6rS3a+btP49WEZv69natvTyec++16xR7FNo5an2Z2jaGmzxykMZXoY84meGWCFocYYU74fe2efvde+NldOphFzf/PNXF8MceAduY6Dy0erESynaYk1X7LK9BWXdFn1LrOt9Tz4HnSzV83Si7IovVIH6Pv+Fcu6p9gr0CvxxFeCXjV/GdPCjpu/EpRiJ+AHN0asRJ2DKI3nzBCEBH+tvqaGtTlwG42oi/aQlAMdkno+FTmvM903MyeIhKiAt/NFsjrwi7BE4+M35KqeV1RtJoWbkOz0fBfVtFUA/Y/rHn5st5cunMuI7By1jdpKinFPFEbgOzg2nkru1ar32tCWU4ZYdcQa4AliGzkAT45CbKy9PNH6eaeyo+fMA/5j5ie69KURDiCbQXg0hmjV7mjEjzZ/9ng+hNEjU7FGDJD4o+zaw2kv8kfrhx/87OeIfa15pAL3YnlgvxHrZP7HvCxB9hj7bC/sFojn04ns/swb7EyD3F/AsPD/Z8yOgmeX08QEZSAavQI0uB34vyC+sCfpgQdnbdU+2h+6zz96bZIr9ZK/kuRfYszSbRppOBXtqUUFzSPyIrtgnmpthMxs6l6FaW/FC/aR7oWbQ4qN91cySPL7iI6jOexUdGV+9GIkzUnsDo/Po/UUiv4kP2ysNrhc78PoYD9horrn+FV/kwwyv3LmAgcMz4fHHrv9Cm0EFj0EOvBI8J14UC8pa1o8LEJhVWxeK9+tHv3CRQh76kXFW//DRBsYNvRW9x1ROHkmpB7L4VqIclZd+nj4ePAM893o+1nFNtjqr0Pp6xig+ihJqZei9bEXdqLR/IzqrXN8KX/iOqd1Hy5XPOSz9teZHoN0neL3O9EItVHxguX/4h+2j+LLHsjbS51emXqdXgjc7vbCB1rc5Sn4nSmosL+zHUN6jec94X6yyVpTEZuN9EWchXGjrV3g3MBW5pajPDnJVamd9fpTxl238ow70R8W9/H7/R5WjH7ZXoFfgU1WA34OMKaUP/X1DE8j7BtBphzkne/6mz/RmKeXkNqRiKXSynXL4+P+1AqWB4HZ1lyS68MbJ183zuTLCzE0peahGu5Qb03exiqv9jPaV6UHDp17E6PyIN9t4TlCP2FjCSgRmHx7UudVJFZKLGyvj0pnp1PHk5VddRj4j7x2vNDTUOHl6erSnp3twB0Sf7AX55Qmqpo83WZ5zM+YRKkQDRs2PF5o3ezWBjvqAp9hH4gtkwQd3BHJnX5MNSgNij6+v0TrWv5Qmj+9FfKdlz0LR03DxvPRNJfDy8hD5cIaXDJ3HebfJnoH/U4XO9mDPnNEbR8SdKHrWPlc8mfP4vuC3By/kuyfvOAO10DnWoIYM+hGE74HmTYtXZIDfXnVxFBma12n9SNOsUvzGE8h/T7lp0tDgMTACFBY8taed4q9bXzv5Hfx5irUjTR6tG8lppNn2KhDngP4AfQWjN5vCX7GlP9Akcsq6gz1ztRH2UPbhuTeaSZYbQk6lIx+S89cHHSfulrxmDi1Yy5qxgDXjB8D3J2ZLfY8c26BCu5dkodWNOX9R1TVAM4sajKWZRYNoBCZQDTsB/vXM4vlN4r7UwfMQ/UhQ7py3vzYKX2nY/UzolrQ+X9jkeXoe8p+dMbzeN6+c21+r6FvquaCrNO8mVc1FOinOQT4tlme5ViaGb8OkPBHndUNfcpW9Akd+Nm0L9SzX5rH0I34zlEUjekaTvLFWixxMNe8V3qOhv4pOuwYXr7rp9SntpVjnfJZneYOsr/QJ31375Z7KV7h0rtYu/yVau/il/VpZa1usrStnWLNdo9P6bb9293MvLdm2o6xb9N68bunaz16B+vH1syfa8+sV6BX4yAp8lVj61RW5ihP8c49Uzf1f4hJr5jXdcp3LdAwYzsY0l0LHXN9BN+y4tEPuDp+wqPkDORk6qJIVPTGGIpYm8/5UCt3b53cvXGx1JtGFp3njSwWYPrrrA2n5lgs9IIl5FXEZWYAc7SgHmkAaKOYjzcW5lNhZMH/sfF5OkVerLdsXKpu8CsopdLnXn3290Mh4ommi5s8DDZ+Huxt7eKAJBB5Ko+T5yZ7UKBLFX2te9E2dCpoOhwyaFaM3KfY27vkAL54O2Og4oKMmXGyOah7gu399pXnzPIEGy5P2fXgkj/sJd/AFyq3iwe7u7uwB3N3dwn+b4+bG7hzYbgA+DxXyvbWbO+jNBmTL0Lq7h1v2AqKew609PdyDRyC6ALV94SxPAvyT44Em2ylKU+uF86/hCf0TDamo/xMNuid7qs/HxO/32Py5eY7GUm1SvSK/8Bw8QQte/U/79vuX0NHAEf9KDH1D6uXxwcq3o/Yv9zxP97anIejYBz9K3j+yXmBPfRNpfGIf7SU8wj/bK02kw/hMjwd4c0iNDuGZ/kE0eQ40OxzFr1D8zRF+tmjcvEtmL1sDzS0S5keFvVZ5frp0+6ho/JbxWh9s/ESYvhUlUAjnK6VZZEA+bM6PLnHVFPJfIux5kVJL1ivGNkocYrfxlGcrk2vUpvifo4tYszhl3TW5LX10Ufwg6HyCn6vktEWvOc/W2kbv+zXyal2Knaf7rL34QRX3LHj1uBuvJPzGC/BfYPi09NIaIpOtZvYidbZDbnnZAHEvxjrj40F90g7XPC/Fh6TqOq1dytJdieFKv9l+b12j/K7FWmzWSg352KGgS7Q7LG2X5LK2/FwXeaLls4pTpoHG2wQz/R9yRbZFQ27ks8UM2EdHvDZjF+UYXJ+/TgV4KXydZHumH1iBHqpX4EtWgA9Aqzf/tcOog7Kmv6xL2aXQLDrRm2aB0VJw5YdOl36ZprxbmnZ//1Ht5KHDnSjfoij5F3puLT76sMpzOnIxPKqpUT/05UM1+eDNp44jn6sBa8xR4qepHnbhoZiCu1XGpbXJ91VeMNW7Mloxmv58Rxf9/cszzYhHb16o8fNAM+Ph/s4eufirAfD8/GivNBmEZ1GaQC80g57Qvwivz/YiEEffhjnQ8BGO+6Md4Y+ql5o9ooBimKHf80HtgP5AE+hFTSDiPnlz5NEeHoUH6IM9kYvyeXi8s7sCdHfA9Zne0bi6o7GjZpA3fJBv1PiB3p1D9rm5+5fGkXADbYBdcQpKbO3zQNwHGkF37PsgqHYLPGH3mkqvBpaoN47u7OHhgbpPeGj0si3xlP2rXg0hdEUO+1PElU31ZD819wI8z9I/PPlz/qCmlOzgTnlyhluaXbff/rVv3/4G/9q/0H//+duEv//+2779+7f98+9/oaDK6P9GxvfbN+g//7Fv3/6XEfzt7X9MkF70Fvvt7f/spuL/7N/b/8MHfAPZ333xkf+/rJHPDX43t/9l7RncY1vg/v5vu4TH+3957Z/DLfZvgRfoC3LBI/wM9/aM/Iz9mebZMw1W0Vd44Zmm2WsDyc804ibdM02zR3vl5+v1FXpAPou9vdIYE/TzXUHT41DxynVIOASlcRvNIt4sys/njHKh5r3OFji51Ov95gxGbIJBr4f23sjrTXGIUfzL2Yq8RYvfJbq1vuo5Q+EVq/AtdX3j19rewY8817zJ8kbfnPsdcQiwMq6NWZZe63/GTw0YBzFpBthZyGcZC927zp/j+POT+e+J85a12vOteEv8q31VuyXaWixtl2StbX1KI+gcXfNvdbyzUCu9J83fW/DRdg7i85kDTR5SZraTz12BnN3sI2zWddIr0CvQK/DrKvAhv0dy82B5CqmFpT7LpbXion+1xrmNKa03HM69q8om2KWHisAvYf9QccZ3lvAZv3Omek4Fuyq5c9GussUuPBEc0095HO2o5g8fOgyqIJgg4ak+zyg9dumPUJVGKpzmIy+pyiKLCm7ITCauujRpYzYdtTe+sVTK0aQT9jRf9jRhRPVv6uxfuBhyITzoT1ccRyIc8A8YH6BGcMw4QCULRw4nb5z5DBb7sC38UeWAomMciQhBVj2JSzPoCPaCGkFgzyV4//Jiwgs5vcK3OCALr257tleaT6/PUC7Jz2okOR7sSZRG1hMNpSen6ESfgz7APzzf2RONJcHl3FBqm0tqPs0RzSn3J8YT8R4EeOnqXjRbHmjQRGOGPcXfZSq+NnyiGSTfgOQN3E36p9pQurcH8QLNHO2nOKJP/o2qJwvK3jSF9E2vsJVYt6y/o/F1C77ZnX8b6h+7+fd/9u+//wDR/7n8D7pvQPSfm39MvPCPGkP//Ne+tVAzaIa/7ZvLf9PoEf6bKXoaOreC2/8PP4F4M3lLJ30DGkTfaCIJt9BbYgj/wp8A31uHctF+bRxkcvoGPDen/yHnjH+hLWZNK2zI38At9boVpZF1D24LaGjdCsjS33/7x+4913/Y43+O+3t0t+D+m93fAtErcItPwT3PZ+DWghKn6PC7gb+5+dtuaH4V3MOfBzFY+yg8fqMhRo7Q+w08ot/GLesznqHg+Qo84iOE7709P5/DY7aLCvIVXcOzPeu9pIE34LwR92zRkIOqGbfUIY8F2EfeTwPPvH0C3t9Gwd9fX3m7BCbwXijq/nt8Bd6rDxvw91FsK5Q3V9569S4rwL57aP0SJdhSvyXLf8vW6uXXItvU+HE1F3hals6enYqfvk2WY1Aj1UQVfi94oth1Hk8xvx+EXRv6hf0erMX6Lt3amduAsrfyNfz0up3qt73uvEWx5KE8Wix1kgW9PkSF4i++47NXQD8Onz3Hnl+vQK9ArwC/1/TLhUJwz2WOoeZF/C1Ubca0Zourcvj63FrV8DAbFCO5cWXaNJiVd88h5a/Q2qTLqaKZD+mFudbi89SaYemIzL4MGA1xScw69F+K8hro3MLcjdTnCkk5jUykWUXug6zYlNOKuqhmZnLSRiA+dmgGND+8Jr5mWoAbtWINZ8LLrWUKr6YWDRs+8hBODGGuT6hE+Ylm+MaZL0QFEJBH6OiNn73t1QSigbKnmXI4vISsZgzNHW4h5K8PTArIhUT/z/IIdaDH5+jATkZMR2MAABAASURBVExTHTgrW8wH5lAUJujo/lTGY+xNDaUj+fg3g9jj4Hg15dpij37PfiPrZiDv0de/2gH+UHnJgEvXgTVugx4F9zvgj5066M+UWhz0Z0uqTYFi4ndwaE0D2cC+gIue/4kb9IWLXYXkEzzbS9WJF15dpxiC2xUHv5Bf7IVm2Msz9HXCExdQ/1YWF1BR+U54MfHSv9A0E1Wj7EXNMhpW+nM2fRMpvuGkptANTaEbu7kDNAruaPqoYVCbRMh3d9/w+ZfG0b92cwO9E/0H/n/o/sH2P+dvbpDvAjeirHUq/g4/7Dd3/2n8/8O6Fqyl4XJz0+pW+OxzV/3+H3GEFV98vjn+n327Aewf8n+QA7duD/7bzf+hL/jvgpcM9A2pG6j7ZuqNHfhMb7/9TYPnv3ZPU+levAB/C6ST/f5WPv/aLc2Y29uGil/gHvn+4V+bcAMfuH24sQAxMv+A74Qbe0D/QIwC3w/Z40Jvb4kl3EMd/5iaU7c0qG7VoHL8j/Ns4H6hl7yG3Ay7hQr30IrW3/Xk4PuK/o96/uO4rzrpFyBf5X2vZlr1+0beLbSmlb8RF7BW5/X1NL4iRvaTnHEDFe6hm+Bn6aQZJ52v4XnkOd9cKx/5tpCu4pbnJsMbb7e1webfSKNxdr5Zdp+bZaKP8IL4FtJdi2diTHjl/ekUjzTWWjwjOzLl9wPvcYcZpNvAAT3vf6+8X746fbYROuEV+TyMtQ4acweB3zkHYIL/wtfvsfcifiPyCxbmvTF+9DpSWx3tvnJo5Q1ejTx9TBHKEujkzecAanppXtZL60NHsNmQRSjKluezS1E7lU1woU+ftALlpfNJ0+tp9Qr0CvzRFcj/UIt+vejXyVETv9RKTXSV15vYoCaOpXqFV4tA/6aM9z/MLCV5Wn7ICtuqEOdjacxrcBrbCzlug++qLJJzSm/U5LDQWTw8/WBPZt+BhEcu8fo8tOWrnU4WLxXEkEoxxIpK9tR9I5eYEihDBmUuFJ1ou2ONhKHlWx9Mfmoqs1TLdAW0TH+XnmCmDNmPwyyzuyKcuxDKqVILPuZQaia+yBqWrvm5dVc9WcieF/xIM0U4HA98rt0DvXoFeZQ9MvXzHPGh9jRPRl+PDb3xZMFh810kwkgDwabZIV+p9cOhMMgRR/sLxKcpM9KgGp0ebM9ewgh17PGBn+mQZZNuzzo1YcbSiIGONH8kt5CPg+bOXsBvr28fNXhB59+OohG0F2j87NGtIsc4YJ/j2Q6sO2A/j6VfyK+sFSLGXPdKE0e2FrM9Frm8Ir9yvoocW+u9CVQaQY8P/id3+ibUHRf+B3B3f2v607s752/gb8z1NAbuaBAV6M/lvCnEBfWGxs4NjZ476N3d31bwkPkH1/9T9XdqHmWbfG/gBfF3d/+lEQX0bRUh28L+X2IUsI/sJ9Daxof1d42P+DsaN7GXYuCLfKPGVIHn8Dd5YIevvoUn3qT7h5z+B0TBwz/2UJpdzqOr55/zUZd/Wfs3ED2HG/Lh+fiWoeeDps2dA53Lhf5ravKooTPhXxocwg10wj3rTny+4ScQu20SFd6bVfd/07RaQM2sVi+54r/sW8C6rL93f+RCix56rwaJKLh1/EsT529HyKxzfUvJfZH3PfIcNzRPBOJpjxbZVzVRDR3YHwRsLju9ocaq47+cq4CY1POeRluA+DThgsdW9eK1Ruv/YX0Gr5f7VXyj0Qe8oVXoP9QB0LC6lz43hh75+b1/vOV8Ar6uh5cOPK5g+kbX5FdjrPivxVjq7pXHEsS6f7ynUVVwCw/wU97C/f09ubcgJ+we7wl+hvCLddjcL3QRp4nNuscV3KNz3D+w74M9EePJ8yzxWjrFfiTPx9lZypku0UfOfIrnx0fbxDO2CppsNNeeM06bbM+5mbakr+gXoPlVGmdB9/XPS/UnpgUHb7SNdjhsgM8a/Fbn/9zBzmeNg+C6PboC2Sb4hwg+W6zR+KwwYgLEMUGfJ0Rn8E8bTDIKsG4XFfQZR9QjBOP24ptVnXyaCpx8rP00mfVEegV6Bf64Cmy+IdXfIZnhomtTZ6DWKVvNaKQwoZcjZGvkxpCH8smasFlh7SPixT6yJ1OTYjPvdmnmtVbIohOPyi9o1/uExqmb63R+H9ZkTy0daQRk0UvhJamKhtEyLWhU5r+4UZzo0Z0Znp9PW07JQ3tYJkZ2nDhf7lM2QfyjSXFRvgL6s2Pmw744L8J6LnnC2o6yWaPzxTS1sspzgp95qmsl0GWKHXHIQ+oJEWcYJq9ZnLIGWn30QiMuKl6jyVtA6vlINpfERRRPFd+g0heoKEcsZgPGgekv4a9kf5GLMEAHbOavgRHfEWfREgNR+9XXF/bGd+B1HGuPaI+w2KUT0BhrByAaUFz8ZrpG9uXEYj+9puc48MH1Wrye+E7NLZpianLR9Arda/7m1pLi5z7o+eC996ba3kaoeG9ivbzYnsbUS2kEPT3bqy4UT1wsHh7s8enOHh/APRB94OL0wEVGuLvn8ikeHZcjv4jd6lL0jYvrNy5NQN+y4CJ661SX8X+x/WM3yHdt84Mm0Y1k/2ZH8fvb7rnE34PbCq3HrqaA6/5LvP/aN+fROw3dtKbooay7wefm9r/k8L+KO8k0Z/SNJH0L6YY8JuBLg+eGhtENDR41hO5KQ6hSziTeY/xt7qfzVPxNI0f41+64+D8Qq56fi/3dGmiGRVONNf4tq2/EKLiFLyi6TGm83ekfPHegcxnqMW7JTeuKXOiabrLp37i6u5NPhmK7/I3mU/H7h5yEpSzdOm6oj1BrQf0qz2virpXxrbZN/XKff8npFA9Nw1JNx7sq46tvsRVU/Q1xCv61W56bW2wTpLtBL4gXbuwen4BkQIMommX40RCa+IXN46PL9N7XlTUtxcdta5T98x7ezKNxK3ovys/zvfB4Y49Q4Z6f9SX85x99pdn3Ma/zGOjeQp+IdwLeW55ogvk30Zze2QO6iyixaNI8ZTxAH8jpAZvwRJyT/bJNdveV/ya+2VbjRw0mh3/T6ps9bjaIbu2+vEee0HtsQvh4PHyclngnFH+aTPc0mwrCn/dj9M/g8fGJfDbwgr7iwR5fFnh6sPiPEjzZC34vL/fQx+uwx6+A3yX6twL30D3/Z0Xg0YI+ZyoZvAaeoaWJ1dLNhtaB31nesKKJlak3pvj9zW9bfmHzSxkehg8D4p1jmppACH188gr4x7xPnmNPr1egV+BPrcDK7xO/R6ZcEL2DJQmCdND8+2jW8EAtqy6c2eyi1IJxpbbFQ6FbVbuu6P2irP11aY5AXJizdW2B/9LE4IfIfjMSbQU80OoSbL4CIY+cFSSRc0op6zcIl2arF+sNn6KOTYt0hp53JLXF2sn/1FZcF5ZpSXGAqh6rBmzTWETi+YgapQRNA/LkW7gp6sTJplhaUREKmSyemMnfXwthqbO7M6nR4jHkJFke0IaIBc0ZZed1RcqWWEf2POMGDydbfl7jFWOLx9HkklghGg2XcPFlsMqnbfh4juwjaqyz5qEYEjHbQE4eXIr6+jJXuR9T7DeiG/E6OgbXy29ED5VMLNcXiidqZuzMQ9EXKh3QkF+B5IKZTj9nQjxZ5E5cj5WCN2TQDl8/MDOKXk0n59ExnDUv5BE+oDPL5kthJio7bsNxvmcy6jAaXSmMo/PDX9Ih5kEY1mSbvvKvPxnkLPpmltGIGv1se56tow1pZBWvBvSymXyPr3bUN7VoVpnTV7YTXmzcv9DkEn1GB/YF0oXtZf/kPvvsu3dZuicLGzyXmVdwcDzagYvKK5ebZy5Asz+LQSe9oH+4OWy39ux/PnNr+rdnHv3fnJHuDv1Nhnjp7pFF7+zpFeD7pH9vSni6MV08n55uTRdTXXp1+Q3gqwsreJCfLsM0WnQR1p/l3aG/ozEX9I6mRMENvLAlo78R5HNDE2iO+JO+bxb0FnqLT8E3+Al33kgqvlDkGxoV3kRR48SbW7nZ5fp/aRJJnnCDj3AH1TevvGFGc028A73bFa/oSyzX/ct5Fa80fP6HnHk1jirwkz+NGOX3QOPqgXrGGW5ZUxDnuHNb0UFnzbNv9sBZhfBjjezoqux864eP64jlsYtcqPSFz7TGzDLrb1yXz1cbYZM9znMq37jvv9T/X86qeolm+GvrhobkDc0WsNYAebyzh1avxgmvwQdeg3pNnoNe22u4J946HmiEFNzBn+LxkUZFC5o9947J93EZnzMsfdb3n2LI3u4lucUjMYV7qMNzUO7zGO2aiW/9OA/5KlaBx6txl/G0Vpjr/cw0baLZ9cD7inAPbcB72lMBDaKnDbygFx6h/h5Xv4F0H99EopnzPAP6mfzIe1+LF2ThCQp4X9Y/dt/C37P1f0bM3rtfZu/nL9WGfgT1/8jY47fndwTgd4d+z4z6/UEzyPTNJH4H8YuLX1b6nSMuKL+AsMSH9kkjbcdnrIA+X3zGvHpOvQK9Ar0Ciwq0v1KO2ZaCZhKCmTd/cDn6BdW4IBkPFMwxygJRQdpCzWZvjFrWIqeRtITIukg7O18VqrU5r+fWtWYN3ZGLnHPa2JmYYlN4MmTAWKo6SZO/OEfZT2Yzs+wvmzWPpVtjOmVPnEcuqo1bzq3RrLKDkhkwCRCNGjozRz5SSO8k6yQ3SySeQucUsMx95xJmRhO4SKgYSIy1JaiN5zxMehUAbv1qoDgSDsjMptz9GdWFnaAM1LGSEBoOlHngwQgh+4XAfKT1cITGkHWgjkMazATjQZPDA6IKqmTQa8BKLdaRBdREMYeaGeYP7SOYDTQg5DrZlKCAjYzMUfjRt5VOJRDEC4oho6j0Bb6dKxUDCZ4hVweaOqR3QQxguI+o+dmTOW96HJkECKPsN9l1hsCkUw5IDOVsPIGjn09+shFoa7B/7KHXA06KoeaPWPiwKYZyCgzEV8LVlv20r4PaO/Uc+ICtJo//A67w0mFnSTxH8CbbEZteb7JL1h6FRz+qQQRGt+Fb6Yjnnu1ewYG3KXj8bAldCID0g2zsq9cIizip1r2wViCOTRjlK1lrK15YFj5jzSNyGvENHXb5Ix+B9jX5JvmNlE956vk5wEsnHD0X99N/6YiTsRG6I5zs8kdECr3kCX7xIV9VZGanftyOUO3B5I9AsJBHnqMJr9RCOEBPsde3z/avXLqyD/zIxWvvlzL0+RtlLy/PNN4CuuDpAvfCJU/YQwNP+AAacnvw4ngw0ZDFZzzd24vAJfYF+GVWl96KOy68uvi2uEdX8AiPzf8reE/2RBPjyf9LeI80QIQHKL4PgQfogzc77u3hboGHW3wzaOyoqdQiGkK3NF2EG2iGN+HuaLAVoL+ZI5pp/7JmDjWB5tC3zhrQ7FHDp+AO+c6bRzkOTSTZpBO8kfXwjXN8owl06/RB56Ix+QC8QYnslMaPmjleD2yyuy926WRbQvr3IOI8xHPlz+0dvKDnh4aUPyfn6XYMxbmE2HuZuzdX2Fuxl7br5ekMT/lsagZP62XB7SddAAAQAElEQVQ/h41zE0uNus1GlxpKNJqmJtTdaoPtrF0xHm/qOm86KSavjfsGU52ijnr9PPCaEXXQWNI3qlp4swn9nN6aZH2bqUANqUeaTY80pWQT3EaDXfrnl0fTf61U7zV6z9mPzzYeDuZ/oqb3QX/v1DtfvEvyBsjQe6t0ARR9fMIK6DPDJ0yrp9Qr0CvwYyrwBaOWXzLxuZoD8KGeAbM65LZquKBMF+wn5maBLm7VvvmuGkkrv9HPVFd8B6MkhDZE7NNq8u/oRrVcM5k8NyUplc4iiM9BlLp+1Yu6up3aQtR1rYNyU3Ch1YtnQVaLCPTB4hMEAiNngG9OnxWTALc5wpGL4dxD53CNgjuTJ5d9coWWe1PHz+eS631CDPVf9tew4xKui78SHNysOvk+hGO4bj7hS9MgdPAw1Q/mSABVDbWPWhOXNGk/YcfeyWGLx4A8sIcobB4EV0NATVJw5MLqe7HfCAydieI9uB9MGehHt5MZvPuJyq8+S8dc75FVLY7oR3QMxYCYU3SKISiGU+LLrriYy4vB6+k+GBu92xULjLP1xp6KhTM27VdjEGI25kXClMBcSRS20gwwDYAN8GMovvIlP89BeeCGxUdxFXUFfob/AHXQSDF4IRoqyvtIeNGRJUGV/+DrDBsgIAM+7Fpv2I395WfehNL6AvkJ+rBedKLIfobMq8miOC14rXhTxW34YxvEk3vkrCbHK1urafMCpVFC02aUDw0V/zaSZBo6/v8si2a9oQ8obgGx0Gu94Ht7Q0f2kTNDJRf4PugUUxi0/z78sI3SeY2P1FPnpH5wMSRTXWowcs4RygHwlk7YwwvwcIo10qyRjwNdpfAj9RdCpzwivmFzsNbXZ1lRXS9Z+5Pr3nM+oDlgykAy1hr2FiNrTMhrDMoizq69yZs1UXPJPD9uVx2Azqo683x4DHI3/M33KHnjx/Pt53Ebep53r51egNhGYIqr9VDJguuUN7rg85nkr5wLGnvxm1P29Jx0hvPQ86MzjDTT5lAteF1x1nELasSBfcUzTboJL/snGmvPgf0jjbdHt3uzzW1PyEDNufbbFs5HnHEv+oIfIMd9tr2o2ffdICcu8E9PjzR8WjwjC63uWv6etcK1/vKT/ykeaD46vDF4T8OsxS1yi9bW8vKJ2NFA22jo0GiamkJzHzWglqi+NGIqr294lTj6r0cWFN0G1bcLpxh3NAdvALSuv+GsWacYt+R3j45mUDSh7mqTqG0o3WIP+QZ7Qfjest5xO9ffow/gpwaUx7ipf7aoJpTi3pLDPbmI1zeb1BhSk+iZ17I3g7wR9GoH/Yw79A6gn0vRjq9QAX+7/gqJ9hw/qAI9TK/Al66APnx+ngMkpVLeRUUF6Vag35H+2VcfdrH7r0p94HYGxerwHVYtUtbt5MYFX7oCqcQXKn4Vaw41cKwIsZ1Df3bmXIxtlwjHxSQzxXO2qAjxvMszjqmkkSDMxCiLz1F5ssBdxDvz7qlkZuxO+4XGC/NfoDaBdsQWEnSIp55Feh0IoVAeglzkByWeZlxFJuAWVZhUZskSBSkYtDfrB2Dtgw4Fy83wDRpGXUzn0OVSuwi6WJGFJ8tSX4Lsics+wiHzGh7zazouhfKVXQtG034tpA2w1pkjM7zicAHUBVYwxfS9ZceF3TQbfo4QmFmrueolC1onOlq5n2rdSBydOfgj0pHVQEnCDdTUk4bXSZxoilD4F0G0eKRpCR6KP+653JKTeEMnJKfGg/3g86sCk4Kj1vAzSwasx8iAx19mJ/gMLiR//vXtr0HPMTDlb8tHavKLlTFb6BXeeIgKsDFS2C37QWdDvuTY1lR1JWFf53uQE8OXiYYux5OQIaJFTt3bgxMKynlh0MKX1wWvlaLT/hgZsgM94YJ8G4QfdteJCke2HVmrnIKWM+jVEXvo+XKXZkLH2c1jGU+LogNyZcaPWPCymDc0kNHqORdcTwPFfenq1teJr8GRuLKN7DHKD/3ImQWPB2/4TNDrjZ/f0hhhjRofDt9fNuHV1PBQE848hnT6WQ94/COxiDP6Os7JPso5ID+dReuOfm5lu/a8KX82wyx/1vkZ1HhBhjdWB9DBy9+Bbczw9ZkPHb6cLXi8G1vxjZjYiOm18nNwJs47Zt5odLW2NV6+gvt6k4gY1MXASLMm8Erz5tnG2iR6IY2o8ehr4E3fcCNv1pXcWqraLVHsk56a+XlGf71KT2EZk76s2aa4M7TWfxZhZtRtbTwUs4GNwQHZAobaw+ABn3N7s6wYC6w9tyPPOUUmPHWElzzDXnqecz3HM1D/8jxs0H197l55LudQI27vjbgXGn3CE3SBJ+QLeML+9PJA86zgDp5GDw2maD5J3+j823ST/PCEnYaMfxuoron1bXPpwZtUNzSUsOHvNjWaGn00pPC5E8LvLtsL1bo7mkMPagRBHx8f4tzPj/aqf3tI9Rb0J2GAJ8bH9DLg/UEvC14dYXCmT7+yAou9+fFfaLrYK9Ar0CvwCSug3yWCUjtq4kOpk3dP6X0r67sm6/XpyaOcXLmNT2lu0VTydso0Knd9sJdxA2WbQjfcXJ2YBVtc/kJnzSMqVxUp1TTLPisnsdkDR/nUo8+MpwLHPVX6rmRHrBUjKq0S9NHh6J8pUJovg0kgxsSFvD1fm+8sgqcw+v7lQ2m1K3cPCgPd7agKdBj+suEvYWdpBx12NtiOZQNxBqeGZgSip8DF94XORrKk5UWHz8hr6CigOwKDV7Z7PlCP+9EO3oRAg2zsNwAjH7lWEEfrHCjxNneH1xjYk6Hli1eXFsqjUGVQIPdRu1XI01Ev5pJYy2Y6xwjVsz2Db5z9RAArmPHirM5oyrzbxAvSOwjCcFaT247iam5DaYyhjRgws5GQBIgcBP0MI2oMNb6qF7mNXKKNi4jgZ/PzydsXiwFHG/zvVWE9rxFGg/yK7BSdTAKvIiQ20bOpjUWTDSQh2OaD/OVT7cnPb+XhsdkXOaJatis+SkbRw9bhy3KO+fRhy85sSZxEfhYP9AwPLloBI1+rrw/l0oCN9BMUL07pUVBTr7M/F8ixA/sRTLzHQo+fRKt+6EJhKudY9VIqtqhNr3fCMfwMnqPlh5TOak2BK2LCLv9Bry/x2qwg5zRo73QkZ633ssRan1kkOmb6/7P3J+qN40gaLvwxCFKybOdS1TM9//3f2/+cM9PdtWSmLVEUdN4vQMqyc6mqXqarp81EEEAgEBtAChGWndYIXrqutV6sU/wCIAUK7h22wNP08PK+Cb+33Df/jnGZUnlBeVGsJqbdKomrNCdvlRnr6FJ7HNLIcRrPatOssIzZJ35mLkkaJ1xWmqX2XksgwLTvvgSMV8DPnvdLzcSL6V8CSakce1Ev3xhzokeZbLAenms6t89YQn2VUJizPSGuJRxa30kJ5qw22b6LvMUe71EDHHMzXtr2CeC+gWaOJx0dcM2vCx/wXqcEbiwlRE9jdCjLGjH3GS/mZj/xbalhketpGSskDbQVWNtr3eg9t8l46hv3Eha90h+0LfcKLG/l69p9g9t+P7j9EozPcaz8W0tTC70WO21vZU8+hzOjBvbBZ2NfwbEPakLbIzX3zPF50mnFUXsPzUtyqpJwnFfIb4lNzPsW7Blv0L6pRvIq513h/C21+UHzBA5odPuW6CFZNRk3TdpTO4HlJNCj28DBSaB8No74oaYHmv/tt7YC3oPeB633ev+9eeB1bX5vK/Kqz6sHXj3wTQ+cl4Dp6WPmJfn5JeLS//qcCwmNDvhK+cbQV2a8QPsoAepKkXMeYMFdvY39E30wXy7+VP3yyNexV7y/SvSC5kX3+bRvDkJ6ZR89Dgjt/gLNAbMxcqjRWqZbwMQ+iX22nAvlUi3U/6BqXS8rs4owzv2mQFsOLKARlyBqUImBIKsHBslBFYGWHWGTVk4yLiEEEfD8CGUpxneX4S5pTGUtsoZhdbDDPjI9XVWekdlw4iCaY8s0+AS6OOBLjCes80Akn6RnIP3OBAHMWSVDRmGcuw/hVFC4/xIYiVAHCKBIAW4pNeWecYmhzfV9GX6qruY8IVvrQo9+sUClrp5jQKDxApc1057NKb3CQFIsAIZlH5jGfkQ5UOvaRra5ZcnxbHXcGUNG2knPxTxcr7guoElEu7kbXnumu+21VPo+Hd+IuIf5UpsflerFOCZ6vrwKwXT6taNXAPZeB7AHe0MZ1Btyf/YKaimkTEz21G5TJb+OhqGHAkj5pjEYD0RcxmKZk/5AyazhYIoGjV7MWGlbmzt8UMYNZnRJQUfrVZMZTFfEWoM6A95DGA6WDvdYgApevl9B8lr6JmT/Xc+V++l/81qhaRO2MZa5VKk29RcLPMK8GPSUpM0GiEvxGq/QZHiozTOeHmuZ+8+q0H1erhl22HoNzeuB4AJEfivRMqBhLUGly40J7Eo6OESOMZe9YdwTdBJjenFh5oJB30XH5uLaYnGUj6Rog9nmRpGh3ZKAm2nO1AYqd5lPi2LcFXhyJgsYgiYu4P4KZgAkXcXecw741xNNbwWz7V+LBGQghHUdtC0i215H90EEYJ1dB3wbH7NFDjoowXIqzyi4DI79/jW0RFAlqG8JAOOOBOgEz5mkJ0mUiSHmmY/5L9D4LnjGrIY8ZtF0KG5ZNWroGGtzWDYGKeBdKjSMw2MdN/ZZOxdwpWmjeV+YtMp8jF3omLPin/G6yIEOAvvNs55owJsm9W0jT3fLaOPpZ9MZkrbhGx+3PWut17b7XwKPfw0Weuwxb1Yx19HvoC/DuqZQMufbNCvtrNlJnJk6YWIPAOwV4ytjNZM0jNO+4NxeEkFOCFXaNfcSe4jauAYH+K3AGHQN7zb4/CbTgQTPAvnrh7SpJ4PH19ptEj0tCbS/JIH2j3sdAOMPh+Pio6OU3wJafcv6seZr77X+fXrgdYl+n+vyqtWrB149kB7wh3I2uF236Z6Br5ZvDn511pcGousSHa3K9m+/LfrYhPWw4AjGh5pk5nG/jn0Ad53IX7hBR/kFomfDlrIibI5BHAs5Ia/ov7L+iiK2d+GI2T5XLb2Umm0HGsQhIDpZD/fxAm2Gn06NdHzQMosrpmB/U/mKmp/xWOmQvzZNY8mGXLZsWJ+VItT3RYVAO2HcaAQ2m40G6lI2mFeAHlYLmH9Czyp0UhgfjMMX/pUoC6u1bBWHIzkGYdaQZN1uncQmDXhED5/ct+bVwSwLZF26Wnn3mLg64Kk88Wzjvj+jQCfjDJ6F+q4SKotsfbMDQc5zDQgwLRXus5QGdQl8qq0jaZU1DCoTTEGT4lmLDdgIggJ3CCi0PW6guZTAxjBtBJxCopb7Hs9uqCP506Co8zhz0oa0w4SGjqkNFJ18NZluGeDD3CaljRuLkVSdGF1463LF2qIRC0+jVtmB/MVao+FBZaEGdNQlcVMg66Vzz0GcUKnSZyz3gEhCdqNKv1HpANckgzogVLBpgC9zoZeTSp67wGU82LPwCdNALeYZwjjz8bjroHmjPwAAEABJREFUZdxqz+yP5IeewV60rkFbgNdUyaeX4CFwkeA++tPWkvgwL9NW62Z8zgsljrvwxRlIunPDe6xBBwW4nBvY2ivW55J65FnMZ5S2dYzkL7NcbkIa8zJ5Qh2tDxK+LmffsstQ1jkRZerZwZsDvhP8TqDPOZ50vnmfQ6dl30Nw4ZWNz24dGHQQawYowf1IvC7c6Wbpm732PXsrsM0AMkdX+lh6rd/BxTxdA+FRaubq6qrZ9lg2nt28d1dbLnUn+D6R5UwSKgICP6wg2jgLQktYwFUiswGfmqDEQXpdzPgC0GebOmnO3CvmG9CHMQo4l5Z4Ca8FyYVI3qY7N1kLLhM+blvvrJmbTM4wXMAJJAJ5J3hE23UlOK8E72tb+e0P742ZQL3V1XMyCQQf5Cdb2H9e6oJaaggpyKe4sQJUXkkvoWsMwfYrGsYRgxvhk/twqbPtwRXAP+NpfE1ebl1DbQxBMefSputiHuCSBt8ZZUg0N4pVvAJ4GMkclISUfrZpruUybsQ6fl0b/yW4pnnZ/hL9Fc4yX0D6GNxaX1F/pYn/PGI/JNBh/nM7rZf3pWt7rdXyHk0/NJyfN4PYPx7z52iOsI7Gtz57jHnZhi732nWdSSjvxYn92KAaB80MONE0s4fnCZppInG015S/yrbX4TDxmQN/6Gi4yH8YutmCXa/ld++B3Hq/ey1fFXz1wKsHXj3gz8HfvRe6b2iYH8/Px1/Y9PyF/JLX86mtZxpD633x/pxpknx5xoL9An1O+mtvttFB4ZfmWxYQBBodR8DIk5SkDFyCBqUDXpTzi/5v6lrGr5mwiH8itSH0qAjrfMRvZx36kokbRBSVMmbyZztuNW53GoethmFUGQcO0ANMOgU2hwPnDNR6dVfBqN1ViW4zmDyd+KnhiRDJVgOh5Voa2BPw8PyBwHazvdFmi1wnnYaCvB71FlpmwoH7UpiLItB0DVIncUHfiSFqeqhCEuqcYKM5Y4Jl3PPdWmu30x/cKOc8sArd6TBWmeinQIl3CzyFoSafxJV9V9B9GMdMnA3jiG96xiPBtIpOimzlwTP5Ju+GE3bI16rXQgsHeHTqS4H3qC3JuS1rs/XaDJvEJ83KHD4Bj561MQzUBYjoJcbqhY4edAFfjxfGSx/ICvk6o9uZIO/ET2QrtfWVF5nB8LwrPjkDXB+hngSVIaKH1xWwb0JFQofmiMClvZR91yR/AigbjcV7AaB2MijAd8G+cAKGtuBlqDm3k7LPOGPeUx21cZH4PscDfXpsNZifTFP7jEVaPNClvtfzgnFlcocxZJmHxxt0kvk7YQNYlwqtQdDWKi5sTJoOWzul76FxsqlCI3m8g66jtbbFBQ57/Y08r82YPhnwC/4xPpM8sITS95q10D/kdUw9A36tSOxmhFO7NOplmCXlOSXIP/PM+n/KqflTcTRlrqlzLo3c+SQ7eaDoWRYVNBQaFNhebEbHsH9zvXqFa4P9mf4gbWGfLQA32SdZ5x4JZZvxhu/os1b2Gbi2XkxBZhsPZPRpP5pDu/Kn6UTb2TUAlRI8l8kUYw1XzSRJ/wRNGoVnNwBZvtqV9A6IWxdCMNmnTpw9hpx0vHEN0AzaJODWcEll5/n5SjCeYeY+JXKMM6zGnLHE7QrhFZgP88yTAWh8X+nWutFj3qILfeb5GW/AWxAn1yWwrg6o/R6gXgNs46pp2Du21HaZn6HJhqf33QLruPBRQERZdKutBm9Nc5yGx5MPermu+el1wjKkgeMOlWWsQDeL+TVYeRltP5rPNTzxMIWBeehhXa/pnubaXZbXaM2/wdJfbNVaw0to/MRvoTO+GYjtyDQaOtM2SMSvuFmXL0Dyb3wt5hpeMs21gOCp5lmiEwnY+1lt3BNgAM/d0scGyLNvfAP0W/RpvnIfLZ7JXOdT55B1N93n4LVoAO3Cw3yv5WIBXM7yXp7ZKy0xNGffONR0gcanIrGzaFIg5d5wNF7L79ADLPnvUKtXlV498OqBzz3wb4fhA+ulzeeXiL++331r6jcH28Snl+dK/IRpFM/v7QORIwkNf3D6wPRkTteOw906h8a32a2EWZ/b7Gx/+wZfE2TFjU/67pmcZx1TLvA1/DL8zep6HW21iRvOh4uw7ugRPS0Cg57gMiIk2h11eNxTzssta9qNBY1fXwJSA9U3S6Oxdk9kKY61uz7SGGdIKutKsFbKqOIgM5M/N9qSkDGM442GfqM+EwgF+wyBdb366BVAFw3HYB6wZicLDASSuWcQRmG4k8JSudlPJAoKc8swaNyMclJjQ+JkQI8gUBe8hSTUV17JJFvcbGdk3Xh2WRkrrso8qjzkrTq4vyiQ327pGuJyr7QMVMS4reW57huMMbidEMhH/8COfhw0YMNIcmakLthUwHdAYGuEaQEmVoKDSiA9n08yVAd84LOYLhs8c1mjJfN7+JjndnOjHcm53Y41MuCvkmvTy/4KguuIIq+X8eOwkWGz2WqATuafRqAFdUSvgUTSMG40bEcN4whJR1LkrOk4a3846OFxr/2Rn6SejqrOqqVe3DAn4BcK2c5hZB3hkTre7HRj2O3gC5QbFSBiYGUGJvcYSFjk4JyAXrUoVKDZaGTPbbFxu73TbveG/k6l2zI+SNiXAb/n0A6SCgHPKINsc0+7AMZ11AbjDEPZahx27LM73WxudXtzr5vdrUZkjYwV9p3MD5AK+gHwMK8+Nti4Yc+PCtqX8SsdPH/ls+pgfSu6XoAfklcFOyAkajkZZFmA8WmbeUaReRTWZRzRm+dxNOCbcbvRiK4lRmb1cAkAdpSITsHcCOMayBdrjUG0Ugo0lt7Rb6X6eQVOBPmGmg/dmUEDlZIBDddnBa0VaNJ/4iXrv0L0jLV1C3Cyb1lr01Rst1/SZtrGmSbUoWq/ABUcTBNLXSs4w3xmn9bUzGOR/HvUCQgAVK/sL0ihoc/8vHfwtwwoPdu2GhiWAdcxshQmuB/2qdxpeM+TFXE3kGBwe4FAIkrQY4z7swKbpzGPA/kOQGHm1fz2Azjalv1sLjvHc1NfxtuY551R5wSmtZV0mJN6edPBj0QNDmNKtSVtD6BLQEuVeMFBhMNrYmdmTiZ82BsVmNkfxs1ODOWv/fBOIAkk06UNyIFH43eGJzrQzwY3+81jhlSCMbdrykR/+Kcc+KWsiXckOP+qzzxNanCgNhw1TUclHbpV5pgPjoCr9UCgCwLsx3wmlrawWdYXaJTtbnIva/q3NQQzuemx7LRG8x9tWHK3nVl9dvv6uGUaPMW1wW2D29dg3DWsYwtuFeLu0m7VSvel2sTXYJrrvtuNi9eq+RA7Qb1se9yQeBwWvwbYmy2RUxUFuOqblyEusp7GjW+Avsxx+4kuWBdPsu5eLe8pw8w+aZBr24aXO3yy5Zod6ir7vj3rGPEK/2QPsLr/ZA1exf9qD7wSvnrg380D18F2s339EDm37j/y/nd6O6bGeeNDNA9Ji+6Jy9uVFR3tjg9e+bM4QS+uyAN3l2N5/g791Vd34dVa/vBvzP4Gpo0Bd9vGIeCqZYw4MD4dAhlEaDtQ9ip9wfZQR/DVgVfqp7wq87KRtX1obq4b9pfvHSQBSMk6W1+/NcoX41cTLX0drTJ1gyDAGcuokcByHHfabm+BO5INd1mX3oFvryDI6oCAvvQb7W4Y3+w0jIz3/ISevXI4TPr0+KhH4GH/SPJgr9nfLmBM+KiQKNgQ2G5JZmxJEtzd3enu7o3u3lDfv9Gbt/e6vb3VzXYL3416gnusp4T0zLd6cXX0F8DQirx6mjUdj8B0AetyZjHPHFKVwLRLqRz2mWw8NA3dKFv76R7iH/b00WvsB21tkxMgBOhbwImXKD37Ili7DupOvpI7vGeCliMBzISO1mkdk22Eb6rAvunC8wtrM2g0/92WNdnJiaBM0pHACXwU6BHQirlBu6DTmDqZfiMnhMK8hdUoUdEhoN+yHlsSRNbX9FJkYsrBldfysD/kV+dnEkL+aarwawefDjkdvLoQvNEPeVsSTlvWbUfiZ2tgb2yHG40kMfoyZgJFJAHaN2t6OQFQzz1ceqQOCpIrYyHhMd5i333ClraTKyIZI/ZeXZIFbgf9AN8DrjNp0pmPocg4QyZLevzA3t4tiSXvud3NG21IBg0kVvoYFRpTF8FXKlg5oPNGBd1LbOU931sWY6axfNc940PZwQtARg+U2CSvjI/xN8uNvR3OD6Dnh9aACjTgkFSh8TNpnoEMr8WWpM+OZ9Fwt8UfJKzcNn5kjxXWLteVfea9FiROC22D1zbg3grMW0MCGaxdGQt29Yll12uaDiT7HoBPrPdDJv8cXHufmIhpTOXede4CK89OllWQPeb7Y6MtOjuB9wS3GsGN+HlkL9g3XqvATi2+lggb12TZpd3jq05a+ySVp+NJ0+HIe2VGRxIExyryEfgWslSpowF0PbN6FfaDnwWvXWF/jmXEbgP2R0ndrX9AbQBBoRWhAgR2RaFfBIXyCt+5US60kNKGxkjGUxWeX11BXNoQZDlzN1D5gTd4Is+YVrjMMZ0HV9q1Ns4rSO1NZB6AZTVVzqpOjgCpi/nm+KKricK8G5hTSwKdcl5L+BzxsQF/k5C5JIXY3E7YVGrBU1e6mq0St+oJ/4t+yDY6iRY8Y+Yzs5g1k0tzyvR7aPZ7MuHAPuV9vrS9P2ceLM8zoDDF/LDZsuFpMYZcYy+SOwukrekPI/Cf5yS4b4BX9tcx4wzuu26QZrQme+R6zPOXASqLT3AbsH+sgyG7F1mt57t5B3iD6Rt4ZAXLq+y9BZJ2HftW3eY1fm6b1jV8ksdSk2R50uGJ5mlem+N+s+Opb9wKHrsGFoohaCmIg3FrmOZpDJzXkKrRQJYNI9w2XLfXvrmApyDEyITcA9m6vmEd75Xrc7tFXlO8tv86D/wjZrFa/wi2rzxfPfDqgVcP/H094M8fwy9yPf8ixV9B0C1z1pru0syX6NIG+8sFI+r5zPEORWnnB7Rn+TRDnfyoW3neE8GN1muR+ZJC1zR6fl3iDaPXjvmYicH4vxOkade8jKDfDgQ+VNBBJoUDV9cCBIKp6Hv6DiY6aolTILdWcFseWXBeInzeNFtDIv4Rt4Cpgepl4axzWb4cYw37nmCIwGgkcN0SpLUA7lZbAs4tgbyD0c7BGokFAUHbgdx2u4NmJycPCvgTjnLS4OGBBJCTPySBjiSEfID3t11CoYFkxUjCYZuJgq2cLLi7uycJ9FZv3rxLcHC+JTk0bjYq0HfwfnJqp+fXYih2RIJHz6rnSrAw53//6mTUCvvDXk4K1bkKdU3c4GpBKotkEIvW0Oz7RrXckcm69+hVhkEjwbj95OB8Z58Axo3Doj82WDeJeeh1Iog64JdP/m9z8ZHbq04poAmVN84ZJStgfImQA1jz3pIcsMwtgfUGfw4E34E+9nFEYW8O8rp5fLe705aE20BCyDQV+xw4iefO3zJJXuhsn3fwcNC1Zw0/PnzUh58/6KWawtMAABAASURBVPHBSYFJmQRC/zN+kS98IMA8ixMP8Hfyy/x26LVj/+zYP1sngpBvfUr6YlDuI+TTgJPDGzS33mVE7y2wIZFwo4JdmSwgUeA4cz6e0ePsLx209SNpIMZCROgE+41vr3CiyRCDAjCfEV4jftth6273hr13l2D9StmqiyLzkn9VCb6R80f57xGN/UYFmohRAr9CZ96MbYedtvAdXfdb9dgR6FXPXdPVX8QgyqiXBFaBT68QNbIEXcqmX6JH1kZOfm0XP96mL2+18ze/eHbGcdBYRujgEYX1NngeuOx3EvslxOX9ZKDpUsAXrxe1x2utOpIo3T9+0uPjA0mgvY4khGaSk3ayaVBU0XVy2z+5ly86sEBMAIO8l0beHyM6O/kzjncaSbiNJK9sy5jJvBt5LYK1iPRjL3kfpM/xFb6oAMorgXbFZ5VHcJ7POu6POjwedHyc5OTkRH/mpeY5BkEvfBiGDp+w30Zkee85STviu6zZqwUftv1Y0D8aYGFk0qdXpI969O1yjCFqaa2DxFAxTYJlNR4el1AY0i8XjxmW0TBLbp7oigffazKz4WcSIit4LcRYRJOz1snlan2zv9ySD++b4xGfscZOileSQRU+lyk0KLDm7gKsshY2VhDbO5XoFhQcWJSaOp4yWeP29TzUvKKdGTqqkrChAR4hzKdBt+b8icTOzL5z7YTkTCKoovvMnLWe175tQLZlVvjUan3gudoFzrwxKiuPt/bZXk5cujpbV2uR6+Y+UD1IveLgWQFjG6/W+vyeE5/kXARd8TJPk6E3DoBFdqjFvAq4zu7l1tisdGt9Gb5qrGO/vW4yFlaXjvkY96SXh57DGYIz3l+gnjGLNv5Kn1HLYLuBukDzo/k32msaQfMMPN+ApPaJce0j8zAweKmWBqj2rGSDSZH+bTdwPXBVnvatLbwaeG3+0z3wuiL/9CV4VeDVA68e+JYHnj52nlrfov/fG+suol6+SJ8+9BqJNa/L4aTysS4D/Zofyo3G9+T4kpkHgGt0a5vaIB/59UsX8UaStLrNez6xcTXRU8u9X4bP6K8Rzfhkkj7I1tUNZ7UDRcehOBZobXGqoKVnF/wo9uCC9mEpPbr0v1Jd6wTJiy6YrxfLu4zmRPREtxXHUqKAB4Ao6oeiKASPZasCjPykfnQwR1LItX+K3gU0KhILEgRJZRw1OogimOqBLnqdyHhlMHk46BNJoEcSLofjJAcz4oq+w18Olgyev4XHRjcEtrd3BLgkg3ZLsLvNgHojB2nmHYFstcv2GbIXIaxQl8GJW5iGgacTwSKJlkfrsUBLtsya/a0kdM356w2GlQMmU1mrquoGrTbc1qy1WWXLxAcjAeYWPzjpsd1ttbXuJBm2BJoOOu23gt4d9J5rlpZ9wC8PJIAeSbRYp+NxVj2TITARYDrLr+jD0RgMNhZ8hr+3rM1NyrlD3k5bAm5/u0HRQ9crOsC0BL5OGNifqQ/9gAaWJMEsK+RgPINi/G+aQE+v3yd0+/jxQT+TAPpEfTg86ngJvuwo5WX60oWCINh7wTZvbT/8LHeFrdfSSaBMio2KGHGi1zOUrxRYSp1gpHBSpWy1Ye+VYtqQ/dH8dtTxcNTkXw854RnPy6C/U15ud+jDXghsTV90RV6DCGrWa0SXpte9nGw0+JtKIiFRSUTM8DCIBE6uH/72nC1+Hocb9enHgf02KEyDriOJrt0OfiTbdndv5IRQxJB6H4+VxMpBh8Os6XCSA1p/m6oKu7DZtWinvugX8C8LbOA9AGUzajOMKrRHnrWRurAXCv4p0ctzs806RAK24gPzTb8st7Ac9sboeZ7v5DVjs5+V/V7ek/tPn/QJONCfwFeCbUiQAbdwq8HaTNnwGvFTrj1+sq/s46yXfhvbqfBeKdgX+CeiwMxgbgDJHgEVEL4R/tWZcfonkrYTPjyw/o8kgfb7SYfjCX9WeU8bJHgAqVMZZDn2lxOTI3L97IwkbI1rgJ9Kh214Jlbo5P1iiBLZDo+pXZH8kYR/i8fxZ7HPcx0sv9G1e27Q1vR97V7XxjMNEXB2R9iDXbyjvC6GStvvAo+mLpad8jrmMFlmaJ0M9CniqrXqROLHSRUnT048w8Yt5AhyYS503On4jj+Zu9IE6xApD8sj8Ae1uEjAzCRnnLSpJKoq7WWmIhinBGA+HssfBHgO+6m2xVK1XPrTNPFMH7QnAbTn3Tj5MwO9Z5KQ1XBGrws4m0rfPKhgYilAdp5sYLwmnCABSCBaFxzGenfsDfYHdgn75JdQ0sKDIl+pPA36FT39GVZXO+FlHIwbAfeVnBWgd1WYf9Vbmh066OmCvzt+I7hWKuqJz2GV4foJAl7fABiutDQ/LynCN0v1CroNWKcEpix1xU/PIH12fnJD0jH3oj9zsyw4j2d/9dKZHuDhyxx3vgSQUgIdlAANhkXOY+BSwF/h2vOy+meRyz4Ov1v6y6RL40rFC+618fvwAMv9+1DkVYtXD7x64NUDX/PAlz9E+KD72oQX+F9P+WLis2639NZ66f6Gyh+l/nQ/Y1Br6+qjdWXk1/IKSbUOfLu2Wp52TbX0l+p6ZGl3nN88Ucv1nPJ5byFhxtpq9Uq11sZe693adbXUtnPQUR46lNw883Kw4AAZXYAH8kDZaMz1CVjRxvYJ9Qsty/gFkhw22wZNY7dzgEOO6x7NXFKrBWd80uUt6Bb1PTAUDVHUAs1tJmcKAacDKQfDIugwn+DwFLQLQZwDqe0G2mFQ3/XpNSc0Hh4ftSeIzOQBiZjJwUcG7bP8v3RM08yhn4M/+BPBXaDkBj4ZKDrBQVC9NThxsNmod5BFsGUdIjqoOwnfG7plrNH0iuBYyJodCCSsw6cPD/rpx5/18eePcoB7IEE1E7DIF7RMEAypOrlut2DUQJVyqEkOcM+SI8yNKARFvQpB9TiOGpfkz4jfDIFPlPM7STlLJ/xwJJh1MuMRPz0+7jOxUdHZAOGl1CXYqOxDO7ePUBlGbZI/SSfkOUlm3tXzvdVY18BHhUB7TLpNzokoGTAfHVQlDbzKmOtsvwd+PMFjwj/+73M/kgjw3wGaCLpPTlJlIOonASHyhT3IMd+IXtZjQyLgBpk3mQi6lfluSbo4AB/Rx/uo4JPmF+8X1ir94x1gHqMGeBT2gvlJhVdQsGdqfvvjQGB4XAL/dQmlQCkAPqEexYrI0LCevWyTdYtMCDRbb27udJsJm7dy4mZEnphXWd90c+bHWFf0HUkcNNjJvrT+Pfs+AhnU9rG/4WI+OxKYd/Adsb1jnHiXPX4isJ0yCeTk2kxC6OwY1i5EHorKskPIW3xYWJMNe8l12YzKuozaLO3RCZdifM8Y83guIue2dksKFUWEuAEubnfQ99gxaMz5g4K53jePrPnDx0/66G9+ffwZfR90JDCf2StiTzBbBuXF5qE2/yAJYl72jRNl/obVlkSYvwW0275h/e+0dR8Y05cbjWUrr23gv8Dv1s6+dw1bVC48U2PqFl0nEPK6HNmDB94lCSSBcl+yCaoHZe0C0p65zGe9R3zo/TciN5NArIv7LTllHTbQ20+dxSbYpsJzEID9CAGcGQ/4u2TCqEf/Agz4cm03Pp5v0mR2fWOul9ueM8BUhogOPj1iDAHOz0PVaTqm/0+8J0+8IysPfzDBupUoWmvPt8zsY3PW7AWvK1N43k/sQZLw8PM775TPsDeflUMTilvpYDdQEi1oWVqnYH29VqP3HOC+5fHAyd/M8Xt9Rr+ZzV5J5ojL8w1CAevt9ZmW5EnKYb2MgxQelWf7xPvvAEw67qlJBDnhfIKfeVb2XwKfwTWhwjln+4YY7LEdBkZgDx4aGpXPlmrZbjPGAPsj8B/rhW2pJ/Ogho/vdMQy8C4xeWI8l31m/zU7Z8w4MbzIRSemsDr2mee69zXovjzQxLaxVKo1n+4mqMhw3bBeh4C2cPsSgGZfoVM2xFyD5wPYhBEwos092wuuUtdcT6zPNThjKy9F8Nd0OIyZnr8C3Wflczzqph7PyEBSEn9dP6NBA49RXdCp56VHw/pRXdM0H9kHrDd+yL5prgHTKNeY1/bv0AO5/r9DvV5VevXAqwdePXDlAT74KOLgcoX8heb5F8b/zsPP3qbuGFYZVt5tDgBU1Xbkh+uK/w26djAwULXSOu3eMJ/dvzJ4reFnc34VwgeBLxCuZlFT2vkhG83+ywzjLp2lgVIU5ellQT2rcrAD9SWffQkH6a8sn6tjjGFhwIHHevXc+ghCrWDgCSr4MIQPRwv0o4Zh1KaMGgmMR4K1kYDeQUAL2pkPr4giBxke2+5uVKAJgiYEyIGuExv5d4A4zB+OB/kn2TN7aCahMS2H6cnf5CDAqeBhJge6m5utbre3BOZ3wA3B4w49RsYGdQ5sAvkCXGeFBbQjx/pGQ4LBsg4EPQ8Pe3389FE///yTPlD7m0kOIGcCIesKC7hFHpTdv4AHsuO1c6Mh0rt56y7zSnFAVjQQgG3KRv6mwRZ/jOOA3r1kSnQsBHtug9DpfJKTGXv02z88yAH4RHIjfQGB7bEY963rmjQjf8AoXIaiEXnjuEP3PgOpiQD5iM0TMPuZhbKPoohRYxnTN2eYHvH5kTWYqM0/oBmdpBk26r2G6HliTY4ETl7LI3wn/HVijr+p5Dln+LuuJLNmAkDLNBymSUfWGNGZTBwJwsftRi0A38rtMf3CmnaLT88EGOhVM9hwdsQ7ExvtM/Sx3ypBVuqRCYC9DvuJwPYg23tErxldq/kA6jqFOq1X5YlOXbGJZqLLULTx/iYpEGUER+DNuH044ZcTgaN/pSiiqKSfnTAwbBT0g6dJCkUE4wXYaHSigeSl6xKDpEKyr+pAsu+AD4+ZuDpphjeiFlWQCx9Fr4hRAVie60DHiCJDKcigPYAr6FvQwXXkvF6F8WCuaW2Pn8UcSz8EukhoqxIFPUdg0FiKeuaf8ftEstbfAHr49KBPHz7pkT05Hfaq9SixaSLgkeUMLwMVJeBnPbbswy176Ob2TrcX2D21Sbp53PusjIM8x3NlvqkjzIQAwLKsf0G3bIObT1Xei352DXv2gdfe+MpebM7sYFcUi2/GfAZbktSytyRLW71jP96ojCP0yAxAXFQRBTyAb6LgMZ4FgWcU2g4I2ddl7PHhKPMo3qNAJL2Wiw29tFb22Q3wCz9ht+1r8weFeVgeJPlMYWNLsBCe4nLTjbYt/bfQF3TFTyP4EXtto2v3xTXzXBxJ4Np3k98vPCt13XzIgWQpVgp7MdZ3+948xnyfbdJfW/a3eRf0FLpX9sXpdNTM/vGzy2ZhNvvMNpgdi2K8bTGkXHAmymG3gfZOOTGdZ59+QNBHaOh7FX6wMBo2g7IeRjW9GCtFBZ+X0iuo7csECV489dhuuX4v2Q+whnPHnFF+P7c9GFBT8IXdElDY9oA3TTPi3XrSBK+Jz7L8JpN9mM8wk5j6xZJDLFoOrnV2rm5fxi8aLXRmZFi6S5V2BtqdsJ83AAAQAElEQVReQe5L9C6LL/ysP7VN68nUGMY0dwDzbuD1MWA0eOt2xmX40Xec47GaiaE5/csNUuYyRoM5z4vteAmm+BKOB0svIW20rkzynCajyat8HiiBPuNCR1drz22mwjJY76LosdtGm5Fr+r0JEnR18axl7xmnxLze/rkeiH+u+Ffprx549cCrB77hgfzMyNsTkbv+LH3CfN5inJL4tc7Oi1vnft7cWOCq/2tekFanfvaht/B6hq/5+S4HVMuw5yo/dBeEP0iXJudBPZsO3voYaOZQEJglnWsanQf+FliZ/y081rlpXN60GL6MrLjW9VknMWuDDoU5Hj/7tgDWUayiQUFnGXmqvoRbR5lFWXu69vUF+bVGarQMwuSLc8FrCT4XyuUMlVVlLOQD9iB/o2Hk8B9RJNZtJnGzfzgQgHNgR1Qpg242W93d3QG3Gjajus5/06NeBW2zjiQmHITs/W2Dh0ft9496oH7In/pOuH2RyvxNJg12cnLJyYPSD7jAOnd6uui7EACVvlcGC+jSjwOBbq+AsBI4TtNEQIu8x732JFwOyLculb2N+lC5QI2fQh2da6CbnJYl9rqD8jyDkj5IB/QqPQfNoWhAh3HcqBA8RZTUO9Axemiocw6TTwQV+wy8H0kS7HU8TqokWuQLXbwQM8HtTMAx4XMHgz6ESwFP5JDAsG8CGcQjciLEdAcCvRmEvSnGioMCfBLBemOzbZ9YC/O1OQV9N9bXAL3Q0b6Z0c/fFjLfk5MX+LKaL0kf4gCdmWya5AW/iQDJ8KRj4IuRYGtLsEwgDv+RoLsYHLShj+w/fFEziKy5B7RctquUUYH+Z4JN+2ciKD7gsz3JiQNt7ycHZSd8ZF1gtcxeKhA1fXgk8TITrM74GGSE/O2aTdmqoIvQAzLW4ERiDjrbCZnxgQ7jovuIHwt7MX3EeK34lHpdkw1rMto+aMJ+ZMy+O7ImEz48ksGbWQNcJ8szKK+ARadALxq6XMxvbY+3db/4Jby3nsB2eC3HMspQ8JtpAz3k9w+83W5QVLBlRM/e4wg5sb4HnkU/k3uey8fHBx14ZrymDvKtsPVGE6ibYm7HhXdJ/eOFXq1v3QFmvrTP62N0PS884WfdDV57j4nPHetwdMKBZ2Q+zZlEzbmehiIR8M8aCdmm72AYP/TAgF8246jNDUBtek/1c5Y1gpiGDSUBLmBcYOoK8JxSehX4ldF1L+tovAGSVqJVX793yBDQM39s/II1AeyGyXuFxM1MPbO3xWU/Fp7VkfUqlh+DnKwo4Apr6XfBmPt0I+PgTgLyzJ6eNZGA9LeJZvY1rpRthmUrGB+0DOI5EG+zSBtHmZ8TP1sSpQb3C7ID4hPP7Ezyt7Im/paNuIy3HxiW16byokgwDfSQyGMiEea6oojHvbY1FTvjE6n0gQ2FfTygw8A7ZLOAdVr8lTr2CtbYyY6IgHcoLzaq/TaRKN6zp92uyIqA51i0JRk4lqJGXZUOYQ4NeT1LjrXPsJn3oN8x+Qzne27mXUKiAF/aRth62hehpk0MWQS+tTwDGGR3rhJiRWZvveUk/Ih2rZkDpk1baVjPth97PdX22dov4LEzWt3o8VP2W/3EK1TwZet3Es9ha0OnFRqvCx4d7K8I+NMuCb0KezRYn2so3qcvcB4v4Ex/gat+LN+4s7zcGLKjgCt/yNeLPhRQojP6eO5gu3r6iRU73JOugHcfXk7Esg2y/Xr7/XjAa/r70eZVk1cPvHrg1QO/6IEXn0y/SP+PJ2gv0m4R1HpL57PqDMYWGGh+VsyFz9gFb16JWfqfVx59ifWsBp2CxIE4KOnFlfN8g7ATN/3jry/bDLYVzn00fMDjxF7puaRW0YmCFVYYoOhvun4dA46kWmE9zFisvRW5SNkC5ZrqUtwnkBVwYQCOOQ7AR5I/hcDCBzib65+GOkicOFjbA8Zvdzvd378lAXSfh+ueQ5wgPhJ4HAhkjiQ3JsABZgJJmI+Pj/r48VMmgfYkD2Zok19wSCehdEPQ4V/XcNDhg6LwqLh8QDPQBNP0DOaU4nkb+VfSNswfrHNfTKYjQaMTFXuSB4/A8XiQ+zP4XLuk4obNFBprgf/adM2gdfTB30GPkzITCaYDgVDqb8WgsS55sMUPwWG4S/0GDei1w67b+zcaxlFio1gH++jxE4kgfFTNI2V1Cixke/ET6CPJqwNJsz3JokmWJa6IUZYT0X5VaiIw3u+PmgwEKyeCFISolI3KMCr6Xl3XZxJkz/o5uK/zWZE697J+/un4wGG964Il7EianHQkCDoRiDpQm9EvfVbF2FkzMpsfLPeAX6ekh0yw1eB1GYuKAX8U+paX0GEED45tnpFhcLuC81zTjujcd+gCbj6jCz46OAE07UnWHDSxljP+PxFgOpgU+85cG8AJRap1h2Z2TVAKKw2BTpsi+46bEE+wfMK/R/x7wjZziAxmymg/b1TsR3wTnfXRcrX2UEaNrO/ofWcaDHCC50jy50gCz/WJ/TazJmfrhP8ag1D6AnrXdJSgxhdSqwspdOD6Hr3Thz1kBQDP3GIAX0gGNH0HhQOfYJx5vkNMafO9b0Zog/0Jc/bESd7LD/7Vv4dP7LcH5a8nsr8ra+x1kTWx3gm+eWZTt89m0KFYpn2wyEcoo7xfmFLh8QzY4GvyByJIAz/3DaJT5GcCkgnSKv6zD8+sdUbG8GJE1xciwFrCEzaszxCKHogi0fdoxbkz4JoKVMdQs0Fc1QsIN5qJtz+LfYzPAh4NOokppvkMVjw1hWHL7xov9DCvkWfC65Drhs86eIsr9cGYUCdmMaeX6RXob0yAhTboj+zLkeSjkzUFHgFewt/stZkk0sm1/Yw9VPJVSV76W26mWyHgWZhbYlRhH5vfuCURz2eAfxDwxBsOKFjhSwvdrAtcooHXpPKc+blrPjS+U7HvsNdyPE+pz0nVD5/5AcZHmLZP+nFJtBXmXUNE2/slAvldgpDvlbdM8/TfsfJzZ13IOamwH0f84x9YFOxkklVNwNV0O553no+AN8zMxz/wMA+/L13PvEfMuy66iivQ10DzqZjhCk/YZy3URabvz9B0PBG1svLNABqd7LtgSqvRt6DvZ8D6JW5QWfwWYbpA3ud14+WxZCyIKPRz73XZ5kYxDkCBwH8NOnzWMwakLPMHUp71WMG4tX1VJx1j1ndc8OPSL+6zFpaFLsLP4gpAtcNBtNI11Inj5mbq16FTqMA3oqiHhzzW91I2qF7Lv4wHvHT/Msq+KvrqgX9LD7wavXjgrPxcWnq/WDnT8otEfxtBcJD+tS/RdraxUljhDge1NIhuxwdxAKlNl/cv3vJ8uXzQMi1pzNEN1wa3fxEuMtwIpeiIhbOWC/zS+nVV06jdPWNp2VYMbT00dANcO1Ryp89dFX9U8LODkqVtvDk1QB+XLlC3e6GrvnAh6wW2+xWztF5Bw0D164snrNBmXfI/2cXHHMC2BBYjAUbh4By9Ew3SnqB2IsFgH7AUctB7d3uru/t73exuNIyjfDj0+DED9ikD60N+a2PSnvrwsNenxwcCzUftScocCDSFPwOGGw5t481WN/4fwZBf6BtvtcyTBeDw516n3Nc+eBLMjsjdkmBxIL4ZBvVDkViBE4H/Ef57Ek9N1pFgfybwOMGKRZWv1RfXtfEvgHU/AzPrPsPXfpinWQfa9dh4hX2VOhf061Xo98A4jLqxn+7utRm2MA6SDTOB90H+lbkDfpkJchlQcLPNlf0442/rvSZ3jpPlRCZXIpARnXzZzoNtxOfWaXZgxdiIX0bWcGA9A1+d0D/pSBQlDZMLYzc3N83nmw28WUPeGefTOX11JAlwQjf7H9PRSsu3gM6a0M9Jp/2SVJpJ6B39P/kgRxjSA8G6FgIwKvYG+jsic7KGMVJJJGBIvBBcHee9Kvr34LfbXtvdRtubUcNmEKoz46TT6YBOe/bUI0mgPfIPsszK/Oo/suNUKEmCCnWtR5I5E/wPmpw02j9qPu7ZajNWC11CYw9vdDPijI0zc2fsta3G9REqY2Gfj8CgwtoKwzw+YeeEnysBr7giaQeNm1FlKOoJOKJnAF3M9wzvmlCXved6zna1vwDXCZ62AO5AZKBvuUAbAsceZzDx1q2w1yKKHOR61GOmdRv1oOtUsMHQ96G+6z2MX0/4aNJhP8mJUv8Nr2lJsFX8woJDx9rl6mu5g6L43UGl4J+ip2RrFQ1txUbbeaZ220A7RzzTfCFHQesVrEfQNjv74oTPDOm7M3PxZ2oQbW7+D2W5p8znCjwOmFdgc0IUT2JPwIfNbP6J8A2ZkLuFZimBNvxAhu0qvVYeEcGYy1JTQWnE58BYRCfPsW0FPoV1WmGkPY7sLevGhyfbQO3Cj6xP0sXA/B50BwRt1jj5jPKv4Y28K80nVGT3zDy7J9ZtBk4kejFVzSjP/xzgCE9mw9N8xkwCbbThPeykur9pI18YWZNZ+9xKm+ybgANg3Ss3g8kv3+ixfeOY+9LramVMU/NbcTCFuAup8bNtHW1qeCZOjBmy7zbE9C/FLIAZ2TP2nvxOBmyz51v/oSB/5BkqxeJzL3q+OTWakNfG+lUSXDPvAX8DyO9g1/Zn6mz7kSVfSx08h0HfQPWs5NZcMDnum2HBpTX0UT0xrV4YJwYKxrmnT4K9VLAhdb6qGw6fvcDZphUiPO61arXnfAZJ0/wU7Id8l7g2eB/CP+fEqPhS2342DwPtAJKefZ618YbEj/LnT+KT11Pful7AfsBu4Wd95cIqJQT3KBp6bFja0duBAOXldB6Rl6jX/u/IA19Yst+Rdq+qpAdeb68e+Pf1AEfg5fO6Ve2e/mjnpGw+3Rryiko+tD2NX7W6tX1prIhL/YzPC0ZdfmheSPmAVMIT5qq1MnJtuBr6vNmB6p7xevmiThbXSA57+sXLfFci2gSiHTwoiVxrfVNykv7mW+rrE2NrXM03wgHDiUMjgQwnBgcjM4Ff5TBocDjjCZw30Awt7ffscBjBBn3x4NL2gf7Gq7+az06kZ31lSxJAXBV0u+pVtH3qBsFx6xV0Lw4qtqNGf22enwQHuMrpdOJg7eSHA39TFw72Ttjckdx4+/YtgfuNou91Zr19aD4S1PswzVTZDXgSP57y2y3m418JO5CkmQmmj0kkFYJAcVnenPKgh4+/6TLj/xNBoYMHWxn4ekQH/yrE7e1Ob9691dv7N/L/MObERs/B8kSCaSK49a+C+e+c+BsO02EmEGQ9U2bzGSJflJDtNthXqQ+BQeo9PZLAetSUSayjTgQNPbMdbBQflh304IdCkmGgvd3sdH97LyeqhmFgC/ckM6r894oOJICOJFMqtqY6zVHwtN1HZBy0x0dOOpwgsD4RBd0GoNeMfebhAL7R2Z5QIZCzbwryBvQQ+9W/TjWRsJnxtzdIIYDzt6e2u1ttWPMylNTthJ/9DaCZeiaoqszV8n6p6HBm/oy+E4mCPcmnieSP9askXk4wjoANgPvRFkcLcgAAEABJREFUMQCBoIDzmDp2AjxrnTSTTFnBYxv23XY3arMdtNkU9axx5Xk74qMj8pygMBxJ6MyniX17lLwnSADBlbbXdYYvvrNeuVYfSdbtSQrZN+jBHivjoOh7FKvgTzqxticnk9ALCtnHDk7G7Ub2Y7Cu1s/2p74kQ70eCIQ2ZNoBngM+7Ic+ceKq1s3JC/wmdFT60Zqe5bEZ2yog/PYETMwSyn8I7vuy8IwcsSUGj+e+iyLrEGG6TmpkSeuO6QI+gR2m6+0D1t9iz+yhI7Z7bxzYH0f25An7ml5nT1/40EbXik0ze6C6rRkWTqz5DWS7APD20UTybc8azNQz+8W+W20MZrG08h4xoBr2edTzT4weAfMFAt7dmfGKLujASO4h/Jk6sO9m6z8fSGaxzjwvDW9e6IeuB/bZBH6yPvRzOWyVBVPDmX2w0HsPgE9/LTUkrNfMvjKcqI/ADM4zDdbdVNTp+45Oh854Hj8XguBIYH3KiN2GgXpQ9L0CZzR5tE0X4ANa5orFtL4GtwO8+Q3QGaSWpLd/T/j5xPvIOVHTs/XsrQQ0kcE8LgD/gF8gr5Qte33Lc7fV6Lb1jKJGS0WxjOBzreQ+CoY6sC4Vf5zwxwlbBPTwMozwKvSbZOsk/FvZQ8pnQVxdjpf89R/2sXWCf/MH8wIQPAFZpN+Rbi9gnSo2zzzDFftn1tdDAZ/Uc1NIvo8a4GP8CkE/nx1kFdqwlnnZh1O+bybNvAMr/LLOZa5WYWWx1B11l3jzWEFfvDz6xQGQKYD6umC7dYtOpSx+jFY/9UOlxOLDp7E2jj+ZV2wj++WpHpjTYAQ/eq3HEdzIehm2KvQTz1541jZtwgaaxqMU2vApBt6DBXnmm/1Ah9xfK+2gMN2XALooBVsM+Iq5unhWLy7GE4Pt7J2SOjEPX3hd19EkWW+8Slrz5ejLfqN6vX/bA//I0dcV+Ud695X3qwdePfCbPPD08fzUWhlcXlZxaa1DT+ecxJy5N2iB7NK9HGo6EC7UHLS4Kz//jDIQXOe5aVGhZuecBzwPW3ow7zLJCA+8gOdoM7NOL4iW7nk5sJ05vZ3P7ZAHahlVyjaHC2JtLELOHQgDleme4ElvpR0QZEEX23nxSSK5LQyfOWTFMfxZsaRrpPt10dd1AxnjIdcJbY5RFUMxm4MhutKowBncmTqpTJSNjkOLUjNrFIvuoa9cmPhspFt7X52xEiiFPPUurXa2uSh0wX/WWPYoR/U2dJkSctJkw0FqJCGwJfkzkkiIIKmzHLBbEEXQzUyP+Ve27kkAvXv3Xv4fgXpoK/7xIfxI4ubE4RnPQY2XE19JfhxJoByAPcmNo2b/Ktjiz/CBDxdU+p7rn8I6ID1yIJ8J9Cp4FiP5RYR80NySqLq7u5WTUG9IRN3f3un29lZ978Co6kDg52TLx48Py7ccJmSeyBsA2E6xcrDNli5XdKxpJ18V3U8EFxMJD/Pyt3cM+yW4Td+nPgM/md+ocAhO/Ui+3NxsdXuPTui43d6okJSxGfblnoDbfxDaiZTZAQzPgbXw+AmfT/jPNBMB+UzfY/bRZhg1wCcU6U8HLNP+SAB8xA6hN4du1m6DvM1miwmdjv7WEvqb14G29dtud7q7udP25kYb6LoOfiQEpgO8APv95CDIguGyFu//ipIzgZx/Sj6hXyaBCLQrCYAnYH1J9FQCdOPE8+Xgv5I4mPHnDN5B+QE/HqHDhQSOBX022t3ttCEh1BNMdMw7QXskoXP0r4M5GeQkEHvMPNJ3Z2zPpIDX1TBrzqTAQdbRCSfrbLvHcVQpRdEV+aqsb+pj3ZFlXAQ+hMbBjwMKsR8q65N02DknLZQh1rtoHAprUlSsL+/gM3zO1in37Uln/FXBMQM30PJ8YMaHTrhV/J6LZ5rV3zjE+hpYVaZ6Xk5vpCH1YZnYwrMX6Gha7wupU17mFWBMR1166IGuZzL2VPTyc+bkj/83uKN9yprP+MTzmekKeZZtmGmv4P4C6Xva7FnzmFjT/f6BPYn/WdvqcdtGMkcAqmgF3JxtmQafnfGJqOGmpC1VuNRLIIVfnn7iGMW3uf6s80xyZwJm1sb+xEuajxWYNPMOmAB/C+6IbczU9YULsAlaNy4DWI6CAZh+xq4p9znPBry8bnXxUb3MeWp4XrAmuc/YE23PDfJeCtbiCXps9/p5XUYNvH9LGcD1MAubwT4+p352n9Qr/A8eEDBW08eH/UnzEThBi4sCug5o9EVijiFc14CvW9TQBLwKug7DiFxDo7ddlec07aQT+MJQWDDX1qfis4ofqtcMKd7/TsqPvH+SDttBo+cJG9AP+jNQnZ0yA/agxxsgxH34QZyjxhjaeLtb69bCDGit49k1fI23bpZtsJWef2Ks8rxV6kZjnzOKTe4b7bGKHWfb7Pdt0uNME6Q22cjbtQ6J+E23r8+u2LGysmoNmp7NLreL+j4ukOsKYQBp81K7fQ0j771xLPmOdV1YxwaDRvbcOA4q1IaxbGgDFxxtj9FvYyPjI/PGrDMBA/+syxXu0i7QFTnBU4rb0ATg8aXOsRjYgz0mQavIf+kP71l6DNBd/EcVvPPymUqejW9PEh4m0PXsbipvAKpnpY9n3dfO78sDr6vz+1qPV21ePfDqga95wB8whi+O+wBh+OJgInM0MyV0O4mi55cpDMa6NrjNAahVz+58JvL51/FxGc94hQSO26UsfK50X2nCjaSrLXjJ5A+HSw4o9cVhKMm4XeOTZQeSYinuu6Z7VT7HXA3SNIOLIvTX8iXcOnZdI9WkwLU99lrNw50PpdZ6/swipiyMGOew6oPZmVNiBZaBrJ7osvv8ZvWvMGjjc23Kco6rctg17kLyjBmh8rPBC9VXGw6LbFsKgKr1aawINy/tuuhCnfjl1iuDlDIWjQTgPjT2HPrEzpnnM0kbAiofkPFDsNHyGy73b3V7RyJht9OwGSEl4eCkjf8YqAMukhtsIgR4/5zkYG2/3xO47EnQ7DVfJYGsXmWPzchwIPlIwH8k4DrBr5oXcsW46SKEriH/HZs7Ej/39/d68+aN7q3LdoO8yMDjwPyHR/8R6ibv4CAX/jV5vbCfWZjqQiuwhYriIONAAOhvETkJ5D+cuyeB4yRN0yU44I4crkfqgeevz9pJn7vb+/xVsN3uRptxlNfIfwzbv3bjoHt/mPLv6DDAEPqgl3VzYJ4y9hN2zIxJwU87R2wbOYyb/ohOR5I1/jU9B7rG+RDudctv+Gx26qJowscZwOKLmTlSkXW7ud3phkTRuNmgc+hEEHkgUXSE3jATCAl9Qu3KLcmtEihVguI54aDZfMGJ5+oE1BVI3MxAJVgXiZ/kAp37M4H7RFJnv/+EiBn5wn+DtruN7u9vdeNfBRt7OeivvH8m1u1A4ud4eCShxf5h/hE4EfSbX3XSADo5kYAMy51ICkyMH/CxE0Viz47bQcM4qiM4jehYvqoZ/Uxfc1/MGTiUUthfnQKfQ4b/oUt759QXROpc/FNnnpFC4OHgI4pHTrmmJ+txhh6d7MPAHAVr7GefsUpyZEa/I1DxM0W+cLGZXMB+nkjcTfh5Yv1m6uq1MbEi9YhAggEcLWPxnVsgXhRmsC8Y67ocyQCZ52s24AMMTHy7+T2Nzjx3TUfsQdGT1zjXlL1pL9KfAft7j9+dAHI9s0bV74D0QU1dRSLHqhpQFDHmP7PPj6qnidcFPPEPb0H1qBjlzLwq4Ts7pcKrMl5z3SbmLUC/ooMTaq4Pi8/2JEj3+K2yfgiDT5cVamOqZZ9Ueb/ZPg8EC94AHyF2wicT8yf8bj4zfdMyZPKE6zbKUvAyC+7nsbDXvJ+COtgv4b1FO4PXrlff9yo80+OwyTrEJsIxuBm98Lfdwac5HKUojPCsEhTP2GPbJt6PR57dkxNA0MrnidrhrpCY16CXnrV7dGSPIyschCcU9RHKC+F+/m2n+4FPnCgqfh6i0VTWwDqsNLazJYBGDdg3xEpnH2MH9EnLXjLPBDvOfWqPJXgA+SyOW88AsuwnHTSzny9qI0vBHsDvv8BPxlXeZdZx9pqxxn5ORnRznePMTTv8ecUzhaY658bw6K+FDsJroPuN0rzyOUHgY2ObbqYKBZX7Bo8ZeEy1gp8H417CSu/6CQr8Gqy+Wuvw+uO7tZ+1cYB9ufbd/iJ4Hxnsd5RuMpElDAAvIFbIcY8B0CctYzKtx1wDvC1YiVBeXngDnVbZN8Cic/ufFOkv/CD7hdKnuF8geh3+J3hgWfF/guRXka8eePXAqwd+wQPtA6gRXbfzfNXQl/s6fk5Mu7u54jt3uPmzn0qNBy3K11+ET3zkbIKWKw/0TOTDs2G6S0tXl/nmWfoK51mtu7Y4CvlwZP4c0KoPUCRDRFvgxTFJfDx7zmpLqz3fgVWXFB5vcH7R9+wrO0z0omuUmkMWO6y5uK5rtw2gv1DWkVY3m5r+aGs7bE/agfBG9MQFEg+duVXTXQCShZbzCh3bTPWimMTr+gxtns8QzDWhcWvt9ktYx5rAl6N2pvxFgmygb6ufyNbpDY8fLjRWCOA8ZCf3JQjEx0ysjE42kBwoBCj+qe2eQNpB0EzgIYg97gTH7e0b3d29yW8COUhw4HDywZuAqZqWg39YFfw9c9D2r5xM+0cSSo9LEmhiSRwgNDDNgYB/T6LoAEwEcjOJhBPgeiaonByQUaOGHHS8ub/T27fv9P0fvtf93X3q33VBcHjS4+NB/lUwJ28eHw46kDSZOUFz3rdW8gE0G77hCleG9RkxykGCZR5IkDyg04P/eG7aQALENmJgIYhLXrlGIFxTbcaNbnf3+OhOm82WIKtnrc7YPukx/xtueBDEeY9V1qXypMw8b06WtSQGOpMkEHgHWU7KpRz6M7KPDrjxh/1uva2Hv8V1Q1LObVhqPlZN0wmfTyZpa7zdanNzi/92BGyDyTSziY6sneFE4D6zZtbLsg0VqjO4E2vqdZqQO7EuFf2qg+8EAmrqlhDANo/z7FQH7rxDHLR5zh7/PZAAso0Vnn0Eumx0d0tiaoduQ1EhA3BG1vF4IPGDH6gn9saReiZZ4P1wwlcVmkpCwvu0ImemP6OT98qM/BN+ss/GcauRRGUZ2PB96IxeuRcYn9GZjSjvqQFdguAiXAO2u5onSYY55XlXSKWExi16kqzq+5A6weKEHyfgmG0wIhpnn2m5ZvCzZstkD1vujN9BUuCbxRI9kxq90s/42skft2f8dYJbH4G6wKXulILo9wGeUchYNe7wZVDWUR1jgLicYDuxLpUA2Tae4Q36Uir7zJpYz4oPKvrURV/jDRXfO2k7Ld/+eXz8xHP2SFLxiI+PqgTqyZCHCrVk8LxAs8bzqFP64khCzlkMrHOiqKAxbk3/QatFFyGvWg/Wo17A89LITMA1XQ6a2CtH3l2VtQ4EF68rfmmUVRV7uTf1GE/lXIOZsdfvK+9Vv0MOJKVX/6c6jQmUKEnSBW2Z3st7x3JKcXsE52A3oKRgPRMAABAASURBVOvkeYh0JUWviEE9746SYLoOnSCDaOYlZf2CmRG9WDW3GMfj7MM977Yj77MjCSDckWPRBXwBqGGROG6UhqNBcbuTAo4JpeFILFkxy/X+xGXgTWa9TGs6dGMdchwBqR88Shk18q4r9i99U9mvM8+fnzE/m2JeMnxxM51dacA4VMgWVB6hui5WKuXO7Bn2CdSBvMA/9rdhQAdP8TfCZvw0+1lLB2HDWDDb9gtR9mNNPjMJZLP2vL8XrFas/JrUtfel2hTomPZ0ELhP9ayY6wrPBp51InmsvL5U2w8NCv4qrJ8hqBvwXkt8o4m4quV9YLB+8BZgea4B5XgIR9Oj5k4H/a7a/VV7GQ/vv3xBQbqYWBlbmqy0uSCL4UCek6hjKRrQLb8ZC46hrxTLk/pltPWWzmv1u/HA67r8bpbiVZFXD7x64DMP+NPogqTz4o3VXca+0Dh/jmvTmdUBfPi1/ud0SOIDcGHgxMyzw5Tnyp+3cJC6rhOfm/pVlxkn4QvJiPLhLoEAQV89HUGY8zlQdTQMVK08jcn6vhDRaJb7ZR4NMiehLk3wB73cCn39wgbr+ZwA5ILIYySHRuHBih4ZPBAoVvrGLWSWkqJa43rkqr3q0a2NFzauzNC/MQNxUeWaFnyWLu9ahdJbOdP8djFfwwuqdshZB6gJvJoFWOwzM3aDzTsYndaAjon2dxkLh/lRTq4EByz79sQh2kkEg11ZCFh2uzvd3t7pnvoG6PuiMwfpmUTPKeGgShDlQM/yTwQD0/FR+/0hYSJ54UO6+Rtm9tiJA7t/3WdPcsQB14mAv5KMqOBbfdQ8PQKH9Nh2HDK58v7tO/3h/R/0hmSUk1PB6InA6PFxn393xwmgBwKmA8Gg8ZWfmDefB95DQzuEFk7xfYEu65mE0ZEkzZ65yQ+ee5JJe5JBM0GaZdlPPpC6jWgX2ZfjsNHt/a12d3fpz74PneHn5JaTSakPtjkAEfZb4AmfTacDCRsCWILqCRBOL6zFOHAQ75teZ9MRADpItX+se3AY9t9x2t3caBxGKfpMOO2he0Dn1JegcxxvtCMhtdvdaqTuofP8E+t8JHl3xNYTySDbXtkfFfmqZ1WeH9F2cJzBHWvqAOtIgFXRv8KkepyExUTCbI/f/L/0VN4h3guCZgb38fFBP/70If+HuE8PjzrAx7rfkcC72d3lN6dSLxKQsEwbTvjtiE4n+wv6mT1mHU7onPabENkCUgfoJmyZSAbZryN7pZRBA9DjJ8h0xC8GJ1cO8DkZqVAJQ1HB50G78ZthPWv2nhSuxWcFXgWaQlLJdGfs868beQ3P+Y7xM29ggvUDKutWrT+6We4JuTNyKYxC571IB3NV2V/272x/JkyZPEIRCCnoZrnBO1MRRgAvi/GdOmi4Yx132qZiWWBVWdWTco1oGQ9RVkKPSsJF4CvaGUR9DZW1n/HxxPPsZ8J/9H1iz07gKraKuS2JIzUVa6uTz4w9R3y65z008f5oiZwgAdR1UnQLbXemY8ecmHUGjoDbADIqOiwKo/KsCV/t0ecA+Nn1+jU/4YtUokKnhHZjNvikoWkF7XfzaM/pnncWOrJ3K2tsks8gWQd7plfkvhg1UkfptF5IRZztkPyuiGUPjSRPIgbIgnHhkwpgm90hKKOgUtfG2RPT/ii/i/L9wUY5eyEZ7QhxodblSlFB1yBzAujmHcow3iCesco6oKHXnGenUpssvFei0RhVvV9zHP3yLNKhW69xHKnRn5U5Mr7u2RPtuvoMXrHYErTF5yRa6MvX00iaAY+KAjPrPZunAZz5DDzbfr6tg3n526V7v6d5R3sveJ7xJUaqDt9WTcyf/RxSe9zq9AU/G1iX6JAfttvANErqsXZdfwlWOupvFUx5NmxRz8HMr0lS+gXh+dfg1b0MynOfQ8D821Dkz7AVQvjiAvgCnl+6N7nPZX0L18PHsNKsPLOPiTUTQaG1nzU9tpXvADOwpb13R7m+2JW8IVlKHnfAudv35tm7+Qq/Uw94hX6nqr2q9eqBVw/8W3ugfZrgAj6luGe5amZ/uT1Hc3hd8FnloSlbn986cSTSVy9zMrwkYBoo7j4102ov0lg++kDQaji3gecKMgpuJWCscrAS4DqB4erTBvVaINPTh/KKpTYfwOPW9ewAAPSlNCSH/QuGRtPdhzBaSoX4kGegta8aq1WISOyqBEfXpX9dWQuPAAQJDhRsh6HNszKmYc7CMKu8gcuyjGdbrM+zQVX7Sb90IR+Sah8u7FYurg1XhkL5hbLMy5HrNogeSJ+5vgBEMOYOxvcnSD/kQX7mMDzJ37o5EtjaJ3Z74afXPkw7CVSGQRFF9SxooZ9OshnW179OdP/2rd69e5e/huW/CVQI2h0kHxzYE+jv+cm5+zUP2md4HAnQDgRUj9o/fNKnDx/yf8dav9lxJMg6EBy7dpDvAMK1D+vm9fHDJ/384w96+NjmVezw4X/9e0Dv330n/12gzXabazWTwNjvJz18Qh7Jp8Nhlnl6LXAPvrEltHAPxS5I3HozneUfCSYdVDx+fNCD7XrYa0ZPz7F/InpFCQ7RISHZTrJetzd3mSTbbneZBOq6TjM67Jk/wXPC7ycCVgfgnuO1OdKf5kP6aYLGOhR4j/62SYRgocp75Gga5s/4oPIw+vDuX43bktgZMqjsoZOO8HtgPWaCx0az1eZmp1uSLQNJqui9vmcdSZodSP4cSbSk/82XgMsPq/mLha88zxWcfTKjm9dlZm3nfL4qWpwIro464Gv77HQVZHn0SN/ffvrw08/6+eePeiDZ5//NzAf5HQmg3e1ON9sbef16gjHbWQlyrfuJZODE/sjkFHxSB3Q8o491EtKrn0f0nMFPrM+MbuIqZSRIHVS8n9Peir1HfGw4tbXEP5Cy30PWZ3QAr8Dsyr6FBp5HAISC9ShjUW9+PC/i5WX7TosuFR0S0En4rIG44IWvJuufMKni7wrOfCFYiunOJIFOOp4m9Gz7If0N7Qn+EaEopUGEN3LO9Zj3pRGhThgEvqc2dLSxyXha0tLusqNEh7hsjUFY0GqQSzEBwGfiCX/Yz07+HA6POjwC+cwfU/czuoo1gRpJAtyCH/pX1qat7SlpTdcEVFQ2XUDvOQuAspkrTWp2leB2fybxNDkBxf6b2feV9TDenApr9HK+0AO2yrHGGF1m9sNRe57zA2DbjiQ0Z2zV2Z41QMxESipn/glBIF1oIch7xGuEMahwRlTNfVSRyWyVHtqePel9Fj0o1oKxOp81896qeN7MA56uIYDHmb0w6YCP/YyeeDaSjIWzrKBWAry0XKluLJ2QW7HQeA4i4VvlP8w/8wzMyD6zZoKmsx34rclHI4jth9UGzy/swTIOkHTYaRvnfAdMx4NMCxIXdGpJFddFCjWg+uVyTv0ss6Jf2zOZHVOPb7Y8g36+B57x6ENH9sAn3isT76fUwT5CSPFzSj2zJ+Z8N8xNP2yyMv7sMvRePyfubDd6PnMf81N3anvyGkC14gkrtMVZ7m3463eEJXPXT1SpHl3XKyg5WggDl+J5hgvi0niaZ9SX5hn/NTDPa3hBZ3YJ0Lj2MImcteluAgheGWQbs8et7VHQizXMB3sp7L3WxsuXNhjaEUU9+y6WttdPfe9BUu9XIozSE1/Ik4bba/mdeeBplX5nir2q8+qBVw+8euCrHjh/deR/dcAvUMMq1B+sn7e7FfW8NrFhwVZ/JK92+fSgZeBFdTWFkSfpweERBAV5QfWlYv7+uwWXMWg7ExuMpJ8f3mvfuJdwPXatTVqAFdQEIZUDbcWOyuEvD0+0kxPT26HAPTquruDC8fOhZJOk8LrQrXbbNgaNZ5hWK+5nC34UpXkgIg8qNH6pXBhcESYj+mtNs/E1se0HkUq0PqdpCodf/DJzWJ4ImHxQt3+sUOFg5eTPSBJh5FDdcRD22ESCYMpfyzKfIKDe6s2bd/I3cO7v3mi326nHEAfojwROh/2j/LdbJg7iM8E7QuWgPX8NjITEAwmgjw8f5W/8+JssR5IZB4KGI/qc0OvEnOpf8yDwqvQPHOo/fPhRP/zlB/3400/6+PMHgqGDCgHU3d2d3r//Tv/xh+/13Xff645kQo/uNntPUuMTgekDSRf/fSEnEWp+C6jDMYD9ho102n5xA7DNZxicCFSPBOl7gq7H/YMe0eMjujswtN9yOkHDiB6RQYYDlrN8ON3uNvIfqL5Hnzf399psRlWCyCM+OTweMhE2YfeMDMur7M8Ef8OFAHbCF5V1ihB2EjAOPbU3C+tKYHPMJMIsz0VllXGUfw1sd3OrTPD0Iz6vesR++9iJhwqh19Y63bFm23GrAd1Ba8bXtnWGdz2f4AuWjJPltz0lYuCadDM6zyl/gq4FZLhLlQByIlEzs19m+J2hs34ec/9AQu7Tp0/69Omjfvz5Z5JAj6oEdl5HJxVvWUvrviGJ56/348j85pT18p44wu9s/dJX+MGMgUpSrJ7tizP6nTIIndk3WIB9BTb4DztLKaCCBBA06Dnh5xme1tFr1odpm5+DfZF84T9jywS/yi4xnfkU1ttJoL53MHPGD1Un62HdHIowz/RijpwIch9ZGYDmszQTsOI7fIZSSeU6G9Da3hkfH9Fzz57xPOspE4Rk+REhg1ggr20Cc5XvopDx6qihE7jl1WQOCcrL452Eve4Sv7Ux3ptLw2hFD1222q0eK8mSvfxMZ7KE5+JI8uWETyv+EsmMRglreEfqAAa+9qdt8/uiYn8Fx+ZCQ2gh6YBLSbENs7LwWKJpVJT0czLhK//a1uH4qJlnKP3EeFlkN3o8ZP9YHmPm5299pW7grXfaw3P++OmBd9hBM89/Zd3OjDNF5oPXFfBlt2TtdgKjycuEgGmRKNvb9pp7yjkleo3sSdNXeFtG5Xmv7B9xGe99RnOZP8nPlhNS3ht1tQGCYC/CFMZ08EfezTPbTSaqMY5GEbyrqU3E+IxM761cD3zINFiFrJ91gJy9LXQ4ac61PSu6Lvef9+AQfqbEXj5rcnIFmmP+sIDdVsWa8uxha19aHdCbr1YV0EF5gWiFHg3meqii0Iz/Z/bUibafSUZl2SPJJ/vIe7OyjyaeK++BCR387oYRtnSAZ7AjmG8+s/nxHjnzXEZ06tDPOkXfJ63b8sWYq88gwBionhdsBrGoTqsV91+23LecBu59Cdjd6Pw08sQJa57Qv6JlNg3Mk9kXVjbka/CScbAkXwL4mRSelNZxYwFXHs4kkBsrwu0LPOkQevrXhhljLUI8cbmPivz5kL5jzXS5oFvaPfWzIfqv5ffpgadV+33q96rVqwf+fT3wavmVB9ZPrrW+GvpSk/PAr6T8fHb3HPWi+zR4Gfh1r9GvUTU92/2J+VdaL5lcdICedmegKY5/+tqVNNyg6fIDnzt8I9v67PLhxcjnGpraWEMbybuJAY46HFi4c8j1QbJyaM5xk/+1AAPKXzv7ap5tv+q+bP5dhFSHonACMHPKAAAQAElEQVS2D3wuq5rxy0wwO3FYd5Ihgf5c29+K8YF6HItGDtejvyUShQDA8wgAfHDmIO6DlxMJu929bm/v9PbNW93ubtTnieusE4frI/xPJDgq9D6MzwQXewezJIf8v2r5GyAP/HR9ItnjwN7B4Mz4DL3n+Ke9/kO/5jVB9/jxkz78/JM+/PijfiYJ5G/loJj8zZc3t7ckgUgAkQi6vb/XlgQCJ3k5cfX4OJFsaXA4zLIudi1bjZ22rIERKxAU4DBYn1VJFk3YcNjvM5HyKQPDT/lrWpU9ZTp/s8a+KhxM3Z/BOyCzDnckNO7vb3V/+0bjMCZP+32f/Pb8NH/SiWC1ZsLlxPgs6zdlwH9g786YESr8VNr8e5JAPC4tGLOvCBYr6wkRNGPavWUdbkjulGFQJbny8GmvPf5zcGTSkeTe/f0b3exu5V8bcxJDXE40HNkHJ/x/5jnxbokQPuLGHRL0q8TpJ82smddpZk1nZKQOEFT08XrN3idLEuiUvAgg8eUBux5IAP5EAu+nH37UzySB7I8+gv12ozv08re4drs7bUhO+ZsSnu69YWj744RdvFhJpolB85/RudKu4Nx+0gul0D1KUU+w3feDgpdTxREn9JltB0Gj6C+UKugSURT8M646sMSeiaDSvI1bg8/NZqthgNYBuAdYsRM6eP9aL8t5AvyGnk23IzZgB3IpOdO3tgUrXAAGqm1iP529R6grYDo/f94PpXhtOjVVmcNaeNwI21ywuZRR9qO6nqEOCLZLD3RAL0UnXymrSaaLf7mvJZYGrllaVfbFtD+yhw/y83k8HHPvskEWGilg0+YGsmhhYF3twqczcKb/NAeay2wmo4+7lmuAY+NzTYaPTvCYed/sSUA52XmC7/U8+8v9ts4r37PQKvkVD8Knsp8nksaP7FEnsQ/wy4QW7zMxnuogO/CZeRrafjEntPOYeQE0ufMUWTf0sW7VfHiAw/uLPVlG9k5AaRrW1u/muqyh3yHBc28m/lXLiWfziI0HElIzz5bfGR6zDtF18rdsOq1XpbECTURwl6gtbm17LWbzg/ece/PEUFUHkb8daN5CX1k/xv3rU55jayOKCjb4j/HaL9bPz4hhxo9+biyw2dGzBwfoqc1bKCIu+HourQUDnnF32M2Infm88nMzac5noOkX0fE+hdc4wtPa2M/Q+puRrJn3QvLsuAfjAC2eOdPAj+fe+87ijbedqSd0EUUKsMjgnupVGivQTFzW0Bmf7fVzw51n0ChWWU9DTM6Oa+vYic0Ihj56tFl0UxnXBsayv9bGvQSPvcR9qU8ix0IMXxg2+kvwBdILyvTZQf+sr2/r4Fpfj123V/XNI9vcWAs8hHvYc72fmQX6UI8/DNcscORVt1/asdSv1e/NA68r83tbkSt9XpuvHnj1wC99an3BQz5nfgH9EtV1LzG/pd9xPOskPiCVb9G8XTF4ofcyvFRXdG5e0y7tC+GlYUKgk+U1qnWs4xQGMJplRWfn+e3aNYEFshPCNMynyMzd/RZA7zPCc1o04qTFncMjR0jaNDiw0eaOggtHUyzN6+or6GuSv71txX8jl7+TXj68VwcaPswT0DoomQjKHTT50OxxTlkqBI5OFPjbQCWTOniOQNi/smP6mYDGfi/joDuSHO/f+1fB3uqetoPirgt+InzSkeDiyMHdfw/miLwjsvYkLvYEjoYjgcIJXSq8q789AZwJoE/UJ5IJXj57qoKboXMC4WeSB3/60//of/77v/WXP/8lkwgztP77N2/R4z++/4P++F9/1Pfffae723uNI4kXmBwyCXIgYJ0IWAko0gasYBMFoAQI1akifyZYcyBzdED4uM9vqzweHlsyJXkdNRM4eWdlsB09zDrlNms3WIZubnZ6++6d7u7vtLu9Sd96Oe3zCX8cCepmdLEPhFyvQSUhNOMbs0m1uAXPePg5QcUTPj3izxmfONlgoX2EhnHMhJh/nWqz3ciPkf82zQFa/+qZ6Z2w2pEg8jdtXG9JYvSs8Yk1mAk+Z4KjiTWqDnjNIJKN1quyKBV/z+g8kTxxO8cSX/HJSdbP4zM+NL05uJ7YD3ts/vjxo3786Ud9+PCRZNqRJGWwThvd3b3RG/8vc6ybE2h9TxILZx0JeA0naieYzuwHyzRPyz+jT2Vf16xPmtAr5aOT6by+BV4D+1XYdMK2Gd/N2DBTmyzAmy6iyD5i8exWmeds/5G0m+FvfNLY1/i4kCTtl3VJWnieWL+a+pyZD4Cr+LaypublNWtyZ9TDQC90wtr1rvK8mv6cPd+yrSh0LLWKg+9wIMQciodmblVYAoETP/7j4cNQ1BM0ddFD1cn6qwsFOPVeXINNRZbn45vUCLQAKJlHg7tLtiCY8dsen3hfHf2ND/ZuB0F0vQK9OuR5vwZ1Jkl4rqSwIHxSxXZTZR0r8zDJM3NMSadso0rW9J4V6xQkvzBTFZ1nnsOJfXU4PPB871XPR/WICggSmE24yx3FoWdIBTkRHWtND3Sz56CDkz+Pj/AhAYvfO2ZBAXWHXZJ/8yxQzLhCgsZ6FHRp62GsuFg/5LQ9QNKB/ePkpXUNSHoShiVhhOeiWdKfmdtK6g2x50zMz/cF750jCekzeyHwZd+Hep7dvhSFdQmYt+ncn3jRQfEs7baQoSXv6VlO7MzY6v1jghK9Rj4DgjqQg3vaPvR7wWyRU4AI5ALimtkPk/c374987sGF/dt16qEp5hVwA6eUn7e29GqXMYbWY+ntE/jO1g2ofoYY7ODj/T3yPJsvKJ2gm3iX+htAli/m2hZIFb5BVMHN0J3Ni3cTEtQhMLpOpgl0VNAWSH3lWobsk6Sgv7bXuk1f1hWiipUJC0FWzLN+CKaig454hzYTllJhlLRL//OKedC0SWvbVNdt91f4HJ96MWw51wDqbyvYk6otXFIOAijytwwX9KXy2ng9EuG5rcG9g4332Sg/Y334/TyAsy0Dprtu0EtaQVDQfS1/owf+N6Z79f435LzKePXAqwdePfA3ecAfZOffxOG3UX+TNawoWn7Y9HVSf8p6dK3dBi4v2ksDJMwq4JLkeTP+lyB0+Zy+kKZ2S69b6l9bQZ96caM8zartLMch6gn3orUqsurOQS8PFBzU19pM2vC1ji/4/KZu4/YttX4Tu7878aLfM772JcABeF6Cpv1+IgjfEzQfcdHMmoZ80Bq3o0YHuGORrxNBhxM5e37Cap8GPndy5e7uXu9ItvibG7e3t/KvOgWHaP9k2YmEieDlCOwJHqbDUQfkOYjxt1IcDPuwXlmnE2t2yvqMHifV01ln+vZvjnNgdzLm44cP+tN//0n/QxLoz3/5M4mEn1QJDJww+O7te33/ByeA/n/5jaC7ux22jPm8tG8r7HWY9iSmJs0E6bZLhHZCX+ucbQn5FdknHQlmJgLLfQa6BIUkgg6HPTwOyoCMYALy9FlEEU+Eu8yHBz5mQE6ivX37Vm/evM0E2Xa3hU4yz4P5EbTYH/ZvTsbgii8M4qG0nw1dwB1AsRaMkQSaHXBloqGttR+bXJPtTrvNjUaSHoF9XoOPnx4yiVXhP45b3ZAEenP/RvckpjzHss/2MUma1Id26tBYe/gCRs2pI+tELXga16CmfofjQQfW3Ot7Thrhjl59X+QkTn4T6OMH/ey/CfTjT7n/Sin5h7Pv39zr3fvv0e1eN9ut+tIjQbkeM36t7AuzpMLXWIRgcgnZTr3wW10I0NDqSUHpuGFFhdg6nJZEUb32IST2N5WnpNyZdbYPXZvWA4UAeUPyzPu9DIOCPWSRJ/bMvOjYBKMcXCqJjgbWF5yJgRNAWUgZMy0Iy6ns0cpzVxf9PGrC1A9fWSaCrQ6zGMl58I4CupeTXr0TVD2Jhg6LgAC8Bh2Jgy56RW/fhio+qXZo44SXnhcoQQTQipNYe94FR5IS+S0ZnkGPdMh2UF7CtOxZAZYDnpZQMZ/XSgboPJ9b/wwtaou9muJ5RWdXvmhREk/XbANfBzxhDabmfsvn9PFB03EP/5MClj3g2gChHZSVb8aRt4Guo2seR00Pe+1J8j4+POiIbZVnjEFZjumtf/a5uR0gC3oY3DaOIeS4nLHtjG4zMOnIe+TMWprOSfXC+hUUgAVTGi2NRRacGOCumTmT3z/AgeTPDFTWqe879UNRGXrWuVMx/Qq6vuy8pc+4bMzS9bMys7dnPgtm9pjRgW+9bwrPnHkmOYtWWd8TUGmbTl4rcdGvXkf2vH9AcKJ9nsFTInr82/ZiRBjTlnFVCRSlqeTxhC5FmtBklud3yAn+9mowat3GsddYinzV04SPWT98PPHeqUzuGfN/FjCWogE/J511xZ+2u+JDitHITy2oKW4a2shnd+t0jbQs9y/4r82FgIJmpjYRgL32S+Bz1ziLQfDYiCa0W/G81lrGgjoBLM0L+doG3cqKWOuG/eZ9JXUtfZP0lwdhQrH+Ddo954G/6J1eWT2J5R7LQVOy4uE9xDssRhWgH0aIivqVJhodSBrZoXbpfXuF37kHrlfsd67qq3qvHnj1wL+1B/wZxgH1yQfPOk/of0ArJXE7O8ABfruIl69aGwOXrGCcJyJqUL+udFo/g5/ou6fmN1tPcvIsw7SX2nGC/iaHdbDNa3fOeEzjMEGjXoP9RX+dc123mSsmnbF2/vb6ycwrXs8lXg38A5vNrpScN47T+KOSRJicoCExkj/BJSFhv/lAOvpbDuNGW5IJwzDkUvswPhEc+Sete4KSmQDCtE7A3JPk+O79f2Tw/ubtG222tyoEyjaK+JJg5szaiLrqhOzj8aQjCYcJma5PBIUZGDZVmdZxJjb0EtJr7XSA9sPHT/qJpMEPP/6gv/z5zyQRPmj/cID3GV23ev/mPToYvtf7d2/lb8SUocg8uBEsnKBlj7hzgUDCpZPjZ4KFI/bt0969HGQeDpMmElkTPpvxXa0VHZmbm3h17BkbHQVVjfjv7s1dJjPuSLjc3ezUEVyZr205wutIoqQ64XIRX5F/vvTsX7PvuFX28YnEwAm96ppsIDBjAuYF8kbtdrfy3yAq4yChkhNxn0gA7R8fk8w67dDjnuTdXX5ra5Ph3IkkxYR/D+jkvSD661JEUrBnrBXIim+89rYfFxjLINqBP2GL1/MIr6ThgG8bSt+rJyj0+MePD/pA8uennz7oxx9/Zk1mBXvFur95807vvv9O93dvSEJu1ZM0gkXulSN7ZsbeyruqIhhx2HRO8B7DPalHjjEJEu52Q+CKSD0rwWTqT4Bve2f6SZSj0EUDRZe8ZuyZCC4d4Fq2aUsp+PmGPb7VMIyKvkf0GTv8DajTyilrBqhxGndlB31hYh0Tlbcq7/2attFGpzPKOzGTw9C3ucrAZ+jRkcC2BemdcAB7zvu6UQc2FPy5QTc/u/Zhh+97koIOoAbqkbGxDDyjvdQ130jUzNXVdelaH2BmXf1M+O/kHEgACZs2m1EbEmJb6sGJY/hbB+VkeMLXHsAyqwrg+9SWaQAAEABJREFUAxbszDoqbeuQ2EEObee2LpfnXTrwiVLQubiFzTPP5Z7EzUH+O19HEiTmV7DV8g2eW0lwtHWemacmhxbS0KVq9jNO8sdJ2QmbTryXzuhm9U1jMB/Dum4Rix6XdWAUwoo/TDMvMi3XgOvUoVdJ/Xt0wO8KJrnYypo962y57lSec++9PTodST4feVfI35ljvw280/rSy/7o0CG6Dp7CuCw0zoC9UZ/wAQqxFZ+feH9MTv4gw/uOEfURKvD0uyOi+Tg140GrgLDNLOTLA9ROqLRn4yTru+7Z6EIBL9sjvz+Wics0pZZhJHT0nheo8H8FTtYPX6KybGPpikb27Visn3jmZvYA7+X9UUf2pphThoF34YAto6KHDjGVBZiTF8+o+WGLZVqFLjo1PcUFMYVGFjSx6Gz7tvarsXQoRqc5LxrZ9bghO1e35/IQ6GJlDKLzGVxN/qz5JXrjXhIaZ1jx1+0V99tr22fImWZpyM71LT0GgvpCLHsxobVymJtLl2sSUeRvfPmbmRGDvFtCg5rDLchAl5EnnPuv8K/ggXX1/hV0fdXx1QOvHvi398AZD1x9gtH7ZjH5NwleDHYv+r/QbS/Qjg9LJSgvPmSz/votLVhuWS2k1+0F9VnVZK7obm38yvrKIclonZ+dZzw4s9FvGv2SRSvVepDwge8JYHMpX5BzGfu/3ODoxOGSO0biTZw7cSCeCG4d0E17DtGZ1Dixj/o8QI8Ec/4Wyzhy4OpCDgL2JD/8DQ7PcZAjDl7j9kZvSLZ8R+D+9v13evvuO/kbQT1BZmXcJzziPXE2F2ITHFgfSKgYJuSal5MQNRMPnTp07RxIdr36PMT3OpEkcoD2gQTCD3/+Qf/v//vf+tOf/6Q//+VP+vjpYy797m5H4ue9/us//1P/+V//lX8c+s3bewL2rXr4icO+9akoY3tcp0KS7BsfzA0iaKkE//5VtT2BxYHEyJHA8EjQ5KTKhB9aQMHOC+aibxCUVAycpxOBCQERghyM+lfU3r97p/f4543/ThHBcvR9fqvFQfQR/ieCfutzTr3a+nBHtRm7kCEueFcCscqP2U+u3UcGI+gu9REqY9F23Op2+YPQDujs3wNBrpN3E+td0PMePd69e697ElO3t3cqvf/e05kE15SB1B66mSTJnDLULtQ4I6+ymPOarHAfmhP6zPYXc45eV9tEX9ijrtMwjtqgV9d5HU+y3R8/ftAPP/ygjyT1Kvbb79vdjd69RS+SiHckgW5IaLV9JHl/JLAPEInk5ppsc6vIorrCo7ARqX1FlUpe66RTJpJOmgmoK89AdUAIHcuoYH8keE5On5Xr7T2KjhXu9t+WZ2Nzs8Guop4A3OQnbJ9NA69cEG6w8NCiqCswHoePltrViZv1mPFjNRDoQw3JeZnfKvVSIM++Slhk2A7TJ1UUWcdxs9HAM+hvi0Rf1LPnnDgwznUZB3VRsNmW58zl1kluLehY6hlfHVhb/wF3/02sA0lgk22QsUHWDe+BLXUpBGr2I7pFgqkATBeBd01b6WMaW4kGNuW9W6g7PbnHO05ccIJnQRnvaZQm4VDl5/DIXjuQIDmxnhCqJwHghGNA635lX8w8t67dNz6H0GdmXSf2uv9g+hE+trGiX9KlNovxxgGXMXSJ6NUC0ysfwrPybMz5DbO5vQeYByuF121JivTJlt3E2BNP2whA3KMAo8w/6oSO3hdnaKWOdQzZBxEBpRLabWnr6YIEVwVJkycdK/vdiTz/0esJ2ytJ5eTF/ngKtrvGBN9R2IdoY9sAD9BbcHOrsblCaLy1CnzTA9F1Kd84LUra9AgwBl1dOT+XPpEVeyvPwnxqewD3YXcHFA340UROpk+sm+2YeCcbNzLmzyzX3i/GmU/lfZRgOWlHaiJ1roV6S03TJUncAK7bdLM8x3WJwyQtZmbfN9MZ3E5IIsio0w9MCMBj1gC0EkC4T/WiGHsNL4Yv3Wsat9cBtw1r/6+vm12+A9cs3bYRyZqxpfaaeoVdG8T7QH7Y1/FL2wy8ZwvrPSp4x0ShjsGOg9rjQP5OGbUx7DcZ1NN7Lf8KHmgr96+g6auOrx549cC/pwf8+WVYrV/anF9XzFXdsO1+hf6tze5XTohYjg6/kv6KbDHj8vl76V/RfKvplzfiG0ksCi9VQ/7auzl9m/bJStMu4OpqmvXnzNgOpDR8wDCA4Fjh0SvirzV/JdnXpn8L/8w1L3T/1ry/x1iK49bWC29mg4M1B/eZoNVJgomD9IzfvCEc2IylaLsdNBIoZsBB8OHgf+In0k4mzE50EEz4ELvd3mr35o2c4PB/E397f68tiY4BHj0BYQeosweC5TjrwGF9T9LJyZUjfE4+5KfvO5lfcJBL4DDvGmTOm0jC+NsHP/34k/78pz8vCaAf9OnDR9ZYJHpu9Y5k1H/88T/1X3/8o757/z7/HtANwamTHMHT4mfT+6JmIOCQxRjJMiJ17NTRrSSjnCSwb/zT9xMBvusjQdOEryp+S6HQluhU0NkmTNjmAAu0ooS2u53evn+n9/6fyuyX3ZYgrie4O2UixAkGJ1tqJjbMocKWmrWohuWQXKnPBER11RvfEwWTKoAWYREh+3skObEjkXJ7u5MDYQfGewfurNsevQNd/c2k9ySA3rx9pzt0GsYx/Xtg/HA46sDa2A77QMhNmWttnVY95nPa4T10IsBykuww7bFrD/4Iz6oSoc2w0c3tDfWoHj85CfPx40f95Yc/6cNPP5EE+ph/j2QsY/7K3HvW7Xv89Z6Eor8ZNPQbdV1vc5PulD4QV4evBLC51bGEAYhVVl6VEQd/M7qdCKSt33yadDwe4HMEJh1IDsz2JSwK+zWhL/AJnZFzZD3tiwm7ZgJ7Mx5JZu3YU7vdHXvuTgMBCm5RRY5l+dcgK9kNfxNCHYzD4JnoCmHzZ1s3MAzM+AogyXIiwVepLdtj17RwwbZInzrh6DVnIr7GUviKy7gyDrph39nnN9udNptR43ab/h/QtS8b9axDdB0zrkEKhJgHnqRNBwrrcyDJ8vDwoI+PD3oE7Evh8w18/ayPJH/GcSBg6wUXSieUBTr6tgRYTK7eS4nlFoyjSw+IdpMInpImLXOkgj49tlMz5j23J7G5Z1/7fdT0gYpERsAr4AUZ7iERwxpW1jjYD2Fkgt9/s/Y8G7bnAB/z8Lp1jPfLfKbQQ3feBxVwJyKwEz2orbPwg8H6+h06s34z+62yByoMkr7rm+6eo6ZFZYJBvsAHMk3rLopTvCdOua+qZTPNz1PfhyLXzpSdb2Io60sDBFSK0qnwHi28i7BCXsuJ53zv9xj+s3yP5b5Pul44Gtlofq0fdlhAZe3crLyLPbfyjBiXy5Q3Tw9YPIF1Qh1w61hnlHxVmNVFjmsEG62K71qief3mVsGOBhEFmqqZdU0g+TefZnBSKezBccRuaIIVRz+vx5H1cG2+SciNYYVr7q5pfrU0067vn5O2UePNzYC9dFvLDXySFZjohNgF6GeHwbWsqOt6HftafU37xTZISopy/VfzYeK35jPsYv+6Ntg3Xt8Vci+y9qmLaxNdQTA5gvUGhtgoenxHm3ujqj11gwjXV65k5LX8/j3wK7bQ79+IVw1fPfDqgf+7HvAH1+fWfRn7Od3fH7O+NMMHCLNfEW5f4Av6fUbH0WuJfWldZn7e6EB58lKvct1l5Hn5IvI5yaX3FdovqO4p1uAlGP8EnmhLzmqHjGac28/PF6EI4Gni37nV5PqA84zx6rdnyP+ljv+C6SIqbbf91scO9eHbAUsepid8d8ZdNX3kQHdLoLslqeAAr/QcqBl1UsQBxMPDY/4U3kFPwHOE1t/ceHP/Vvf5TY73un1LmySD+VQCpQOHdSd/Pn38pE+PB80EzR3BUd8P6oeNCgFq9H1qS8zGeOWn4FWOf/ro1ROk9xzye4L04+FIAuFn/fkvP5AQ+pP++7//h2TCAzZU+X8Ju0ePP/zhP/KbQO++e6f7uzv5jzM7SIjo00bMFw0XINRFKAiErEC1UAKIM8HIyQmaTFSdCaJOeKFCgp9k+qIyFuaz6jCcSQ4l4NMIkUjb6Pb2Tm/u3ugtftkRnA/DwPyOcAp+npNJFfjyE/nK/MmJCYKWE2tzpn+GRuhRkSxmMTlbWu6BoIJvxnHUlgTQ3e5WA34y3Yng6EjAt2e93Pe3hJwEeot/3rI+1sdzLeLEejgQPh7RhQRhsxIpZwCCij8q9YxeTpy4zv/RjYDweJw0sb5HwHxMF/h5JAFxQyJioO5Z2xl9Pn76oL+QxPvp55YAmglKC/q+ff9W7959r/fff0/9HX67Vz+MqN3phP3mO1ODaJavChqhzqvBeqpd1hNZJ/xomTP6WTfrnDjWx3JP0PXM3OC/ktDDg70OfoZmwncT9Qyf4LlxomNL4uOOJNvOfh5KyjuxhuZrsO1GhnXqOrh38pXq5s09qXpfIaey2SvzK2vtfVezz2rnGLWtjcg9FtROBEQG9fCAdmauOXos1/f2lv3+Rrd3tyRBb7VDXz/PXovCGkRX4AU/NPO8Bl3DRa/CM2BeiNIBvz18fNCPP/6QyVb/GqjlDUORf81yw/thS7K4LHO08PR8t10bpI5nU97GWecYtL31MURRBxjfQFSdSvRqvJvOMz7xmjyQiDqQmPK6dJB67axLsV/Yp8Y7OfTwuJfrednPFu71mfH1kXWdSAKd2Cdn+NrNsKIEYK5UWa7bIFhDk2MNnaV4SuL9sIDrAr2LevxSxqIy9go7FCGWX1kzg+jrC5f5e+Xb0BlPhbq+g0evznzYi7q6Km3PCfBBO/DDGJZbmAOGvea1nPJ/zeLdTVJbvEv66Bcfmw5g7srL49YVFMVYoa21AuhyFyxkn0IgWTaibGfAV26z7ihA053uUssXPDzXMhKMSwm8F/0uZB2FgO6SyBpUeEZt58w7aOKZPAIn2p7qsVJGDdHsMO+ZdZ78gwbzMsAfJSDvAOtE9VlhDZFr2Q1WAitMm2nczSnB7W9CRIoM6vQFtTGGnJf8fPslSOpfuH2Nxy9M+43DlqJm1TdmNiqvg9d3Zp0q76vK3rfj2mi7NyYd7sErrN+6lvZZr0FPV//UvLSueVyQr43fsQdeV+x3vDivqr164NUD/xwPrC/G7pn4s49RzzDPx9vQcjxpnWf3L1PnAc6TlqBKejbpeWdVbK2fj3JOOr/EfNZ3TH32wSoPYgxbrk9zNFtJjVozDxdL87r6TL4NkM8Ty83E8FlluPsroHH5FYRfIvmSe1/Qfab2i/Ff0/3S0efXzEuaPJwHB6wOaNrY5pkD8p4g1wHTnAe0qiBoGfmJvgNdJ4AMwYG+snYzgYN/+u4E0J7A3Qe74MBm2rs39/krYe/evdO7t+/05v4NAeidhs1WUuhAwPXIT9s/kIx4JDA7EpSZbxmKBpIiwzCiW59rWdkbJw6KM0kJsfv7HhqSBD4Y9n3IwZv/d7C//PnP+u//+ZP+56Gq54wAABAASURBVH/+W+uvg40EpW/e3On7//he33//nd6/JwH09p4E0FbDOKQMPbs6eh14oMNHHbW40KHmPqqcYQH3rd2yZwM3Wh/7yoEqMzQz5oDzYf+oOe0rsv/u377RH77/g969e6+7u11+M6OPnoCYJ8J24vsTazGxFgb7eMK/tr8SDIkrAt3wBU28qfaF956egWogOPI6+FtAu9ubZi9+m0nofPr0UeY5cwAvrNfd/Z3+8z/+qO9Jkr179x1rda/NuFWk7RgGPyErDOCkYPWlykM8sY5e/0+PH3V4fNTheMDWWc1XnS5XSD062T83N1sSBre6IRlU0Mm03gP+BtfHjx+0x+56rCqs8Y7ExTuSQW+9j969xV9v8OGN+n5U6TA2AAHRqeITAfYNKqIDOmKj9/KJ4ND/I92JPXtiXc74+UywX9lTM772nq/43f/NU6CnoVAXAm3bYL+fSG55PSfWorIXTDOSULkhoehfp9tuduiMLrXTTJA94ZszvNNZZnINzBf7h520YGmlrk642X8n9sMJG85QGXhC0bsCIGU7+wiqHgh4VNmOyj4zX4ZkX+/wn5OO93f3JIHudEOiauNfW+P5Kvg38FvYfzgsABgtJbAFTBjEFfCf9fDwST/99GM+X/6bUmf81/PMOgG0ZV3HccO8MXWyVjSY27WK/YPi8oU1qjxDbqdY9lWwlj065fNDWwYGK/70vCi9IgrQiZtsq5PIjySljkvyxiJ6kkhb3iGB7nhVM+vldTs8PGhPUnJmL9iPlTWotfltYt8e4HFkjSv7+oxiBqpLsc7mH+iq6Oxm1qYNwyb7QddA1QqdAq19PaLTlnfOWGxDG7Z877tcOxLLDSubt95aWzDyYMp2Y+nTzFbezuhjLakX3xZkeR+UcdRYCtRS/srU/oFkGAkx9ugJfwjDCvqVcVBJPydDbMKDGEeRr8Z2GTMCwM1oxz7p6NDyncWV51gb8QAwih3ckzgJIWOUNaBxKWDkiU4MzDyP1QAjS/T6j2WQn7u2tiY9a4LG38qzLzvbEX3aYL+jfb6HZz9b2Fp5/v0sN4Hog77mRdVQvluYa/TO6lffXu6YdeLCMCxP6QdulA6xjFFouOjvd5np34/bL3GyNMOX6bB7GfQa5bqyHrnGrC2raKfgj2U2m8DkzFLBZ/6MGobCuKGNMGEhfqqSVXZNk43X27+AB15X619gkV5V/DfzwKu5X/EAR4qnT5qv0Pxvo7uLQD47W3ttrHXDPj9keMzgsbV2+xsHn+uXdWs/yeb0eZn9taNQEqw3iCy2cgjMOvHNv+5n97fePNHAvMo6UWhxxFgb2fsn33Ac5X9ZCfsVkfYD/vZGcHBg8KHaNaMEVbMmAqb95ODgQNB3MprDV0dAudV2d6NMKpDIGYcN+OC8fk46JxUe9ns5GTQTiFpURFEhKBy3Nxq3t7QHMUkzAfKRZMREoF8JfHroRvMk8bAB+r4gN3Refr3oSGDmADzXlJGui5YoKqM6aNlKOhLcPRDk/fTjT/kNBf/E34dNBwz+5oO/pbHzr+sQsO92O22HbSaBioMKgjQfODsOnA4IAv6dOrmtrpO6HFW7CLAwzoEiVdv2zCulEGSNihISxYGGvwnz8LDXTCLAvJwAekNy7Pv/+E7vSGrcos9ms1H0vTep1iSPAxb/VNs+9VrYthPBi7x2KAH7lLHW7rid0IcKOmzGkbXaATdy0qUQ2JnnR/9BaJJvM4FTRCGpcqf//ON/kiAjKfWepBT6bViLIJCSSKwo0E2IoA5DRwcUxts+/+rMg3my9g7EjyQFqr0CqQn9OAY8zK/H1xsSJXckJLbsJa+z/XhAnw8kf37+8FF71tBBqv3obzC9efOexN17vfvuD7p/8wZbdhrxWc++in5QWCcVRFkvhFKEPDTUPE8EiAf2NECQf8JmZRLNa2iYNZ+gYc/bH6k2/Ar7wf7ymvYBQ4yorGEm5EhQNVonqYru2EtvSerd3t625NQwkLw563CYkXvKANTLZkDJLBVB3svWUfjxBJhnRb/5fJT3TnWQ5IgbqDxPbZyZPDttLlaim4MkWskKtjzDVlYqZdSO5+4NPnv3/jv9x/f/qfffvdebN+/Sh7YPsaooBldPxZeFeQPQo2cAFRsmfSJp+PPPP+kvP/4l/2bTIwmEil790GscNtpsbjSy34JnINcDvdCi6SRfsfDutdJERztCXVfUex7PQPS9BATrZ5A60WRuD1i3nn4k35nExf6w1yd0OR4n+QrWbRwGdBmghwx/5ppB528KHfcT9vJOw/C6AonAmfeL3zHGpSNg1qXsTtEhL0L+J+4N4C1g4QHTdRrYDvCYK2Zh27DoNLJn7Xf7yGteSUTOBuuw8vI0AKlCbLZarZTeJUbZDuxdiMBScDpssuH5ljUW/MGzPwyjepAzz4TfK9P+oCPPXWVfB/hxHFj3onV9LKGyN2xbAly/ViL16JRKcX5ADaZwb8qgYiduOYyoZMNo+sy1Ea1mJyKzst8n9DrTFvw8sceGET+WGLADLkxwkn0mseP3pplF9Iq+l/d+RMg4r60TRHP6eAbHRIY8rK6zaNh3gL59MedzAn/yGD4fQVAicxrCXKdObhssESQ7hBaN5Z6T/pVuTXWh/te1xuWVvXANXrvsX2YtjKjsJ+9Dv38beG/iKfx2If9mAybfHH8d/L144HWlfi8rcaXHa/PVA68euPYAn2B0253GWj5DMHB9HrhuM/S3lS8x4/XZmSs1n8C+u/eb4Es2fIPBr5KRB7dvMMGUMz9p1QrQVwP4L87yB78FX8MXCRuSY2RrcAKsHDyWzu+kshFWZa3d/keBF9dg/k9e4SiliCIHCGVstVBn5tA9caB2cOAgYSZY8CwH4w4QMvlD4O5vFux22wy0pI6fss/yN10+8tP4h4dHPRDET9MsjttqB7lR43aDvFGC/kRih7wPR/uqjkP7QGB0c7PTZrvVQEBZyiBB51/zcWBmOBDMOTGQQTxjAzRbgm//Ck5+A+PmRr4ekf/zh5/15z//Wf5W0Mef/a2SYwYkpRRtkbUlMN7dbeX/DWtDsmNDvx8HfIITxMU+pNDo5G+pjENR2RR0G+n34Cnsq0rwVvERzOWZQZBSyqAR8DdUvPdmElMOQg0zNgjKcdzI35q4f/tW7946KH+j3f2tbvDtSHKjlFA9z/lT+vxmDQGsf23jRHKl60I9QU4fIR+UhR5HkgXTYcq/y/IB29sf6H0g+dEC43HYoPsgJwvOPHNHEh77j3vtSdpYn+12J//Pbe9Jsnz3/R/15t177e7e6Iakxg6/DvhnIDG3YX02rOMwjAqC/zPPV34LI/U7yAmhMwkKvJOl+o48V5it6HuNm4EExI1u4Gnf279nkgn+FtAj+2ZPYOokIqw1jKN2u1uSVPd6h6/eAre397pBp3HY4ucNe2qQ/W5fRNcrosiXfT2TJPB+PqCfk1MzSbQzu84+q/7LSezDmT1vOq+lEBoh2f+lFOpeoc7sSOSc8htOfjZm1tG2jayz9XOS5fb2Tk5ulSiZhDkejvKvxZ3gX/1uY0KFG8uV/CwLcbQ9MKMSz0udZPqT+TNH6HhmQvU+A5wsONGHmHnC1oCjwdwq7Cp6UkNj/W+8riTbvnMC6D//oPfvvpd/5e+G56ZH98raQA07dIBjEMjbpsAG+7PCZ88e+fjxZ/388w/5618//fQXTY+Pslv87Z8N67m+CzxHy2W+TSsQEVZWUUYV5Pqd0Lnu8THgRF7v2rjooQW6Thio4J996nkGkJqdIOA95f3y+OkT/ZN65m2GQePYq4yDRefz48SPk5SP+0f250Ezz1BN31ovgHIGxL5IND7oAqmGrkeFFRYceBzNGp8a4COJseQRbmbLt4CX/bndjug1YHsPlAu1aarnW7BrM0YP4w32Z8l3Sq/oewl+1tW/BukA+pR7C08z39O9ipZZevzAc7pN2CqisJWqjryTvX/3D5808WxYhvmP+K19O6mX3xGW6zHrVtHnjF7eK8oaKRSPG0zr9fQaWba8MVBmZr9aPz8rblfeUdXz5Qsr0NmtuNxowNcyZ+zys+o5YNG/B4oK+yd4NxpnuspzMk2sA/KkaDSBfwE6PD3YzPvZ/KzLmecdEZ4usb8imMWNQqODg377BY82qWvVF+5JYiFA+kud1QOsc47qrxOuf4HLq97UzDVjrSprT+XtdIHLuuCIYP1Kaes9DK6Leva0udh/rr8FNZl/i+J17Fse+N8cW3b//6bIV1mvHnj1wKsH/goPcG5ZZ7UPrCvEOvCi/mWKFxO+2u0+G/kcc0WSCuZN+sZbtnLAU8LV3F/ZXNm2erF0qS48O5itQNPFJGeCjwQfCmnLNeCSYMIFGn93Wsuf7wZjGix2ts5X7pb6laFfg2b6r5Hya1iZplni1t8bvqHl4jTOoSocpCN8uOrz0G8tKoG4D8t7B+EOmEgUzByaPeYD2Q1JAAcV/mbBlgDegZb5WOJ0PGnPT5QfHg4kgwh+OZy3g5gPucjIw/sAKyc3JESpnkMdgds4jgT1t9r6mwROgCyHPevib5Q4cMmf9HLYPxEciAN0T9DiRICTUf4Vsy0JJG/j/eNeH0j6/PCXv+gvwKcPHwgED2ypmgfukeSLbdiSWNiRcNmRyNpuRjloMl9xVVOfz+q6Tj2JjlIGbdB/GEb10cNHsm0VG62j20FwVkqRYRwHaEgEwMd/m8KJkSl9eQIvgsGRxMZOTmi8ff9e9/f3cgLhBn02+KIn2DtzSD4cHknqPMr1Ad86kFIIHnEB+74S5BymvT4S2P38808E6z/p48dP2pMMs24jPEeCwYLPemyajrM+fPoIzYNmbAiCzN3uXn/4w/f64x//S//xB39b5A96++a9bvPX9251d3+nu9s3wB2638jrjxJyoHY4HkiOTLKtJwI/sRCBHNfpS/ad9XC/j5513mjrv51D0sS2j+yrAD+TFfTee7Du7MEjAau4RnR/8+Ytial3eoe/3r79Xk6e+Vs3Nzd32rD2m80Ovw74v2dG1TQdsO+DPn36WZ/wy97fFCFpUJ0AQD9vwGvd5vThxF7ZA4ec7z1XoS19Z7eL5cyg33j7Nn0Xgdyt7u52ev/+razn7vaeZBAJKvZxh10K5kMXXSjyuaOOkChmWgmOZ/a1+XpPibU3Xlwd4Lb95zHTum10wCOSfzJCt6rkw5ricjkoH0navbm71zuSP+/evZMTfXf4axw2iq6X55uusMdHng2DkwCWMeGvB3z3448/6qcfftLPP/6gjx8+6sj+6SO0gYfXZmR/ZXB+pYv1895c64C+8HxE6eVnLfqi3v4pg3rqoI5uQJ8C9OKm4F/W+KyMjDE/+eEv75NH1nTPe+pEYi/6Tg4WB/iMpUBWtfe+JKn4SMLKidTpOOGjGXdas2ruXtLs+7OISQr2bfSh6PENcjugoGugd0QHSafK+sw4eEYPEK1EUK9AE84Bznr7WRnTt6MdP/S5AAAQAElEQVTsa4EXPAQPQ9PmTPPsiRfI+djSL7K7Dv7MqeyVk/cx76jq5w2c9zOj8A+NZWRPbnhG2zNhPk6e+5l44J3g56uSmDZ+GAatSfEyjgrkKcypqZG6+YY9trsiq9JuowFpILNXQUfvm+iDJ+asS+IbOZbrvT2zL2d0bzwkSwn7Nwp8WAZmVnw616NO7L2KjwKfl76XIZAhZh3RwUnvmUTgDE/Tgb7QFHiimRmy3hW/Ahed4eA1FnWEOvjT9HQjWo1c474NT2sVENrqNpnOF0qjsQg0yw61J1zaX5j0z0H9lVJtyBemXvZONtpauMkaVgPr4tV5molfWD+/Kxps8rkO1srwRPfa+r/gga/smv8Lpr3a8OqBVw/8X/GAP7NWW7KdtxXzz6w7HyP0dD0dTJ5wX2td0XKYTKpfYdf1S7vrupzWbiu/tW7Yz+8eP8uH7orcsw8BPnTlgSB7eXizHD73c7rb2bjcODa81NVEAOVC9WsbL1l9fR6UVv/rBL9i5K/R8FewxY8Xqm+JwKk+TOWB3W0OXO57bj3PclA/7Y8ZBE8kFnx498Hc4w4QRoIxB5ZOBPkbEDsSF5m8ISAMAjDTzaznNFV4zPy0+aR2UGcEef1QNJLouSUQvSUJcEMy5ma30wCuJxhgas45PE5KOBx1ICBwAHcgiJsI7I5OqBBcOIC5e3Ovd2/f6T0B7tt3b7WFjw+Xh/0k/yqY/ybQw8OewH6C7xFdWEOK1Ml2BzKDQCA6Dp8K+ds7PUHHZhgJorYkPLYE9CMBb1HJIEQ6o6R/iu4AdCLZMBPYiMuH1gyK/Qdxo8hL4oBtQpfJOkPHNpcDQdPZd7u7nfyNoN1mm7qXMsCppq4HbLXNp1MLXAt6OhgqfSfrLuuBbxyo+9tOP/7wF/1IwO5EkBNCM0mzdU5fehUCPOvzQFD8+PiAL45YHNh5g//ekwT6g74jAfTdd9+TcHlPYuONdrt73e1IAL250+7uTtvdDvqNugiSPicdDxNwJDGAbwlM5YsxV7a1EtjZX1QK5A8kdHas/d39Lfzv8O1W0YVOBHMHeH38+FF7gnv7y8s0jlvdkwB69+693n33XYJ/lWlHYmN3d6fddoc+Nxrha79aptfk559/1qcPn2Tf7Pf7DEor/vI7p9UnVDypEkTPyPY+P5B42rPnJ3zqb4tAkDoHfnd7hvnEOiY/1tI7ZuR5uEOX92/f6y1JoDuSZTckuMZxo4heoaLoqO3/GFiDATw4SfVUWYOqSgJqno+pS11+TY1hKbjzjqwExobUkwSM91UwFsUaNMjx1O0Azym/DeQ/hHvDet3xjFhHww5d/dw6MeFn2Ou5g8b9Lc+ysNU2fvz4QT/88Gf99//z/9eff/iT/Bz5bykJuRt8vdmO8vOXOqAMBWWxKe+tnu1vfIbBlB7bmYNfbm62JO5u1L4JtlHpRwX+6ZDdpiOEdvoPH3pdbWUl6N/zbnJC1HvliC+gZA+NPJ8b+PQ5fcaX/rbLg7/9xTvjCJxZL+8n6y9uEUWlC3XI7fvQwN7s+6JhKOppl35QBPyikxQLLC9/GNksQzBUaeTaeN/kWkHADL9jR55nP3dhQnAsMoU1Z47XkQ7OqrxTKk2DiZCIft5b47BJ+4ZhUId+yXn1K53UqJOCvVDYi5ngZm38rZ7NiF8RMrO/vGf3JMwe8cnMnu9LpxH6EZqEMqpEn5a2G8ytIw+uqwZIy8aqY8i2GexH22hfOCnn99YRuRPvML8rZ9akktzxOAajMAXfBnpouSp2zbzrTI8nFF3IvAtrFNgnLouf2Qczfp7pUBT8M02BJnLNLIFnCxo/F+ZrfkynQB2RNR8BimzTzYLNWfvmtsFtA7a7egkLq5foS38dR042Xa+A3sY12qdW6/9e7/bJCquO7q/ttbbHWQPWqrJIhqeRpeVpC3gdCvvBz3phLw5DybUP1jMWfy2zdFo/Z1bEUl/LWFCv1e/YA/8qO/537MJX1V498OqBf5gH/OGUzNfGVw4BSXN9+wZdd03329rPuK58/qq3qD+cn2TbOsMT5v9j708U3EZ2bG10MRgkNeVgV9Xu8/7vds/fp7urys5BA0VR91sIUqlM2zXs7t6Dd9IEYwYQACIUgKj07+W+RXTiEGSRi8eXuDjncaw8c+jloEYBH4fD71W/b6GPLiCP9J/r4cNscHyZ2yUT1a8fc9ucvm79Q6W3Q10Gkk+9gA/UPlwnH7AmhCd0ccSJOfjQjjPc4zD0HOLng5Udyg6HvDgZS4IDay0WhoVaHLuU/OaLcEAdwBi0xyHt7VxPh0DTsmPVgaNbrrVcElAgXeDEN81CKefg5HQ8aYfTfiC4YmfUznkPX0eCQT2wB6+/1c511g0O7QcCAz/88EP8LZslAaWURECil4McDgI8PW4JBGy13x4IShGogKeRuZpY4tCZUnEKEnk7fy14u2Unvy2xWq+Z4xLHsFVd17IeRw60vYMVz8b7DM49cx7CmfD/wGRnusVhy7nBzqX+dNR+tyewcQB26sMZGulfqaXPYrHQAuc7gOBRlZJGDrl2Kp2aHp2DfoPTlrMPxylo7gmWOODz83/+p/7v//2/+vf/9//pP//rP/Trzz9r+/wIbwclJupv+v3WTNs1lKQe5/npeUfA6HPwRCxCDQdv69aBgluCBre3t9oE3Mhvkmw26wjaLJDxKpz4Vk3TykGpQMrjzGIecTDnVXqdpqqSoc61Whzb+OnfcqkOXI3tR7adQT2Bqz367tEzopbfGPEfEV+sNtC/meAW+7uJ/GqzUdsuldtpboy17v2WSI/cj36DCseS3QYKM0eUQG7Z2r7KzxgftX14ijddDtj+GTuxUxL2wUhvWAO6c3BhCN5G2WGxzG4dpLq910280bWOOXmOuanhq1WLnjPzztm6q4SKBQfse4MG+O2BATuhQjYa68xAJwlbNZ/jcNYJnqhQrQTtyW5FDW0RaGTdDP2gE3NLTdYC2d7c3OruDoC/DetlZVsjiON1NwfQFrGOV/CVkP9B/jnhz//1i/793/+ffv6v/9QzgbkjgZQqVRGQ6AhYtp5PykrUCX4UV0XIIUUOFmSASzXMu0U/DtB2rPflYqkOHqzXGtmkVDPG+0cZm8CXEs/Abxq0gcyy9zyPBIhPBIEr+nTYYNthh9BIUB8I9hwIdFiHTo/Y+oBNyoKVcQLwnoCWNd0wvmkaNR1APqMzt5k+THGPzMMgsBcAwzRl5gu9nr3KQZaeAJXpMwC50CsD0PTA0CFzuKTBjzAr434BCCrD2wI5OTi3Rmdejw6cNU2jqq4Ct0BapxS25fVtva5YowtkO++ltiu/9eOffg3waL4ysl40nWy3XjO2yWQdWvSkyfymXGhQdhHu4HOIwKLzpm08rYNN6HHFOjZ/HXqo66wKXJ7nCdlYHgaXDR7rdLRd0z5aJtj1SMBGyMRyT/BoGVRTgIgusA5lMiXwc6YrIF+VlCBoRklrUs/B4PrEHFKiFFBJUa5EDXlu6vXqetkjhIzdlPwImGlG4Q8+ghKsVOJxoUvmD47/R+l2LRfz9Lqc6hcpoaaLvkK/l65kfF+AjFEhDNusoc3skW2rpkkqtlnw1nWt+XobBDKNue09/eeQQNHqPwev71y+S+BfRwLvMy0SeLVD8cEfn1WkpfUPPP9M3z+A7k2Xwl55vmn6w8WY0h/uPR+HGPCW7DxV0jOHOAXQ76u3OwH0GTkEajpkjT41zP1f4X9VmHv8TvrXjPkdlP8LzX9W/n8dC5ZF4ohVfTE8cfhNOBsZp6eOgzFd0IMP7HscBjtcTg/9Xn71/oSuEmMyB7SWg7+diIXfICAo4ABGG454Nx3cMjQL7Zza+JZ+td7ohqDC3d297JSuVht13UqZwx1kcT5P8rf7fmvHcMDRdsBkwEEIZwInwU5NTwDGsmtxQFbh5N7ow/0dAYE1B8eFUpV0Op3BddCBYNaeIMCetJ/xgcf0mG3c5rLyvOCjaRt1BCTsfBkiQNE1zKmW587JVgdk8/z8JL9lZLwDgQG3WR4r5NICNXJ13yPO/Q7afvPGP8MwD8Lu3T8jR49ZOAjEmBa6qapx4M/wfyI96XweoauQkfVkfSV0ZYfJP0d6/PxZ//Xzf+r/+/f/n/7j30sA6NPnX/T8/KweJ9kTbHH4NgSzGuNXInh01G671S+/fpbl7LXngMFyudINwYKbu3uCGbehI+fXBBEKrAm8LLWIIMJCbZdV28mFH9MxHr9lo2vhumGCmDMytnwXy4VW4Tiu4u2nCnl5WE/QcU8AxnJ1fiQ6lVJWR9Bhif2sbzZabW4JTt2g7wILnN6cW1lQJ4I9BwI/PQELv4VwIph2NmL2mwQfiQc3uTNsDurR5dPjA7L4WT9/8t+7+UX+w9S9ZUfnCqhzo1SXIMSe/jNYl56T5bHZ3Oj+/gd9/Pgj6T28wefKwPy8PnDo7ajPfFpWthvPcTgd5LezRvNYSalKcoAzVZXigv8Rmx2AE3kxAdO1k5yxV6fuV3AOBJV6+Y/gTl2VkF9ukCHBV8tqBT8r80bwzIEGO1oe6wCG38L6Fbv4/PBJnx8/ESDca8QGmxjfyMHRtkUeOGqCDwMiggZ7DGXnTdf4AswYlSm3BB0WWrJfLLGzxXKtDp3aNmv4S6kyKskBasoZmedUK5EX10CwYMs6OrCWj+h4JNiYWCuLrlUHP3kOFtDWW/cBA+toCP7NE2jAVymnpJyzMuuiYbyDP13bsXc0qmsg6Fr2SfO4kb1PXAlQPPjkYhMaCHDbDmyzPWt9YK+imi7QgQakYmTIAmTRzvpH1cYEfuyQuY3gsY7dr2bckv3AAZ0bbH6DbVlvmTWS4M0DgwZrqWXu3kMczLvZrLVkL2kYbzuxbW237FMEBnvseYRurhN66GRbbNtWyThZw8YZwNwSuhCQUpL/MVOCP/DJ+JE5uJ957JDZgr1gtVpovcbO4Tk3dciYibHPnDSij3leYtJl+EjbAE6AvXMgQDfSltB9Zn4Zfow/pWxSGi1TBo5B/2zUyLRihEjncnQVxBVjkYF17HxtW0JWFfOpEzNK7kYqZ5yfxn4locdUe55SJ5b+DC5P4KrIzhnToAKaUIEa2Lidp/Y7uD1Pg6dS0jH0NKIjA2sPu7aW3EqTOwaUfpFFZZUcTM+5ZQ22yugrpUx9CqjRXen5/vxeJBDL4HuZzPc0j/e5vEvgX1IC/oTSqUy9dhIVzgREKc4AfhiiWtcb2ZlDKScSDiYv7a6aSxVDqiqeHHUofOXmjPOV2rnKY52fU+cN5uJtHfXBNOlXbn8A8yk9tXCImnJz4qEzzHUv6UxrTueWaaYMnHKl4aqb60ck5AP8GcfCfJy/OWnPq6CwXKfcm8R9UtGDD1qleNXnivhVbWThM9I/+PiT3b+N1Tx+u/Wq5Q93vBrzZfY1FmsAeSErH/AzB+WWg1c4nBy6LMjhdFQEf+yIb3c4gbtwlK0rY/e4jjEtzkZxxcSY/wAAEABJREFUJtcEBtY4vU6XOBgL2blocU4yToYdFDsxd3f3ur//KP/NmbsPH+m/UdO1oEzyN/V7HJUnAhePj0/a7XY6EOg52TmC5apmFihgwLFzMMXf8O+3OKecKk3Lf+Pkw4cP+vGHH/ThB3DfbnBWF0o4EwP2ZUd/C/7t01YeZ1o9AaHB+MEBExw2a9V1ow6eughOLNQ1jbIPoFWS10vIBr52zzs9w6d/buS3cLYEVIzLeFoOsCsCHE3XyQ4NI2Ub748n5HhEnr32OIvmyW+AeNwsW4iAYlSFA1anWk3OappWxtW0jdqclZnTSDDAgYin3ZP8x68//YrD/vkBnp61Q2f++0EDzhXI0EWNTjotcLgXS/OUZYfw2UEs5LGN/r3GKdgSh3H0lvMCWq068m1uI990GXyNuq6Br041bTXzTdZPSjYfySmT5jb5V5Boy03N+A4gIICcLO9cN/JlWfR75IOuLBv/3Q/XZ+gv6btYbHA2Dbfxd4rWOMgL7DDbkaWjx/unLkcHCnB6T3ZA2Wdo0mXTrcYiZoKE+8O+vPHyyy/69MvP8QfEHx8eZNuomI31Z34z+hixFeP12ujNH/L1fMyXA2f+W0D3/gnd7Qds+4Y1sZEd8wUBKq+BDj47ywu8J2zOOow5YgsnnGAzhXhUE8yI+ViABu+XsjN1YhscGS3VKaGPjC5aJWzClSOtA3js+PstuRebQi8pq+1aAgQrAmg3WhMsWK9vKC9RV6URR81vQj08fNbnz7/KgcWnp0fkcBCiVfDPeOuqaTM0ky5XIs8NIhVgJjE/OELUsCXPp0UOG/TlQN6KdEEgqMGmEwRSysLoGW7ctbJtinklyx1cPTLa7baxJ4wE9VKVsL8MXwvm1SnGC7rIyrI8seZH9D5SPpM/g8OtdKFvUoZuRwB5TQBjvdqgr3XIom3baA+20fcsw7CDVCvBq0RgCHl5/W73z3LQ7Il15HIhcya4ARC46Nlj4m1KAocD+ZF1632EaYFFcZnPAVsyWG+uzE3Gdpa6vb/XDwQVf/j4UR/YM+8p393fRoB2QwDPQaIFwcV20chjzO8ROg5I+c0fr+3heDBKNW2ttm0CsmUrLhj2GIOQleDKNu32KmE3dUUnwfIIYIP0Z5sIGdmeWoI+EQSCl6X3F+SX60YppzIOnAxhrMeHVAn+nIAjtnUkdX6IdpCqbmvVyDgBucIuwTKgvwEkwSMpVZfbRTBP5STjMP8N88vYUIaXXNeqELjrU5UUaXQlLzIxmpQ7stPjTXGq9Rym7CU5k3upn3Pz+EjjAXvQK9nyZOA/5R1yZ6JOsQ6x7TAPNEGF9TSwPgKmsvcAOry6aaKMDlJWRl9tJsV+Gmw/obu6TkJ19Hm//1YS+FvR+ee2/r+VlN7pvEvgXQJ/AwnwSfYNKrFRRXM8xHlGnEdeelcl6yOAc2d3KBmdHf2Zyxfvg0aPqXgYOQk1gbd0nTG5tiqj6FtVlaLgMbq6fqecaE9x6Kh46isX8+IuDZcMRefNCx/qhTHqpttNUzYS81YysAifHLZ4Rs23HmdOkSdg4DCvr50OYqBpR+abPdzqOXKqi/mVuYoiuWhwjwJvinSKOxoR00t6mV/JlDbwVdHlDz9MLyERD0jIxGlAQRv8RjkeKZ5fPt7WT+UJx7dl9yWmtzUJVOHY4BRkoK4r5CadOZn5Jx8OktiRsGNoR2bEobEi6pSUOaR1HPiXOOVrvtVfrTbh8IYz0nayY5DbheJgh+O74VtsOy8Oztihcd4OaNN0EpI49oOed3ucqR0BjUc9E5QwTR8ixTpKVSI5q/fPwHC+97sDzuBBI4vRzs/m9kb+H6N++JEAEE64f/rSdp1SqnXG6ToQDPCbIXYidwSX9gQIHAQZrgIEiXm1OB4N/HtedmjarmUODXjE1Ef1OIUHHKodwbHH50c9Pjzq4fMjQaUtDk1PH0X/1WqtRduq5iDrwSMyPeHkmY89QQe/vbPfHggGHRh3xBEaYi4IA4tJ8t8o8UG4ZQ5L8CzhY0E+t/DCQVmsSQfDPKdw9Ajm7HbPyGSvI/gHdDXCq7gSzpgd25WdXZz+Dp1Z5n6bwn8U+tOnzwQ/cPqfntSjg56xlrtXn/l2EGZAhobjcQAjc4QP41nC02KFE44z3cBXjV34pzV2vFKqVWH33DGmPJISck4pK2wDWbeA84nx5mtApz287wkEbQms+X8Ksy0cj3CEHN3nGodxuU5ILqO/rmnD/lYE8fxmwnq91AZYEPzq2la2edt4j1O+Q26fP32Kn819In18fJRpHtGxrM2KuabCa2I+4hrgoUeXexztHru1rFGezL9tZom9L3DKLe8FMne+o65FhyklMDAPy5igRg8dw0DQ9cy8aQz51GmSkyuAMRyqHjKMpUwn5pHU5kYhO/qb3ehnnoARXcGqe9M9Rb92WrMLgi8LeMrwJCXsupfl7ODrEwGwZ2zJQa4zCOq6JjjSqlsCTaPc1OCzc84mlDRdFXXmuZavEWZG5uPUX6uklGU5rDYbgi2bCOItscMWXaWKMVUloT/Lx33LnLJ8wYIcFHTQtScAfAaveWrgvSOo1GKLGRs3LQTETY7PlZGB/gx2OuKhOoVJ7hxyW2Afy+UaXtbsXWvmt1JuGinmdNZwflmTXkOGwpc0gG+/P2ArOz0/bwN69hiI+wYG1vQp1rb7GWwzZU0iN08s6IyBa4Bf2/iAXTFYYUvrle5vb/XjX37QT//2F/3bX/6inwD/5PX+451u2fP808wlNtbkFoyjjtjkdvusJ/YlB6UO7AWet+WzsrzbRrnNyCBBZkTvx+BzRKYj8kqJ6We31/IazqlBHFl05j4DpwChsuARe/Jed2u93qLXG4DPgw7bakzLARgjNXfeQ2zzrDt/ruzZxwfK1k2CiveNtumCbqrgL8agB9ty8EcF/WQ7qeCJlGr4p0+sj0EnUtEnN5lAV4teOy3ZnxbdUl3XUtfItpNSrWArqVzJOjG4OKfOTzD3i+JX2qP+K48gYo5ou8JxlaXhH+b+BiNfm6/rCthuMBDs4qXsuhF9j6yT0Uri88rIMTH6OWdwf2SDjDL268+73DTKKQOWUE0nA8n7/V1JwNr9rib0Ppl3CbxL4PuRQPloKvOJPLGQMx9iBpG6pfLjAnSY6jn7zrlL6yXDQbeqXo+8tJHB15XhgoC+r3tT8u7JhybdX92ufqkIrilSy82ZiPx0882o5+Aehqn2dfK1hvggf93NJTgi4clNhmMZzylPLspV5QoDlJng6XyKnymccPRGnwrc8Ws0Lcyv1nuAyiGOyXmKwtNMyKVAaf/qMzpft1BR7pdKeAoxVaWKZjI8wS8SCtzWOckX99yBwdwJvr7o8qcqks/bXxnxWjCmavhKxy+q3C/khOOUcZpbIONM1hy+PD/rZCA4sr8c1ncEK3Y4NAf5pzUDwbvRujHmOimlAhnnoW05aHOgazMHOacuEyDw2xAbAiN393c4XTdxGPfwA47TE06LnW//z007HIMDdAecZH87Liwo1bV8naBrR8nO6jMBiy3BHPcz/RYam80Kx2iDw7/Serni0N+pZl5uL/PCecPmbHcn4+eAOlzZdcJOM7RmSB7EYhxw0A6HXv5fhRwgCNrQf3x8kGH7VGQz4oAkZNq2HfMDONAGffBYpnYAj9D3nEO2zLMHBuoG88Pa8Dxr9NEw1gGWcFz4pr1tORwj0wZZG9cRZ/HQ72QZWG4H5NYT2HKQ5oTzf8aGWW3ygdpjVzhlt7drrXB8rf8iw638k59Pnx4i+LYj6DIcBg7pIyDA6YiTOqL3IcpMBQcaHSNvB4EcSOi6TuY31znkbZuqM9KDV88nIPhxLsFThXwaoFXOBuaWaglde252DPeTg71nXpZ9P/SFvrjAm1LG7gyJCpEXzl1Wg5wciHEAZo0T7eDPCqd0yfy7zrSyxP5jG3t+fiaARwDo15/1KQJAnwnm7XSMQMNJxpyYh+eTSeuasczD/PnNDjuyz897HZC3l0OiT25aWS4d9rcMIECGo+y1kRpjxAbHI853r4N/XomTfvLczkfmMSpVUspVzEdclsdoO7V9YCcIQQY74C1rK2Mr1rEHuK+DZ5bVgf5hU/DrnQLMIE50Yw7Ga8Bee5zwEozcsb73oWfb/xI72dws420hy7JrGsYynnFf3DEt2pIzBSArr4cBGhBWZh0uCNgsCFhYH8632HXGpmdI2EDMB5tIgQtZMY+ePcJB1yOpBdQ0WV3TaIE+W/SdkYH7GzLjEuvYPFoeA/uYxxtG5IdFy7JbYA9+E2mJjazWay0JkDTwaBwJO3QQIqVKuc3YaQf/dczf8xqmQMveAVPsdGAtnmnw2KALHffpabONlDV+xESsCQWuzFzdV+w/g+2BfcC2fsJxdn3OrfyTxw/3H/Tx40d9/PHHSO8p++9O3RBUN+8tMjCqkQCp6UQA6OlB+91W+8NOZ2ynbWoCcB3zaKCdpWQTYl0TXLGNGMbRVBNrM0efbFmgGyEDcz0yP+vSaVJSA38dQf71eqObCEbdEHDZaLVeoJdOLfpprRfWBOSwhTM2fySYd4CvPvbSngBo7PF0yNBaoMs2Z+RcydfIfj+w945hQ66paKMdvIIH8zKi36E/EQg6yeVUp+C/BVfomODPkuDlwnsUdaaTEzNgXpAFnzHpzcWM3YjGXhqoeyn8iVxF30AmWC5Azcv91+J9wfDX50z79+CPY8dEps6sMtC6fA2WQgrZv9hY7GFti85aNQnd2phr62dCRXLCBkje7+9EAraD72Qq79N4l8C7BL5vCfBhhhP4zTmeaZk+7NzNRWqkyZmLfMWTQ6kTcuJ8qa9fHg24o8GdGJc4rFQxiDbXvTqYRIXicFEeet08b7dzSjP8Bn+k3BOCN4kbOJy61lmnnLAi+fqjkuAz2LzuUFEAmAaZcvubWQeB/ME+TjTcUjgszwtNN/wGRO/kA8MMFYc6g8uKi+ZIrx9lnOg710YNhdFqJJ1uVzOvBEw1v5tAOfqkFIPJzynZWTnXVa6+BtpqyjPAJSUqef7e7TEvfa6lONuOW40rcdhPanM5jLWZtK5RH9++MuyEE3Mk6GEnZz85MnscVjsL4aRwOKebfDEMOSbF4Ro8L4c6cOZWLY6CD+Mbf1OM47IhEFTXjUSU7UjQ4un5SY8PT3IgxW/HHA/HONDbToThpKqWVOlEf/99EztVDwRgdjjw/R7HmVOmaS8WK21WN/GWwWqDM7JZaYEj23H4r3MDjzWQ5Mt2d8axsONmcJ1U2vz03EacsQGn02/aOOjz+PhZT4+PwJOeoG1nyzw842z5D67aAbN6zYudWzu6q+VKDgg0BIWSD7fwOlq2xmv5hmwPON9HxDEq1ZUcSOlw7DqCLE3bqsbhSdhS8OXxBhzj83DGVs+FdZ6ISnRT5Y5mhLr5zjg/i8U6ZLO+WROE26iClp0wv/nxiQDIf/3Xz/rPX37Wzz//SmDoF33+/C+LXDUAABAASURBVAl40DOBrm3Mdyc7WyO4a4iYx9DpaqUVsl7h4LuuxgZSqiBNT3Q2EnAZYz8ci4RTkudjx72FL4P5s2MmejA99D8UZxH5bPdb7Xa9djjePfMe7LhaN3QcJiABZ60WXduZt+w3m7VW2JoDGA6mmU6qKgJag/YElp7D7h6Z42d0+igH93rbOAGd0Qgl5VSB13YMpFrmz2tg78AJvNkWewJnpX+SgwttbmWb77B7Q0PZ4Dnjppa5Mb7H6T8wJ9vYiE0IbSZTqMCTDBSQtXEPtNseT8wbEeEsJXVtq2xZG6iMfsZn+RjmediYjSpwQoFU7s8a7um/3e60I5hx2B10Qr65TtjHShsCI5v1UiuCJF3XKE3jwGBsBaiD02hzu8GiG+F7IGN9mXyG1wXrc7GwTlZaYCuuy16XYd91zCVny8606vi4GeDngHx38Hg6ntgFKjWN+xg6AjTumwt9NqIaqMBn5kY+W04ECI4E9HrkPSC7EZ5SqqHfsRZWzHHDXDcELRbKTa1UATW6BkfbNlqwbhcRqGqNMnS3x3aesB3/FHUgwJKUVEPX/RHHpc8eu92yN1jPhW5SRlcZvG3TqIaG+5/Q7Z452s6tCwdvBoKCica2awlOrXTHvnmDPS+Rm21KXAP7h2348+dH/fzpZz08YMfsi3v21DPyN42O9WD+27YNGY3IM4JTBI/3++dYY6ZlOYMy+mT48lya3ETZa9eBmIFA135aHyfkyLRZH1ktAc4WObWLRk4z43KqjQ4djsjjWII/8OU/jH+GhxHdxPgqgaNSYp3xUFy0jadzjOURVXJnQ0r0z6pIxXViD+xPPfPYQ2fQiE1bbh3zXdjeVkstsLnOPDatWuaWcoJUKijB4TteAkJmkffjAtOedSk7Y4t2+gcAMu4FRZKpQO71/SfwvR74j1G6Yn/ELrhf83WpsBQAdJczukBHTjtsPLMuZr3Ur0afXpX+SMH6/yP93vv8fSTwrVXw9+Hmneq7BN4l8C6Br0jg6nONVpfOHNELUMFdAdN91nR8IEOVn+dweihwzz29+c15ql/uS1/jL9VxJirZ8jQLJcdzLjg1Naqm2zVTVjJBFyKNh0sTvB43VV6SC54p48SAEC59IlPxfIuaKnFcN1SR6nKdOeCd+FZnJB0vh4NLcxGkCRkmqV61UhMNl6rEJAPiYJc53GX5EJuS89XUb05fGPUYTpLc5C7Vl8w07iVJzCO9FN/kZvxU04mbTAUvUqrAr69dpZefhlc93la8Kf/5Y9EVdnBxwxhPDmOJw3riYBwyq+E1l77WjZ0TOzB7nFWn4UjhnBw5xJ84bLtn8FKDzmND5kmJfJ6hQR8+fOMQrwgWXBySKmkgOOCAz8HOAd8I2xk2zRHbIHYA+koV/aRKZ5yCAbvZ4ahuH5/lN196jyGQk5jHEkdt4QM/NFZ2/O0A8E1/C90W+rUPmV5UwsQwIdMYceBKSgX15UYu2KVp9Tg9/tnYI4EfO1qP8fOKJ4Ii2ykItJODI0+zo4d1+jBrmgvzAD8OBuWmCTszlQGaluOeAMIR/u2wDTioIzQTumjaRi38htOC453rWmni+zQ5sXbKRmSHxwPLZ1WVlMg5JbncdsTd4oP22nLBibRjv96swJl1INj2+PSkXz991n/+/LP+6+df9F8EgX755ZM+UfeAU/kQc36Wf25mGxgneft/cgo545xuCLytCBi0OJzm1wyM6HDEubWMh5lv5GM+PZ+ErVhWhhaHIDPv4jhW+H0jQbEBx66H7kFbHNvt4zZ+buOA27N/eoPM7WRblqaVQNyCw3LbEOSK4BSBQKcOChW+znIQ0YG77dOztrsn7Xc7WQ8ndG2dn9GPecZKPA1lELc4tYtVhzPZKLctssN2WQN7ggHbeIPtCZsAF3z1OOYDgZVYI+jUOjtQ7glilbdC9hqsb/Z8WA4aImPau4Pn+KgteBwMcP8BvszLCC4DIrRKgwe//WP+EnufEbl9QOY9a/RAUOEALzM/g3mAZwfQevKXgBr9Ia8mZ+bXyXZye7OSbWS9JlhjnTJ/xABNW/AZdpzq5UqwFDZKhlpMRAP8mhcSxiXZ0fP/lue/BxTQLiNgELqHdoo9KCPvFgyQgK8eOfXeGw572d6tQ+Pp4GnhgAPjcrwxlRgHwGeualmeZ+R7BMeBAJDlP/QnWT6JibQELFarlQJYC7EnMdZtiTWYyVvPXrsRrII3cVkXW/afR/afPbId2Y9AB+2s3GbmWRGIOIVN7SKotpX3qGJPsAUe22jGTnP2RoutI6zDYaft01bb/U479gXbKOTUta3W7GF+G2i1JlCFPtquBZF0QJe2kaenz/Ezzk+fP+sxAlN7ho5q2kwAqwE6oIE3Mf9BXsN76PiPwO9jXz9SX/SZ4S/nVtnzbxrGoE8UeIaWx/UE3A/oZKRsO6xTUsc8ujarjXEtY5ED9jjSwfrvCXZbhwfWysljWV8JW8kh5xoaWXGxRwzgHQjajeTlg0ZKNBlKkigneEyMp0YjHxIn9LpHZl4rR8bDbuhjxd678d6EfjeAdZw9L8YmUHIbxTegyKM0znlS7lL3P/M0r4b/GWx/Bst/ZyKvJXeNKfRj4XoBTuxc2hnm9qL3BjtpZVu2vdVha43qmk5XY1leE5b35HuRgDX8vczlfR7vEniXwL+IBC4fZG/ny3k4Dis+sLxtuy6Hd1Zd13wjHwi/0fbt6m9vrG9aODS9YPGsDC81zvnwVlI/xVGupGKOX+OuUjV3iI9vU7yAm4Bq6jNyMD9z6vFbQJdBV5nCTXleVX89OxFJHDrKwSJzsKg5VKaAMqiKJE30o+B80oVXUU4cDOUL3pww1UguD/pf8rMQ5vTSMGXQdQVOBeirV0FXnt/s4GbDVzt8WRnBmKgu8it6nJl03QzRqcw/CZkhLw7ymcN1DSQO8G70eDs5Pvz7kG3HwWmPA+nD+uk4SA4EQdjfvurKUgoFniFP01XoxLjbtpadq67pVJsuQY4aSHWtqk70q1TN+kARZTTYsZ0Th/w9DqF/FrLbblW+ye7j5yv0kPWYjRPnqcXR88HfTlx5G2eljm+DO79dY6BP07bqCB4ZmtzEeNvojsDAA05VvAnz6VMERB4/P+jp6TGCT/vtngDKQQeCOMdwpAaNOJwvTmYr052hxWnNgb+Ght+0GnEWzzox5shJdyRgIi4HDK2DOvomapgV33QPOPU9DpR1YTji2J6QxRmH6syaHpHTGfm4bP5HnKgR2Y/opEGfLfNcExRb4RTd3Nxo0bXBxwn6nuvjw7M+//oIfAY+Md8HPTwYnmLOT9ud9sxzgJ6w6xb+1uul1kuA4I9/Xtbg2KZUeD7Bm3+q5vQEjTECVkWTaFgZnmwLGb7MW85ZLieGwzayOaHbg7bo2LT9U8H5j+66zlBskYAKc00pq2laOdizxlne3Gx0Q+p81y3lnxggIh0JKOz8PyQ9P2v3zJxwho848+bx7L/9Ap+jnVBkKa6EHWbs1W+DtObV64P5D8zJTnTh6zFktMPJPXhtsC6K/AfmMahHV4d+z3z2BLXg91TeXFMSOgCgc8JRtk37fyJ7hr+9A1yWN3IMPSIUpyKNETVSRIYZfhwIMiK3D/S3o76HF4N52jE/w4GghAMTOwJMdpgH5oB1qQbHAof55natm5u17v0/wm3WWnYtgYSa9qQaOcAm5McAYa+JipQS0yCXMiVjA+BxMB+WBbqhSFsCT1ZLQHZBUKOsywX7wFKZdRr6n2gM8GXet6xBB3AG9hivi7Zr42eMi1hLrTI2mBJ2w7jcNnJ7Q5+mblXXrDF02TN34/JPorx+LCOPyblV23YKvcKP96NF27JmOznfgi+lWu4/sO78dqL3vyM6ORGUY9paQGvpsW2tLOjBd08wx/tSz77geYyWk/lDxhkbb6HRsve0DbSYR0KHlk+PTZhG7C/eY9DRM7a/w26OrP2y/vfaYRc7go5b+jw9PcQafXx80GG/lQPoCFo1dBbscy37Woa3BLMj67bHJsrPFw/Y5E4DcxnQ02gGGFiHLLPabKhVw3eKsWf1BFq87/Tw08OPgy0n9hYxb4P7JfpHEVxi3gNzOiI7y8y8jcjHTVWSMg/LI3sMlSP9zWOsQ/pNLBk1UIE2yTRyKqm4Rjr16MKBsz18jcwF61NuWvaBlW4iCL8m0LcuekX2ibmBgdHlGVMoD4Z6fzLQ/CfvPzpq7jenf5LMP1j3SYZwZd0YUFboKU16pWm66UtdRgcte4Chywt0leX9i9ap35xwqJiz7+l3I4H03czkfSLvEniXwPcngd/5ZK7+t2ZsuvbVDdDgPMSz3Gd7LiXL8xtbqKsTD246xX2VjfLXH3++dnzFzzfGf0VQFY6Tb4+o/PgGcK6TD3cWyRdzoJKbwxqDyfjg4INHShwkONz5YJ/DMaimg4hIS3f5AiG3yrhK4lBSucJthus8+F0VQJ47sn/oUZVegS4epVyeX1SU6v+B59d5vKqdssEB9vIiu1p2Jts6Twd/MzMS3zmqPwDTt6x2pnzo9mHb3/JbT+5pmPU2/6d6rrtA7VyKw5511DUdDntWg87qoJmVUq26qlVVSVIlX2c74ldgx8M8bAlIbHFonPbhaJYDY2JOdt5aDprF0VziACy1WC20WiwVdQQEFjhfC3iIFGdp0bXKOH0V4wccEDvjn3/9rE+//qpf/T9tffoVZ+uznh6fCBw8a08g4YAD5eBBfzzh6CMjHJABmHkoTm4XNFuczQZ6xTZruY/9jhFaA05MyHHWTZWUK+ZPefSbTzhce+S/xfFzYMBvDByg3xNoML0TNE8ELfztuaEfDpodLjtV4kpNZn6tNjhF/lsi/p/Z/Pc7FsuVUm4IRA0RzHomsPWZOX5+eNTnz496fHzU8+NzOJ4HeOhx6EY2J/PvuXhe3aJR3TZK6GzE4T/sez0TYHkEh8ducVoP6MpOrgNIIwYyYiyJETnXahkfegn9dDjmLbzW8IVTLSHbAQfUcNAeHrbAPv6Qdk/9kXa7oqPMU8KectOoaYyjUcvcknHAV4++4m854VyXgMAh5n3CORZBNCFr6yMA/sQ+lxhsB6VtW/gCH3p03nyDlqDfCH3z1gdvdkQj6EKwxT+h9NtKOwI6W+zVAQTDCX17bJ2QAOD8kbotDv8jQbcn4BH5eXyR91j2Q+Tumbq/5+qgVs7MExm67HrL1TaxR0979LBnbeyRvWFLWuBAMK8PvjExtchrvVrpdrPR7e0NsNHNeqUlAQT/gd5cV0qYo2ywgHXscUI2CJ2beUShmvi0TE6Kn4AN5l1x2QY71lmHA7hYrFTeBOpU5NmCJ0c/82+n/oA8jgRSTgRIEwx06GBFwMWBmrZt2K8yAO3ktCZY1ahrqG+yUl2j0jN7F3N1UMZyQP+WT6J/F3pcqPUcDS47Bbxuw26SJyjmcYxApIMvPcG8kcBSYn129F0twQEvoqv5PiDznX9eReDJtu4JwaG+5qGZAAAQAElEQVSsn7JeGi2gtSDgtmTtNYw1Ga/hLYFtB10/of9P7De/sv9cw2f2ogfq3fbpF/ajz59ibW4JlHm9p0rIspb3sg34/Xd1EoyZr5414/1jy1rcQ+eIfQzoxvzRhYQJ8HSAJcNTQMiykUDsfcW2+8Qe5H3x8+Nn9oYH1vkTAfEdtr8P6L0u4WeP3goNgp3gTXWKNe352t5SruXLMhqsG8b0BEFjL8TGLBO/8ZX5TPD6yzkztw59YTfs3S2Q4c/69F7otfNEUOyRvct75ID8j6x500ggM4gpcjMf14YFoxeKbqeKhCd3NPlh2y0pLHGT56aHUTG2AjKQ+FwzkM8pyqZHDuQKCLpk/9lvyyjmRoY75jY9mBozpnJuV3weiIt68ol15/3KbwI6uJzbVl3ukFdWXVtCBnaZScYM/NO37eFPD3of8DeTQNHw34zcO6F3CbxL4Dcl8N74TQnYBzjz+DOfR+dvYvsTDXZ4cT6+pFtNSNhGo5F0qnmVXFW/ZGPAq27/o4WZtd9C+q0+L0xOo9/y6g6GuZmD2ZR1kjh0+ICYOVSWNMup66V53KwZyvR3tdt9NHGfaqpz3jg5hpQEPTgzOr1iK7KVW64haq8rJMi9rvhG6StDv9Hz29WBY+Sg6i5RcCbKpdZP1xsm1qZ5R8LDB3Mf1uuEZAAjOOOw23nf40DtcSJ7vm22M9Dzraudi9EHbdZJglIMqQt+j3VupB4UIYrEAdmOyWq10Hq1Cafz5naj1WZNeSU7VdZdnaDPoVGWO2DtGU7Q6nHCepyYHU6DHZoevkacmXL4Y5zHploRDMitsh0uggt2OO142cFbRLnTnI/6psPJaDiQVoo3MnCWdjjuDmZsn55xdLYRCNkTfDlYDnYy4OWIA9PbebFTBX+edwPdzo5uu4TGAuhkZ7PBacm5gUYdCjDPL7x7ZEWbIcmXZesgwH5y4PwGxx7aduyPOFmnKfhzIgBU8scI/gwEFAYCRyPtxmNbb3FW1zcb+Y/L3t7f6ebmVisc/VxnDew5B+bjnx/ZkXrAwXvwT8AIAD0+4+Q9bbVH5kfm6TdlqioRZGkCWsutbqRKGnDWHVx5Rl52Zv1Gyz4CLgedkI/58ZzFlXAs25xlhyCcYhzqBQ5+S0ConWVE0GMgSNYjYwcv9tienb3tHqcTvTsYOSDzwInIMjgv+0BdKxG8wDRlfVpnDs7YZjyXARmdHfhxB2zMOM7wP5yOBDJOwCBBPyXFftLmVuYvbCV47aJeXANy7lkPW+zFTvIDwa/Plh/wCXh6+hxBhB7bMR07t02TlQgkMFxH5vJIwO3XX37Rr3bycfD9v8316HgkQOUxMp9eUB4ApJyU2ywHUCyv3Laynt3Xch6Qtx3/Pbbjt0siaAZ/ewIrrh+Ra1JifKOlbYPg4IpgaNs2ViXkCGyibwcXQib0HwDjj7UuBb3kfRc+EvwU+tgB69F9e/OAHe4Og44OWDKHEqqdxhoH4C3CeAfkOKDrgXG2JePzGl0R0Fiv11oSpPI6yjkX2ijHfTL24rdeFsulOoIDLVClOuzxgF07mLZ9KjZjGif0rWQeWrUZYI+4yDEVOSIAue8AP9ZDDx7rwjprkdECGuYtw0PpeyTgtNdhd5ADekSgTAIiIkDgz6QU9hJjobdiD2ybVlWMP+uInp5Zaw+PD3r49FmfPn0iJdCD/Tw8/BrlT7YNAkG/fv6VAO2DYn0RlDG9JKmBrxV7m3/e1kIjUGM/Pfb1RFDxmXXsdWC9DNSPlgPj3M9yTLlSRrYttmQ+jc/1J/rumP+W8Q8P8AVPT9j4TH/vPclrkmDbgSCY5zJg69ahoJFSpRodtU0T9maZJQmxnWTZmqcjPI6sP0yEFsSWkryHh11l66hl/XXAknm2auBzZN/asy9tmdsTAaAn+HpGHgfW4ogtyes3sIHPVp1KwckMUUMhiQeFEWO0Lb4C6nzTXG7mk1KW52F5ZfjLLWWn8JVTDe9gTIBSGXNJp+J3kMy6snSZaqzJzPxTyMbyqJERQF3IKNKshJyauqE/eWRlUaRZTC68w3cpgXcV/4Op9Z2ddwm8S+BbEphO21PCOeZbHf98vb3ZadRVNmouZQ43IwcYV5a68uTYJH1jJ/1GtVF8Bdx7hpdm17g0p87/HlS/12Fqf8H5rRGzsKcBJB7z5eHAxzQauX1AzXY+4nBRqxxAOHgxiJseL7dxuZR8GESIqSr9XFdFnXMFRhTuA47TucYHzi85LK3WTmlzThzsNV1JesvI1PKSMJI7Dplz+tL4m7nSvTzL+FHm24PIYS60uYKk1PkJmK1IKktCGR4DcOhSXU/fynn4qBPOcn/cac/her/dy474wIF9wLkbjduEk+IqiYlNMHt89PG3uXYu7KDcEIzwmygfbu90f3ujDc7dEuelbVqlulZVVbK8z14DlWV61gkHwc7OAWdkjzP77OBC8DHowgdcFB4qMSXm5YNoS6ChC+dhsVqRLqY3gpayI2Z+VpuVVnwrb0ey5nDKaBX6o0YcIAcLzl6TOBZHHOM9Ds4eR7XHST+S2lkccXyZJvrmhridAjuJC+Y101lCw9A52IGTlnMTPNqODYyUwfM54XD30OqPyHy31+GwBQ6ys2R6JwI/dpoG9HOCr6iD1xNMjNgviMqdpCb4aeVA0Apn3/+j0N3dnW4N6OBmc6MFAaGOIIB5Mg9GMSL/8QzGmJt1ekGJfBO2U1GBjcDnASfWztgjAaTPOIrPz48Ezp5wirfqrScHV+ATgTJGMb7pMk5hGzqxnBwQapFNZj0n2yLOlmDEfAzmhfkN8DJid+bGHKScYt3nlvkFNJSBlCVk0RN8OOCc7gl+7J53cgDENn0G15n24AfdDgSTTsj8fOERCsgtwUOLc21drgj+tAT32tBdDX4RKDgxvyPrYqctwS87ow84ow8PDzjxwONTBA8PBBMETe9XGb1Xk/Nz2B/lvr8Q+PkV+IyDv316IijQwxo8eN5QIsezyC3VmW/QPd9FyK/NrRJycAfbQc/a3NsxZ73652pb5r5lzTh41mOvI/KzvTV1pzU2uWZddItWXdOEXsaQRS/LyWBn3nWCF9Pw2NgvUsJ+6xjDQ76Mu+8H+S2gPTbR45D3zN1BoDF0Ry8mwy3YAEaNyL3HjgfANk+l7CRusMnN6kY3642ct9xNu04JJClIZmzFuukIFK0myE3GaiTTdOD0MYIE2/hbO3uCFAN8gIDxSR6f0Yfxisv8D+YneD8ig7KJtXUusiLQVOwgY14jej+oJxBxYJ06WCYoO8iXch34mR1YZUsTFcptLdt68LpcqEPudQsupaC1Z0/Zstf6D97bLh4ItjxgQ37DxUHMgbV2RnC5rtR1rfy/3y09726JLTTMJ0Fs1ICe99Y5++SO4JKDszN/9ICVCnCO7uYOmabk/bJR8Ldcg39BsKVRxRqwTKzPrW0ce7KdO+Dpz4We/fCIjq2/sBVkwBAlbLxGtpaH7SVBQ1wDa8x/7+gIjz2B9BjDnMxNYoxllLHnjG6bSFt5XzCskH/rfYr5206O6Cr4Yq57bL4H50Cd9SgQYiVQlLMBUfDDbQbnPX/SEfsuY8+gvgLmY3udsSTm4QCV+cu5VvYcI62V4DfaU1IQfEmgMN3URdtU/Psnnt0fgW9zOs/Zn/NFNi1ymcF21appWkV7yiCahVBSi4tK7lo1Z4C3QMNv3qb/mx3eG19J4G9dSH9rgu/03iXwLoF3Cfz3JVAc0P8uHnwMn7QmNC84X3JuOiv6OWtwo9MJ/BE9ZUkq4Nv3fPC89Lh0r96cPf7s1gyiqlKlP3v91ghm5hv4FlY3cUacml0iG6yXI54PAAZNnLmvQVdX6U5/ZzihpgleurwR+KWBMczZwy5VkXF/AwWIcX4kI46LTq7n++VI95hm4WxAcTUi+1c8XmO7phi2AH/ioDv3Kim8u2NifiGLxAGt5MVVDsTHcEb9h2q3u2cCQThSOCi9nXoczYHD/DjjPhmrqZFOedMEFc5AwkFpcS46Aj4r3d3d6O7+Tv7pyY0DQHwr3nWdGg7SFbycQ5jw58FIdDyPxdGG7m6/xaneaU8waBj7OKwzNYVhp5KIOflw3raNWhz3BYGF1cIBIMNSCztNKwI/AQ4GrdXRr61zoDG+M3M4EXhyKvgZCLoccND2OIcHnI0D9HscsgGHY8C598yRnuygNxx2O4IFCweAFpt402m1WRN0WsuBJrfXuVbCeUiJNMXImO1oWuA84RAfoLXjG/Z4u4C5DzhaJ8scvpwajqde5nOkznwGksQTqJlNAneTszoCJGs71QR8bpH9xw8f9cOPP+j+4wd9uL9HL7dygMpvqNQcwpPXEqoEE3cCrm50HnxCs8ep9ps/T4+P+vXTJ33+9Kv8M7Itjvce3i8yYk4DvAtZwZKCry5riW4WBusEHdg5jjJ1LeW2bZQncN51K+pDhyHfhS79IziDgwG7J+gdcM53BEJ2pHsHI5DpCO+YFKY56gQvJ4JTZ/iyfkfKI/KPadPPeXFZO3Ze/MbSatVpgd2YZgsf5i2lOgzP4wYCDKOBzdzjR/DIAB53gjVonxHDSJCix657Wcd+Q8ly3OJg7+F3CGd20AhvMR4cxuXxqUnoM6ttW+beyXw5n3OLXJk/endfw4AcBnAMUwoa+lRKOKteI3bQU5XkD58R+Ryw7S2Bg/2ONUbw8djvIqAwEhgyPvlKSQmbym1WJk2J8YDn7z4OABn22GsfMERQaIAPt7/AQBCtB/8eORx1wsZHdNA0tWyLflNts97Ia9fzq0POleoEfSBjF61toFtpsVxpiQ01dQ5xHQn+Wa5+W8Vv2Diw4n1rZB4MlXk27y8yE+NG+EAnrLuwW9Y3M0PWjbx2VpPec27YIs7qsW/L60gg48jcxJWRR4ZPj6N4ueFYLfqxzSzgebHyXrBUrhu0VWgfoPvMujF89t8iI5D4yLpy2cGsI/zQU1XKaggAddjfarlAPh24G9lG3T6gx733ye1TCcQSBLVuTSixv7qf+dG0xp3PuZrsaclesI49awHutm5knD173xZ7eHp4Imj5qC2BJZcPrP8eWx3ZC+ioVFXKuVbT1mo7eMpZVIZszVePrHrbBOnAOKHvlOhie2TfsT4sw5Sy/PPBpsvqmKtl5j3UXyCssQnru0P/iXHisk3ZvgzWMQpyLcDnCIZpu3efkYZIqRhYEz087LF5B8wC0GkPf4P1ybiEjJISeOCRxPlk/TJH8/kFmO8UvRjDAJ7/YPcVO0zwqvTXZcsck+eMrm1bAc7nVtnQoEvKKTWx7hLyq2tkVIZCtgb+/J1ME/jzI99H/C0lcFHz35LoO613CbxL4F0Cf1wCX/kw5OzwavxV+SpLl9clKspN9Vewlrar5xlngXMJNefwTchQZPCl5Jrfhm9tsq/oT52m5AuEX603G3PPr3aYG7+WenA1NZBycwKYylNyYdAZw1T/KnE9wB3V8JHEP6ccPktYygAAEABJREFUAHwQcD1ZJxfwQQ9BXsp0Z1QFiKuUpgJlH3Mj+foD3j3i0sjUrDbhMF7qvpa5DJqZ/7LTHPyZ07lHGVqec93b1FgL+KlpOozhnvuWFpc4/nLwFUCOxC0Gj7M8K9STVCVx0YMDsp3RnZ2Sp0f5DY+npwdtyce3v/0W5w0HjsOyD93DEVwETmZJGs180LOO2py1wLHfRCBio9vNLcGgW77lx+HA2fBBv+FgXacKHiolpxzArcfAz8F8j5O04xvfYxzUjziQgwbmc61nMUZXV6JsXCl5jgWEpFKqOaBmtYtGfgtoc3tDYMrBkI3izYKmVa6TGB6yssPS45z7bagtTvIOJ9mOkZ30wiPzl+A7KXPo7do28Cxw+OInGptVBIFWdv7ssPJtdocT17TQaRtl5p6Ys7hGZG8Y7CjhXI3IdcTWzgTDaMZfHwn8DDodTyXFkbKMYNTNE8BPDT/MITdZLUEpO7KW+62DQB8/6h64u7vXDUE5O1Zdt4SPRil4STGXlIyOvBNQjiFv6PeDSpDlSY+fH/SZANAn4OnxQY84iJbPEf7Pk32M5nFSVAKpnacW526J7hfYxWJysFcOsiCXxaKFZwO8Z6ctwQ4g5NnJMl0Q2HOAIMa3DbzXaLaSAzrmLQIqOK4HnDzrz8FEsa86tdN6RrZ29vxzMZdDfszPcxwJFjgFoRzwaNFToddpAQ8LeGzhK+OEpllvyIiVA5pRZ/CQYcYjQEM8zzqf0RkyOeLQH7FpO5x28MPRJwBkvnvaBmzAtj3MfBhfSgoHq2nVWWbM3zxd+EEGbZuRQ0Z3ernQmwsMd6L4b7DBN1on0PLbUTt09kzQwW8xPT18Uqx1vzmF829eQhbgqcGQQZSz6TToqAMse2giC5o1Mj//L1z7cLC3ckBijw72rF/T6h2QI+/y3mv5cEBnJ8Q1Ih9sFnlWAGRcAKQTejuxBk7IcUQpKWW1BGMcVLHt3rCfrDYbghcrOUByhpEDgVoHKp5Yr09Pz/BxIMgzaCBIZ/CcCrjuBP0z2M/IOClskzUae4Nt07JlfokeIwHwPXtBD98jAReh0wS9VFVKNblgXPRUuVyV4RcbasFj21kQ+F5g403XqY71lqVUMWbUyDq3bk62AYLPgaRK9Gu06DIBMgI/sW6W8vxtg6ZmPVm+EcBDrgds/+Q1yIdVAnfKSSkVEDwxYzl1XYaHFpvy/rQiXdi+4ZUBMh9HAnR+o26HLP1GksvDcJDXjWUoLuOpmWeuGzkwaZxUa0RvA2utB8cRmUVK8HXEBgUDdUrKyDbDg/eeOvJZObdqvW8hK/O1ueWzgmD6Mt4G6uS1gLTAf0KnAymABHV1YbKUohciogTN0XJFh+Zjvz3wpcI24LDDPvb+XDmBi76M9J2Qnfn0/ML2k3l7gQSf5sXtSNddPewVIO5X5b9NwXMwvKX2tbq3fa7LX/ZP04Q8Z0/YaZr1hp3nFvm0rZrUYkJZde0Bhmu8JW9chlJ6/Uw0fA1e93ov/aNK4Osa/0fl9p2vdwm8S+BfXAI+Ohr+oBh+s+t14zkOt5zFQOz6GSjOt6umfDWlTi6b6JcZmjmSTp/PnG0oc18y5Od76jMXL2ngjMel6pK5ZuJb4y+dX2euphINX1Kghjsa40EBGtxxhPvaFKIbHabjXBzSyiGynO2iPR4zdXrSP6r84DDBaUTTec4134Bp4rD0jQ5Un+ETOhxuhXNCxR+44eeq1+kqH9lrXqn4Nnk6covAAEzIcOkbGT8MIOEOGYVATR+q5MfgGyTuFsDR1fKhvxEO52M4+P77Cs9bnPrHz3rGud8+PeFI7fgG/MChe6+Rg/SIwzdeHNVAINUl9cGvmQ6G5W8BreVvcm8IuNze3GhzswmHZkEwIOesCl6sn1RVcvBFOEMnnCD/DKzHcdzz7badLzv0Q9C0HsyxvriSjAwg9ZOEm9pUBXuZg7x/fuQ3T+7ubvXDxw/yG0p++6DFOcs4mH5D4oys/NOFA07rbrfVs2VAIOrAN+B2ugbmf7JMrQhTAG/GSfd/nR4OOkGfzYq5boDbDcGvGxxVnNWlYaUOR7NpO9WmB2+66EFy0YGopk6y85HqSr5G6FkuI068gDE2FvTreuRyAsYjDhE2MgJCAA5kdMh5vVppg7Pst7DuCQb5j0Tf3NxqvV4HLAkEmacWB7BOteqqyCwlp+w3zHPA8XWw4pmghd9gOeDg27nbIZednW0CZP4DzD0O6ECQIWwEx7uk/ls7o0AHJDVNVofuLfOFnU8cvoWDLKtlBHpWTlcdAbRSvrRRb0d1Rd8WR7EN+SWM4Sy/BXKYAizmdUQeZ/QoLqcjMrOMTujO+nMZ6TEznrSN5tX9WSI1Y4JHZNfheJtPO8stwcPctrKjaltpcyYP1LXqbCCfDAnxJ7DAmvWDXk44xH5zxHZ8wCn2Gyv7kGFPYNVOKLqDtxEewrZYtkZgHWToRIACWS2BxQRt8NLIena/VEh6WAGepYpJcQseBvR4PO7DAX56fCSY91kPBPSeCAbtd8/xFuDIGhfyQzJgkOqGOeUW59yQ1WaX69ClOwzMsWeM3xDbs2YK7LQnaNwTBPCcne4JUtgBj2ACwaIz/CChWPbmH4S+QYnNwS9o2fMpcnstWPae+wp7Xtt+VxtsZBV8CSxHbO9AEMQ/G30iwLXFNntsouib2YBwZF4DAYGR/Iw8oz+vAe8DG69dgg4t69M8jejD/B/Zh44ExxwASRL6lWrvcxS4qYFhrGnG6TqPt60Y1wKbXQXujTbrDetuFT81WzqoR4DDbwt6rXYEiDr02nWtXLdkrpvlSovJ9jN2BjHUM2A3B/bmrQ7I9cQ8izzhi/k0rA33TfQ3HzGGOY8GCuY2pUq2nQy9xcwf9NYE7ZeG5VLdslWHLBrA87Adeu9emE/ssG1a5N8pQ++FDrxhZyd0PIxHKfYqodskyzo3TYxpYw23yk0ubcgzAZn9cQUfm81NvDl6f39Peht72Ga1nmTRggPIQJuZh9dcJaED69c622N7tkX/JNI/kXTg9eBAHjbam7ewg7OHMI47JcEIGSdTnjrPyxA2mLKcunwBrIHeMe764TrDdd3fPm9N/zVUy7iv8Y9IYsbZ+0CL/khb9OA9M+roELIJsjOGOY1KHuhr7neV0vB+/xNL4K2W/4mn8s76uwTeJfDdSiA+33wo/N+ZYaCfUMf5h3PGV+MGrp/6cXaZcnw4Trm3Cee3q6prKlS7eI2Pqrh/Y1eOJo+Ljr/9iL6/3YWTkziKK65v979uMfFriKGvHzSP4aBZX6MGDvEjB/MxhOE6dyd18iLEKP2Rh7mZofSvdJmEhNoQKjwYtROnVF/u12NLdfQr2auna6/hqmnOgqye83PqIXP+LXHqGcLz9e0hlo9F5FSMc37uFQc0OwBVkvN2XE44cf7W10GfJwJA/sOkfhPo4fMnPT09arv1t+rFsRsIzgz0t0OFN6IITkHDvKQ6qeFQ58Ng22Y5ELQkwLJcrnDwF/JPGVocCB8Y65RUVQZxqBS+woifeiLYdNQhDvB7Hfhm34d5H+qDHnR86xtXcj1zKxhdKNDgDBkcQLjFgfzoN2Ju7rRZbWQHKOOYVARc/OaNA0D+dn1HYOORANCWwMcBx704DgPisoQLXjEHO1Ith+EO52XNPP2WwgoHZhNwi/OyBnDk7GgBbVMOzsljJzSeU4Lvuq5VN1m10yqpov2M8k4ExkaCOyNBMhjwTQt80GYdFyjBllqSHZVw7ghirAm83d3d6+7DR93ffwiHygGhNUEg66XDwWtqeIJmRk4Olpk3CMQ9EiRx0Gcb/2PYTn4b4oAjtccx3j4/a/u804GAhh39AefP/UfWaaxV8+3Jgck4c07KXaslsjIskJedbzt9L7DBuTestLLDTB/zWWCh5aJTxrZyzoHZ+jLdAujndA65VVVIT2dkdCLgcAROBAoGgi0xcNpHgk/4HYGTG5LC0TP+Dl0t2xYbWcjBqc1mjS4BBzUd4Lu91S08rizL1UJN26pGhuJywMCBn1PQQ1d8GIR94XyaF78pcUK2Y8BZJm09lgwIfCcVXpqsFrl1OM4OBJW3oZAPwYHVYg1vhiV8LtWiT+tQrCqmruF0lHWzc0DTgV2CP0/PrOkIlGzlt0gcSOjtIE/O8WRgYBC2mGRZ+E0Pr5WFAxe2Y+bqetNKSdGXRHExXePwfCzvngCK6ZfgzKO8rp6fHthbHrSDD/PXYzvuW3ZzIwhMIE5KiflDz8GQzWYj2/R6UwKZTdvSsWIbOsvjj8zBa3XGV/Q7ws4VIGzz2rYNMmuRH7JDf55fm7PcNqK3AXvZY9tOT9iysJmKxhQWlhQdof5yuy6pZi3ntmb/68A/6WlDiv2snFpvrE2vgQ57dnDT+0Lbuf9SSwIwfiNp5f4h60aWteDbdt73O/lv/ngN9vDoOUKZPpXapvSN/lYMn2LWwwzmNVGfsdMWW1kQzLFtx/qDtw28uW4B3QU2t4CnjtR8NtQ57zrzvEB+lmFKdYhiZO3Z3v0fCwzY+RkDTBBM0Kuhl3ODfRZocquUkDVQG+pMW9aSAJSD1He3d/JPV+8JXN8CfnNzw566JhC0hMc1sER2beBBMtAa+FyyvrZPWz2xNz0/PvFlxpOeYu/i8wRZndgHRN+EjpL5BooNV5IIQPJ8ua/s8KXyHyz3P8ejMSGaMj8Ux00+KSUA2Vg+kfBwjeXmzyunKXTYRF8eqhn5cr8uvdS/574XCRRb+V5m8z6Pdwm8S+D7k4A/4ThEXT7kphly/J5yX0leNb4qfKUzVUGD9Ft3tJ85lr3g4vP1qnelLzbTGBMPXS6K3MzGNc45/R0IxFXp5LyhlP6K54SHkZyleHIHvnhQuL6p8w1c136RtyAufa4O7CjMB8rRwaB5xjFl93nBElVvpHdBF91eeL50C+Zdb4hOL4+CUHiR1J0nymTne0I+JXPtt9MZnzFd8t/u/s0W5HSh6UzAjHCchlk28IzsBL0R54VhnM0qIOFYVqQ1digd7STybbIDPf5pyMPnz3r4/Iv8B2sdCPJbAtvto/z3MHqCMwPfOtvpGCfcxm8INiASB0anOFO5btR0jbquU2enB4ejxXGoaavrpCrkf4YPgABHOBA4cQcO6weCTQcc0wgCcbgf0L98GTegSYnMFPJ+WgbnqdYdyxorfNKbQ6odG7+RdHt/o7u723hLx45YTnW4deP5pOF41N7ywIl4wkH1m0DPONAxdxzD0cEYZGpHwokpBcBTAvw3SlJulXFOTW+12hA4uNFqsyLFWSeo0REEadpW/sY+EXyqU62aIExTJ1IgJVCedYKeAwlH5OG3XWIdRNBgJP4GHEec35H50z3uMjYxVwensvlA1rnNyl0bTlbGEcu5Vgv4m/kErSTTE0LiRidRImjhQIXp2rEKvSObAXuJt4AIkh2Qi2XlIMLRdgG/5tFwRGche+wEEjKdbF4MbavlDLaL9SgU1Q0AABAASURBVALnbwKXDdiK39xaOvABdECL3FrmlFINs8QfceiO2ItlZFmdsSE3VNYm6rcTesJuTvDteTgwI9aC+RoJ+owEHmJfgUfXeWxyoAqGc5vVIrNl8LLSerVCf5uwmQ3O6C0QjilOqR321s63+bI6oGGd2eE8I0fjPdtukI9/0nfEQR7ID/BGd820S+oa4UQl1eixsbyAdon+gpcFvCy0WqwIXqxkGyuBmU4tayujV9iX960ROg6k7ghkPuEQG3akW4Kb/omn/yaKA3heZxFMgKdrHjKIOmSwsC6Y/wrH27AgGLDAAbeMctvKtpZSUobPjPycp6iR9XQkYLjdPck0PxFU/vzpZ/3Xf/ys//h//6FffvU+85m25whUmbZnb5AvI7E9gtcBixU83BJ4+/Dhg+7uP0ZAc0MwaEHQJDdZputhnvfA3ItuB43oQyxWo/OcMjJq4dtzWLQNayGrcSN2EAEk1r8DwSds2rYzhlxOiJQ1x25lGgkbM70XcO1rMMqUMvjb0I3peQ6rzTpsabPeyMHYCGo5z96wWi3QaRcBJPNp/LZV87XdP8s/dzt47RGYPhOYysinZj7ea9s2ax5j2oJHy7LAGQlYCi4JWUkZe80h2zbozXo1nwt03RLAb9HzoqPd4DxyawkeZeTmsbkQQsbIhr3Jcj+zLkfLKUGnquAJGbh/azm0yl1WyjQ2QJ2Cl6Zp5b14ia2tkEW8QcoeHSmB+zXBoYWBNeA/eO83hua5Cv1aPjvksmNP8p79SODnmS8vts9b+Q2xI3vAaJsQPBlSgi/TriSluMlM9xiymgr/gIl1aPgzrLn/WyjjXfvFhJEPtyXzSjZIqpRDb8gP+2m895GmhF6xqdKBnoG40Hh/fr8SQNPf7+TeZ/YugXcJ/PNI4OufOW9r35b/G/PD0Xg1msOI4tDvhmt41WsqVKQGkt+9javwPfpw5f6mReoWEkn/nE+OEZo/RJz3LEYO4z74+kA5cAA3jKSu1zz/0tHPCYp8psKbM835igYynwnS+XLQufQoEh3BMNIe6iRPliO14sDq/P84XPH0NdxjtJuj0uqiAY7iLrW0IzvB78x/qa+C78Rk7bDVKalKots5vj23k/9M0MNBn4eHT3r49Isecdie/caAf+4TP63Y0vdA8KGXdWMHiwgESMrtsx9oQ4oZx8QOQjhYXScf7O1YtDgBPrjXNcSrSiFQ+PUbEQMOzYBT3hNoOhwP8jfdzvc+uGPrI3NSYGcsNzOFf24yI+3RrOmiDp+7FMg3OeEwL7XBgfQ3zB8+3MnBoA6Ho061BC8jDozfHiiyeNITjnIEgR632k9/N+Jkpx1+QQk5ntwpeBKskUtJdmYc5Fni0K1Xa+ji8K1uSA1LnPelFk0ny8HfoDoQY1nVdVYNL8mykec1EJDqkflRRweBCL4MwIg8BngdHcSAl1PhhBHlnoaLKEKp8BNhwKpzAMILnp1Ch/G+/XdjSg1dfIN7hM7JNHHqYl9jMThIdtjvtcMmttjMFkfLMosgAk5zBIv6QeMRCBxjoQbyNIHRi0IOwHFNhiI/10d7jBJF12dSQy3LKmNfoIpucxoFHtdlByF6eDJ/B5zmPXZlG7MMR/PGxMfr/YTxEOIGC7wlIDfQBRoc16bN6hyMwm5WOMQr9LvZbNDtWgsCEW3TMrZifZx1xiZH5CXAqeFMkOpMYGQ8nSXydDRFwUZJv/Ksk+efcNgBeGi7Vh0BIa+pFUGRWFfw0rK2UoZv5DZab15LBFEPBIC2DvyErrZywM4BjiNyOR56nXCOTwTSikxOL7xA1/bZEXhbLBdaEHQqsJBptW1DcKMGSMlnaLt/yhUyAA3ytU3ssJOn5wc9PnzWrz//op9//k/953/8P/36C3sMdf55Yc+aD30wRlwjc5Aq8CTl3EC7CxlvCPjc398TwL3Tzc2d1hvLfQU/nSrWjm3cgbWBz4rB62Q4I2JquZMU+Nqcg+eQW9uBP1NvfgcN8NFj215v5n3A9k9eO9YhMgUZWAoy24ahZt51Sqxdml7dlUImpofNhOzQ1yZsZs1etCEQdAM4XUWQuARhljGflDLYRvbbUwTI/HbLlrW2JdDhIKx1XKfEflOrCfk3ytAyT0J2ulzniW2nBnDaNm33jHf/nFtoNiHnhYNQyCXe/CJtA6zjTg4ItdBqcw57lIVqPBjwCM6w7SgLDhL81MoN0NbIPKvpWmSdAmpxedMhQfoyLu99NTgb+GoS/aHTTNA5pS7RRhfmdEIuR/bmnRz4eXp81DOfVQYHyU7o332bpmXPXWtte1lvkPMm5pmxK034gnjw4YexO/3eATt+O8W3VcmyMLij04SaEh8tCf1noEGXeYKa+iwe8vUWleve4fuTQPr+pvQ+o3cJ/BNK4J3lb0rAH0aGr3eopurzlP755IuRrjBMqMbpUOTiTM15Q3zGOhPwG9spE5jOx/gOFOhfnmTe3MZSoDyj2dnI/E8+Kg56VUEY+Kd8qZmebjC4OHPs1OA6ACH4sEaOoyTHQSY6xCGeQ3mkJw58Z2AE3O6eBa6wUOHSBFMSA2gpd+GvgusEVFVFdRInGNJyexgUFCrjUCtz5MrQJ305ApWev/3ElSodPLbkXj1dzWxe1V0KyOOSd8ZkzQd5jyO53G4ylDmQi7EJLg2eWjX1pWzH2VAntXWjjgO533JoOKTrPOiIA/T8/BRvAD09ftIzh+rd7lHb7ZP2OJJ7OyAcsp3u90+KN3V2ex1wNP33Fnq+8d/3ew7lewIXB+CokeCBnRWDAz0ndDsCGDF8nVXBT65r5VyrNsAbmmbsST3OqZ3DHpx9f6JuQJ0joJgfD2eUwCEghfNZyXnQgN93kZidigVO8gYn4P7ugz58vNft7Y2WfLPc4SSkKsHSSQ5w7HcH7ZjvI47z49ODdnyT3OMw99iiHcJJFXMiJBugRM6As5JzK39bvVyutMR5XvOt+mKBcxfOeqO2acp8Y87MHYZrQ1VJOJwDDox/5nREBg5aFBimn0NaBp6XgTmmKyD79o5ePCz2aKM/bEb2MolSiifNpGd0N8iOlHUo1sIZZ/hIYMdvhO39bbuDCrYH8kdsZxiKzs3rCVmFnsHk23MTUjIkiAc0yGuGlBEfZfr4SeJhsmft/zHIwY0GuaZU0y+L5es7ZGV5GZJeXyO21xM8czDRNmoee4IdA7wpJv4ilLdjYVEQ4oabnHB24K/Oyl1Whx111ulmiQNfnPgVzn2HblNVwwqyQ4eW2TilZ4Q/IsOog/YYG4zK9ZY4tV4nM8hjqYOh4Ccjh8za9fpt4cXgugTTRjXSv8dujqzLPevTDrLX0Img0OjAEzxV4HNfwYf7j3NAkTQCu+CwDoyzg17HvBcRCGq1IABWYEVgxsGhBU72ZNu5VTbAi5jnaejlQNOewIX52LK/PD89EhB61AP7yzM2tGffsE7QRnCVWMumXcpUCdmnpBxz7aC5Qu4bgkC3WrOel6yxhQNwuQn5eKziGhEdAB8uJvAaMvpsM7okrd1AYNc22xOssrx65BaBMWydRUCPs1AqkiKllIAaIgaRUoz7NOmXzlEWFlro1cikjiCLgygL9oESEOpCbg5GzRC6bD1fyWxbLj1BqS1r7GDwG0oEMke4yXVSrrNa9pC29dxr5q8AvblGI0OnYwSySmMiycihbcGBbM2T3y4zL63fAGo7eO7QNzDlW9Iccq6ZeQIDt+dtu3IKDWrE1FUl8NK3za0y/LXZMs+qa8aVW68u19GWUlJiX8gN/QMY35FnfJ3oxKBh0tmewO72eVcC9g7as2/7j1gPrP0KfTddS9Bnha3chM2sVmu1yD/nVqYDKuaBzJy5gGnMcKn8B894tRjesvm1urmP22YIc5sbXqWW0wtkJfSQ0G1dk08JOTb0t7xINKfgM2pXXdVF8f3x3UjgRdvfzZT+OSfyzvW7BN4l8Gck4MOc4c+M+eN9/dln8LmLsxrJG1qXnbOSD0v6nStwgcW3u8aBzogDXDPBBe9U/qPJXzsu8DMHp38NDsZwe7TinBATZXYcJotjcuIQPwDRUPq9en5Zz1B6fFlP5ctdvWSdu/AwqcmjI+uMO7wC9za8qvyy8GbsJSh03TP6GNcMV431VR39xpgYmdkIQmClj58e6ZQzGYeyuSTyPqS9QA6HoZYdSB/269pvLYyyk2gH7eHzr3rg2/nnrYMfzwRAnrSNn3I8EggyPKnHaetxTDwmUvL7gB14DrIDOjiIMR7xoUb8pzPg9FTSsNszTkJSDT+ZQ6X58qGyYl5nHJUjznq/7wkoHRRvloBvnB0MT5R+CWCGzDGrTjNEIydQ7pCZ6JLUQGO1Wck/I/nhh4/6eH+nuxuCQDiPdqTEQjyB/4ij7J9bPDw86tOnT3r0m1A4XgP8BP2kyzVrwylEot48JZSQVJwWO+stjoidp0XbqSVQkHGMUqqVKvf2yEpVBTDujH5PfiPKbyAw5xMBCwczRs+lEJLoxyO+cC0YFNfFxsjMXaOBRwxxqsSziqemy30L/rGsNSrMX8ZJTnVSlaRKXDh6DiKEw4yjbMf+gGx6HLH+0KsnENQTLBtw/MdTD66BQSDjiTZ4Oj+KqUPfnE9Qi3IBOr2+0QkiIS5ReBsJUoyns87Iw9jcufLjDZwiYHUM+9nD0x5+wy6xLc91NN4YA14TiPybB/NO5ozUssgI0Y6p9bkg8OCfp6wJ7vnvTLmuxpZl20ZOcAgyPwGCLjCMPKAF3zQYq5MJIDDlbIP0mvqSCz6RGV0SNpyBtm1xzlt1y5bUdlYr4/D6vwAbmd9A4OuATg77Lev3WT1ztx2dkYmYK6gKNeOGV4hptJ1RDrmQuo9pGdrcqoNm/FSnW2hJMGi9duoAJ2kEhVp4aZWRgVkxnsGBKGziAP0dvDjg4wCQ39h4enzQI0Egv5nlvrClEAoyLhlzCptmJE1zjPVD4Gmzlt/o29xuwrFfrBbyukqmTV9GBTqncybQgDvBXEqJteOaUUdstWc/2x+QlYMs8DogP8txtN5mBMgk8PnhoQBoXHqxTfqiMerOE5Bcj6PoOSZ48BtTlm3Os9w8x5kvEfA+su8dYk35b7Ud0OeR4M+JvcG2VKUkzyNVuaTwU+RGJtpMrKLNUJPO4HIlyaC4zKJ1EBA1lVJOmvlLyNW2n4RObF/skV7jAzYzeD0yb5qgYZ6kzAK3HbRtg000YTu23ToldwMJN4s36BXipcKttRS96Bvzi4KbJ12hn57Pmi0Bu912H19AHNh7BvZK2zHDlGtoYqcr1uZ6iY0Q+Fkt1mqx0xYbSgmZKcFvhqIJGCryojaSf6IHgvwqt9+qv+r8qgsF7tJqebzIAkkhq6S6TsoIOKVGGftw6joDC0rv199HAn8vqsVK/l7U3+m+S+BdAu8S+MMSOGs6e//hEX+m4+Wz82rQaGfgqqyqojRB5CmK8h/cSUcftDwJEzN4OFCGg8e4Aqj8vdtn1N/r8wfn3Th5AAAQAElEQVTb0x+hycGhoEslUYp/PKZyScp5kJmS8QFRIcOryVoGpevl6VbD3OT8mXGjgXm6XPBchnwz89L3HOgY/mXfeQpftrzU/JE+L70jdxkyZ0i59VZG0fmLxxj8flFNreVoEHm3VziRXdOqIzDRdRyWOaj7EHci6OBATrzlgcO22z1zwN7piIN0OO5xpifod+GYlH47+X9e8d+E6enX4/Q5WGJc8U06DssAjDifo51NGKgM2IMdjA7Hsu06HAXz0yjVVXBpx2KPI7YH5x4ncsDZGLH9EbsQAgm5gMdpHWkSKMmVm1ATjhkBCPq7T6JxRfDl/sOdPtx/1N39vW5v7nBml2pyExY88s3ykUCPAxuPOKiffv2kRwJBe5yNHkfR7QW7MZbcq2f5rR5VSXUyZHBnDss4ye2COQK5o0xdyvBbA5WYjm/GVBJO5xl5nY4DzulRR1I7fWfmMYZkFH3jAY1UT+WogDT33I+s4mBOP9GegKiLR+IJ2OCN2wBtQYNa1exPDY5UXSeRpe9ZoRl0eMIB7NHJHhs54JAZXB4ItAxuA47WlwG8xgkCbhMj8e2fgCQyBhImD4twGLy6glG2GcC679FL2NdhkGUz4ohaVqVnJZZ6ycbzjO5POsaYvfyztYMdaHgecBRH5ugBo51X8we4LsB5QO5zxW6gjUephFN0hx5ZS9k2jA3lukZGSalKpNFZM19nMiPytW5H5DLMNExn6jonac68SWvKtdIkqkSuANXlhrUzcjkhf689BzeOzkPvfCIqiO4SPRMBCFiER8YjunFaVyM8nQDQ0IubvEwlpcnxoz+OXwQvsF+v39xgx0BjOeRq6lcxSlxnjfAzQn9EFwMBjB49OKCxI3B4QB8n6kfTp7fMEbTEFaSdAnFP9Nq2iXW0slOPg78wLJbUNTI/yeMNMUhIFx6QvYtuMzS0c2MjQwRaevjYbrfas9/1u7385t0Zu4P5aR4ebZglM76pL20jTHMzDEui6whdEpiIpzsBSeYhOaiCzNo2q81ZmbROaIfbeAZkZpvfI694MwkezdcJ+xV4E4sygyMh85SqwMsjblCQTnTS6xTi8O46ulzuceJ5iNTVCZzG37a1Mvx5nJBm4e0YchuwqTP8jOjPY0CsqqqU4Kltajko17atcpPVNHBVA/I16gSuEzI2jKQz0OAORqXyKLwd2H/3z9vYj5+eHvRMYN6fT0eCP/55ZU4pPs9sFxsChP4fH2/WN9pgJ7YR85JzwzSwV8stkTImRTrn4Y+6YOCf5/E/wGmxz3jGY0KJLEI+TVKNDh3Ec7mhLBWZlZ6JxECiOXX+Hb5nCbxr+nvW7vvc3iXwvUiAUxk3szkD0339QRdVV21R/p1H9WX7tzG87uyN02AMJS1Pl38PvmCbg9RXx3yB0jwYvtb7W/Vf6zvVvRnyBbmpG2cIfXkmeOmdaEx0cjoNiWREYS/gKkv3avag4HZDAZq4OcDSzwdSxnNOps211JG73BTPpdFn2kt1ZNydjFFo7kPZ9yt6rvgG1HP9Hx1A/7mr02SZXOpcouAb3ri/onHXTh2cBJQ6i6HIkUnHpEZlDuk+2C+XnVZ8K2pocw7H8kwQyE6j/4CmHeceB6THcRtw1OIPR+OIROCHoMg24Fn+WZjrroM/gwNBODFHxh4PRzmIIehXdSU7ix3fxK755t5/R+X2ZqMbvs1fr9cc4heqOaB7kifG73EUw/E33X6P43ECBtmBHnA+euAAb3YmdwSLdvD0DOzt0PEN8TNBit0E7m/RtE0TgZ8b6C6XS2i2ytSlnHAQ/HOwkeDLoD0BDdN/3uEcmg/4KbIssjWuxINRaIwMd8jbgST6Oghy7OGVvMcJp0oMCHsn71SVR1cSZVUg4Hag4HQ+6YyDNQLme0Av1sGAI3QA7FSHs27niTEnC4x05sz0zIsdqpLHkXKfuQN9YYWnFP3iIbkuwUvDgb/1T0HCLhIBoegqB13OBE6OyMZ6OVgv2Ij13BOwGygPtAVMbwGdzCP4ueHADIyFDiUFTHSjttBhiE4hx1EDQZ8enD24j7YrB8jocLY9le7lSYDF/HnZnmkf4GePgxh87vfyW0qW4wgjAabtPGmUmVdIiTqqwFl4JRPFSxulGkHZjnNq1WGvObeqU61UVZJBpJquMym8nrHV0QER8iUFP7cS7dNtvFO2JFdtUfG27MqrOs9jQD5H5n46npDhEf1iHQR/KguG/mYv2+5SBekEiIvZed7krBPjoYaxZtBAA3TcO5HGIKdUu79tMbLUJTpk1lK2XOqEXCol1n0N4QRNcY3o54Q8BmQxQLfQAxOkKAZd1K+RR7TPKe3GkVKSZW5okX0m0NCyp7RtQ309BaI0sVkpMipX0GJNDuwbtqmeIObRYJkhOxZeYWSSV8iB9TgOZ/Ydy3QM/sxnwVie5gm2VNIKkgZQyQDjpPNd+lX0rSRkUmMviAR9Dexvxwiw77HZmS8HgkfkJfQorhgf8kyKf1HhBtMivbrdRCdoQQr9OE+Ou7r0skwGZFxGY7BmN/r64W6sQ+uKgGLIDNkN5AfsGWHIOCvmYF5sW5l9w9AQQErkU8pB35gIRYroG8NMZGSLKmDaSNZdpImsZTwSBB/Qj/d2/322h+dnPT0+ard9JljXM2xUTfC16xZaE/C5ubkhuH8bb4etCAatIkC4UNgJvDiAmVINPwY4Rv6FYHpFuxT+lZ6WftGJZ53qpMaA7iyz0Kc/Jykn5Ke4JplZqacprzpaikyn7Hvy3Ulg1vZ3N7H3Cb1L4F0C368Ezr8ztVftV4Xqm+Pc6czx50yPCZxQenvHpsnBzfWpilI56zhrcEOAP4jjbFNKHL4iE483yD3OEG2/8yhop05v8Ey1/+3kipdX5L6C2O0+5L1tSpxar0FIV0iq1InLRAyupRj3y3wCL45aVF8epX30wT6y3+jlavfxuOjnDFDIkflv3IH7D4w3rZDBt/oaUQHLb7R9UByZc5QZ5rriaJ44bA9uIWVC4G5wlBZdRyCk1WrVarFoVGOXIw7GCUfoiLN94NB9JIBzsrPkwz51Lvtb6a3/ZxoO4FsCLVsHSHC0B5z0k/tNYCf04OAA5ZFABixBI6nmEO63fpYc1jcEYTY+sG82Wm9WWsJTTjVdz+EIHcC7h+6e4E4fTkfPHE60ATjsA8EQv52zx1naE+jZE6jZOwDk1GWCQNsoH3AmB9l+fJBd4Cxsbtbyfy/ctK1c50OufYETshyg5QDYFrzPfPO83R6gaWca1i53wvgmwDajGuH77/f0u15+m8DOpcFBG4E3+mDLpuN8Rb6qkqqKHOA6NMTCP9P9JAfOTlPwpyf4sbccgB268dyP0DsBHsegkkzPkfoB3Tm9AFaQaE+qZFkUEFdiBhV1WZlDvp2pzRJ9ECDs2uJUp2D6jO826gQvlvsJ56zwN8gyM092EPf9Lt688dwHAnfjaEdtgEWMVOWK3PQY8H6H0OeA89vH22Zby/3xQZ8fPuvTL5/083/9Iv9vdf5jrz12Zbssy9QSAyopRBgPSEVAaNSIU3/CeR5shyGPk0Zo8UAaZ2QME8iKAoPI63euuQtjRgaN6HUkf3YaNKUzqcvkAhlN9DxD8qwzfSmIQiROo5MfM27nkx9CL1PGRY91GiNHjU6NnLrCC0/m6gCL5w2xoBMpfSwa67FClwm0FUA1LEAYPJ4HHrmrSh34TZLWqIMZ0jIonvGgarpne3IQoK5r1SmprqsC0KwBobQTgYMTe4LpGbdBpi+ZInCW2waIX6fMDoEk5VwrATljm9hnyxo2ZPYWQ0q16MhdkSrYTs6BD8QR4LU9ODjYs8ZtTwM2NRK0PGOLgscUAxgEX+ZjOA8aCZLYTo+kxiM4pQcEEjQA6CbmmBKDDdRGe0zQuZKhp6IP7XVKiNzzHdhjBuz/gP0D8NOz/x0JoI/Y7Zm92RiuwXhANFVVEzsjrBU60XCVjbIfZs8p9C0SDww5YzveMwb0M5KP+bJuvPfGumbv8X7ax2fEUUPo8Cwoi2kXVphPKZgAhJzMcoo8j1qlrxK2UUB1UgLgvgR9d3vtnp/kv8f2+eFRnx4+yf+jnP8+3R6djdCuIOrPkvV6pbvbW93c3JXAz2rDZ9oi7ARKEJxvaMBfIkCZEnsdNuS0gHk1zH3/WdOvKfzPziWpVlIKWVlOAJ8LCZlFHfVuf8GaXrLvuX8JCbxr/F9Cze+TfJfAdyQBDubfns352020/HYrHf7MzQfodfcUR6jrGudN0R/mBo5ocQD08Yj82wOVu8+Q5ozTyo9XULC9VH3Z46XtW7nLGGdmenMag95SeVuOTq8fHg+UA4bi8KErubyIjIOJykX3kuHAHiLhNFscLOhxi8N71E+9XhIfuC1H10RHZwDLnDZyHirjraRCsTxp4i6UR1oo/IkbWvD4whPly+iC08Wax0spFSpUcJOfx2AL4BrjsI7zMKWj//YOh/bBQCDDB/ee4ExPfsSR8MHZB3wxtq4bLZYLDs1r3XCAvp/+C97VaqGua9Q0WTWHbNjhNr0TThAHfwIAgwMTTk0HsAMx2kkKwZ3Rn1TXtToctNVqqdvbDXCjO2gEHZcJAPnwvvAf0iUoU0PvhdyZb9yHEmyA/z3OR4E9DtIWcHog3QVsp2BP/CSNvPv6zaQ9zoIDQ56/gxSj4IvD7JJvhlcOQq3X8c3xAh67bhk/JzHfVVXJsnIgqycQ1sODA1IGO0kjQQTP2XJ0ahhwHg8EpXbQNDzDh9Me2Zcxpn6WhZOYaEpo1Ck8Jdt6RQabOxuQ4xk4gfOInIsePd+titPaa8Zp2sbs0QaXTxN/o+0CeLE5eiTBQgWQYlEUBRtApQanaOm3w1ZLLRaduqZVONXI44zNnHC8TPfInAwOePntsBM24Hn2BOz6SVeHPYEwnFj3H4MBuGQ+8gUu142Uza/B/Sxfv4H2vH0i+POoT58+6ddfftUvP/+sz58+ywG5A/hN13IyqoqHISFD2OQpJercbp5HgkBn+D4jhxHnfUSuo+nPMpp5Y0wM9OAZXBfgishEEMxveA22CcDz7dHRmblYPmfv1XzWcJcBwVE15UuCJMiUJxnMaCQQ4JzQS4KNAmSi8gSPhqDLOvb8R9KYB/YSnaZHQpl1BF6S6pSUEIq5T2aIuYNK1NLbtSTTbXtMzVyXgqfQkeWE3IZ+kAN/PUE9vxm3I0i3IwDs8oD+zY9xV6lSBlLNXKoZuQQbqusEsK80tVIyJHgRw0pHSwTVUBZXArgj4cFc5N6kaQKQcFcTGFfpF+2K3tNzZD6nKfhzYA3ttDfvBFN7Ahon9jPLklVPf9aoGSE3hs0MGgiIzDAijxMcom56TDdkIwdfTuei8wbPyekXQMNo2aLLfl478HQ4bBVv2LH3nLBf8zaPNYkKAk4LeN6WoefoXmfmOk3AxQukcOzrS9kZjzEwo+CFFF4G8v6cGJxHt7Zx76N78xbrr9eITExVqiT00Pr0MAAAEABJREFUkqxzQ5Qqnm/vK55gogZCTynJqXuPCPXIHnqwjWFfj0+f9UDwx8Hfz/E/VD7rcNixBk/KIPA+vl7dRPDn/t4BoFu+1Fixj3fgzIIto0VbUzblqI89LbWRL7ThIXoi2Ei/88cX02T+6MFSSjX5nGQZ+YuRhs/LJllu1GNB9SxU+Up+TFBP6XvyvUvgWuvf+1zf5/cugXcJ/LNJIM4a8YBzUm4y5bwSma88zoqjjN5ePjgD5zhony8ff1X089MQhfJ4VQRpqY3nq6aoefMY57J7cgifi6ScyRQskP/mPY3/+gY9XnjX12d6wW80AWfF4Wk0YfJyGqBvXB7lJlIzTOLSV2FqG4OC4M1cV9OhrFYcQHBInSachcwBJRmip/uKa0ICjoLHTBYoLTyDj5EvwqnHAXLxeh5UXeEh++qe6VBJNkGb3Jubhlc1r8v1q7bXhYuGGcLUmLvbKZDEXJ0FuPVCevRsOeSfcEwGAiUnDuM9eZdnOOKsHTXgmPaA0wEnx29DnHFqBIYW2S5x9DcEQfxTrFuCQGvyS7/5QUAm0x6HQXgZEdKI4E6MPeEQXMMZh0jUK+wCedO/Ql9Nk9UtWq1v1rq/v9f9h3t9mODu9o5D+yaCL4VeGwd6y0Dw5hkap52QIw6anaPt9jn+15et3zwC/PMz17kceQIvdur2OAh7vkH3H5mNlHr3eWJ8TxuCU9O22qyXwdPHHz/oA/zdfbjVLQEq/4zAcujoU0nyXP1m0fbpUVsCE898M+1AhMH/C9oF4Gmm80TfAL693j49M+6ZQNUBnfQaCEaMlifzFDKzxEb2l4o1WaekhgN3hrZ/htXUaJ7bcg8Z7HeB6xH8/ltFj88PBEWetIf23m89AXbK/cesXe4JUNiJG60f9KfpGk0XwmPw4EqIKLHmGvntMP8tjdvNrW4meSwJ0rXwVNe1HOAwvjN6P094x8B91ohT2BMcMq9+E2hnfuw04tD18BJA2W83xFtS1B3QT5HhlnnsL39Xar9lrpY1c/X/HPWEQ2jH8Ig9n4Kerq5KIsJQqVJCZhVyrCvmlCpmCF88zaP5HuF7hO9SHjAHpAA+nqLAjWDENSVUXgojDup4HFlXg46eJ85wPznpw4Tz5D9UzVaDiBlXAfN9nacO/MGDcUaRCtLLDfv1pQAX5hHerc+jU2AMKOPorsR8q6oirVWnmrRSTflCGTtTYUzzlcgkxjUp0b84elSVO2gyXwIBR9bhEd1ZV/uLvRFIwSYdGBqZv5CzQFjXNfRT4KiqM1ohC40K3di+m5r1nk2rFkSBGOlO5CtSbg83T0ZIPk2pnNJcZj2Po8J39Jt6MDZwU+++I3PoCbLsCcx6nW7ZDw7M54j+RtZksF6lwisysm5O1B+xt4E9z2AcrjeYsvF6HGKCypmqMezH7eTInwNoIKWGjoOBdTLAyw778Trd+n+yenjS0+NT/C+M2+cdAaBepm8aibnUdZJ/wltVNRLgk4OGcQoeDeAbB9M6aaBu9P6CPmyTbutp99x3M03S/rImD+qx5X3wcmD97VmHz7HPzHLao+M9wdwj/QY+R4xzJNAJGXjRy0VFoXkk2Mbnj4M52M0BODqQFYAcsPkTo0ZkEXAc5J+6HdgPvIc/Iwfvnw8PD3p4fNCjf/a1e9YRnkfWVwXVum7U8TnV8YWFv2RY8Fm28mcXgesmbCvp9WULSnJQIyXbHvmpH+KdjEb/YtdrGSVs7LIPIBuvVZ+/CjSqE/1rRES/i8Ci7Af13Ml9SN/v71cCWMH3O7n3mb1L4F0C34cEOCPFRDga+ZwW+T/7GH0YBHzPYzlTK3GgLeDayo/fBndhYKWKfoZvbaMJ3Aow06MfQdyzMTBcb4EZcvh6W/tS5nA6F6o5o8DqUvgF30IdHaa+0CiYeMYgN87wgsA5g8x7ZOIxd5xS1wHcrvDBYT5o2Nlsc6c2t8q5ATiw5VrZsguxMciHRx96OdiPHCgFbyZnXAFup248cyjm0OhDvg+bwRPs08QQMkjhDIAxhhl9Qk8yUDNWPLhHcegmLTc6iox7O+O0QE2xpm+dkmry5Z6xl1LwMGdh+jVmKMVAxjAHAaMdPeY5kA52RnwQ53A9DAfZkehddw0c0k8G6k6G8agT40ecAssAzEp1rbZp1S2XfGu61u3NDQEZv/mxVNe18h8CTponjxV67AXHEbYGgGM8gjwzB9/iYtrKdQXurAWHcweY4s2f+9t4A+j2dqONf/blYNOyI+DQqoWXnCZaRsScQU5A4YhDc4xvfQ84a8Uh2eKcALu9/BO0J77Jd8DjQOpgwt5vntiRIN0TXHCb+20JIOypF1fbNVpv1vrAt8Y/fPxBHz7ey98gm8/bO/hbr9TQxzZpZ8cOkB0SO40z7AlubCeIPAGLPeD2J4I+Dzh1D08PBK3sTO0IAO3D0RpChtaAsDqAdRTyw94Sh+4MhF4IuFRNExoY7cDhqHr+T09bcD7q6eEzQAqdRwdKAAd/zMueQNUep83f3Ie9YDeFoiT0Jcs35EzRKdWhN2h3OFWb9SaCPx8/fERGH0JfC5wrf+tOV76Bxx7geywzkOUkOB3BNYw98zww3522yGOPo+0/4mrenuHRP+t4xKkreeRDEGt7kdMzzieBIJzRHif1gJ3beezR22B7Zp2foHuWr8SjmjiYaqoUe0UHr0t06J/7dV2nGvsqPMIhDnKPDoyzN37s6oBza/DP62xn5vUC2I2DHgHY0x6d75DtHme0h68e3Vi2uc6qE1AnpVQrNzmCeS167JpWOTeqqBfXiPy9Zg+MPxgPtuyfDu7ho5+Bth3Qu9106RM8HLbqKffw3jMP45KlgDhSDd1cq64TQIpSq2ld2WE/4YAbevYO/5TPtjh4D8UmPAdYm27kBI/eb0ZoHHHgzYfXU4Ed+j1MfPTsQUfWaY9ZsR9MGEpS9IJpqE5JDby1LXJhf6mRR0pZop6HXl+J4gROxIObyrgLr+XpCucC4NllMeck/wOzx1E/sH/12NTeumOv2NkuCQgXOcRoeKwYJS7KjBmRl9+2OjH/so5OlznSLAovfWMIKxlZDsBoYD1QTbcih6jDXix362APP1uCabFfsA4enx9LQBcb6wlij6xbBquqKoVOkV9O9Twpmgo/xjfQd8C2RxjzOOcD/OZW2FGPzvbaY0971lfIATu6zm+RTeFnyx7zxPpln8X+vYce4XWIYBg0Cf7INmeoxGV78dyHsIXAzby8hvbQKPbKvoDdXXh10Af5RuCH+h6+vCd8JuAbP/n69Ks+/fprBMS8t7sfhNSwrlrspwMWQFtzPkAmadIcIr+8Tef+inqMwLdtDXDfRFra5ycd5uy/RFrmazkE1El1SizHpEzasJ/lnCkbGs4y9KdPkaeurvoq/579V5AAlvCvMM33Ob5L4B9UAu9s/UEJcPzift25HMZe132lxKErat3dEIWXR1VVLwXnXJ6qEgdQV/0mXO+iE4+RRH08ynAqOdNx2CvFl+frPq6nqxPFmafkvngmVa/r3syNc+vlbBcZHK5IOeydAUV5RjENNoNTFUdBcuak5Chc7pTEgcJF2rl9WHMpwbDB38750JFxDjKOU44/7tmpdRlnIYEAFB6CPM7AoJFvaXmIAvUjmKBBTuYVvkYcnDOH/5HD8RneRyY4us1A/gwUPs5loPUInakApopmqJpfSjEBipFeUXPTl+COL7UuXcOlxbjhtcxBHLYUmAVl19kJGwnkRLCHg3jf7ybn64CzvePQ3eOAHVSc5KPO9B0J+ow4BSU9gQZZUSYzka2YQoNsWzkItCQgs1it5T+O3OCwplxPTIxwAYMe66M1spRlZvnRIv+vTqQWWc4MwQltOuPsIqC03qzkv7mzWq20Xi9l53zRZTmYkHNinsg9cJ1ANQHllFxvukd57iPBrhNBkBkGl3GmzjioZ/ga4cHyOsOP89cQztEkD4gooeMOHtebtRzwuScQ5DeU7glS3d7d6OZ2rRLwqEA5yA7wPv72EU4RDsp++6gtqWHv1M5ktD/jZOEcE1QobyLhdPl/UaPc23kiiDEgv5H5KUlVnZTbRg1Bl8UUiFvB0wo5tQTP2iYr1TlmdmKuPfM33ggymYcZ4MGBFjtv4Xzh4PXYyYBjNSIfXdkWEp2KkVNc8OI0OXBHwGQJ/fhZoANjHz7Ib4etCKh0fLteYRdIxd0vUDHe+jfi0XzicJqPbchkp+JYOhD2jGNp2ZXUQbUZtjEX99kiwwN23csyc2DmAL74+RNr3WvYlqHYx7w2JYtTqSryxAg7zwF5WocNtuz9RCLMypQt/4H10UcABRqke2QVTirOqh3WAji/OLHm3YE9z8fwjJPst0j2yNjjrBcrqEaXyZBq1fBgmqbdtS367XBcGyWEBAsaQkZDzHMPzV3AVgcc/90MDlJMYMd4R1BvC7zwsgfPEZETdAGpcdfopsZebDOpSkwZqCqdK0XQ7oDTbZ4P8L51ICkCGz14etrL/jBiKwUGnQ6DDtjuHp7M595zN+Cs274sQ8uywEkD+jkh2xN7hQNNJ2zdujJfTduqxc69/u3Ae/0jDrQCj6jw9T0yr0EDtmvwPuY0foaGLZjuWxioH7B31w/wMMDDEHI+yXV7z9n6RKbPz9gkAbXj4ajheOIjzXCWeRV2JL3wBCfwImCEHwD5DPA18+QgnIM5PTLZo8c9srKeDHvo7dGZ834DcU6fsPWnOZDr9PmZwM+zdrudHAAc4NssOKjYsFd2BModmG3aTq3tOdWIC3vmOfC5NsCPwTwZXFfSAZ57WTa9bRzYI4ce2GP3PTIr9Ud5bzliDwcCTw6ERrARWR2Y05F+g/cv9Kl578fmIB+39ejMyOerP4N6xuwNBIB3xoENeR0HHnRkXgcCxZFS7pGd+23ZRx8IbH/yTz8/f46fgD4+PGiHzTkIZxq5aeT17eCP96O2zUr+HJlUdvJihDfUhNKSxQg4dYcpJVty5Xmtb9P4V4GEHDxX71t1ysrsWwlwkC3nRt5TDHVNR+BFWpQ9UHU8XSrgZ1S9P75jCbxr+e+s3Hfy7xJ4l8Afk0Ac6i5dX5cu1ZF5aavCuYjKeJzL0TDyfkQ7B2tuihVQ7sS4VLIiy8FDv3FxSqG1PMn44OLkC3APw1nlUHPVwdUcyJxw2rlq0Be06XZpr6rqkr/OxBd71xVTPiTjhyHqLhkpHPWo5FE4IRN3yCIedIua8vA83NNQanj6NAKkxEEkoC4HEKXpXyUydOQOBBzNmdTIoXSMMjw5JaFHiMPBoWjHMRnPHA3pe1HlK+Ixgkc1AYnvcAacAZLBD9JghDy3S78J0CEmESNe9ZvGloROof8BvkedTp6b4azZkRk4KF8CQByu+zkIxKH9SGDgxAH9RFBkDOenzNVjY/7URcr8x5AZnISsa2UcikW31HK10WpJ4IP8grpw0OgmC4yDvQ/3o+UbfM78uoPzpNUY+sq5wklp5J92LRdLrYwocBsAABAASURBVAn83Kw3WhNAcHlJ4KXhEN80tepKXiYSfCX4wk2VoGfXJoD6EUduJHgz4LAMOAo9cxyYjx1Nz3Wc+njsGLZofq6A9jM4z1MKAVVZOKONlpulNrcbOejzgSBQwN2tbm/XWi9b1TgW5mcYdjrsnrXfPfGt+BNBDNInw4Oe7OA5j/PS4+j06OIIjyf4PcLncU6pO/YnnXDuBsuxSgQFWi2WKwJkN7r7cKf7jx8D1gSi1gSCuuVCua2VUhVS91jj3kPHQQg7TC/wpD082AEdoDXiFFo2mq/kzJnHLBuB02WqyLlWWKlppbqRaW9ub+HnXh9//EE//tu/6cef/gL8pPsfftCaNjvzNfpMqTYSwFoDL7IePU/mPuB0lr/HtIO/CQgM7XHqXN/jjPbu476MGS0bA/zmula3aOXg03qzkX+StkE/5mt9e6P1jeE2eNnc3OoGnm7u73V7/0F3d3dabTbY4RJ7bFVhl+Iy/iGcZpx/aPZeS4D52cNLSeET/kp+T6BmC5Bif9HHa4+xA/yCUrmp5WDTkqDTCntfrtexnpwu0G/XdfRp0CPyYW4DuhnQUX+Fb+/AAeA0IIIHcxCKdOJnG30O6uFhCB6Gor2UlNFbJmhYw0/tFPmlCkGyyk5B9xg/LdoT/PHfUjkwX6+l0WsMniwb5/1B4z/yPbDnmMeefnuc+YDgYw99eGAOwYMDBPDSY+8De20AsjmRJ7oi24dlYKd94SBQ04Zd2950uUbIGs6kAIH7wfjAM0xg/IbB9OA30n6IIEdv+gZ4cr6MfWnbE/DxW4DPBFu20xwO9DePiObChTMV8hJrIYCFAVfy9lTkQ4kBJfBD4ATbtU1skY/XYgnsPOnhwfCgTwQwDA8ENT59+hxBjU+/kH7+pM+fHzW/DeeAS88e7hWZCOS1BHsckF+zL2+wKe8Hq+VKHcGg3DbIlD0BPsxTkY/najB/1+lJPfLrkZdlV6BHZscJTnzGnGQ8GBKLFwkYL2NIokqpkveEtsGO2xZbBlj3bdOqncrON00r6xqRgXOA7pF1cyjQb2UdxN+PIigUf0Pq+UmlvNceOfah16NsPzAkqyHVtZq21YK1tYyfea20XCCHdhH2bnpmsqzpgWAXwFxtxwVGmg3iMmckSn4UuMqWiu//6SmzXcREU53ELb/1k1JWZt9IuUGPOaCuG/oleQwZ7jlXR12iptwvuVJ+f/5vSeDvjfdd039vDbzTf5fAuwS+KYH5Y55PfvpcSuTL+SYyV4/XPa4avpqt5E++yqcT2ivA95wq6qcSByddXbFx0lRFZm7wkQ++rpiYP5zdw4ewmEe0x4NqkMxZSi+3Dzo0cLvOZAzOCyc40mvkc537Fzaiy/Ujqnm4y3W9Kirnihcicw3py4hofnnQFgXSlzvB1wwib0gpk9DXcqQujiFGy2ncB9bxNGiMw95J5xBUwccIMnR0P5wQ9z3jlIqy5XAdkKlCX1IirRiVgNf3lzWv279e8qgET06jB+w4dTnmCUXnhXJH+g3MY5i+ce9x8nqclH5Ocfb24aTuZWesx3Gxs3A6HQkoHDUSIBntxDG/USfImNiI7M5QESmSs/wAGqe7UKeVu7RrkjMDuN3u+qpUV5JrFNfIcwayEXihlcBiQmcOAmWcmNzWsjOa6lq5LrqMuSeJm4G+RyQ/kimAi0zbGaAK2STmJOuOeY1OJ3DeIOoLjAwwnEkLnLHvMzhCxuSdOmBpMdQEBLpFQ3BhoZvNKoI+m81ahhWORtc18FxJso3Z0dvpiD4Odp4JBO2ALeB05zoDejrixIR+wnllHGmUrTPn0ZO5U6qVm0blbZs73d590P1H4AMBDIIZi9Wab7oXSvRRNucjTtWI433UEWdpZyfKgBO1dRBqgh47cdDFDrBH+U2qxNwNTIbbe8QZqQQXkVpq7jtaKSnJulsQfFrf3OgWnj7+9JP+7f/8H/30bw4A/UU//PhRtwRbOpyytmmV0LVSUowHoykMzNM89PC6dwABe95H4OdZEUiIYNUOewboMxBsGBnjtRDKB19uaxzeVQTpbgiQ3X1APgTJ7uDphvytgWDPDeX7Hz7qw48/6v7jD/pI/u7DR8bdaLFeqll06LKReYQ9jTi38TZJ8HXAQb0O+HyZLwED1+/pS3906fXKslWFHi0HB6bu4ecjPPz0AzIiSPYDcIMMFzis/kZdrC/PcbAdhJ0c0Cfzx678N5P21zJCVlugyMy0t9De0f+gwbJiDsYV8pJUw0fGUW4WSy0dyCVw0JJmyrnrVDfMv05YgnQkwHw4DupPPTiZD3LwHMOWsaln7HpvnoIf09wH3f4V3RKsHr0+wOqUjQhOpFRXIfMlgYvNzUYO3N3c3hEE3shBw9zCCz3Nv+U4hDxOzOuEbgbSXqblAE8fcqJMsKzkzYvLlt0RviaAtx48BZ9xnMBRcPbIao/Odode+9hjj+qZ/wkFjlVSqmsJqOpMkpWbrAZ5JcopN0qqbTZM7wx/Z9YhEAGqQT0BqLBxbHiLHJ+w66fnrZ5Zl4+PzwR4DI/6/Ah8fiDo81mfHwDyj58/65Hg8RPBo91up3jLjW9hUl1Dv2VvWGnNPrAhkLlebSivtUCmbdNKKcEPq5Y5lDmXuY7sjwPzHVlLTodIj8iUOSODwTDJyXIZ6D9iD5Bljt4JRvAyT/CGbVGVkEBmjTdtG8FU02+bJvKZtCFY1RCobUlTlWCKXRMeQl/sR3t097IH7AiiF7CsHDjbY2fetyxHr00YwDoUa6tp2tgHbUvr1Q1B3w0yWWmBTbdtIwSBPkbmN6Bv4DI/5HGZA5MgT2du8syUKXko5ZcbzilM7e7zCmj6X7lN1fCHkf+3O8YM/QghGB30sacENClTi8bJu2UGdy8whlTm+vf0X08CWMu/3qTfZ/wugXcJ/JNKwE7kf4P1Chf1t4ZX1VUreW4+RP28qo/s1+qiQQyYMj4/zVusP3LF8frSNGWK8zYVSEo/Ml+/f6fZg95idN1bOL/hpHrV4ZrIdf5Vp28U5vk6LYcPnl/2ndD6LBdv9HDIHDnAnjmMEwFCUJ7F1MlvrZSOkoNAHHJF3fXpJeGQWe6V0y+pvdRE+8yReaRpSoKaH18DupW7NE5Douo67wOvv3E/cFDugT3OxH52wHAOwmH2Iflw0PG4B0hxjOw4FTiBwg7ZUWTAb3qWBVkTmsF2PM0lREM3bjpZkzVpkg+BBiEYpwVq6itAXGUEmek+G6uqpAJ1parKqnBiqqqWwMMDsXvcDKUGF4ZMqavoAQp6j0qO0GFrKYAyvSJPB6dMMvqUfh5Ph+h7JjOSK+B+DviIGhDTZgseoXQugO24LYHXQau2rZQNGa4rMeQUoDnI5P4E21x20O2EIzVOEI6U28FsvowzIetEoKlAUspASqoJbLRdizO3xqG51f3He90BDiA4sGJnp8XxSU3NPCt4SKTwkwrIV8jIcyfgF/8DW7GBEYfPIBxzwYu7giCSy8N4LoWSMabI0TbCY8Lha3GylsuVbghImTcHWD7+9KM+EGTZ3N/IfGaCK6m2wOBtRuAUhHYgA7xOexwyZDU7oKPrDMhsBOQ92kYJfQ+33TU4eMvVgkDORnd3t/rwwweCPB/lIM89QZ4AglEfCLTc//CjDB9+/EFuvyUYs9ncEHBYKTeNcrJjU4VEzJOd4x5nsWdd7WfAeY+3qEgdEIl6rz+c2C0QZYJ8Xp92nm1JCZ123ZKA2B06/KAff/hJP/wFCDk5CHWrBcG0Gnl6XgN71UCw17SNJ2CmT8DHdB34MUTwx/ThZ3aQHdzr2R+MY0B+wrYRtRL4G/TVEZTrCBosCbwsCBa47HoHMqq6BDJOePv+o7yH40H7Y6+YFzzYGd9Cay7v909TgG6Hc30g+AGMvWQ9AZaj0JvT0Sm6s94c7OqY883dXbyN9YGgnfWyubtRB38pZTGc4MkB2AMO6DidgEBK6IV5eq59lN0XcD7qPYZy5I8abF8EYyyTwbxAYGAtWE8DXxQMfuuLOlYLhlrLgdW66dSguwYbX6w2WmIvy5s7re7utSZgtXKZerfnuolxlrVxjeAagBFaoI75OE+VEG+xMxQ+UsFNu63F+w6VVSWlWlXGLlnn3WKhzm+N+U3JzS1B6Bv2hTutyS9Ze936NvaKtlspNwtZl4nxSgk6xgluiBRaQ6EFX6VsjqHJnVTJY2ZwUCeDJ2MXdc5qcqfaPBlaeJugJm1Y5y325bRpOzXtQjV1zrdtq7bplBvGMFaphprN5ERgxroxoK9hjz0Zttr3W/ROns+7fvosG82zRzIv89aCr4XmCpvxW4Deb/wW1KJbqIWHlKGToIMUBvaQ8lkIToKBA2vMe8yADYyWDX0iJW8S1wAKGYzpuv5/P1+o/u/T+S0KSQl5G5omk2+AHANq7KLIZLahOY1mJFrS8nzdVuren9+jBP4RrPZ7lOv7nN4l8C6B/xEJvP4wui79qc2Lg1qqrhmaC3NK2yXrTMURq6Lyt28fEN98er4eMDM8p7S+ZO3kUvF3vn9bjhwqfKS67hQT8EH1hfHSTN+SiYY4pHGi9sHNh7gCOLc4O9EWBziQccfhZEpHO0K0jT5ERmp0Z9c68xqgl1BsCv1aX1S4B7j8U6dr3bjF4OYCdCIDiUu3cCqoK/fIzOkTDrpryJMUHM4DHErL/Pr4Gxv+mwv7twGf7R7H7MBBmYOz3/QhiHXikDsim9HEwTkyVxLuEV7OgCVC6nrI0MBdwU8BTnYSpUiTnWFzVUnJB7+apCZfq0q1ag7XhpRqZZzcjIOQUlICw3wnpDvnS8PUCu5Cg/5TlfuZJXNqLl1+CxUVFf2dJmZjEDRSgORjKSwopTM9C5S2cyFPrfu/BiqTGFNSt52RYwA0BBhn22TlOqutE6n5HiXoGmYamgJBI0GgGQbyBpcFrgKFXoJh4y5QScglUch1o6ZpVd7+udX9B4IaOJ0RtLi91xKHNLeNcm7gOzEOVmSeZqAKPLS4AUAW2JSYlyHB58wz3Wifb+ZERWKXErxcwM2pcG7TGv1wHf0STli3XshvcNzef9BHgi0fCbbc3MIngYam6ZSwFTjiLvzlRBo2Q+o8uEliLnmqd58XqJlrBaTXAG07fabtANQPBFV+/MuPMvz0E0GWf/uJPPDTX/TTX/5C4OUv8Pejbu5x4Nc36pBjC46QY0aW2HAEglIOXpJloBT/xJNKRUoelnlSIuN+iTTayXjEnDduBzWWyOKWoMEHglQ/IKN7eLhFp2uCCE3bYlO1Us3INJNAF9jLiN5G9DWiuwJHHPhpv2PPG7CvUj+goFHjRTfn4A9sSuapzsrQWeAsLzYbbSKQcRuBjOXNDcGNNUGElVram7aVefHYM/T95owDLfsIbu3Yd4D+mb3ngJNeYCR4Z4da3lvmdRHr0FjKqo6p1ZXqJmtJ8Onm7kb3HwnaETD8AKwIaCy6VjVBUYHDwUDTjQAPgZw5uBV1lKPYQWwDAAAQAElEQVR+Cvj4DZIoR9AOnqKevdHBA8BzGCwv9scB53+I9KyewL+DQEfkRrPGsdLZgekanRBIaBYrdQFreN4gpxsCL3fI7Z7A452WyM5/uygTcBByHlkT4zjGWyckU8r8oef6UWdrFTqkdBgl8iPg1AUAzaWqUqpr1dhnAx/LRaG/RkZLdLe+udFmfaNVwEYLgkMtgaLcLpWwZR4qV1USqEIBOqZlGCI/NZLY9gyVbLMXYF4t4KCKdbMgINYRvOvgyWDePP+WdW76kdLWdi1Bn4VK21LGkbGr3Dbgz0qpDpoxf3gLG0YBkdrWyQ8BR/g80UOMEWNrLbpGHXzYhpYb9IMtLVnL5s80EjRYUPTPZRCUQvbIe8A+x9B/T/DJcMSG9wQIAQJQA8GhMcDy8Zpy+iKvGc8lhbN5DpZvAQi+utOlVPqWXpc8GVhjntTPeUaQ5fn6dt0FyBQ+XvcppReapezn1+pc/xZe+tUp2RpDlsn5AKmuX/pw9JBYR2xTV4jKqQcWkdBc/bo0176n35cEXizj+5rX+2zeJfAuge9FAnw+8bF+NRucpKvS17J+QYTzG/d130qc+fTbV+nDma50u2RK8fL8wzsnnPNZys1Q8+KcgeLlflu+NPxVGWbwx8Zdd7zOT6M9RQOniqmGQw85c+tDENmXezpsvFTQi04DMHI4HOMgx+GQtByESnvpT57MGW2NjqgxRhz+NKccS1ykmZxlSGdu8xaAjpLpw2hiHq6jGWbpa3wUfDSiWTOY4gWCzsiZqNTAJSOcJ4EiiDhUjQDDjdxA/YjDNRwHHQ97HXZ8Exp/6+NZ/ubdUF6Lp8w38vtDrxPfXp+Hc0xLNkTzbCCfUg1+QByEVUvUzTA6P1ZmA6pJij6J1P0mYLxSEzgqnIo6d2qaRrnpAlrSBuegblvVtLuPIeFIpwSuBB6EdzZA70zVGWGdoTLfI+WRwguk4GdkvIFmvQL6vrrB+ZvtdH7BHdMF//i7wDA6nwtEgcdEa0qoeIuZKhsU2IVxjTgymuzALYo2pgMCy8fgIIdTg/OZYEnGgWmBBY7Ucr3C4bzR+uYGh28tlxu+Wa9pr5DRDB5veAGpgo7BEi20cWjMW4DiAoVKu+cCb9QWHOQZz02GyrhnuQkMtDDYvPrv2KzvbvThwwf9QPDnw08/6ObuFud0pcWileeUsIEXqJWxjRRQaa7P9LkAQYAcQN+cwJFlu8opKSGjRN+2bYOGAwl3BBLuf/xRH3/8ST8Q+PkI/PjTvyn+NtH/IfDzl38jCPST7j5+hLc7rW7WssOasd/i7ELH/IDb/GbnkYymi9lGKZHhJs+Tmwz8C6guIPhOAbUcIGu7Fr1tgu7d/Ud9gId70ltktMZ5bbtOKeciE49LCVwG4xWXdfMGHEAG6Erf0s/5zKNAreABOSXAczSdDkd5c3Orzcd73X/4QXc//qB4c8uy++EnePsQfG5ub7Uk8FG3yD1Z3zjCBHkGA8EXB2fG4UCA4wh/rBNbBP0SkIEEzQDPx3MjzU0j2+4Cmzb+e8vBwTB0d/fhTuvNOtpTncEJTdbOGOvoqJE9fmA9lTKy4KYH/ZwZrYYAKkIYyTxQIOE53VFpuXpOhlqpAnKj3AKsN7/NE2/brDZabDbwdBPBntXtvZa3H7W+uwc+aI0Ml2tsfLnGxldKjE/YjJVhbsyVqSZoGlyfaLdt1QR480SznVKXW3Bk2yPQGljn/nmg/26U39ZaEuQxrExzuVELjy32k9FTbhfMYakEDjIhg5E9d4SJIjN/RhSw3EZk61TXexKKy9lySXJqME+teQFvCz8t6znK5BdX8FLfqqW+XSxLytjMmExwyuMS802tZZ7gUVzsKfAy8rlnGKxnAjDDBNZ78EqfhE0VnjotVotY+5bFCnuyfEwzt23wnpiHZQ4BhQx4DtAI/NjRwPlhpjHYpicYxz4CQ07Nj2k7FeO/CvD1ssebkileA/O8Lv7h/JfjvsT+Zc1X0bubIRqN9zdgTEr05akLpDzla0SawGIg8c052nKJJMoMDllFgYdbrk4/0RwP2r51z+2/lX5r7Hv931sCV9bx92blnf67BN4l8C6B35AAB0x/gP1Gj6umM3kDyZ+5K3EUExcZnl+/X9qqP7GD+vzxdXx/Ra0/b/3h7UhX5P8KHB7yMhUODnPhW5OaCTm9BiN6DZ4rx0XOWwOOx8hBjZQD44gORxpH0hhhNJF5ebgqgIcDQu47esx0AH7p+ZKrOHAm2OZ+qXyTS2i2HJSmBnDCIIWR4A+J7yTVTi1bA2XuqCkPmKI++CGgc+Tw2/d7vmEH/LOP+Pstz/J/B7wlILQjMLTbHXTk2+44yHKwLTQV8k5QSz604XA4L1LJFHH1OeCZRf9BltH5qV7MVYyLvu4/jyetfGi302IgCNRyyDZkOwU4dW3TKTc4UO7HwbtivEEWnky3zPL6eUZuZyoKpN/Qgse/BQb6drXT3wBL9nXzlzWIvmwBV01hZzRcp9GJPty0vMZaSm4pOU87IdOUUoghWI0y7VHn+kSQplZF0KG+gsb5tlGNPBuD8wbqU6rBB1RJJV+RVqpxsKsJnK8TfWr6VBOkyiwFKK6R/MRvSqIQtfPDLbaTS0qGe24uKcOcgQLDKZgGkKFtSDnr25CUw+GcUwIg9M+J9BXQnqAQAJvgJ6vEIyOPjDPZ4mQucDg3EdzAaV+vtcZZXt+sI2i2Il+cxDXO+hLo1Lat7CwmaF2D6Rt3grdIoVNS0wYERN2czrwx1ze4jNc8tuZvclgdrLpxMO9mA28bLZYLePHaqfVC07hN6BqQfirlRPolwId5vgY6Fd6TMnZU+FgRvLjRHQGou48/6P7Dj/pA0O7jR9KfPlL+KL9pdkPwo4PnzJoX9Eb21oF96fIWjoM/OM0jQHQGfWBP9IMk+Uopew7wlADs0naQseGWYNcSPd3c3kAH+gR/bj981M2He3S2Vtt0ssxAxZbG6mNvG9jjB+iUYABBTBsmK9B99OZynQHqcZfmM1OoXsA2hO0kINvmmGPTLtUtsQ1sZ7m60ZoA2GZzr+XdBznoc3P3/2fvXxQcx3EtbRSEZDkyq3rPnPP+TzmdGWHLsvx/CyBl+RYZeauq3m0XFwGCIAhSsgjDzqj/a/rF1v/86/8Xv57681//1z7/+SeJiD9JdHzC5615PzBnLJw9EO2hHXKuL2vX/RbXgHt1y3X/tP1sn0TZj08kMT6R2PkDKnz6g/uYJE+Tf8IvJTmUEBpe/rCeJItzTQ00OvO+m/UM59k6A6sv98pA1jzNVZFSQvdMdIQyMlGv6+lZU+zbxjRvoqvrZhR6jh8NBm+ODbpmrkDyfnX15ujV81U9NKQZEL+G69q5m+NHz9p7qPbdmdd079M/g/WYNc8dxX1FMlP3VSSCFEOMxBINR27nI+0JOiakyz3Y7j8lhGbuwQar/5wWEbbbWtqsaid/5rL9kVpjEtpD4cGoVNIWniFVyUUF8YL4a0guhFzzuHWdc7kS4s16ej3kFvcZzYtSDSjnwxXOXwUhUzt/JiRpIIfRF61rmr3v123M+1rP3r9+B/yvn/I543MHnjvw3IHv3wEdI+98+lwMnioX+pW/S8pZWiIIKwgaxIqHRpAivgEZZXl4ihGQ3S/ypHolFiUFIFVC6+8pWs3FzG0NjV50VseRyfcGmquyHkj4htLMh5G5UiIuSsoV+cw3F3PtkeY7ZcjBeEN3xtYpePUJq6npUxfkLOS6eXGubDGHt/aSYlpGgh3anYCsQ2Juphg1EF+xoUPgOBuBJ9866o8H648Ff919sVf9b4DB65d/2xdRkj673c70f5A6EkjN2A17zO/eWU8g3PEhc9NvreMDVGKwaCPv+WAiuG/wWd70eKVQG6fmjv1LGEGdOwE+ej02nbFlM5g+BOrDm8eHGD7MyN6AnH7pSDewoa9CuoUPCgFsxuKxH8G544MzN21jJ411mDlX4xKSXUJXLGG8tIOQ7yyadzUEIxT2wxIXDfRWbW27mlXzspOWiqwvgNEyncpZo0fbuQZO4qdYJ1nn1hf2vOutD7CHfCAdBPZyaFj6GM8Yx5h34nOsq79gA7igPnR6zRGw81ZWli2Ha8WzvzUXqieKgIDFU2DOBQ+yEXPQ6gHzOh/Meuhj4Cv3RV/h6AY0/hrRh3vMIZ+ZgQYFeYxnrmHorOf+HAQ+HOvXCQP3pz4oSxZJBe477zszqOBQtR27a/SSC+j27hbATxeYy8O/s/+xVmT9XaDHmPCT8UHVfgeyJ/TSaWOCpi+OTwuYM/1xW2RLP/dGjBPV9ZWO/OEeY2/0a6A/SGL861//x5Tg+D//8/+PJMe//vwXyZg/7WX7YtpT+YxJbnvuA94EMx+IeWiYxTsWEqZlWyh3/ECuvRR0fYSXl/wFxx9/JiUJol9wxLWKvZcdLpUlIOfCfK0hFuv358Rp7YlxfQ1F8a79Yk8c6JkY62Mvhu1gQyRkSMqQbPn0x7/s07/+hyTdv/Dvf+zz//xf8D/28ic80K+DXj7/SQLoD+u532THWZ/juwlWTLyuY5tL96Oge/MzSaDPnz/Z589/2J8Vn//8I5JKn//80/4En//8k34g+ed/wf9hA2MG9q7vX6zHb/eBDRrI5/dQweFZrEHt/GIrTEgJ15Frp+untuRrSGb4H4i9K4xt6Ez3pfd90OC9pz/ndBlij3nT2AJkc8DyGWuXL6cpQAy3sQWHgCHJaxRtpFnwyYHsO3MFrzY+5/NJ60vVrOuZnw1ZAzO3sEDCpyaCIsGjJCfnsRKbSjrex5SJISWFeC/M8c/7kImP94fsgphFa06+Tn9LWJv8XkOjLhVb71rKQG0YotteJBS6bovkF2h2Gs0hhBrsEZ5IV0kc1iPBUf/c6/z1lnWoC5Ba5upVbWqcsIzTnle7TWVF2UJN8y7O6nJujXPPk/t7dkB30d8z83PW5w48d+C5Ax/dAZ0ba93TWfCRh1ipY53AQ6U2KznZqZyC96iND33Arl7NSIjVEKLxwUrBBar61Y7lfLR+sDCeLaBmfNYwHyxN/3v9VyDApAoQAvenOwcFrJeGPoQoETITvIkaWRrEGGvjtesC7VIprGaSLqydGNOmXMYuqly/6NQIQSMsAptCsOnolWImCpudGElfpN9QdVAKXaiUMzzPoPF4GG2cdraLX/t8jaTPly//zxJfTP/3nf3+zQ7jyDeTB5vlN0YUbHf9xjqSBb2w2drAh4JA/8n6DR8Suq11vjGvMNswsgcK2Uj8mLNnBZvQCOU25tgs3WCdbPJhTR804sMScifJpOSOdHo+8AjihZ7+BRrL3KGPvDjzoe/esyFAc7GPhnw27YZ8wY94IxX8K9zNZyj+VPzIFi9XhU866P1I0VorvNKVmXbl1lT8WUVjWku8QDts4bsoa3PW6qzPWXfHB6aOdqFdoo8xxU3/UalgQGMhdIUgqGQVdBn7448Qdou5aNVZ7Fh7aSUCVksmOwAAEABJREFU7SCqKkRCDEMxroBI4kTPqrhhOqqcT2yAFblQqryDPkLTKdbj8z048kCsZzUns0dxN++F3pQ8iHt/GGzgQ/kg2g+me9fZ/9BzdK+hPu/xU7jq59p5Rc+16/GnwftivYCsXeem+zNU76llLtl/D8zd/HlEHZ2A9tDdnD0ZeE68kEj4k2THn//6Fwmg/2P6Z1j/A6/258+f7UXJBt7/sRbWbtixi1cxydyxaYD+4NVu6N2UQOrV7nv4jj3bXGDg+ZDIvrhWfnktNP4CPbYWMIfmuYF01CeKPenzHIz95Zom3eZ9w/3y+fOLvURi5o9ItrywPwNy7ZWea86+hW/M4/jHDWOCeK2bBk3tAwgdKPuW+1foA8ybbb0n1H9Grq+zvo1BVz467UadvXLWIRg+yJbRLx13N5PMRI0XlNq47vbdL73fGyyeuWcTxZxrbWus5mBFhiPfAN1RNEcwJm/XSGmreQqtO+HTh46pohGKaIWv19R4lq2hM3SO2GHiTB05/w7QhtGmSAJBlRAad5HwmcQr6TNJ78gYoH9KpsRPJIGYlQNqFuQFFKXwKyv6k1nV+K5WJWK1EdJsCNm9ahmzMJoVTY2EfKicx4pzJk/UwTLFOo4g1gWNNcWBrKrqiXRUgNsRJgYulJ0iZTSbkkeC0RKQ4POVHUap7z1oXKjdVJr3RvgU/IU7oPvoL5zuOdVzB5478NyBj+7A7QERkqg+auOeXlkJTxFurARmyhZYfa1VLRuqhaphnIqw60fpmqdLZfH5HERJ/KNYzGHgZyy2dXhdG+YeFA951sFeVuHQOuFDwoRAS/8kYIbOBF4TAUkEJjGSATIWcIJUt44gWoGxe2cICG9ya2cSZmizzbKv1Z7gZURSUSBWXWY0YriVUpKndks+LSKgOLjXVooj5Pg8t1/9kPjZ719tpz+oSvJnt/tCEujf4GtgH/9Hr5HkUAs48VX2Cbzd3UrXWd/pww0fqPig1gt8QOhJ0pz5wZxETAHOt8VOv/MhyIRIBm3MvMdqZw5Vf1c2pg88LfEjmdoeH4CklzBspCx9kJ4Q4/iAGT6QCHKB61CceVzXoZgFzV8iGesJmOOHduoa7NxcuD5VPleKti6RYLoWzc41Vd970LR1bhyzS9BcFc3FLUcMjA80KNnrYSR55nLaBT8KHwQ71urw3nXmnVtf3PQrMnePqRx9E9y+/6UxFbJ3BqYkh9wrupMENpXNRYOFqC2EjCcYIjouC55Xn+G0poD43qgDJlkMe8eBpV8630DrjjFZpZ/UXAy9/+XzTGJ0xu/UONezOtXUgq7R5KLfQvgRFZq52twMZFkspT9fYwjTMvqrUcx1fbgnB54FSnC8KOkhRNLnj0iCDLT1nlfiQQkcvLB8aW2Nay4iC5uiaHqjpc4l2lkmNrhPej0vGnjW6Lkl4I/znMg5Hf1HkK1CvyAetHGirE1zCWFPbckDmnewWBtzDoGtvQyfYt0vSgI1sAfam/yFD2M8fTcoC6PQ9lyvWfLn95/agqMHWLMzrkc/dHguyDfHtwX45yE/r9s1TohxK3vRdjNsumMfamGrmNGmSmLomF5F1V3wFuJ5xmOA98Z9Xodgno+opA0xKySrZzR2UuM7atl/X33tV7ydc0Img6mdcGcjbdmNnntiratmsLNsYDioEkNK7AQm9CeSQ0oGwbckEAmiSbzO89DTGQ2qfFafkkXqD+BdnSMmXCrk8OGmKoF2luxTLaTsqpa+UMWcSskh022wRnZc12kZdTqoKTCrwtMTvxVrzQetj72gfWRNR/bLIpEj9bTDBVHjLKZ1md6R3hyJoNBVE50cIM2GEN6pNEDQaOneUQm/pCPc63/KfucO3NxCv3Oyp+3nDjx34LkDH9uB9YEgXtDIDEBaS5JLqJU64i5BYFWKPr5dilurwNBPbSYKihWLF4RSA7WQfLBKT6N+5NYHLf1yNS1I63twCoTPN303gnCL0IPgi4OeQQrMlPiZFJwRgCQ90S+tpDFIFeacfXYF1ERAnQLjQpAcfoWD0rL5NNuJRJDxoZEpQtaqGXmAvognaod7Mcc2lbnmsfaarQVfiOGt9ksuHWYgaIpAiuBwv9/ZOJL8IfHzGn/j59+W9NX0N372+0z8SN/kAEadDwd9/Bqgt67rrO/1YaZRPkh5Z14/RHkkZza0B/To6wfGbOEbJE94JIa2oduR/Ekb6tsgA96bYdu8sBCtMkEDz1Jm7iY4e27oOr55+LIx0Z4EVL/Bh83WOhJUHR+8inwiUeS0PXSH0E0+x7l32IV32S8WPoQfmr1QAbXVb+jcgdPn7J3j2wLsOjD1QUOOHb+B5seuA2y7AO8NtGXDuLecseLVV2TT0S6dRbKng7eEdGBNL2ec6A/Bc1RarY0UUTfpSs4tyAWL26lRva8amsy456V6bmNOpZoKy22tLMS1zgpDnmrUFPtJ5PCsLYzhGe9/A83vhcphukXkrjC3BnLxa5j6kEtvjTuidXe6sXaJXjWzozYk+FGECe3yYhHJx8p5So1f48H4utggqtjXtrfaHzVzZLWl6+u9RVJI73F4Dxn9zuzAaRv3NS27fRVEZ5x1kssalWrDRG+gfjRdsOXtRMvwgjY1fbovm5+igsdzoFSdPmnI4FlPzzPpDGSxPuxhGWXqylt7ZZvpqiO1LU0Jgfw4Q3uHTpPH3LRFqyyTRKu5kcfcUNkR38DI87z0G/4a+xV6Rq82pbl6h56v77ozbgQEZ5p6J2S6K24RHVGVqL+/ku1vIa2evbr0I3tVVx+u187AXId0GjRn8vkcIcmDks7dxIHkj0C6o/3yJyh6SvBwlp8TQUoSSbdB7aqnsz+eNzghGsh5Wy13G5pM78VErnWRw3jH9RUFXOq4JUQF2bFOHWe4hEKI5EcwVJX3RhFVvfnIExPfJ3BgrYf9nv1440sprW20vWTT3g7zwY4kiI7Hg81H1mwTRoQZN2RXQHRTUq46oCp0xNyB/BJCR9WjJJD6nvg7duDi8vwdDjznfO7AL92Bp7H/dTvQjhYjCfDRxZ0+ovhAiZiMc7kGJtVOIUiu7AW5Z2J5qOI4hZggasII0dvg4MLgjzbS9I+ONhbM2MVz2p4ipOdCv0qNToKcO2OdGZgpEGGdEZzhmApYqVa2MAfzYCg+eMeH/mKdKDLTi/lEjA+6omcz1zt/2W7DZKZoYB3v0HUfDkQw5lwd8QbNYHKyg371A8bpLX7ls1sSQF/s69d/k/z5gvyV5NCb6Q+uTkp4yT4TODeRe29d11lPwkRYkiXem/PhxUn89CDkJHZSZ2t9JFm2jB2sg1dbcPgAY0okf1I3xiHrvcNuZ7EgY0UeC49qpi1m5j4O3nv0evSBxspHEj36JZD+2Zhs9sNgPUmgTAhtzLuNdegV9IvoGs68tF2UfpSZDh+YV3NCmM8hcqqYx/5c0w6dzgo2ivfQ3jpRPuwV0CEXHOq6R+5BfYL6oBYoJuoxZ2fuXtuay7NdoMaLLjqjWPDIapm5toJBbT4Zt8pj1DELmeHAzCCB1qpIkqA7ba56H7P4QKfcjCVpfVxfD8p6XChmQcWjKR4dCx0Gm2SivwCYWswFH9XKcGwAS1xR9dIUeQ+povoMce+Nedwnv+itBO7Hy2JDDHvMBny05sIwL+MoDFuaCGtTHWqtbom6aJEGi+csetyTksFhCy90rfU+AHo2CM77Ke9/+kMRVVF0kzvPKXHDWdq4RqvGVbNKTbOoK5G17scEWlWktvzSL4r03hZd+6u+0AmL1VN8llyIPmxpPqyyJfl+Uq32JaSFsoQiFSnNmmnaJJhO2VJfzdt0l34JsLlui08xHTFvSBDVtmTfANPe0dD4azS1fD601n1a7ovfkXK7sb/ck9xs4u+ram7hfu+l9NYHTF+qLC3ZPGPWmdswKfEjHGwiCRK/7AmqNqBfX0yFnIRQ8hNJEpIgshHJotHy7wtJhhfLAuF5ci1ucOUar91vfFJ0KcF3Zt5VDVG1oyMrHU+GjGIdVYN6dXqyy2KBDAqSJEW4KrMd8S+SQLG2kXWNduDLqcP+zfaRDNqzL1offbPoZEclg1h7/qpHdme5s7Jr4dci0H40MJ+8WfrWTF1yiubVbj2TQLkn/4z64jL9M1z6OS+eo5878NyB/507oOMpzpxvLe+EggC5LQWRAFGR0VMqhzQqOkox50OSQUupwkpMrzX/3lNU9qVfobOzsj9Ormz+uKEcWawEk3WwN5WW2KBOV0NMQ/ikipBb5OpCSd+pXHM5g8QHLeyzg8689FDBrZQOHrnxCseiMn32TtNqO50q4ou5Qd0Mhqok4UNRDqpidJjaNlQUdOocZhH4TXxLtt/vSPC8mv7As/648+uXr/a6eyXZ80ayhyCKQHFWYBnOMJA5Y20YdO4ZJ6rzrreOaC4+yJC8cGeeHogCww/jpT+4Kc+ccWYda+4DkYAh4aMETNd9so5EzKZTUgjAZ0JoY4Zt887MPcGKYLBMO/75FeuipftOgKWUCnSY02J8b+6AJE7OPVhPkip4JYaq3EkC9ZuNiV6A/g4U4HzglC2UzGNdmkdgWtraC7PeigteafJdjO3Mu856oDmC4mPYpV86HUkmoUCLa2yio9+lCzBg3hdb2sgaL/+Kuxn+4AA6xajM4z9YW710P6+gfQxw/Wdg34NqZ+YmPoO5qvy7bNVhFvdSMVxnCayAdXmgGAIKMhMLZb10oaq1C3T8soJ9LDMhBZ6JKJp4hTYZC45ysQutEyuMj3oRsWN2gXPPxzlW/HHl79ZkQT/tIZNq06qj2gUkUdI6ddx8ZwoX/aZry72Q156RPBt6bAkp4/1Nm4tjjp6FvjNWgCzlut06VvJgmYOuYCuVZA1TZ4CKova6f+Hpc/njbr3jp56V+J9+SytvIfnewBCZo6n+1sp7xPRaNkaNNh5eqkFy3FIzdxqULlLa1IioxTek5KZGwECK9KLBJKuCFTpVFgdWvfh95e9FZ21gmvViAxPv8VUdotjmEeiOUqjvAXEt61uuihay7lvzqfCtuVPLdD9avmSjcknu1NJJ8PyAmeOfmc8kOKbAzBk9kfA5UyV0Jjb5SPKqQomSSISQEOHcn8STDJlJiigJNElWMUPjzOfcxwgeXV4sLsfNdUGplqYreon4Bc5xskPDAZ4vneTLhH+aU8ks8QkSN/jQfJvD51ybdI/0HY6sBxvjtItf/4z4Po07kkHC3vYHYphICKGnPmwcoId5nwkhO+B39bODjWea6H2wm5F8utgXDa/q2pvKVvL7kkB1gif54A7cXpsPDnyqPXfguQPPHfjtO9DOitWBopDi2/OerOZ1zqqKcc6tC651FQKRQiBaorfcCeOyx+702DsvYpR6jK4W8o7+e103678RvDd63VeM5Vq+OAooya9q3L0QE3W2oNxiD1ovigzTOjMQkFMpS7UCQTcKlenlyLDCfvcE/D3UA515T5/4UlAUIO+W1PHiLE2b1pMAABAASURBVAmeclbHl5oIcpdUthvMtB75rG/P9KufkWApf+1D4uf1i315/X+2e/1KAmhHAmgkWDtEEEnGCGNzrEGVbMuWd24diYg+0FvSLudBqe4KYym1MZMQMeDeobcxJ5HSKwEEhmGLjU/WQ5Pf0j+gJ91OCwjIE5m7AQJK3H+XtOBAK/Du2OzN9cEr5u+Yt/kyBN8PG+gWiEpWoaSUkkOgY6wHOsMYNkXTV2ejirsVrq2BXG+xoF2HqLceG7lnmqPLuTZQyRtIQvVgqBAfIEm2Qdb1G9sAUf0TtkYL1yR4zVVtefiBZ+5mFOMOEoI1XmLuga4fLpcXYmWmwH8cju/y2T39F+11D0Xiq8qwKLmhq2Ww2WbB0PELS5hc+cHszKNauJwol0+tBwYkbs6mIkNCtG/HhviDlcyc0bgPDv5OtbYM0e8aqgFrxGB8ZS91nXIHaIecJxW6l9smjQrGONc/7gFdb+53tRMFcwA5DAWbFBi7fVV7dIrjQt5TQYyBmDMp6shQpSleYwNVx6GSJ4pZ+FLMec+pT9D9GWOMbrAU1s2D97JJa9ZmxA00R43oblmpLf1hklEaKSwdjfHGVKr2I1SVjxMZ+rj2X69ZHkyZu8adSL94yJ2i/X4Ei6T57SDpp7TZbTSlqlNHcq4YRNdfmKaJI5l0BImfCcyRBCI5okRKtOkjQaLkjpIls5I9yKegqZeJlYkkEmd8jB9tjv+hQ/YzAbcgk3LPGOCtZgnu2G4N455OyGfpJrKVPDZZzFx9irlJxgQlIdPoDD8jb1BCJ7GLeER6YQM7k8B645977UfTl1nCGMkg6b8y5tX2E9h/tTewf/tq4/4N+RgJo4nxM0mw8PGotcpn0Vsc2QP1CgrVE1WvEShXSiorSHPVDBbFoM/qr9qBf/oT6K/ah+c8zx147sB/wA6Q1sHL7zgoVlmgwkgBcqeoR6hdpRCSVn4hZeEaE5KH7qw74CMJwUgOfeqfKNhidNTNJu0PlxhoF+u7dxBUtTjiG28PX2kh4nvvzYmK+n6wYeht4IP40JMoGDrr+56+AtCnwNjyYrASOC6Kd6WEgkW7wHNNTNCHhmVQMaMk0DFeEInglhJt5EbgmT+tpisWRWhC0DTrmzcCrYlgb9y9kfAB0FewC4x24Juzw/FgE0GjAs4YLpvyN9BZT2Kh40OXPoDFWuGdNZuz7ggJCxOXuqfpiRI3CM0cY9IDvQ/m2jMSQL0wbCyo+MCG/p4xwATGhpGs5FuAisJ8rJOu5I02DUrM7YwFzjVLbMzDb1HNO9DeWCZ/JCNJMwy019hY/NMx/NSvdjr2wZ01c63cCYwBzlK6gHf0lQrx6OeedebsV8890+NDj73k6/ytLbpgsCH0q454kkA9CZ6hot/gM7xkukbNZvrYm1vHbpSEQ6IU5PbuK1XruLwJ0X+vTfejImMrtH27S5UgBfq1hOB9Z9o/0dRnTe7cUgnjOuS0miC5X13r3uLTETcXHM+4vOPaLPjR2BVFk3sxaxjGrjoXV2/HqqthNWJhsy9rs0aX7t/CaJaz4cvWWd64uuZl0a3d+hvFDqW1Qp2GtBtPMwvXmwvOctkveI/3H/cB90neE1VuUKCCMmM1wTUQPyypm/XaQtpdzxVzyBdsOe+PS6zGoiPfw4JLmarKJEdyLtxb6/tMvPZjNqmIE/02UjPrd7VxJfobjUWF5G51ed+fVUK+nm7NV7Vc2klL+iZySIH8KBj6zZK2dSnOqtqINc49H+HSluy+p31p/zym1NtB/ba84jwmkTONBxIZ+8BuFB2DH6c95/YIDuwryQd0lcyhwTNHiRhSGcgiOaQ4YIHO+4aR8dIdGTYxNxfwnQSJrre+VLoE4w0Qc0yRaJHNsSZeDvFPycdIPMFf0CNzV7CuqSH8nOgT0pYSQpPiGJI+E19m6QstJYHWkGyNPXr6p2KKcVoyaWY/2JxcJ/V1OcYDiD24oWbsMGh9jBQbevBLkdbSqEwoVv5JfvcOXL6LfvdsT/vPHXjuwHMHfmgHdDAIPzT4PEhxh3CW3OEKoSriAuKDE4wSDzTvl9VjtLHQ5q2CumVcE0rwHX/TSOqPcXrc9ZM94W5UzdC5kUFZlbNeIzBW8N/T0fd84NaHUiUxhhXvHQGcwvwibYuXqy60w4LFCxvGVXD2v6E442hLCyOrcKIYPcDoKlS1FPYlbNOGUmBaYR0EYQr4Jn1TpoCp/jOv3W5vCh5FR/jD4RC/+hmV+ImgTaFd2nE+ZPWxzo3plyebYWO9EhCDPnh1uOmpSD2zHshVaf2N0h1sXRFrxggFe96bAe0xgqYIzTAtmFrJREBVyMScIS7EqmZV1zakASjGnrc5RTPJ0OECiLVDua6RiJB/fOA02gVI3xgvOLQ46yoA3oEBr3pK/Mh2TztsaR+xHzLuJ5dtAb6/Rtt39PsYx3UYOhPvrV3HZFt9Z7jLpwpLCjGTf1w3fwBDbm7ofQCo3C11fBLmxqD8gZjoI2ifXP5pzc44rU/0AsVMOkyMBjzMbyt6XwhX95IWFnOGB8FdV7oFl5FqNIWrsbIg5ELUqVaFnWn2YyRVsnnN0/1LiuyGofX8IXhQLSuNZ5iW2xA7pwMjBFSND0tMxLXlpqAknzNGZwytXNjlUyoy2WjSa4qNeyKJmefyvuP5w/3lDqWvB8mrLeBJyKC2QsiKme7B4Om7Q1mQadqsrp2izRjpwN0vLPN+x31pqmd9X+NKGs5Jhv8i30Be4ftK6z55EJdYTKhzZgX9dqVx39Z6T4O1sK+X1/lWlhYK2/9rYHpm2r1XuSeMee1iTNOrF4W9m/kibOJ8HvmCRkkMJTsO+13+suWwI7FyIElyIOdD2kLnfmye9joGG28U3i4TkE6iJVKCRqKl2UBPcYAgO5EEwg5WllJlM/1zzDcx/5hQrAEmEjxjJKwOmaQiCXNOymRSaIx567jGY29qPDYmklsjCaGEfskDSP6Msgc968rmjrl2pv95ReKLfX07Y7cT/+/4ZdA4vqL7Zvv93vaHN2KgPZhI7AhX610WLkZ9iSM5nmM+jdhb9X0EGvsRvafOz+5AfQf9rJnn+OcOPHfguQO/YwdWh8GKNdPh/T3zKWgQ2pjK33kC1p6meIdWjWXshWN39L/Vf2fIB0UXln9gS7wFVq4JoxJzFxdzoUFsQ30uxJIEawSQJAD0Ab7nA0MmRwYLfvUh4CbQ19RhwLBRKrCFTAFqibHIGYjI7r6kQwejMAJDKVf3iaZRAJ5B2WxT/eVPBEsEUfq1j34BlIkfAh6SPwrSJgK1ScEW34rNQPef/HLm7Ls+kj/DkoQYzH0DevzID0emifGnlVl/n4cN1R4G6KBJLUXgiZxDKzrbcsemIUMHLcZkmZElt67Roym9NXAM6ark5DVUq3INwGYlyWnOhrjO2Jc/AomI9Ldj7W5WAKNM+pVK5uxZ6rEOjXPZ6HCpoIpMdoTo6033jisphCzvpw69W2TfxuKXSKELH/egbGyw08AcXB/pO3qObdEeKjjrcnyKe9jRVbsBufouwNr8Gvf0mo1Gb3SY60KmNWpPVtA/7cLn8FO6Wp/oDYqZ9tkgYCn1Oi/tX8XILoh7mUoffCLiRxZTeNRU2inIujQdZCuWVi2rsSFR+6OIAdoDzatBVfCriUzfw5157q6x6qkvoaeUxftRbXWfzedaVPNGYHGtBy32Xvuu/de4e0CLojGQVZG9wMW91DEF0H1X3x957xXkxXSPJdDR/XYDybGKTQagn/zF+4c+N72om8OxcsmugG6zk7T2M7RyD4l2tCF39qHqw44PTHMzNpek+rorn9htSer1m/0rLDNhcVYXs0qlaz/5qreLbpmHMPuRVX+/Y/LlclSJtVu85EMDHrFPEksiquuqf/501BnNWT1ylgsHEi0H8Ye9TfA6w2cSRVrsTCLFSGeYYgSd6RWyM0WC5UDChnEkWKbASAJpRHYAIyYm7tJEmKFlFfIn3oPMoXlkbyZhJDrJR+yN8kdJmsAbyZZ9fPE0yt8K6Y6hr3nH+ksh8RM+KHG0Y5zwWql44Y3+PTgA0V30TySExkjsvJqSPbvXL0Hz/2pK8ufrF5JDKdM/DxP2jJliP0bWfLBZWZ36d4I6ny3AujvQ1m8kwOKXTzaxxbr3BXpvLjIZIl3AJ/6WHWjvn79l8uekzx147sBzB75rB07vaOcZkwqrf/ql8z2Fj+swW+hfg+a9Erq1I/gPPEXPrp25auJvJFrst6aPUEYndyjenN869K+WRIhv7UN0BvqFQI5NcvAomJSNalys6SV9Aj0vxbx0AevcjDaV6TXr4nKtZ5sJTk7yBjQLrM8L4wDUeKlnJhA7KEjcv9rb7tVeX98Igr4C0T2B0sEmvkmcJ+xpgDGnFWpWxocgJ3nglfbdxjr9wsQ71qgEwwBFV75bvsJEVLW94kPiUUelLiEaS4WCCsC4Laj9EnOBLP9BWRWuSSqsJfBtlkZXItilaKzA+pmAwh6oZn3i5Iuzt+60gMFLJnjwJU25YwEdavUJTr9gsXf0kWzReIcGSHS4oH4SHSFrfY1KHtiYByXZQ1/fcx1o91ybsCE7FUr89PTJXiR5Ku9KzLibPuBKx6WPj9GWD0LVaetdU2OssJa9y8uWwDiXbeZygXlzTu1JhfTwM/z1JlsljBjjjDUg6maGVtTiYCj1Wov8aoR1jOo9XEEr34ti6MehdMXlmSAhkLMQlRWrZqKNz5Zu9e8D4+bw5NoQHX9DubvGd/yQfuwW+6b7K/cRKWU9LNeYW7OW3/JXAzGY9rk8un94jzrU4p6kR/ee3lMOv6CXsvnSxuaKX+RMvvChEtXdsbiBdi26VLqPaDIiuhY7VQah0Mu8MFFoVV2aakCyyGBy36pZJTbu198ae92fs2bNLXjdXdsFynyxDjl9D8ZeX4JBf1Gp/v/EbLqUDffMqC/lBZKI7aBlXI0gS6X9UaOYNiXuC5pNOismIJmjM3xS8oREy0EgCTQe3jjfSYiQYJmIAYT8GzskcnBCSRtnvJDvpJm4gvVH39GUHFL8oL+R02xP2J5IkOifkQv6Uil1RsaOpj4hEjmaE92JGETzTvg5BzTPhL6o0HhR4cjcR/oVkwAyTvJ1rr98mkhqTVqrMB/Qm5hXGKHCAbpn7SSNIvm0j2RT/tJZeyK8IgPERO3XQYqPdm9fbb9/A+xbSwYdJxJBB/I8xwT7vy4z/pH5YQuV4KEl8vgNsB765P/CHWjvmb9wyudUzx147sBzB761A3o0eR4Zef4mX2vOaAwU0ApUQyBRSBKceyNNE+KlUic4YVu9sBFmlCKuwBcrpZhea7NqhzQqtyASNmAvWKgH86hC4VHXXXm1VslaRf6rfdKmtIYEH0Wss7Bmu3rhI+UszMZMMJQyBSqc8bom2YUYB4ncIiiD6gOr+AjUNAPdKC0FCzJA+yQrARpRnN0tpbMYGx9CihVsuj6clBymaWfWLYSEgCh41om7AAAQAElEQVQGUxU3cysmfS8FrqAyExzN8U3a224fSZ/X3ddIAkUi6O3NxsPBjgRU53W6YQR02FOCoSNJsDH9LZmOBEMPHPR8QI+53A1Fi1c6GKyFn5UN0vSg0a4VYzQ3nsZ+BGXPEWN2DlTNhVxZCHm+exhFCUFUagjRwJao2hWaB5hmFgUUlE4hqhXtLDfzau3NVKpQpxYW4FXULpqBhnhIeFJgWhs2SmurLwTnKrokFyQWBS4YFlHAH91/a+S1zL7GZz8JlbjPHLFbr7G6pgK82r0+FCvZEr+IKOid0TOv4FCX3neg95zT+0pbe6H4tvBN5zy3r/pwisVrfQYFF6VenNj9X8frHpXJud7jsswb7WJmNfBcJP2Sz3mVqCXCZ3EiqXV9uzXp91E583fhgada4j1cqmu3qtayVylLadba98tx2QrNm3Eak/2tDgmV84QMWRsjKljee+f7ynWxaMYMumIJxMlgZeHF0F46xMfwZN6rmTu6RYVoUFW+WUaylLzMc9562eAegqEsSu8y96y+O+C7O88ziGMPIR7PDPGPkbuG8rKX7/EfcUub8hF8xNZjnTw/zv3fakvTtTQxsdZgolrLF5XQyVbUTDCfjtwDR5uOo41gOuxsHHd2ULIm/g9Zo00kQmYSJrPOemDzxBzsB+O5abBK1iLiCdmasAfQn2oCJ+kBO4LsJWb1z+In+gT1C5Lhj3yQHSV+lAiq884xl07JBt3HZ+BA+tfe8LnYlQzf1Yf/mVQ6MmQicQTkU2AXv4QaI5EDLxq+yrc9/u7Zp1fioi/5fz5t/zxs94Xk0Bd7i2QQCaHxDd3RJvYyEl7HvenvI8764ix+IYRbKuEjTCffoHcL+3xX/hT+7h1ol+d3z/O0/9yB37sDT+v/y3eAA0QHJITPGBdrlcgQ6ti86LhoPOqVXECZJIETBDu0RKRRrJRiRnHTq+oxl0so0RrpyFqy8L7ibtTOnYuWGEJBs3Vf8MWIvNV9xkl+CbkLyZ27L7hCK+xYrqDypteKX7HquQExxpXsZlXRT/hiRCGBWYHOamAb0WgdsJAmdy8subMSH6hXCzBeTYlFx+1BRu8UDH3GKopbAQ5/4rrNBFwj38KNBGE7AsL4Oz+vbzbudjbu93bkm8FDBGfhOUY0spg7CR/gJHqErv3yR23kfdDO3PLDkkYZLbm3hsXLo6Y76bqO/dEIhCJqi9KMfRQF1QIcZdUQm8hBya89QZ/S5LDqZH3i2ET2yICCUUF8IM1JCVw0aGNCBuEqgaOgRoExhaXQAtYajYdyjelkS8QLTVc8iE7J0lbazba6LiF9+sImFKt2g4JkBXTbfbZOpigxI7iSQAGPxFAkNqPN9W7UueqC2lCN+xCU9NEYwbHHWPkQFwVeVCsSLF7FDH+D/clK+/izWLvgVswN90Crg9UkMO1dBbsq5xEr4XeymuCfgm+53tZ7S7mD2L+Uq9a1F5IvZrruDatptPJ4kwWjDkZEUQWsQX1rSK52oWJ27jfdew0xt2SMb7KgtE3QcPqlF23JLoDZaIsmNCS4Ng56ltGjhlBZyG1hzIVQ677AutE0ZfR9qLdp/wqa9rI+b0NtM4GW4ct7vjP98nCN2GuUpNPzfBDOstvrhSpWVTSHIP7vg46ve7NL3nDdf7mG695Vm+W5njduPJMLe9dbR3J+GNjH+J8KeCifmEi/tJn4YmfS+Q7GPQkMkhej+CURdOBwUTKCRBBjdN7GlyjiORONhI0Rw+jXPzMxgmKJmaSKMNG+wHgkQXKoWCdgDpgQxqDyS+esEM6u38SKYzQv0HMzIF+EVI465Iybkc/hH5LKh32SW/qFkH6BJEys94wDPu5JEkGVCCIu0p7on8LvXvXFGIkf/V9Q9U/Dvr7a2/hKImhn49vO4ldBsqVxxFVtbjYRv/T+g9TSVSqCd3gr7j1cjn9P89n34zuQ75AfH/+PGfl05LkDzx34z96BeBhFdb2O82Fw5oyj35bXIi+IBEgrkR9RA3kBFwMl54BNGZ0E16W4lVLMgRkyu//y++IbqQK2RXg1aLF+JV/0Nb/6BItq6XL5HUCkz+6NXyjyVVnmQhZ8NScSbeTiBdh3yrc0OOJ1QQSszAQyEwHJBJ2hAeQZKASzBASMJO6KxWRH1MynayHo/9bk8laITsaueawyrywIqZH9CoJ2CnDi/+q1i//Tl/7ez04JIYLDo4I4fMQgRjTS2XEnuCT5Q4Kn32xts3mx7eaTDcOLDf0n0z81UsAuTUN7Furf97GbV0kJy0Et+ahxeJk0+diHRUZAKt6zL51jJtoKlp2+htbHJsKiz35b/Bz7RLsi7g/4Sn2h4UxUi4uYCAFzYCDKuh3XksB4nvCYuWaCTc0tucku4ykWwxkYvO7pugFzo9nR1GQC7XWRRzKjPWy47peOILkoV0Uk5pOsjSumfYup1d9gliLuL79Cv7Q7cz5k6D19ndxZkkTu3DOa+woadwe9d+gXfCpBNZct86Vc7TNseXlwWQf7wUrbLXxQ/V21xY7cYO0sxBKQ9chFcSWMMbTXlOb3Fe49Bsj8PwG6SxM41cpqfbp3FvRuvqDjedLRTqrnSt4bKVvGOGMMcN943CfoO20SBHEPun6lSJt+i/7C5WjAlnQFnqXe+s1NBUULxmkjwAptipqQdZHoR7C28ZiX5ce9y4PijspyD8BQFg1Z/BYW5V/I5JyqMbom4rXPoOceEJxrl2DnQ95Zr2dGu07QbHdcqtRZ3xdmKWOmWrzSM+ExHc/X76Hn0e9z1zbva5/ui5GyZGqVW78llX3Ra+g9NAwbe9nqjN7a9mWwIf5PkF0+/Rl4JEkxKumz39meL3yEET4Qv2g5kAw5sDdKArU7Z2afzZzx+Z4+QXjeRKIl9SfsziSCJv2aJuiInYaW/DmGXZ2LjOb2PQHNIZxXs1xLvHautUETtrw0Iuzgk2wtHdoyd/wF3E96FvRq69eqQPdNtvV8APG8QFc61chsE342sIb5YCNrGvVlmZI/SgIpGaRfBulXQcF/tUgGkUyb0BXkH4aq1RVRzELTWT0bCdeK9rzysUB41hdqsN8qz/4f2wHdMj828jnquQPPHXjuwF+wA3EeqIq5OICD3lZlLYpkwVoAH0MLR6pAu5WQm2lIKfQBB8UL4ZTFa9aH2eCqcvCq9AgVxL8H6ZSVAu0CQtJoNN6vUD1bSU6+BcK1qO7YQJc1qQMTZjSzCiZZu36F5rUw2sQMQR9XM2c34BBXMNC+HZrbPirRcjVYehLpUjOM8Va1iy2BEWtwgCD6zqst6J/shN2ZjJ+AwEwLdfWZTUeCmf3edvsxkj87gsAd7fGwtyNJoInkxaxgrk0+F6bpzPuNbbqtbfoXexm2mfwZlATaEpxv0BkMJaMCWWINYhemqBVw6jVoXpQ5HM+kT/IYicAJSp/HYPEaJiqsePnfdkf7QTv3VnqAtmFHyEBMY4WZ+z2hvoYMfulv46CyN0cQnMHiRKA4RwJtim8TZ5JCpxNzyQ8RXQdMGDMEeafC/EXvdfuiM+xpQy6l55YCXLWKqkDs3zJOY0H4GN0PK7RiVChwT9kVnHbDdZ/abfyZ4pvRcgBVy6CynxJxjyGdx73v9/zM2MeWz1bFCamrza2oJOX/O2st8WJldSN0ffUc0yX25V7prCdRk0CDD276lYfg8QGtt6AODaCDgbQD74AxvthIe2q7+oSqv7TR9QBj6bdm1+UosnC+URoSYwOuPRKC/elKb+wGjGnGBprn0nTWlOfXxT6Hj+cha+6sJ05P1J/H2j6unPclp4ju61lCuFTpsGrBYn9ZPdeAwpmS/KU8ZY5CX6+5L/dRYYxw1pGeY1y02RFV+z7oDf1rirD6R4+9h5wPDYY0ngFXpdA+VUBuCoNvZA8EUnVj7W4DibJIAr1s7IXkz2boeG8V+oy44Gj648VHEkAHzvtxt6+/YtnZgeTGhDwSF5xhOruMc9O4sFqDqKBzMK8ptjjfMlYYbdKvYARiiJEkiBImKTvQdzDZm5ezso7lXqbQZ7x001j4aXFOFsvt1rWEZY0UO7/Qb4ODZg/aDKPGaef93bekT9+bnieJDr7B4RMMYewJGK8Z5Lk+R0JnTxIIxBdnr/ZK4if+aDTJn6/gDex2r8RVr5EI0i+oY70kk7RvFl9AYZJyuQ4E10VTf0R2rfNs/9AOfPN6/JDV56DnDjx34LkDP7ADjx9IJw7Lq9NhpdxYrwdo0dxRiSHYoFj0WX0tnRzzVUR/AU5QZcURFrAqJBbUClNiVpB2aypIyIOvScwcBeEsucOhc0eKSB0lDmeOd2uv2A05E4ykJ6suqvEABXkDLGUZztotZkHYiqZufO07rwNv6I92VItiMhieCVAgsR3B0xBNhTt1rAelSByo0XSKma4L88Vmhq/FQgavEQY1Xl6KeddZ2bh1UP2tHic4xBUCmaONCtQOBxuBkj7cWNwDjGEN7vqg1Vnfb0n0bKyDdiR/et8g25hD3aXTm5mc6aDlMZw+AY3bkl7LSmwQXvBVY1iVTMkZofW1+2peAiuSRFpUgG/QFLQSmBLpsqQawBF42g2wFGOgmrP1i79xsunIV3jGxfVjnll/JDuSZgS1JM4mMCuARnY6aX7GUM4mtapzq3GYhD3hM2Tlg+SCpAmNF9QSFcR/C851O8Nih7815rpfcwHdI4zH2nfXMS/jcQZWtpgDQk2buvFYphVlEUXrXD2Sh4b2fI0Q3lbv2rhV/y7JevpLvrYqicst/rusXyvrapy3UOta41r7L23LESZMD2EorueU4y/3AkUMtwQaNDyeLfd4ZDEWih4DKOL1LIIqIXANQy6g74ABMZeo2oHol2EcEg+rfpGAxiEPvl4nngLR/HhVB35kgNxAr5Ll9pCFa6BWy7eJxkqrUfG/FR+YqK1x8QOBtlvXhQuFmOuHgMIlaXxS9UvvGj3nnHPeuHd1jO6PdQJA7bThfk3Vdw/Xeo/b8usat/OwNL0HAuK/B9rYhjau1LXKr0LSp7NIdujsV/ID2rmjYwHjdSIpMbcvLYgDDkrc1C+DIjkUvwgaI4FjnHV5BjOeA8kZn+cy8YnOXO5SnYmR9OAsjTNQFF0dauqL8XKbsViJ+rYq+Cc/Pf2X7/0A38B11Dri/ZgepMmsTS/6La6/7OhaOvuxAjaHHjuDsImkme4ZwUkYGYujmF6z1kWsoXVNJILGaWcj+7IjEfT6+pUv0b7Y66vwal/fSP6AMZJpOzuQEIt1aw9kDFuxBwsfDFX1XST2GdG9Ev10iEKe5dfsQLvWv8ba08pzB5478NyB37kD33kAhDrndLhUoqaCyQJvOvOgxcgbWK2s6MlY7PyqNsLeWXrDRX9UtUt2KttIE6X5rLNPfOtNSatDGpUk0hPEV1T/TImTQJU/IqF/ZWPR1USCBKJAgQVNOOosVUSDYIP6orAHCiDy3IdTINBwoahGOCMGdQbCMYJV1PpiUvkMJIOg/HKidgAAEABJREFUaibKBUsrNAiACu2+663f9NYR8JRSwvaBYG+vYE9JIDATdJwI4mTOvbNev/YB3bAhebQ1/bMvJYP6AV7BWCSAOu6ZzsxA/edebWlB6fUroLwUrUpIgdY7o20LFsbpayAQMzALNXDNQPNAjAkI0GaBNU2RhEEW/N4m0TUUnKmN3tInnsTNDL2EkjuAOafoh0dnimTPGAHyxH4maLO/R/0fQtBV4Kx1Zqiaq1Ude8TSRI2r0mSNKnCcuSbqm1GisEZajKGWGsAybfXR+GaRXsONMnZuZDeClZLT+aNgqMp6uNrfA419qB9uqrrG/RGy9WugOz7v4fsznaXpGdcvrr1a9FUCd1mac5fSy1a0UNQD6Rq8meSZEGrfUWGR0bmmR/x3mAtDbsVkNPxxsXBQq34Hi4LTpiCmn0kkp8EAODootUm/9/AVGluBcNEXnzal32wkT80IVJlHekFUCe1NA9Ul0lULsaoAtoJ+u8rx+Q5e849G3lpuoy5HLHqVCaJKuFT9h7XkIKgXU9chrwLcWcwlob1cITrg19fylufcUzKQ88w5C6/RkyQSPPqx7b8G2lx/aIuV4TrdqGk+yFJOcALkYclrz214PgskQh+z1BSM95z1ztq1vp71dSQ1+pAX64gB8IIbkIEYOp6ONnFWTfpn4Ycxfgl02O1sjD8YzVnGGTlzjs2cdVbPI4sX41d0pm8mjhDizMP2DIwkkM5sJgxtLhvXsgDjtXgNr9Js4mG8nzuSMxu+hNomXpL2xCVOfKJ9RtP0ipFRpUSWWbKmYy5aNKTv7I32px96bA4VL1CBNvHNQJ/6e+1hG6dJ9KxmTTNr0n5MxBoj+zNy9o/jq436BRB7t9/v7A0afyNI/0MN9la6B+IC7UPsS7MX9Fn9nTvA3fF3Tv+c+7kDzx147sD37sA5WPjRB9j1uIt2ue9PzFoP2vsakoYWjCwKsN8oH9NaG9EcgpEkWcs/xrclaN6IiTJU+Njgb2jJplTaHMHTmBUkqbEA4cKLUTvXFB8y1JRYIvh58VEz6AKdcaLvJF0oEY8JTpDbbXrrNhvrN4P1BE102Kwg5jTH/7r0BA+LuFgh2CneWce4frO1oQN9QmM9Ej8bTPfm1ptRCzOc6AVC6PQ0qFc8oosixYqW6IH6AsbFMK3uhO8kX0jEKACb55H2gRizgT4SMzOBWYDgbFKiJ2QHm6ANc+3LpE3tQzbXYC3GNzuVTuPEXID5ww76jeqXVOMRO+DIPHMAfwiKcTJW7NypJbjLikuAivbAoFojVx9hXCfdM/D0MEg6AuxSsi2Vb2EZAnOtm/bpoMjiPdBFoYeiWPhdoHm3aGztENsQomhERZM9iHrtGYJazlqtH0lbFI7Rom59ddBCdEM1LML/MKatcOW2lrRqLuxKvmKX7kdM6qp+H+p9ZKPJ+bjb2ErbKGiU1IA1HjAUtRsYwrMJYX3ioCIRrdRQO7mo0dWHvdDHIAVN6QAa6muQzg2wfV3Ouw1HiZsLJbEQCoap3ytn3fe0ap/MCbWZBAuUnFtMSm9qjQOUWHfrV1t8o+wGTbUE2FZkuqHJ/gJ65QUzSrJCXFe8RgS7XDYkN7rZz90A4855FbS1z7TnQ757h62GAv+DILHZL7bOc/gyt/y4RtNr87vleqhhNRZBLc75UNk10bWi7czvUBWssg5q1iefOs50L5057VLMihsvzlTOlxNnVCSCSPLon4GNNRE0kgSaDnvOzT3z6iybGHMM6J+CnZ+ucuAMPbln/bqI826u0HQNGKAUcwQNy6Pb9MJvknZ9P1g/DCSBhvrPzrfwLxZyEjnaG5e6UWv64GuFYawwB33iBcb07EM/dNjZhM345+wkll5IKg2BYbHfh35vvcbKjOk18/Y7xj/x1tmfvwja2W63B2/gFdB+29kb0P9k423/Zvu99nCyI/HBed9kr0IbUFlj7xb2yfz2HeDS/vY5nhM8d+C5A88d+KkdaGfEzKH6Q4aKESKYqSrwVl/JZq2zlLNXKrX3ihAzXEmumtcnMd2zHrECPOXM0fhF5fQTe2IsmjM+PNHag7mqWv+VmMDoWsLqKGvpTMhwPvRPtNgjAq+4nqporvXX/HW3VCVb65jZuakLW9y6rrcNiZ9t/EHIwTbDYN22tx6ZEwR5tzEnWC0C7Y7kUD9sbKC/J/nT9xsTnCBIeu49+j3zEITaGoi4vvJJoEVxdHMTtG+JlFEzWrV2HdU7RSMFi2vKDUeAavGrn4n9PhCQCgSmfPM2KWETlDbJHiV09K2c5KPafOs2CUf6FcxWRLJGcgE9fYsXY0n2TCR2wgZJHAV5AWRK6gQf8qPNBHP6m0qC+k7Il+QPPs98U4jDrJA1ULeSa2utM53ZQApDuEdgss3dE/eKZNcwdAXp3Ae9TBB3zbtUGii8W8464t4DZtQNuVtYG2+CK9c0gDUwIDmYVli/3UPrh7YxjSJaimRLg7sv+EcXITp/vNJcwnsWNPUaF+8EDX6Exeh5n3ITl44PMPnee6R49qtxV5pNvKbsqZpXmnGJwz/WI48FCWe9r7kH5mhQi29Alvc973XxAn0GQs4kmEMalhe6brV+VFMczAcq5tA8bVCzIxpy+inMic/UIYNmK7Ro5Wi1rrH0hBF6RWPE0pNO0hVi0ZRkvW6veXrPTV2JNfLukgS1pegukKxh6bhmzobrVdaIa6W/sq35L+EcMPeglZ/leX55PceS5i7oA76Quvf0PiiLs9ItbXWcgY/RE2ic58MPrcEqrT7Kf+OFlPrbRZcqQEVhQMEHRne9ReKDc9457zV3s228dP+anq98EzTz3pw5u3RmHjhXx3Fn8Qeidzub4HU2ziSKZiUplvt3xvOcEXPwaT2jhOQNuwnanrCIMtEifkBigrt83djQ5y9yWoJmGPS3B5FFsuZT/cWO6NZanMJiw0Z4QiX3ErPFs0P/k4b4NdMp2/EmY1btPdeuD3Q2sE+94p9hsH7oE9HHXvYgrp0xELBv2q+Zs35iXxQfxJ6xV7vxlSRQQjIlgUa+RDoQc0g/fAoHsRMFp4OqUqJNVFjL1QZ3REif5Qd2gNvxB0Y9hzx34LkDzx34q3bg3Qf+9zlR4uBlTKmgrbyBUblJiHxdbkQnznKw1qn8jZtueS5HP42gWV22UvZz9X2ffsbmXR9DqKBCli9XTCwhIQglqzEGbRV0KZKJSJK49jvbWadG6lNTJBGZTXMQQEGJQzBb6CpWCPK8I3DZDCSBtjYoCbQdbNhsrd9IvrGOgKYQ5CjB00P7DjlJoX7Ymr4J64fBQk6fe8817LGt+Rpl3nACSo+Z+i7hsRkKmBJSk0xiUbUTJ8gJCwmrwWJarh8ECUrn+UDgRptEy6SkDcmakQTQSFInsCdY5dvLCRyQHQm0jugdCWQPJHCOjFsQsr2p7xi6ezugP8GPjJ/ASHsByZ5MGo02IY/kj/whoDwR/J3CP4I2AroZkB0yi4syQ1keV0f1t5H31czYGTuTgtZKxa8x1znfoxP+3ceJRFpijr9jpKD4fWg9s/xiEawqVnSfzvQB/J6voR4GhVx8Q8i4D7CveRpm2nShldt4wasPNN1LipOronFLU7fp/cYi/V1MTq16je+bbb2WNb+2wjuO95PmWEsb33pv6fI+1tB7qCbWI5kIqZQhKnJKgE9CTaHJdYRR4brFtb2+P+61cxTDYyA3worSh6DW4lBTCzsmqLkGQ0OuvitEF7opvrp/sTlnR06CMhqYEpM492ebTnQbL8O1mSwWs73ohTysZl+0qR6VxZ/1HI3HDv0UzMNjkR74nLNJJHtkfpFXJY1h9CL+KWZ1u9zY0Xxr3Ch8RMAdykFDze15Wec9Lhs4gQ6HGyJ04HUufQg3VhkvGWel7H3bhs7UDtUCRNeQTJDMwzcqyxftZO7Wut6X16hL+5ztOvP7rraLhuuKaqOTN85d3cMz56R+7TrtR9tzpsb/Keygs3XPmbHnHjoAjTuafgnkGg7yvJbc2IlboIIvUVPlqPSXJsUjsdJZ3w/WDxsb+q1tty/2afvZttAt9BN0+PRiLy+fwJZY5TN6A3Y75nSsUHBBdhOsUW3O0YlzehIV9PyBar28NWKsrllPXKTYZxh67MqHimHAp4H5JO/xUX4W874Yg80wMvMl1UQSaCTWGJUAImm2e3014evX1/hbQW9vX0kK7djXfcQbxyPxTIzFz2pF3HxUzZdMSrQhl/0G9QRigdH5rH5iB+pd8xMWnkOfO/B37sBz7v/dO8ABlgvksc+3NJzT2XxQp/rpW2oxuijhE0/AEu2s1nxKZIyPZxxVqqvsiuS8V8La9JhDDYUJNChqJR7bzP4P1JigfEDxWuV6rReOhfK1JM7dWGxUoRPVhWL2ccU4t08RMMU4djB0L6qVD2Fj1UZP4zRMVGuUZYEuiU2X0EqJIKgQwGTyZ2MdCaB+OyRVAKM2CZ0O9A3dYP1mY/1QofH0uXeGQaOiyKkKXUjvQ+5Qp52UoCjaUL4l67HT0xay303fjAoxxtKsu1ZEg5UoGJsJ0i6hpMqB/SNQIjCdSehM4Ah/IilzJGFzVJugS7JjpTP9k0BbVG1BfMPSlo6wsnNg7JHk0g0krziRXNGcMzR8joCSoE3BZVysuPosrl0t2AJqkcoZ6NLQHnDDsF61233D2m/2ZSIYb5jhvxdtLLTZDv/xFT9wADcuefmGhK7Tz4GgdhaWBNaJq3/EptZ8CYSUS1n4gY+NTvANTTbrgcV1qFv9lxG9SzSZ6BpNJvoYsbvsxbyAi7BST/lKEKyklQmiSjJB/BlpP202/ty7cHJ8adwybvcV7kvbbMzHdWJhFHmmtvp4/4ulb7l2D3npXyHGIrsYQxu36WKuR3z6sK5DEzvccLCMXvHBYm2tL5l0w+/rvos25mpbnMaskTbpkcEAzqOv+iPA09BOO+caiwxXGw6l8FP2pU1bhB50rooupLAWS3/dvuav9dUWrvXW7dYPpWTPvXkWmbQaUv1HalmwuIfFPcI3LD8ahjzOtzgXeac0yny0znWV5/lIj9qcmxq7nJGSWccxXAA6Gh2yytOOdSALavmaQ17MOH/Dnn7RwnnugWLRjeqyrfCtOIzks/42kJ7PJDQmvgw57PY2ch6OJIVEJ/iJc3DSlyDoxf3MWI0XYGsJa/DpFcyDUpBrJGtzJ1bo+fKqNyWD3JOK7/sX2wqbFxsGYWspH9ijzow1mpW4tXXnc6TZTDUtmDgrG06mc2MObTPr3Lqutw3oiZWGbc8cQ0Dx0TB0OdfQQwF+UkxgNFswY2/E/she7W3cvVn+sWj9kegv8Uei3+KPRL+RABpDb2bvjiR7ND7fi7OpfZRPkiv8OVKlgqSGAkiBfJ95T18je5/1R3ZAd91H9P6xOk/Hnjvw3IH/ph3Qoar1nlTdwUouFlCu9MpVuzXvy2PGakT/l61otyHf+wQN/aiahSt6Yf2q78o/OZPH4vt6V723TbCqmfwAABAASURBVOzyDdSt/FLSDvsrqeVqsj735TqyPkuDQzVsUVEiiEAUXcQvSal1wENY4QkoRJjtxIEvmS5H2i6M76xgyCN46a3rB1MQs1EgM2zgN9ZBN8M2+J6kzyC8DDb09Pdb6xnj3mHLTf8ZNQ0LWnnHuUDodeYxdpM2hqRpr8NehXsEdH3fI1sBuYc9VsGaZiUiSKZMCixJxkzj3oSx0kky+k4ERDPJn5ngdCaAOoNECbvUgiEiMrt+OYIGWK0qlogrwadsXni134PGZT87JsM0JKNlXJCw4wjULtxfohbUDPECW73kv5pJue4kMuZ3Qbh4sQ/f2SY4ntl/fUOadGbrHiD2/EEfNjT+XWi85rsA103tB+Nxhhs/7xHxaZ8xul9ugG/cA6EXm3hS/Q6w+07vj3TFNTZuBl1gUUALU6oF2DtFngjrrmyr1rrWPZf80puq7Bf9a549WTcbn4ro/sqiJQrnScJ6NqkpuEPB67jm3OMk7GaB+zyuXchn2IZH1/s9eRu7pk1/Lfs2z6fIlS9NX+8zfMfnuf2KTlTtC0ivjbmi2oW6ViZQkQR6pScddhFp9rcaOcpcRja18vn+QJO2+It+2ZAq42HfL7qGaw3GrZs3vPQbbjofCKTfut61v1bUALU/Aune4tsj9S7+fvBUZ7I71vUsuEKcC8iUBFrDvedcEJiffmraxahMvOgamo1JLwvjTOcMyR+XPc5p58zGCHr6Eg5SS4yXfilIogWd7aQkEGftxJk7Hkc7kPQ5jDuLfxK2f4uzeaZv5hmcGYl2Aed0DyuXRf0nRLNploB8jBgAcSuocevyFYE0DFusWmvAR1/FEJtIAg0kaLbEH1vrSQxpH837sCQbuv+V5BHmesZMomDkLJrGI8mag+1iXaPtlew68IzQL3Na3sWd+AUwdyaBNsw5ACWgRImfht56EniZvOPtyPtrBjpTJ87mUb9W3u3sdfdqSgK9vv4b+hW8Mv8bCaE3OzDv4VAXb9pReGykNZ4h7Egkf+hTbxAze9Kf24G8y37OxnP0cweeO/Dcgb9uB3Q2fGu20/sKhYM3NYoZh3+xYpev6/atwY+4cWnTzN8ddDvH9fib9g8MkY3rYctBsDDSaqjCd31vulDpAQUgDTrI4zyn+24h0LB2Dep0Fi8MicrhyqqZKGYK7BgbyR/91Jukz2Y78A3aYD1BUr/Z2iYSPFtzkj49wWBPsiYA7wN6fLvlChYJctyZvKGFajVQM+Tqd+/N0VXA1YtiYyCBNECVSBIvqj7HP6HHfsAV0CVyDdoZwqVI/ox81joQXB4IjPiWrCV/CD6Ph4OdwFy/dZwJrGaCT+2vwRsfuoIqUArD2jAhGsaqLtEE2U0fPlVeHp1hcVWKXb5am+XUDsYv+1S0VQAZowtKms6oKEaHrV9O/7qt4FVtrU18g2QNKWPfYFLvR3hWyb5NYAYT12AGohdgfxXITpqLwHn+UWj8B6B5Eke+VU3MF+NONuvD9hr4nzqsSZuEvsgZsfPn5l/BLVMuTJ1Vb+Rr1K4fJrJ3f/Djnvv6v07KzLoOgbTKXcpjUHLaQZDQn9dujus9x7XkQ89KPn+DN/ovMXEjXONyrvs2Ne81eI7gk62gsXmPyucJvyeTbObD5QXwa2bcAiW6Ghb5McdKV+NFH0H9wqP+K3nzcW5ydj9LbD4slAeTnlQNXJks927b7Pm1tVx4zyK+s0FcTxS/h3/P5m/o03Z9FBwCFLT17L9CNLkmOid0NsR1iXO0IKKFAjUabhihYIcWjShLH2MMOOe1lQ49UIoZ51QoqmJogUKoKXypduK+NJ75J3AkGTKRnBhJjugXQAfO5JHzWO1pPNgcSaCZuO5ksiFghTKvAFvLub9yrMWAx+i8xKEaCRjpuHWd0Jt+neOsRbGFYg3907AhfglEMkaxDH1u+R83Nr7xftd7ReC+4djiNpotkz8TdIw4Y2QdgtYz1ZhilgEc8c7MN04SqDfFM5p3IH4aXjYkgYaA5IKTBGJ602tmvhlbE8kf2Y0kk5JAr6+mfxImvO6UBPpKAmi0iS+4ZsU2mpexssFTQYR8D3upXwTRJ1lszRLnpMq61tzr9pN/vAO6wx73PnueO/DcgecO/IN24IQvHAeEkDC16CEmWW1eEY1YiwoNAcKHUxVxC1VDQYLohTAESxXzNTOL9ONMjP+4+m/VXJb7i2ZR8CCkOXFgWfDCtFgBtdxIXUcaREFRRyXthhjg0gLFzUmquIKjTW/9ZjAlfiIo2r7Yy6fPtn35ZJuXF9M/Betr8keJG4uoBhsO4hqLCpoaitwb+hLBj8Yp4eP9YP3AfKvETx+8ZOoDal/AcR27sSJVrEhBDoGmgqSZpEMEkgSTCpb0y59JPAmfI4HnEap+yeaI4giBCE6dd4FjQxYThXkEq7TybS1Be9NaOu9tjeJuAYOu4SZjgQLfgAo754HcK1SwkTzrZY/FF2Tm2GCgo21q00Q76vsV+7N0iE8osGvQlZJKa19SehkSW/wu1X25xhQfZBUEN+T1QUdBNNfpIjG0bnM9psCJIPsxUudIwAtC/5bOyGdszzFnzq1xM9c6+ljYfA3p0s/ksXiWTbisHao77fAC5C8pawcuJlQHLiIT10Azy40gxX+Z623+a5pusKdcj1VdxUEufIyGqgqR0MpKVmIX7swTfSHn7Ipr+m06o/cR2Ht6PE9i2tX65Ms9GPffNWZkN7qSgbMu689JYvlMFXQOv+roC32Uac8NDAitaMN9kx6Z+qxHIyzgxVKuLg2Pq5VkxcYA3An6q6pfbe9X+fWb7Vxv6+V02Rs154WTWOiDcsZyrvTAdfZzNgdVX6BwvDAKHsbiyRd8MbULPCeTCQiyn/3n3WXcfrRpUJvOKbS4UeLeNO4x/fpEz2Alg/RrIJ3TSgJl4kQJDL64UQKDZzeZF9NAPIFqplnWAiGgwhWLeAJG56T803wTSZOwSeJkHCemnpm6+cVArEjfOb81fkvc86IkEHHOMGwjIaM+zXoG3sQfm4bKBOb0fpo4MybmaNB8mlt0Is6QL7MSL0KHtc7xGdTYZhg21vcb5uxt6Hv6epbh1tZtvGKeOfdnHHe2270GXkkEvX3NXwSNo34FNHImjqz3wDbk+5XhpHlYP5LkVQssQITeIHcqzSvc6XqKVjuwvlYr8ZN97sBzB5478M/ZAZ3BRoD63R6VYiaYqMUrvgCiqZPq4gGILFRD6/1K44Smteab7K+jpx+far3gu4vIA/1u151Z8zoZB3ke4nEIx3lNm4Nc7IWti8aVwbYsDYquqswFLAqcilunwKMbbEOCZ7Pd2kDyR0kgJX7EB4YtgcrWlPgw78zdsdbjDRccfjaHTxi8+gMEmT32NU7fuokf+h5bwlCpgh/xYBB/2ddLnznCHrNGYZO0LzPBXn7QnzLxwIf+6Xgg4AMkfQ582zjx7dzEt2OiM/0zAabGssNhCndZT6nA+zZX0N7ke+duhXUX1tMRNHfwzh46vCNr6OFvgK4C7ganvQB9jS3YCfv0xRxQ6Ujm7sbswHEuCryodt2WF2pVrj7E7BH1N0rawPLF2LyS6vs2Yh+ZS3sKiSY3w0Ily752/z6gqcg4+uGXMVd8s43WxXvkRh/FRQc+CrYaXfqQxVg6gvJJRn3Lxi3vnUXytzN3XZKQtbCB+EeDAlNLXmHdSVWQ5K+s5c8jhB/ysd670aaSqIHmdUlzulpncFPEFpwlv56LCbhf7lJdg3TsbncblirNt6aKNMavqVYtvbOOWhdgTLZPLP8UinkvI1UfoKPKIZiXHzPxwALd91UeffAzMvEWegY7A/kD6JcE7kHRhXvQFWMf9D3FH94B7fA9hIE4EHjHQ905x6A9cM5TbwkhtQPFOAAZ1oMOFDPOIKPPjLZooJiFvJhx/qFIwYO4ntx3FASKFEUqZu4e3ZdHmzmbp/rFzGE/ms7n8bCLX+xKnuezkjbSl7HZdBaFIaYJGnOJc9PZ2OOPBwq3+Iytqf4qZ6y/jJG9mZjAAhqJ89hlPHvRD4NtP73Yp+GzvQAlgXqSMl73DC2GZN3GIYgy876agH4RNOpXTQv2+HDAF2GM2GQ+TDjAsA4rnZuSTz3zD4Nino31zDkEFP8IHutz7bvxYp6J2EX7pETQOF4mgsZRvwTam/749sweG8k0Iz46v0dnrmQD9pZ3Ml+GqfnED+1Auy1/aPBz0HMHnjvw3IG/ZgdmDkhmUlDHkQz3Y6XkMBFBrUvaWup5D9Ir9u0H6HLim16XLUm+H/pb2BolW4L4H0HREmJgMhzZ0bpXaR6h9XGeN/aK6jo1nLhm8FyvOa5bqrax6slz/BQdM3rBRMXYoFTa5EJF0Fac4KITNtZtBuvBZjvYpiZ/MvGztWED4huqwZzAxJWs8M7MsWM9tFTDtJH5BTqTft8zDxj6pGr7wru1tisgBWcbxjRuenkSljmzF6xJ36wFCK4IdOKbNuhMwudIgHlUwidAMKRv55BPh6MpMTQTFCnINO0lF0OmPcJVj/nceytMmOiskJjpvNDXWY9/CtrSf6fNmlygj32JQLTrzLv3of+TSugyxplLaHYdewH2qGM+7Ytr/uJmWez6hVhdiOEotUGbUm+UJm6UHspsVL+4cH24B+c7MGRcRHsPcnemmlH6Fr7X8bU9zIcfMz41hKwZ5d4w/GjNG6r+G+GvEsh4YsapWzyYRxc3Lr4Yoemted1Gl+2mpRljU5izyd6jaSXr9/S+r0/2PFbxfePO2lqH9iyun67hDwObaey8LR9pM+zbRYbQElnQnuHX06FAOa/nepxWiwKl6cw83xa0e7zKDCqoPy51jMNmFPmQ72FjnESyHnpqN11ROiuB+3aRHWHR/J7By6CfYzTlR/Bzs/z1o6/XtPYg31G87x0O6LzROyxobdNrzjlDBSu9HhPS6hA5fFeB3NVuKHlr0HtdyiJAVw6qzb03n7i/6t8G0tmt83o87EmY6LwGOsuVuOB9G/eoxgGsUKswnj5x1s5unhitX1/wyO4Yf5+nJYG487A5L+PMWBhF5/dgQ//CF1+DbUkGiW9fVrnnet2wHutmHEVmwhbrmqcTiR7iC75cGok7xt2BtYxgB0abWM9EX+izW1hiXucLN7e+620g/tJ8Qz9YP+APcVbP+R8xAXNSNDsjZ/I5E/Ym7O5tt9vH/xls9/ql/m2gHfKd7fVl1zzarPXqFz5yltEWsHx1OB5co9G4W6Xfd7ueQnZA1xPyLM8deO7Acwf+iTugDP+dB/0d0aX3CgZXkpJ8JdmIuklEhRDeVqX2QeKhGZXUShxw9s7r7OqZe0f9Y12r5a3Yj41dtEqEINHUSR3MbXXtdZzJK7Xor0IduPeQ6mgSRMVhDivZTGAuVmPUNgVYkkkYAm10IegQOvOus9JtrNtsCEK2ttm+BAa+Bdu8bAmEtgQiwsZ8Sfz0poDR4krxnZzLAypPeARK6BC4OAGMQyOICTrn3mwhAAAQAElEQVRYBjYENwMIWVLZDBN2fs0EKlrLRJJnBqLxRxDHffyxRQU+425nIwFQYL+zw2G0g759kwy9kW/bpkj8HAiYDgROwtHm4+pK47oR9MqHjmRLcfYl2oW1dubI1OeudTlL75DTV4pZ6VZw+ITb+/8Z/YGCXqAzL4XxJag7dIH6OjP0zN18udOWC2vrl9MQIBfF6321FkrvV+Fsd7W3cvEK2ZTOB5DKusl+HnLw2p7eH4BbDft0RuGDBQJYjThDG3Vuoa+GtATxvwc/ZF2+riA2vBPTgEB3E+SmfHROmTLuyDCgxq8GtmUy7P9gpbX8HOJJVO+In7NUb5rblWiRC8pt/0NJ+pMeptKaz/mkQ5+IAHuv5LjHChf3yuLrpaX7o6u0kssRf33re9z4Ht2/fiWXMz7ytV0qnR0NeZ5xRTlPJIu23mu0g4+zp6NLOr3BMFkHPHDiDJorDIqC3X1hz+gvDCtmcYRZvAqzGS+etcQxOqP1z8B0du/3o+0iEcSZTSJlns9xK2YYozKrWuEEj0wKmjOoZuQdQAJEyZeRuODtbUfCZEcsMIKJ5Ah3vc5FhoZDjHXOeX0Zth0GexlICA2fbBi2psSM4hn1uxH7aAzUgEzggGnv1E4gYW3zxBw1ftE/ERtZ04gv+jtI+pWO/mjzrH8axjKdIbKhpE+AGKoX8KsH6pMOahQc0MSsb2aeCTqNO+Khne31fwljrfs3/ZOwN9Y6stYDm3EgFcQ4nmY0sKGitui3MWu+b6v9V2qcr8t/5fKfi37uwHMH/jN34B2vda7edBckDbAc8AYksVKs2PnV+PXDUTJHS1SajYoPeNRZrXlJ4gBqBxY02ur4FWCxFFkidyLyt6EdtKJrcIpzdGvdZ9cIL/IsR6z+6GFf1EQ5mktFEGEELIXERQQWJGEGAh1hSwLoBWxfCHg2CnyGCHz6SP4MBDc9Q3VBQLVjVowOo6L0sIRGNXjssZ0YLGkme4Yhaa/ESkOYVIWpKKxKawhM8dPpaRoJZA58yzYS5LwFlATakfjZC0r6CPu9TSSCJhI/R5JACrCO4g9HO/GN40kBJXb9NLMTuE2N11ZYk4fvtLyno62nY10d7WJeBDcrwKQD9UsoSLMr2XX7vk6dD7te4CsMyuSYcGMmi5curhAXOJgQr6tFdy1k3evmr+Q1X6KEn+IXRo2KJMXMPgL7Na+c1G78wQd1hVwVDQ/Zaq+9usA2U7KxMNn8XfWvm4ZFUC78rO1KLrrUyLmzVjsfMsmpznFZa+sk++UI87oW34u81L/an/VuhG359zPAiIZDborkl1DrRi2eALfSvFryN6H6nhayarbtMBI2r5h54ZmTEG/SazKjG0RBrrHBX3nDU/yeGFMMyp5n/Yt24N0d1Xl0d5525RiNTpxLujpx/knWMUpYn3XFuDGQ02/qEy2081dAJ56febdJhhi7hgyzppfDu5h2FtX/S1gkRQ47GznLD3yxM+kMnw6ENBM3syyeGCUKuSjLXbZIncliDiQT84wkRnbEAvq7ORErkGSaIzGDvSxoOqtx8xa3KBYiAfTy8mJKBPXxK+gNS5flCo0FDKbU9cK1wtT4fyJ+OZqSPxOJn4k4Zowk0IF4ZgQTOkDvHcy6QFzUyw+ug+KkniSQro360rYmBfX/hEI6KvZIX5Lt6j8J+7r7Yl+/fiHh9UpCKJNAShLx7dc5CVQTTwgwi71k4B+XWYt63P1f28Nl+69d+3Ph/8k78PT9v2IH+IJhtc6Z40YH6kp0zX6j+1pd7XgIxjmoqkE9CeLHZKKmvwACgqIOsaK0w07onKvfe+78wGLPri2cDugL3y8aOmCbqviGJksaUiodtAl9S0aAwLc8umpcuFS8qOU/g0IWWhEQRHNVyR1nj/Wrlq7b2GazMf3zr43+2ddmsM2wtb7bmIIP956RGdRhjCCFJlNQzMJGZ/rJsnT7YeAbMo0D8Gp7P5iCKXNmDTAelvqeCPszgRKIAGmMnzErYNvt3mz3+mavC16T37/Zm77hQt4SQfpW7UBwdYiEz2QTCZ9ZgR57ZwGzciLIs0RPyNd5Z4JD3Xt860AJmGQF3QozpyRcexD3aup65e2br4LGGjSXwlyyC6wi5hGPfQsYL11viC6GwE2hILCBHl0yc5PeGuqZkdsCSX49CiYLc9zCljWYofBtoHYuJ9gG2O8s7C5TtprBDvDHBfZYFIXqUzFzR0GAtBL7rcbCqPFLIcvCjxiVt22Fjcaa7hqrz4q7fXELcWdJR3ig9DvFF5ugxj3cc6DtwnXfvfHfI7u29yPt1XxyExPtOiXltkP2kSJL9/Ue91zo1/nj/hAfKNFML0JAG8/0/lBTLb0vAFJ79FrumCtXLsbInvDIyPfIZecCNPAx38NnQ0hZwbn9iPuo3qPxf4e8+Syq+RsVfwEFU0DXSMh3ujS4OnXPPM5CnYdY4Rw02gaVvJQNzY31Hf2BjtulM52hMBhyUEtcfzfXMxZUaRL5AEyJB751m6eTzbMSI5MdSNjoV0HjTrEAiRLO9Sn+CZUSQgx3ZgJwuE98FGfdzDwpV+zhJFKkoin0K+IRG7tqb08SSH+zZ5oYW3GcZRuH3U2/uOk3vW23A1+EVURSpmOdbpev1i6IG2BVmHwmBpn44mnCfyWCRiWCxokYh7Xik/oV6/GwNS1Au+XyAf8jvtK8qyQQXVILWE0C6ZdSk/YO25EEelXy54sp4TWSANsTL2kPzLTGAzuuTwSsNSYVlbMfw6w1gY9p/3dotTvgP261T4efO/Dcgf99O3Dv+axH/rLSU+MWpgkW+qFjgcAwzvVI5mhoURWiSyZaWaXKFb9+hK551K4duW6j8qMlVi97wo8aWcZd+b3IG3Oe5Hx9mqzS6JgJhG5hSmLEgd3sXVJGWB0eWoRTQatlM10rogfvOvNNZz0JoEEgyNnEP/vKQKfvFeB1RqQTE8hm2I5WoXa6elOQNaA7DBvra+JH1Psh+hTEuBu6FYyMgKWDESBEb/go6wrECPYiAbTjm6s9eCPZ88W+vH61L1+gX/5tX9++8o0W32q9osO3hTsCuT3fGCqg2+/3pqBxGo+mYGsmoDTtWd2AYm7OfeoKZNmDEkFVZ9731kumviIdgfXBm3t1Hhm8c2cL1l5emUbpt4oZegut2FavAn/GTGs2GVsD4apIxyLgrUIElNr430p0Nxv3SsLW6//eJWtr2WOuKJeXmutKc+GRqLng0rx2WriU/pUtuZ8+3tYmr1MhWDXl27WmZBfQkta46PxFjbX9j/DLtHo+2HLt29Cl+x3meis+0n5kTmMv+pojjV50frBxY1SCa9zayh25la8velrJKx/3QQpQKdzrgOeTCw4f6JCjz/vBr2E8D12o/TLomBK180t+CSHRvgRzp2LsHelvEt1OJsl7+E2O/B6zXCsuHBejrQh2mUmypcGbKK+OPsQbBzsF2aqf6+lxnXuEjA0eypclHvfAhqm6it4K56bgpTNDx7ifrL3mEly654xxM0qAnjme4SfmF2abT0fTmT3zxc1EUuZI4mJc/3MwEigoxUiqWhinJ4MWorMeqe7dodeZrjklIO1Bcqf9E/KReGGH7T3xgxBy5ouEUNjRGMbKBrHMdpu/iFZs0yOTfYEFodhKLkxywZZ9SHm6OPMlV8YmmnNSEkjzkgSaSNxozTPJIjYkTMuO0JMIGoaeL9k665m/weHVH/upafBdiaCZfZoijhqJoV75ouzVlBTa779CR3yYTNf/aEeLzwSdPV8/uQPa/p808Rz+3IHnDjx34DfvAIeEDqOPzcLBzCGt2qA5JlvBl6jPVW2XSpcz8KwRXHTXJ6ZXJY8ei7Ms2ZLkTj3LF62jLmTl0R3t90TXEeraknjhvfHrvuYvVBFP7VqxVfIeSX90ON/H7di2b+rx+r8oFX9G2jQCfDM3LwCnlPCIQILkzab+8icCiggqOobLcmK2pIYN6Whc0g0ByVDBh4N+MMmdgEVBi+gSoGAxkj+icd1m6ikCkZngbCYQUtCiQGjHt3+73au97pQA2pEE+mpvXwUCGRI/rzVwU/CWGO1AIuhwgB6OdiSAPOnnzSfWftKqhWKO/z1Bau9unW8i6RP/1r505p2bew9EaaPrAvenVxhUlha428Jb8szIuixA5/cX2cRUEGiaFXPPFItrYk18wdc+yYXWd0UfWb5S+3uai9+nm/3MrrrGb3mXyhdazgavoftA92vPBxrvS70P2B3pGS9Y6otyx+xF/+9opBtZ573BLGpWxJro4C6+qGmcb1WGZNGg5H57vWyWmG/hY97Iyt13mpYlfMzMjZaG3kPOpVnvATMSQ763cIudr831xHeMrae5Vj+34WQYYjzHjGeXN7gxH3cI/cv90vhHlGd66C79mDAZki1wXdZOXvf97rbmVnzQcPP0+N0O/IX2uR4Xs9VLssjWbe3L0hFMXkFs5LXl/Kvnv/PlSM+XOx7gjB/oI1bowUC8sNE/E9c/Fyc50oNuGKzb9NZ1G/PSBcyZo957xr1n8UIYfujZHUxIW5VJoKNNhwNf5hzsQGLkwHk/kgiapgNf7EzEDEpbzJg/MQxE4ke2gM88u7k3db/GWrjP0WIQyaXR9OubkYTLSAJoxLYSMYf9FPFDJmCwX+8XnQkDMU3P2rda7zCYfvWsvalWscx6qFXYRpGcXw2tXUCKZ7gw479AEoYkzRh+iBeOS2JGty1DsOPMRyKLdfQC8w/af3gXmEPXrT2XsMwcE3MIB9a6J+Gzq0kgqP4uEEmgiS/KIuaKieSZPV8/uQPnu+AnDT2HP3fguQPPHfhdO6DH/SmMiwvmO6oc+aEB33giugICZYoK1jjIqDnQVV9Dfgopn+vhrFacX6u2ZN+Pb63pI/1axHlmP7M/wbFmBTZaZKOyhlhEyHlUa35Ru9hDDZXeggKHmhOUuHemIKIjwOu7DTxtZEQddmHECXWkLz0fzPvEoHbf0wbeIN1E2JEhb+aa41CSM/NxqsHKaPHHCyMgI2Ah6TOucNi/EZztCGaAEjwEg0r2KCA8EkAp2TPPBIQslpmtd7eu62yzGWwgaNtut7bdfrLt9nO0B4LXrhusl/++wc0uN0W+6p4MIIo2zov9KEI9qo+OQE/6AL9xhnaWuc7vQZGhQh1lxdI+AWtad/nQZ9tNidPQUKMhx0rnZxBmLyr5tcZFZzaaC49oaJ3O7/C1Hn1q5prW89zjF+VY7HlPC1u+RkebXu+DUuW+cv/b1SvntrNvV/2/o+lhNOt0TMvBXxrO/SPA4na5Bfe1V4ROVtRu8RJZI4SyL9Q5qrbUancSbca3wE7p2f0tNfWfdzVHpCynuq7V17REoz+FwZ4rCc+tX8/JvvALLYe5qBajly2JdTVWCJYqSuGKAfGABvdFvZbRpqr3TUijGVXqtT5RBuv+EnRHBFBFbDevWyfPKo/GnDV+jntv7nuWWRuLZTk4tubvLuyegX+gTOuQxgRvFwAAEABJREFU/0Grf5yPel/l9mTd1q1rKvQ16ZO/dBlsof3WejAM+iXMJ3v5/Id9BttPn+3Tpz/t08tne9H5SiKo32hcj+nOIhFkjgOCZocNP+ozvbqBFH0uAYzzjApNYh79QkaJoIkvhA5K1igJBF0nauI97wzk+dLGpdk5bZII6odMoije0ZZozEQCRl82jdgTJr6A0t8LnA70wrcv4GQz3hvY2bK2YRjsBQz6xTS0VwzkWq/LicAyVo6wDpHoiL0Qhy77wEzEQDOJH6A55ZOovhBTPwhtnNY8PT4EHTbW8yWF2nTFOuWndJNimbEzdpQ0G8dXG/lC7U1USaBpR5Joz9yKwYidcuCz/okd4Ir+xOjn0OcOPHfguQO/eweWk0gHBJOdTlS3JaVZt961qvI2cU63zqCX+iF6WBWOa/RlFMJJFJrpHo/SLCE7V6GY5xvC1G3M0kLwfklN2XpHryzT2HJmF/QFyGUpdSsKYgHn4SwGNj4E311xldgn1elP+p5mPGb1aKgW7s15OYZQhg+z7p05wUQh4PNOfEdAsSGQIJDB7ozvAgLsF0MZlj6SPz1jFAz2/QtjBqDgCrvYc4d2KzhDAUZqkTdaD1CAQrAzTSSAwEiQpyBlHN/4xurN9vvXgH4JtCPpswftm8ADuhGskUSa+FYwAq46QykdPm1ss9mS9CFgJSgdKvR/OuvEkwTqfWPesSb0XXtipVoQWTu95tX3DYS6qvfQbEgHvhK4VWGPakvd7Kq5mJDJVyEaWS19NG/43Hd6uLKq/wrIvzW+Mad8XuOe+lW/mhbXbT3PPd6sLVz7KN51zZ1WQ8+90PiFFjP0GH1RtJsXgp9qaBVr3DcmDZyJYtHAdzHwjo/OPgTg40ZxR/caadvRjaFZUXt2rGpJNANGoqBUe7MnhVX0kOgebnigpM0UHnR/r1iz5Zh3jK6X8D18Go5a1q8RHTyxz0/raw21U2td35WGMKpq8byyNlauNz6uTwh01Qq3QDEqitqA+8EBgpQzQOoSXcrQbX3GK5QqhURpsmhcVenylbA2Na6yv5wwL0dK3avHV+By3ncceqfr0sY/qMUeRCyljdBOiDY8cFP3hJDnus7yhsFc572SHCCTP1sbXkgABT6TBAJ//mkvJIK2+r+HRoJosPxCacNt1ZkpWCx28ZKb4WeVOs8sj3sORYq+p9AvgU7Hg0186aN/1j3q/FeyhvM+z/wDJiYsyBrwEyvWewQeTneALmHvvQ19W1M+49WnhM8oW2FzZyMxyAQO8xgJGf0iuVljISY7fT/YZjvY8EJcoT3pNxYJGWIfHIkSsYiSPgILkTfRUatcpzwTEEpvmknI6Fc7whEeH4iN0laz4DGXElA5Z49b2ixbXmGRyiu0ziUJRNJH8ZX+OPTbm2KrHfFVJoGOxFFHvpRbDMHonoA8ywd3gC3/oOZT7bkDzx147sBfuQNXD/c4HzmcTvd8COHJlJvJ7tUhE30pVb3qwZqOG6TxJFz3ILsol31zjKxjL/TuNNpZuOoKl6goLKsqVLJSu2AjJkJyqSYLZvJOML2CiUotQpQgdyrpFPpFjVejsEhVX0OH9Fm28kT7J9CpQzhROOwVOmA3BlYFvJXUNMeMjumlPkmBEj3ACjIBYoyXzUIiJ76hEwWSy4tZtqzHZAc25r0SPYKCHeDwTvBBUOWi0jUMt39+xhdKtCQ5A4E71mPjCdoU3BBsTePOJhI+Y/zi5yuJn138wecDyZ9ICJHomfjW7xj0YEcCtuNhMv16iIoAEBfdTcHrwBo2m8EGArNGh81gGxJBm2Frm2FAD/8J2lwg8WUEnlo3VqwBL7mP8n5c8yjUcl9aO5Ow3mR+ttZcaxse7l6aL3bZtng590YwqlzVLc6SE+yvBOa+p9zz755sZTO7y0pSWXXcg7qr3LU33Dd6H2hDnQBevH495txHHvdFiX11s6CQKNdXRELJ1pCsoclbu1HJLy23nlspV51OPKGoV+1kC74VowJIHdDQWr6J2AOGoR9FY1fQvixymLBMf5Mj0uBvgFGMoUb9Xm3n8bAqsS60xf84cnfP46/b554f527fLx+bRVoND2ZXN08hEeGsddkKuTZMoBE7LB40/vY+YMvpz+sYWrHbEqVMhmhx3dRuGkGRhT1GRPuKMvJxwWR2nkfiSYr+wvq8g4tDj2dnvemjdK/xeNhf2hNn6sxZeMaEbI2WSBDNk421sDZdSz3zdH72/cAXJg0vwQ8kO/SLnvgChQTPQKLnRb/2+fyHff5T+Jf9SQIo8T/25x9/2id0tuhs9UUL44c4d3szfdFSiuU9VSDcB/KB5xDeWL54TxF4zsSEJ9aga0UkylF/JClzJElzsMN+b6OSNmAiHpin47J2Y5zZRFsyKLz+2bnXX8sMPYmgoY+5jfeXoD/OPEc8gn7Q2SLG0PwAY9zlctutZ/zQ97ZlXfEroFhbhzzXYstLnoMYjxDWZIX10soSfK5c10VQUkoY428YTiSC8Ek2GCH1uF7MPwysA9rXc0vrCBBjSWeZSubjV0D6p2974qs38BoYFXspBtOa9Qvq2A8momguyLN8xw5oq79D/an63IHnDjx34DfuQH0iVRLng2bTQRMHLGet2nFmBrOq4sCiLR0B9kOFw3t1jtjZ9h0jmkP614ZLFSyO22JSQ2rvDxJZWPnCty+yflpmwKyCFIhXCmvEKLa8mn8SLOaKzlwzakIB6HVZLWbVpYNWCBGHN8OTpdZB7l4iWAlenWFGVUK16SU/1I+jkuW4zor7eXzwxdSP0Lz0BC4KhgjOvGcHHBSABvMaMhdIlvTASQQlBrqA+kxj0TfBtJVUFJJAJsCqqFcIBQKamW/ZZgUgJHbiFz47kj+vX23/9pUA79WUEJr4xu/It39HApSJbwJPBCvz4WCzgr4jxrFD/GM9iZzNZmNbvpXbEqQq+NQ3kpvt1rqXrfXD1nzY4HMF+kYwOrs8EsIr1i1PG7Sha1zpaJgQo6TXxjUq2XuQnu7DqsNaFGgu0OYpKEM+E8DFezb4OVXijaXx1U74In4FvhHNluaAW3Q07hKYzpVI5wexbKfuHaY7l3sGz71rbq35SN50jHvdrl/qRMZdzx35qC7c/vThsC/okBUzfD/LnPYZqNpHX3XHL9TXssY3eqFYG8xsDSFSA0kQCeRrUNYiuRwE4X9tB99kK8piKYyTjQC8xqxR9Y3+NRDXsYyhcTGHIbsH9BCznzisBSy41U+lqsegRbWJoN8q2td3QWfc899LmZghvFf0/qFxUx7JbxSrQNYq20iIeJ+v25IJTbZQ7Y52jH2MPS7sWHdxfWig4EZ1gSZhAF20NB4NFVoiD3HXlYfalx1r22v+Uus7W9/p0ByL/uAcD51Ux9+N1bnEDa1zYqp0SWrQXmRact2r8Jxr7n1nSv5str31SmgI/YDsxTac+ZsBWrEdPkeC54VEz8sf/2OfP//LPv9Z8flP2p8DOn9fSABtNW7DGcyZG8kK9t15buczo+PWFByvhFwLDZh0MqSwJ4QziR79GmhH3HAgNtjt30hk7EgK7Xk/EheQ7MmzkmiOM3NCX22GMquZa51DZ4NoTZ5Yfc2cp9LN/SPxwvjDUckXYcY+TuBMB3rGDuzP9tNgw8tgL6AnPhoG9o+AxL0aXQhjsaAikaPgfCnn2gdgAS2ZeXStFO8EjiSADkDJmxE6cfZXW8Z63LhGvQ1DCdrjV8CzLxYdk+aYXB9rI35S8ke/Akp8tbe3HUm1velX1UdirZnYQ3vBNM/ywR1g2z+o+VR77sBzB5478BfsAGfN1Sw6DJpIxyqHJYdfnBNN/EMUW4+SOchjVlQ0VZx3hUl4Yi5ymqY/2CsakIJxhqEUbQ7ISh8SGWu4q4QD634OW6kFoYtCs4DrQg9lkQbf9ESvUNSW35VqzmWwmCYQrUCdwnpngiKrcHMCCn1D5558UG2glNFGk40pcPSbXuooMNCCTOPQ9/gQJzFy+EJA5gRCiWKya8jNMxFkJHYc3nxD32Dev1jv0AU98t6ojFkMBtSiJcH6CjhJoYPAaiaRM/Ht3UjyR4me8XVnu9dXkj+vQcf9K0mgnR3QmQ57E04kgiaSP5OCskj+kACSfXzesI7tdjAlf16UAPr8YlsSPwOyYbO1frOxvtuYVxhrMk/v2G1u/cbjIjYvihKEDXHzni66zw3WhqWwoBtKzXMnnMZdA/Fic93H2rBBOIjFY8CUELrQ1dgfwdkxcYmsw3dm+3569sN1ry1NhxMgN0VyoXbIhcp+jJSPqaGlezvRcdkLcKOiiBp8oaol7ovKX5GZO13lSnzVxGYoKZmasNoWlQ1BPA4ESco4zf0esOPsr3HPC/G+Q19rCxt40mTmNKjUXiMm1Jjozh6NdWzegLlShp6vURhyB4v+bZ+F/bWNyltSSLh2QY1XXce6M0R0fbysb64Tw34FMPOwyP7DzjsdK/+C1TsfNfFCZSH51gxGO8JORFFV2DpwcZ3YW6S6P+6Bi4gRxqJjH33hDyW0G43GupLJdfuG18g1bhS+TyBTywgaPDv5pMxeXfMoIaKmaI9rQ0RA+k8tcu8RwmfWrA/sU5yvE8mCA4kR4WjTeKAt2cSXJ9CqK3sxlkqXLO4W7p/4p04bkhk3GKzfIiep80ngC5dPfygh9Kfl3wT6HPTl5Q97oS+w/USCYrDNsDXvevO+5yzuLH55rDgpgANR5BHAv2gulWQnO52OdiQGOOz3Fv8kXImgw4617VnXkUveMMEfkI9QyRjvZj2x1ND34U9PzNDeE9wo6HE/MG/sX93DmSTMrF8b00YhvPGN22bTm5Jl+mXTVjHGMGCzx35nZ5sWL10TIRpUDiyek+y2J3gTml5Mj88zmAL6ldOED2NcvxGZ1qO1sR4G9KwnoTV11QdsIse06ZXzaYV6JmGbL94m4q9x2lt+8fZqbyTTxvHN9nvNQbw1zXY45Byy8cTHdqDt9ce0n1rPHfi7d+A5/3/ZDrSHOjTPA4vPlA92QSrCuVst4Sy5z53s/DA8689MNseAs0wOqHXSh+zou1edrd3rlUy2LT68qnUPzExZenTa0nh3Wvovihy9EJTaEhU62qLyV6C5npNmlcJddYTvKxknuHOQ90E7gosMMBScaXNdFVYs/tmVrBZaTSoqFAIS5NgwXq5vnfRBjCDIFQBVmJP0QW5hE1voSea+gQzYEHq6e3hBtqEmoG9qizIJ69DH3rwWMz1mm46h7PdMIKXkz7jbx//V6/XLv+0L+Pr1/9n+K8mft1cSP28EIjvTv/ePXwCRBDop6cM3Us7903fFhu3GtiR4PpHsUZCpxM9AomfgW7iu7yz2rGhSl0OgmLE+bdUZBU+bl0lRpKyuAa17Je61uHFOdCdm2g2GnwkSOUrc4Psc65+JI6cP4IgOYxlnYA60sfKvgelVWOYcc6pxhrSMvrMkuZmVCwZloiDRo1+gIVv64LNTlh5BI+ebaX6dwbsAABAASURBVBzJ++CSMPSsQ/tiihNTgzvrMq6laV0N93SwreIupcJ9W0zBsvfcs8hCri6C8Utbdvcl17KDQYzHIA4joZk8TMib7AM0VBgHlTH55Lz3Eo7Zhg6+BKhwN+WNt3g5NaDIlrBi1aRfRVKAr1hB3vYj39/ml9SNfs3oaC9Ahp4v7drH88qB/LpG6naIyyV62qBf1i2dau/KPgPx1wNp777e4z4NZT7uH7+C0f4QdL8ssNWrmMbLrkW/ffDFekxYq6sNKCllnaGDwAFCSSRKWmCR05dtXIFHKMZ+5SveB1F9wyruXGhcty86f6Jx5QuP2YdPLR4oOdFqTD7rUhwDK/tPIit377rV1tx+5TNxXkzjROJHGG3kDB31ZYt++QGUVIjkBudxPv+1C3WWSmIirlm+l/R+587innLe9/0GftNbvxls6AEJkG382if/NtAQfx+IxA90+ExS6NNnzuxPnNmfSZy8mDPGOaeN97zm4eiMrV9PLXlRVTFzjuocjLUdD3ZUEoOExbjbETNojW+sd2/TfGBJR6Bz9kjSZDLFHBPrnkmmxBysq+ccGIghevzQGjXNzDkysyfan0kUHNncGe8EjKpECxMMYR/cbbNhL1hT2GQvRPtqV7YFW165KsymrXCIOzNoO+9O9DEjSuELfk/TMdYywctHRoRF2c755ENnPc9fyRKo6EwXYI31CRovO7on9GuqUX8cuv4CKJNAU8x/5Is2IYZ+sJrx+YOq/+vU8p74D1rW09XnDjx34L9wB+Kw4YDhKHt39TqP3lX40c7CQAHyMFhm8vBTOr8LzPGtPVimli6NSuB0lgaxWENbTx4D69quXuojbjALhk4oBYYCo7+Vo35Yc+9BBhrJF6NlxpxJjVdoQgsQD1mKpyYGnQ85CgxKKWGzJ2HiBEIWgZibMZehY9Y+BCrxAwhu3KEB+qLfjQErwBqyes1azNEhRkpNIXiZ+DZL3zy9fvliX75+sbev/7ZX8Bb//IvkD8HI4W1PUAfiVz8jgc+BgISECCY69wi4IuBUAkgg+NwMg22GjeUvfZgVPQMz65lxoLplzWe1Z/UhEW+r+wB1rSSBDmbQooSiqvreSRbfFgYz9BE4KshSMBQgeDW+vdQftVxjOh1sIphdY6Y9nwjAKqZK5zYeW2GTQIuZ8Jq54fEOnsCRIG+ukAzngrxb6WIJK6VmYyY6X4BduwHzM/MMVsM/wGqXH6mt32T3dE5cmzNSo46Zs2Urf3T9dN8HGKn7wriuxjvDbtzIlcjMGnb3pcHC3U6E3+qjP53DpYJ+B/WKLtpmog7vVQ6vMXIcFmH0UcGGQKzRSEivoY0LDXRpa09CFx3x14g+9DAGe/ZBehbPi7RDJyrJq+8x9Dy7A31wEVxzFMwlTNepwqEeU0jnY8Ap+wiwZt8GlmL+RsviZ/hll6/1/bPmF60ZY+pYBDAyhCfMQKOHCOghzz3NvWNiSkd/gZ77aTCaNjWdFi/GSp7t1hc9D6trt5qiRgcvBaBHjxAyKmde6VyABoWe9AC1i+LxXl0ZW56fPAcbz9kRH+CvqfqrbCIpcFcn+mebJoD+BFKP9zrORxs6C+gEFb8GPqK91BcL+M2NdvmuaWxonRtX41E/87yOdZIwGEl6jJy3DZP+rgyJoRn5RP+8rJVnZ2x/rlAmcy6uJsz6vuuj3duG9/6G2GGzHWzL+TsMLzZwFm+3JHxIrGQS6LMNL8jBi5JBVa/jyxrv8r5mWk2X+0pD69C9qjnVUVSxJi1uDp8nkj+T6Y9C65dA+h9D7CIJtLORRNesa63rSxIszmDG5D6MJIcUQ8yYd+uH3vJv+PSWSRNODMZN7M1MEmmSHXBxb+Alk5teuGpdZ2mLfdhuexuGAVubpMF39KMUF8o1TMsIeq5kSZCkqKo4QWf0hYl7d2R9h/qrLtaCb3iMjjOHM28fcGI5j2tkvJpdQ4cmxeMZii/zbLk/sjvGr4H0P90Yxzc7HEimTXvmnhghG9o32DtljgsmnezU3Mn999Xs6n/fop8rfu7Acwf+83bg/Mj+5/g+tw+XOvuu3FoermKEq/5f0ryZV4KGqxkk1gfIC3GpkoL0vpPadwGFi7LIOFAX3nW4G4e3aIIGBf5idGtkKK0WZmzWP72DCVfDM7dC1OIELM43VBhCtYNgL+Yq8BlI9EoOeR/tONSDb3pueAVakcezOXM1iYITeXPUv8s/zvEt3EgwqmBN/9zrVcmfL1/t69dXkkCv8aufgxI+BGwz3zy1hEfcEhjtCWy6TWfDprftZmsvBJ4vm8G2wzYSPwNy7zbWs7aetfVDB5/tXG9v5oI8M17yrvFnqpXReVm0vJDAaI0BjWFdlTcoLZPfxr4Lsf+RuKGH4JJNsFmBqdZIoHmCnmifCDgTRzvSPiJvCB3aMY457IQt2dfGqE1QilfYpVZbQIYAB5GF31ktLTGBqLJzqU9wILqiol0ptmcB+3hRa3TRYDJq6dEWoXUuBVaAfLMw/kZHBhsswukblRBoLJBqtFUVKl3VigiAS9hwiSxfF0NY2Xk96lkj9VWf9wBtVNia87bTRoqaJrmF3lOC8b50fOKNRkHPz1D/GhZeG8RDl5qGSh0jNkAbGi5AVcQL4q8RdlbzYjzmWFP5gZChsi20lkZfAVvSXyNc17CHwMYyTu9TFFtbiaEFHW59FAVdYW37Po8iC/I7MGQN9H97IU35IZ2xkcg7RNcl27KvYY987HCzVIiXHnuFPe21HGXLIG7xUkOIBpXECxqDvJb0ozbWpKmuba374XXvL28b/EGEH9QaC1kXmVnQOjQ5BuI9JWMgnjV80D1/qJ94fyX0AT3AmRIf8HmeKsEx8qy8xoRsUn9AH6YnPkiL5gfpiTkmkkdBeU4HRTYvCRKcwx/cywuGzzMNpHA/Uh6PTLutxrb2j83See29zjPAFx3Jd+acd7r2CfRr0Qyxf/g5cabMsQda74G1H5VQAHuSCkqc7EgAfOUc/hLYvX6x3durTW87dHaseeSKTgGZ71QtcDg373pzH6wn8bEhCTS8/GHDixJAosKftP+0nr6ehJD3L+ZxHnd42HGaeQAhbUyquGyLAVoQ595JscFxsiOxwpGEjxJB00FrGJHtbUI2xXU+cq8IE8fuoUJ8JjUIJ0z/jKtn/xQvtP3Tnk1x3ScSRgn9XZyZ+0I4cB8ciWfYFJziFsdHrUN2ttuhJn86G/oWR7E3PN8dGM9644UJfOMaw1DgES6lLJyxIxZf+By5Dviie7SuT75orLNF8n1LAko+JDps0EEtHUgUDx+CjSrXeox7IOIyEmnrvwWUc8x4IPUj1T1Y9V8XCJX/4pI7/l+8Ac+lP3fguQP/8B34hz+n88DCScrFTrqbc4CqFi76frbBXJRq5VTpPbLuawc19ATwLUeUhcs2B6SY8wRqAQfrQkDQQp8LXVartROx9KLsgoKkwHq45LWtPQxrMLO+PQt5s9MzdANEBfmRcAKyCChJoIhXMCGayPFm0EAYjYppahCgXqEuoHYcCZ5GApdxfLVI/hBcfiUB9JVA8233Znv9PJ2AblJwR5An341d9NKZd249gW+32dh2u7WNfk6ubxr5RrGLQBgd9FA0Z38UzPUkhQagbx0/f/5sn9FVe5C+9zjodvMKl3Pmiz72L6SReIE7nmwCSvSsE1VK9hi+6xLWZWMmjEJXJURRpTCUYSUKHkZUhhaoHzkB4UxfgFtRc9LkBqMPhjpHwMxw10DxSioJQJ8OGAo8pmhqNPNel4utywZD0Gcsujk25TQpBbSy5iVb66l9D7K+ltPWJGvRDa/NuRFyfxTuXOOleQXYpZxYwzXqmtBhVvrV1r4kEGcJf84aEl62JKngHsURGuwFAbnuWcOroPQ592cC/2iHbqXSCTA6S9PJVtbIkom6+RGNpZJOQwrVSu62vt8naUX4x7jatDs0/EbvLmXA8lRBR2v22AektG/GLMkg+tf8jW5vHv0dtGAWynPU76C/kGHXG7ARvlTKB7v0rbYXPenr2dKg9gdh2DJ0gVlnxn0hODRR/dZaFl8cPWdNCePljswEGgsVfw+6ly9xV6uZW+wxX+XVtUaMlyAYqnbz6f3RwLsonl+0g+oLAng+oXOG8OFciRcSFhMJi5kP8jO8oPYamdA42IT+tHwwHmmvoQ/NEwmPpKFLwmjC7oT9WzR7E+4whnNrjmTAjG/aq7ogEZYnSZBWae330PqDtsGVrvWjf1VFH/vNfdBz3wVIsPT9YOLduW/ivkVR1z5QzGjKN80w6/xiHVPgyP5ojdojKHuhfwY0cgbvwOvrV9M/y9bZvOd81nk970dMCRN35hxAwBSyfva1c/zcDOYkdvrhs205p7eRBFLy518W/xTs859B+81n64YXIwODrxs76fyWZdZ54tw3MAM3ut2tOBQ+itZDAmjWdT8e7MQajvgY/2ScGCP+TiAy9eui6d6Zub8m6es+iWvPfUYSB4+t176yp4NiA/h8DxnJn1PeN+MEHfmCSnTC5Bw4Mp5wJVzCRXPXtej5cmog+fNCImgbOF8rZpNijFhXJxrXYL2smQ7KXHGEHpkbH2ItXL9Yzxgy+RPXhXFaQ8+zItYWa+rxr2O8W/4HW4v2Jvdo5N7YRTJIvwSaJuKyPQm1eW/zcSQJxJ7x3tUcZ8iI/BIV5KvofyfY+v/OhT9X/dyB5w78Z+yAHtFC8zZ4nT9NcEFbR6N0FrCUi8YibcyjB6LkgnHIG69yZUY+rcGphdaDkobeVXkwciVerW8l/RBbh1Y3LJdEi2K8KoH7WNG6pUnMEmvSYd7AKU7RES4NQMBEfVkwQIhixEkmG+Qt4thmoFkEi531keDpzDXesSfguObR3xjqfTBfAgf68US1ibqLxJwxT1hn0kbpjs7anhV4KjCb9nzLuLfXt6/xq5/Xr1/t7fXN3t7ebCSAOxwOdiIoD6cxIDOOf47PXdcRKw42bF9Mv/zZ8g3isKW92eY/+SLYccdD6fcbGwjolPwJkAAaSAC9kBDq6Yu1Yz+K3IZREAQ5xzWxeUhqv3GNpTNPJwLD2RRcKqCclw8HKLLZoVPXHcYQL03MmQwFpUK/rZXWbWljaw8umK6lYBiNuaRD0ikSQSikDP+wTcE8CQ3WMt+BIUvkBDI1r/3jWtsa7C83DBL2mWDdgXHPJEwuAV21QgMWTYt++1teWk9OzMYkY7EPwat3Zhej8aDKdTzoPItl6tyC0x4kcfYgWm3voM6eOPdp28ug7jFA9zBMLYxGLln2Slw55BqHeQlXUP+q+R679GlMghkxeVsb0ltUAxoarJgfxLIe5oaPNQftWeZ3QM8sPQvWcI2XXWj0v0MX3Y553wHPT4trWMy8W6GYI0+8M54xLmAnKGNkL8e5xX9OHf7gr3h817PZxQck75lbegkatsBh3yk3t+1KV33CSnRmq11mRKa6InyqPD355uI9xvN/5mGUCYj88KozQc/5ch4XAAAQAElEQVTQOT7ASnbgw6dwTBrnxVj5Ax9K1ceHUb4omCr0R2wn/ZMmPtDPnBsTiaIJGjxU/ERfwwifYA6NI0mg9qS5wIgvoz5YI5/AiP4lxZ/Qm/BLvGgFa5zArPNgDdattZ8x8QzSngD2KGptdAOyLBIkp9p1H+j6c+b1YAt0Fg4kUXTW9SQv+vjF62C99IBzb/VxTQr3ZL1oXJSc84gfR86yibWwv6x1SQSRBBqX/yPnF5v40mba72w+7Exf5JAaMT3dqc6Fecx667w37+SD8Nn0ax8lgoZIBCkJBMRzJvv2kznJIut6K/hqpcOeV0CilKiNZ6a1l35Ry/Wd9ceZ9aXRYW8H7okjyQolgcRPyHUfGPcEC6VM4P9j708UHLeRtG00GASpJZWZVXbPzLn/OzszX7ddZbvWXCSKgv7nDZASpVwq7fZ0j+1U4SW2QCAQAIFgUMraMVahM9VJw053dePWpmSpBcih+0tdaY1qDXVaFzHvnembQL3WiOZaDNCnaOvazWGWBj6aH/2R7Da18G5M5ZpD0dKlIlTIuRRncMnqqrpA/BxbHQiqUczMaT3JFUP/Wm8989YjX8HooLFBljr6bZPGBZBPMlIJQ+TlaqbelBBvrYUOHd1xv93h8LohvrWt5h7bTT992+F4Q3AaFHlKmiwyIRo6poSE1nuoRmSq/otg1OZfZLivw3zVwKsG/pgaYGcmvFT2X0F6ZFkdk9OUj+W/Zbc8tOEAg9EhO+3gt6Z1GP/WtmqncSGTkicYhHxeh6U2Ds7DyVnKCi+N1zi7K2AkKi4lFCoOcNodroxFvMa8KB3ZKows9xoeQqLYB9RmnigXisEyfdg42AlQD6d89DamOfYLCewIUEmqjDHR4fS5t5u7r6Y/9qy/+3N/t7Yw0nh9tkdOiEuoaImMhnypRgaM2waHzwxDcbZYWNvMMdJmVqdZOH1SOHNEByhr25mdgrdw88bk+GnbZCkMITenm9KhFZklahRIW0pgmCkanSFjNsq4YOBw1ZAZPm0w+EkoUEae+tD9g3h/oEF5I/dg9exF8k1BSzmBBDqEJ33CIFNeHEH0M3UKQZgnKF4kWjKuwhZ65iEHKKcQ0eE4hspM82IVuqtJ18RO7CU20vpbJort9/4gzD/LUiwYUB5g4zif5Fsxkspe9IE3QdMZOLRBJWjHUFCALMnKDD06C/AERm2UDa3JDqljRD0MaE/RWb2yBbpSrzBJKhsYBSWTkfafBWzOwtjBvzs+EyuyUshjiMrDpaiZmSNxMkeTfJkErpOyp2hfVI6zSnMrWvNEcuw/qZMhX8rJEMZ6YtaOrhQGLVlihqOhEj0VNENR9wI6bpsgHS9q4lwKKrNY05V57A+KjY+DcS9hpfHAGg/d8cC6Kw/gecv5oLRiPXgqPoMevHm4L06fUtfJOQPknBkffPVQnocHc6UP6HocGAMO6S6+0aEH+56y4Idc3egUgnc35FXXSwY9ZA/lfcRyJEgeeKtOfY9grHo4z8SZsyFAWmU9yhz3IcWmPPcimkJf6CnS5IYJkhYd/SbWSKqTzTjDZqnlnJvbbN6a/hOE2WJuLZhzXrbxt3fIcxbOIz2DtrWEg6hNnIGsr+SxYuhPQYfADjF65kRzsOGhf8OZfQduh28DfY2fhXXru/hJ2I6XNUwcjSUkYAwSGy5yA1CO/LWzLpJ5ou+0tPKt3aW1cv7McQItV7ZcXdri4tKWy2ubL1bWcM7XTYsfaPw5GHw408RbTCt3S2ZWVRaxfjCG4Bbfwt3lmOcd89kzXzvmqMcxFPPHXGYcRkGreSDdx5x1DAOnCfLXyFvsgzZ05ejbzGkCX+jlGOyCd29yAmnuMoIxeisfJ0KvyOjSsXTNWFILvyQ0JntKute9KmoaDEFcstFbyYfzR8lSfnS4DXnkzTi2ivNUY9gyDrTP2CSXWiIG3bglHFoB11wAVdjxIzkEtcvMXp91bxQHUIfjb7O5gfc9eujAlobCIAfj1wwVUEV7CyitUtGV9F/lKl3+Vcb6Os5XDbxq4I+qgdib9xPpp+lJcSSfqwuCf9lFG6zOMCE6jYRbFZnffgl1RPO98XwYqRddTlRTHeVwta50AZEh1qEY0eGiGuFQoATCcMYrFXDGSMBAKAYGJztpIxpaEtEkaHXJNI4Hfoyn/WEwldloBGCcOGkLaZOZ1QZn+MlAqE2GkLvSlI6xOXQ2XCPJYDCB6IvEWBD1Xkgp7jEeegzJNYbkjX35emNfb2/s/v6Wt0tryzJiMCJChRi5Jnm8Nq9rq+vWmhY0c2vi2z5La4nrNLPUNOZJaM3bxhLpVjFGb4vRO4dOxm8Ao3gGnxYaGXXujAkp3TQWaU29K6ZASRwnqM2kNsHIR21coCGIA9FJkBpC7/3e9gfsSI/Yku4LIN4Dhj7wcEZ+DqOsQJLa9CNZBBjg1yk1yr8QWc4a0apljJmE4kOPFQVTOHmNOkVs6O8B0GspqwYaokdDdDSpGQUZ40nVP52kL+kZPY3clWXVwpm6caIVByiOQB1DJkTuuUuOdtAfiGgVQRfpzMy1toFysf48UpQXGqlTJVAOgVzQRPbAeUzQSk0AdFyDCvoxGfFI/Eg86uKRql9VdMrnNPerGD1BHHMF2382HtmHilDeaYwOVRBKo/LJeOSCtiE7zCNt/9fSyCLeLBQF5QIlIyGQiYhCEv8bAeVz77CRW+xtTETGodEDxQU7yzwg9yfo2fc7MMY70oLyPfSq63A0KL8lLuj1UM7De88Du/iJb+aMoHNCPoAEIo35Hdn9AcamncEYK/0cevirjxxj6ss3YniQ7nHmZNBHehfydxojTqJO5SEn9CobkBUHfc8YqUNf0V5lpI99jLJDJ/2qThimMJMekqolySSzzuqUzMHJN4B4QdJyxunbJnIEzTnr5sM5qPJWac7GlvMvETsOgcOaCu6DLJIdvXeMq+vWtr67BzcFN1+Jv9rm/g4nyx1j6yy+CSI5BSRkQsqVJUMgjcw191bTWgoZl9bMVzZbLG2+vACXgeXqCifQtc1mK2vnS0v1nBssIVkFD7M9zJAwlrjDUs4forgFqLU9jh8hb3vS6Hy7tX5DzDi2ctgoz5zFHEvWmG/qYw63ttG3muChDsr/5JWsbZE5NfShnsw0H70cSqxPzX3HfG61XoIf9UjKuyyuCowZZu5lrpo6WWrhmYhD98QaSAB6dQEIZAiHBKOGv/rOWs9xzlCPZkqPPXLtAONFrj6gtMpxakHq9DHK4aliPMhkRT6Lz9hZptSAlA1P1kGf19yXdwdsNvfcA2vmHt47nEDSWfzyizYHmZQW46hQAlBGIPGXCKNG/xKDfR3kqwZeNfBH1EDZkePKA245UH7vcVS/kuFAH0KNTZXZj5lJfLrNRi4u4hGJCe2/Iyk5jAP1vG+N57xszCP3o9WUBwmxDnTSpIYrRgKGQZahwCGsXI+B01N2eNMIpSSRMVBXNUZATQnA0aJyMiU4xkGghWZMK/ZSH1f1ICGJ6ZMuKVVenDLtShzrCSNJRnTH29v1+tZu4udedxiR9zh/Ntbvetux9kpr2FRuzlu3SjLiAJJjp65bS01rMmQbDNm6mVmL8yeRThizQtu2Fvn5AgNyBu0SKJ5bg9HVNMm8Bg5/ZuQ4GnomlDHQP5ZmRm/Khz5jfBkDizrRERmOE7dKKeAxTJNxBvaCHD+0i/YyMGVUb3fWywhVrDw0GVrI4EGAZ+EIP+SzAOURl7JK2QES5QAlKEd0ZBky5E9DDiNa4zoAAlFLhkDkqxiKVECWQN/IZgc5asoqoHiKCgqVj7DhQ/tI7blOQfbZINqRQFKO6dP4pOYkc0qnnKpz3ltmsHn4eyORVj4wqE+EagCy5oj4W8G9ivFrtAIZs3IhJlDPlRJqI8QFEmJVAKeWiLK4Hi8ODVD9FEZZAaSQjM3JPR9EC8UQkfq/G5iW31U4qaww1OinGEopEs1TKJMDUSj7NNbe+k8BnvpmgHvZpzS3Yzrm/SAUsqpriwuZ3x7EQQgOh0Tk4pLZLE7AvZGZlOfRm75Ro32/5wG8j4dm9r/h4TTrwTL2QJUJcvxseMjkPOgVb60Pmp57dUSRgjs05EKsiBEn4nJRDgzylbLhqrEJQ7bwKbRjETnY7gPGfV8gSvqGZ89ZlvXArz090jscRSDGgsxRxthVj/zFEaR66oJGaaBvPOl8hqYfy+WkCP2ofcf4BaULcvCkLf1vSYf+efguj9huNWdm4oyTU6hNcxwsc2v1bSCcKXPORP39OzlclsuF6e/gCfPhBUnLOdqmhvOysYRzIrli4HWsMIaOPJn52eIAurc7nEL3t/fx8219G0j/+9YWx8uO8e9ELKDFaOxo97BuWddNsuQAGdMMJ9BiVRxAy2tb4QSSI2i2uLA5MrfN3Oq6gUENKiBmRArsp7pXavfoptKBhU4z6JFFjqDdDh3qzMX22Gkd4rCQHjM6L/Ooed0xNnSsNYr8wRqe0mUrmyIlc5wm6gRq5ru3jva95kpzhv0Sc6ExawFp3DCpaVA7sjljFVJrTdNaIk7wFGKvgNYnIGk0VYikiW+kdB5GB+T22hqIM4szQ4L8rIk+1hNjlmzIKLkgiiBdhd5d8lS0TxYdHXsiT4hvHcHTOviK14bx3jP3dzjJcPz1a9tuN4yysx1X44oQJdJ6PAMeQpj+9YLm9K836tcRv2rgVQN/AA1wcPwuUla/C5fCRAdcST19fUpuDlo14sC18UD7J3fg0tNLZFLHT+A5GdSB8ETTB8UDryGiWikhjl/yijm4MVx7jCAd/vHtH/IyaU0OC4ymSkZdGHk1RoBb0Zdz2FeRlibdauowfMJYUOzmQy1RCciuPoZeSxkGQUzBkIMpxlWH8bCxbn2P8bi2+zsMic06nD/dtsM+wIQdjJwK2Wpkq+WoaWqrMUr1dXdXDBQ7BmEiHc4eDNfULkxoiedLDEoMxzAe5zOTscVAQpothsmG/rquC5n0gJIxmjIGdUZH4R2RB0XpYWwZuWSgdxiHcmBtGMP9emOb4X/I2GxI8zZUf7vo9vbOvt7cmH7e9pU3pV/1v5oJMpbvGDdjXm86E7rN1kZnUOaVYcYZJF2pe+kzBOYirY8w8yiphviQQ+EyJCszq0iP43Xme4TFh9xYT6w2lFjAa5qBqrZUYSACFzxFuaneajPWDxe4eREz9ESWWE6xbJQ/APWEIHkiLsyoZP3oegq1PC15kBOJ8KDiWKBqzaf6yjHH3BXMbx6gcs2BYu4ikmpxbP+i1GH4ShRNmXQ9NHbphirCWKmSAVE6UKr6NB8VKpoiCn/jRXxoOkSkfq/w+3P8vSR7nI/mWXi8dixlmbAmxtxpzBRrminU2EeQfSKMvB7E0BdJypUsQekBakDJMVBOiNtGdWcY1/bL4p7xxcovMbwyD8SHttonQa8y7ZtD3JM+hfb7PvbY2DcPD6VbyzyUBq14qx08+qhnPxzirtvRVvkdh2AgAgAAEABJREFUcgi6T/fHIStF+/E+VQwhEYqgPOQNhQQhlxz3F4mnA+2mPJQ+FOFYyOwXI3rOVuEwFo0DZNDH+JAdmhzpnrGM6EiPKGU52pR00cMw9tCB0iNEk2mvGODg2DIXWUIyqpol5+zVDc4FIZxAs7np20AL4vliacvlBVjYnLiAtM7Kdo7jZxZIOlfhkcJBgQOIvLP3m1WopPTfrbec4/d2c3eDI+g2nEBrzr6uW3OmdZblEDnTP5Nj5cMckfCacwVH0AwHywIH1fJiFT8DW11dhxNohSNocXFlM+raZm513XK26edgcBILAT5WuyVQ4/zyOJvM9D+D6VtJghxBckz1ce5vbIcjqJdDiLWWmSPDeZFjDXbYKMwNTiLRy8FmfBzeRRettW3DPZ5UaiiDudjhGCntNpueNPOi+WROCOIMIFdwdn4gB0yTWpNdktCtYkfXLtkFi4nkqlgNgZMmGsM455l1aQcYGs+IJWjN9KSF3RBTDoNRbQyEUIEil5/0ISrAIHK8JGFOw6G0sZ453mDH9DiBtF6lO3ow6VESlDRtKVE+ovOLqkec1/2J8qez9ica2OtQXjXwqoE/kwb2DEY78jEyDnybfIbaSQlJNSP6ZnhmJzzwPSQmTJ9ppz4PTciUs5PDjHSEKq6PX15aOhHlpU3O6TSEUSqlz+tfkn++nQ52NKHAgY0VQKCMdL/f87YqYyJkjICxJ6SpEgd/MnOhpkI9FLi+6YHBJ0NlhIwDxyShAbRDoL/xgKcrClWQg4oMcckbBoQMBRmH+p9FNps7k7Nkc39vG4wxGVsymkUt/s5Eel2b17XJQHKcPZUMJWInrogThtjB+ZNmGGaDAYsx284veHO4DCzapTWz1uo6hSGWZZxh4EmefogzRrph3Mv5g5YY0h7xkYZBydBS/Z52WwzGDc6etRw492ucOAX3pIVbnFp3OHvubu7s5sttOIK+4gwSbu9uGfOtbXhjuoZ+Aw+NW3/ouoO3xt/j+eklB/0ygcgwBPRhATN3MBRX3J8V81RRWJljHDND5ElBRwltYt6oL3FNuaA6xSPKWtD/sJbqxlr0Kb23bYteW+ZAaExrwTyZmSBnITOLmngGYY0d05n1IxgyFdDkBQFWMexjvJc/CTArzrSAYPkUL721HGkUP0qnuVVF6QXOltF55kFA6BlMz8NAZk4y83AK5IH2TEgEgx/sMnVHUEx70WbiI8QDE3lShgAEJAkexGoES0XKKfm/CzqmA6nsnwVsJuGf5ab2E3b/h5MeouoiTAVVfsSxnOk/Zk5SZS5OisiodAoWjBYYESsEZlxZLlyVfhI8DGpdg/4JZNa/1n7Ucx/0PPSV/annwW/LA++Wh1xiOcPZD+Nv40xjlbOnh9Mn4g0P1XpopA377Mi33A875Od+iHJkV98hO7sGKtOelXioT7wMENqIE3sY+9ywEWTdczjOe/HAid7xYC/EAz75DD/UFwyd/TCNSJWlQE38HET3dL2HTB57oycvsvkQGx/6G0QlcxaGCZWIknNEP86N9N+VOStlu6J75qQPPXfWcY7oJUaH82E76A+l0qVbgxyNJ0tNyz4+txlOnhmOoIUcQThVyrd/FnFOtuRbnZ3tzFpBZwCxzgHBvQ2ebMasgcyc9rYOJ9DG7m7ucQLd2+2a840XIT3nakZ2OYE4FYyFChSGATO3hmyCu+SbWztb2sViZZc4fC4v3+AAurbV8hpn1crm1LXIHnJUNYwq7BlxFT+Lc69qkun88krM96hgj5w70NtO+sT5o/NW+uqQbwsy61Z6Db1Ld+RV1xP36Djzssj41AkZQct5mMJxU5vEz9xxHbw71rnG3NFmSz/l/FCtAINpoGGCl+ZkBr/Ck/WFHgy4aOOiRIEP+TEupboy/hKUQRrONt0PLKgYE2mNT+hYL7qvBZQT9G78g6nLZiC2IU8k5UIGc7iatB08e/TZBTqcQB061HhjrplvE20drEnSljZDzozyYRiHor9C4q845r/CvL6O8Q+ugVfxiwbYpiMRcVwi+6sv1bTFSWZa8URa5xZV0X1cyBAqdk/nIddJCxYnE5lvhaoyx/DiSmt7cTMoS5jIUAp+p2sZxG9jdta2mBa6gkFeUsE7c2CHAYDzR4fzHkNA+VCEuzlGa2A4+CmhnTqoShyGCKUYKhY6V51A9RiGPsesU+1chFKWw4CQIdWt19at7zASb+zu/gbDcWP9bmtyeBTa4YqcsDCva6trjC4M0KZprcFobZuZpfmM9MxayuPbPuTDaJ3PLUXZ3Dy1JgPLMQjFAys4mO8w5ooh1EX/3brDiEWGMPZ6K9+S2lnmQSJj1O2Id9TtMHI2OH3ucNroW0u3t7cmZ84dDp2bm68YvzfkAU6fOxxANxMoL4dXt8bRBY8txnzHQ0kPxF9xZsx78hljKZPGcpIZxQyG2Gi/KgmuzmoWjLXtAebIgAuVpXE+la/cvEpAcUGirADdRrqm/gg5eBIONiF0HLqUPoHzAECd04dhzeVcIWdxAmXWwhGuISBt9QgoejLAJOrGmAysuD4Mj5Ufyl7QHu3mQLaM4Bnj9WC0yxHE3MsRl4lz5FkfAx0NCKwT5iqfYPgGG3QQEIaHENr3ILOmevo5xjvrxR/0qtMDiOppnydAyQSNSXioiheXwBOhmBv4nKdhQin9UP17pMX/d+OGQASWNNffL4SIwW4cOWMnqfLnEE0ejK2UwoEETLgeg/IFR74lf6Qv+em8K/3kfMFI9afo2bvAUNcTjwg61lhmjZUy6CJPzJrTujyA8p41mYFioaS1V/Y4IHrWbXkI7Hng1YNvxEO6G3661a037K8g4rLXduyn4nUAMma9HFDMPdIDkqhO+jBzJt1jn0vs+TV7fMPeTqw9yMsNL8p+39tuu7Mt/I/Y8eC/s7znvoSjW1X4JfbEJ5AofynalKxNBdGmRS7O1SQgnxMHkLOMgz1YaSMOmBEVkDT2I4S1PNlTpPsjtuieOeA86niYX3OmrtHtmvgWp8s9cccZtbnvbMMc6tsr0uU4eq8d3UneFrnnNpsBHEFyBs3jhckCR9ACPS8LdLbiBGpBEnS+pgU8ZpZ8hi5bk/A9zreOudc5p/NO5+ItZ/z9+gaH4dryrmNMPbRADnrdO6w5E5QGTm3Ak+ncbtPcFjh9JNdyeYkz6MouLq9NfyB6vriwRt8G4ixS/6Z5FRy94tBzULu4oVHmfqdzf9uzFnrW7dZ2O2KchD1rpZMNQqx0wQ6xttD1YIvcndkoX+PoDf3htEmJvoY+MuPo0XcHn05zQ1qOpp7yzP2WmQStURsm22nnnizWTKOYszXO2Rq9ii860Hjo2cowlDqA5od0ScCdPiJNMmLWUvQrGbinJF/IqXSUMRcQBi8uHuOpmVOn1IZuxUzAOEcHmddnWe0ZX8f6kwNoG98C6kJnKAsKNdeK29FCsdqrbIrSx7Tkz5z+a432jzOTr5K+auBVA9qfx8Nj0Ia2+yH57egBcfVkm29vhGI2YmQz8MMItGrkMJRJdpFFHBflAiNlZH71RQ+2v7rRoYFGcMhwkFtglGiM7QWfMqbnWmjq4qDnuM0YjkScw7kA54+M/R3lGUJC6RPjtKqSGbFjwDqxGfmQU8aHQzcYIk4+QJ5SGskeKiBfKKM0jIZpnmrk6DGkungQuMMJcneLowQHyQbDYYfBJIMCaUWKyWIBQ44qjJLG9AcTm5kM05m1GKSNnEAyREkr345vLXlzmTDMPLUWqBNCCUUi/CvI0SNHb2uMFxnNa97aFUNmaz2GYOaBJ2Pc7Il3yNbjsFmDOwxr/ZHqu7ub+EbPl69f7evnz/bl8yfwxT5/AZ+p+/rFbr7e2A1jXOMc6mjX0UcxBlkVms6qMmctp6q2Wg8IxMpXXlOOjqlDcHMzq5w8ujAyrnSgzEc4ahzjUWUYvE675NBXZl4pBiZUZtQdIH4jojyY24E/MoVhinGdgJxAI1LbmMriYYC6JF17Y07akd9wChVUFv0ZziFAxo6f6pj8VsrR2XM0iH5grzS0UnGBrhQoDHVKPoT6KMjcJz0Gbmb+MzdLZi2UOFtPXR7LVfci9BjGQiYWjx3x3nrxAX3w78kLO+6VHelM3EOnWGMYYpJ0ifgkuH4ziPgMavkcvsnzxQTqxRjH74exa392Lkeql8dnKpo01Biew4Q0kmWeYr3QrMTMYzxslbo+HgaPZcprDUyRoe+HtdGzPgrYP3nA7p5AT3kA53LPvtUNUPocqosy9kDFymsP7JUH2q86OXDg2YGeB9qRro+fI7FXwr+kd6zXU2TdPyg1xs9hVGIpaK9cLAi0QVplU+geNPahEdrnNNkVRIrVdB/9Sd4OGUJWHuS3241tkV1y9uguc6+OHTh7nWuPZV9zHnIT510i/augfW9w7rS0LRj3wmnMfgx/B0l9OfkBzsI9hYbF/qxyNjEiCkrIg/565j8DxX3MRY9DpecM2/EyZXs8x+42tr5bm35+pW+hdt3aen0rCEfHDl7SRe1uNbI0TbKmaW02a8PJM+f8nLdLkxPoAM7SljNWSPrWjcBen9LMEuVJ+z1594ZJwVZiXWtO1jijRgfQHeffWv+xQ3/HnOFEwQlkOPp0IiimIYPlRpFwisjV7tZIRm+taeYh32KxMjmAlqtruwKri0ubLVfW4rzyujWLc8eIKy6Vaa7rOlFcG+zYg/aWOfyL06fHSdhbZo1EnjN/p3Wjb+woZk2FrlnDEQ+6z+gxI2ftxsunZO0sWYo5ph83Ppkx9gM65qdgozngftZ80lzB4og0zYUjH4DPDH5t29oI8XYJz9pVI7XXNNIRQR1WpW3Q2OEjuqLXQxHjR3Ia674cx6Txi5aaIBQbIWnNJgveURGX4b4krZ6JCLRkXD36WrPWZMsJ2jcyOpPDjY4ZJaQRNMEFuhYZSyqq/z2Xf1mvR739y7p87ehVA68aeNXAtzUgH/2B6mxPLlv/ofbFid+84U06nCSNJ2EbPzqoxnQcJBxuhtsgoqHCdXCSdjAGjtox+cK4SJDhHQ3OdBNl37zAo4JIIJqciMo9Co1DXQmmBjEILtOBQxQH+CHec97mAuQlhd1QrnveyeQhFx3CR8aFYzg5aQuLRKd+RW8pDn93xTVpxYKb2QiSjwWqxW6EqU+MgR7DtcMwXK9vMVLv7F7OHwzD7RYjlbdye4wzSIN9hUNC8Lq2hBHX1I3Vs5m18xaDEER6Rh5glLYyRlveWGLEhqHKW8PUIC8wxlCPMqPMHl11PCDJUO3kmEGmTsBBEz8VkFGYt7Yj7jFsOh4sOh5+9IZLP1e7vbu325sbu8XB8xVHz2ccQHL8fPny2ZT+qvjLV/tK/e3NHU6ge1vTz3YDT3jtMSr3zE2F7rxyq2Rs1bUlnDeV5oIyc6fWzLV+hzQZirV6AWXulXk9oiZdW6o84MSa06ARXcBgQdvx6qRHnJRV5l6bHEsRY+SnCVrS0ndBE8ZqahvkB7HJmj8AABAASURBVN7QFr37EWbJDP4C6h/SRE+GQqV1EyQe13/yIp4D9OZZiMU2lLEmxg5Uwg1EVncLUvAQmZmvDI2gOsVZ5cxljnIeJjCE8wEZsoKeh6IsTOnifihtijG+46FhhB4gOvJbHvJURsw67FmzhbbnwUU0LwQy9SPGfolloL8YtD+Ojf6fzZdxF/ox/c/HzESZk9Bj4TeWfTum6ZNBM/4cnmx4UoFYw5wjDeyO+SJrWSeZeR31p7Swo52wp253gtJmG/U9a62PPWmkGdaF1sYZwinCHPfsueG4Yf/q2d+6ESM9D7uFduClfGDD2tvyADsBbbRvBj/xFf9Yk0Nb6vvDumBcRQHoKMedFltA5LgQUBHXIRzuce1JlQUte5D2H4+9q2Zf8SBWH5JjzZ69Zl+Vo0O45Ty5w/nR8UJBY5Lu1MBTsob9qdGZQdy2LXsWe1VbW5vSk0iptQTtFG0SfUObhroRNekBOIXSGZy8s7ePOKlHBu2tbUqWhLbELXKe0KnOVSf9JHPODHelhcrKdrZnnfTD+umZu87keNgwRx3z38kJwTm7AXoRsdtm05G7Q9l17SY0iTEH5pZ0hs6WNsMplEDbzqxNM0s6Z0lHPeVJZcBpZ16bwU+61zqJ9cbLnvX6ztbxE+8b5MIRxBxl1hAbGfQ90GrIahlWSPzsnFKnxD2Z5Go55+UEulxempxA+ptAy8WFzeYX1s5auq7puraMXkxLReuGc9VrlVdwM9tzD2UGLadPxpmzI5177ifpCOfPljXccUb33AM96dgfsQV6ZNW9l7WmWc1OH3rJ0jAvbZssMb9Gp6rO9CH6Tjyk92jbm3Su9pn2Bmro69rNQN3Aw0FqrWlaS8SJczalZE5fEl4aopmSB6jOGedYUPqHexCPpcrvWRuKtT5yrJEyNqRBXmoMcRRM43LEcvh6xPAh5lqC0qooOfj21jHGTmMFaxxBW6212AvOBRkaxcPG7nw4Q+WfN5Lq/ryjex3ZqwZeNfCn0cD+pdvz2R7/zytgX1gQEYazqaLM44Aqh17ZSsuVKsKjYkAgek7RaGt6oLbf+AlhjEfB39ZeI4iWh0TknrkwIsIJgcYTBSSIS3XmEBZ6YnB42FSZZnGP4aN0Ac0wkrhywFdVbeY1uimGhlPmlihzc1dZbTJGSpoyE+zpjxsUk2oskowhUAyiDY6QW7u5ubV7fU0d6G2RjNQtb+B6DJEc2q3ou7ZUN1Y3DQbRzBre8rUYnU0zs5a3kvP53OZLfRtoaXPyCeMw5Gxa8zqZvjpunswGabbIsdn0dothEm9Ih4eHbr3FIAUYfVuB8g1y3eG8+fzlk3345Sf75ad39v79O/vxxx/t/bv39vNPP9uHjx9x8Hyxu9u7w98t0s/GvKrov0bmBsO5sTmG6VL/68pyztvLhS0vLmy5XAYWiwVvW2c2g6a8jW0syRDkgSF5bSnmxk4/TDghyiIe1mQUnFyilpJzApWfA7JDqEqKeVQi7h0SigvQrU/RoubGkozVVnFb0ozBGYO5GAkwiVDe+9owL1F0cpFsJwWPZKb8Hql+YdGDnlgjMtC5iQoHEVBm2gdJ53D47KnOBYf7TGWn6KHVA4OQta6B1rfyj6PHKB/BetQ3LHiA6HgI6fWgHdjxvLSDbgv6F6CDRhhoecg58hrKgu8krXv1MZzTHfKZPs4x4XegO5Zl+P8WfFP2R/o6tpEenkLPHjBCuv9t6GOuyvzEg+/obIn4yFN0neYWKF1k7JBB8o160hwXdFoLwRse8TBayvsTZxD9ig6Id+ErOsrHto/ph7nop+UH/mq3i/WW6ecA1nG5D6iLtOJc7gfulRxle/JDOfcOtw730/RK9sn7X3VCVSjYPxzY8Mn00etnRuhus93Yvb6VieOnnCf3ODzW7McdD9tbZKBPr8zZi1rOkXbecHbMrGWfalNrbdJ+1ViaxtSlA2r2sho6gbaii7pkqU2UE6czUK66dF7+XL6FB3xbAVkTcVJMf21qkYF68o6TwdlTE84fOeeTuyWNz/TRHLBTaU9iPrUGOu73Tj9t1s/A7vvQS8cD+tGRrDboKB7GxSOZzs44i+h3luaMkf45e2fN3Gbt0nTOtpy1rerkCEoz9LkIJM7nAHK7J2be2Bt61vW9lW8DfbYbXpjc3n61+/WNdZsb63G6MFGmU0G7eu26Mg61RjRFgluyxltr1e9sZZfLKxudQKuLlc1wAqlvZ56NM1hNDV4OKlBzltboTmV79ubMOt2xlhT3Ssv+0H3Cutpyv/bkVZfpvB/Wf4+TQ5BzI6Nj4yP+7slke7SaR+bZvVINw8om3j20HW2FTaT7qNvuMg64kNR4N2eSTfwSPGYzxoqeE7oUb6fMrUIaWEcTJyEQGTbZ0KdyIxjemBziPf2iWyp0Hwk997/GaOgkiAaWkgO2iEQBIeq4OGl6UxV1FGCviU9mfD3663D+bO7XOITW3IMbyyN/2lkMEuHpf6eRMP5SJj6UUxayKPsnRajhTzq212G9auBVA38aDbAhnzw7nmRePsrq5aTnlHsOl1JG3+Kj3TMOulL66BWxHytXU6Mt4bHqX1GGLAe5fkWzgVRyaCjGYa60Wbnac5/DmHT0DoQ0G3Ocpxy0HJ0c4lkGIAZNHMpUUGp4fzha9yByxOIBA/XNiV4O+4rCUqa8e+KAb8xTS4yBE/lkZAY6ooNcpIdQZBqvpVBGQI+B0PG29u7uHufPrd3d39qGN4MbHC5bjMAtbyV3u71ENbV2GWw4cxr6T22LgTmzGfn2kZ97tTiDWhlLs9aS5JSxpBggMLoxDM1sa4xfvTG+o0/Fa8UYe3rjt8Pw01u/NQ8U9zh1bm5u7AtOno8fPoTDR46fdz++wwH0zn7GKaTyL1++2P3dLQZuhyGnt5hmlbsl+p/Fw8bclhc4fVZLu7y8sAuwWl3YarWifGmLJVgscRLNwcxaja9B101tibeWntAE/MTThk/MoOYVmOabtUgUcyzlyQklmkDQMEkiOEMmfwRPAKLVyhjKjXwGMl77MOy2Mc6eeVSZ6iSS1op0LrTMVauHl/FBgHlLGN2um85l4qsF8hBJPqKzUOrOCp/Iaq0+UfXCYkQyE5sJomzaXnXTfKS1ByjBKNCRdHEO6S8oJvVSr8qOmLbf8bC0B7vhobvn4SGTJuYBpA8o3UGjWPTClvxTUP1jmNJP6tk3Sj+Tsuj38XymLrM2CnbI+gzgnQf8mj4e0mod/nr0yPkUOt37h/oefT4F6f7b6Nhn1FcH31NsuIeEov9j3WNlPbRChzzdkEYuHup7HiIfAroMhvvzpB6992DU/8N4z3IVdsS5gMVKiqWqe1IgqXC4H5TQ/qTCEaVszLEpwUt84QSLzN5ivo8jRPfZuL9pDzkWGj2LD3s29NKR9mn9zTX9bRv9zbX72xu7x0m/lnMDXec99yMME3vPDGfFAie79trlamkX7K8LHPAtLwla9iXtUQlnihAP1dpjp4CP5HkUonuu/veo4+zQXqozpKA27aElzdkQ9ZQNY1B5jMNTbGXSfT7sObpvex7Gy7roeAGilyAbXoKcO4F2HAFqq3lweKUGfqDB4SIHhBw/qZnbDP02OmvbpbWqi3hwDKVFlLk3ZtrzYai1Vs7dG7vjTL25+UL8xdY4gTb39+wZnais5iqUmSeTWQcgfAYhm1tqWpvR/2LOvOqPQ1+8MTmBlqsrmzPPLXXShcbAiigyMCflLK0t1Y7VBV9W2A7nQ2bQmXi367nHdvGTsA5bpEM/W+wC3cMW943qiw5lI/TcYzscG+IEe+Ry7BPNTW2JNRJz4hYfzUXPPtnFXsBciPdw/6pOkCwxRHOrPZnGIJ1rrIpTakxrwnxgGpzHi8qEMT+Jp8XTNONXv1m2w2Gt0I40VYYYZBR5dOn0SyBdWdSJ1wCPedY9vue86tmnNthZdxZOIJxBPfZUZrxsBMGzXDSxJVWuZfQl/ee+Sm1/7hG+ju5VA68a+MNr4HyL/uaA4sT9JtWLCfYcTkEs4y4S5eyJZKVttCJZxXlF4kGsMqHSiRWHlNrY/5FPJans0c+3xHQIANfSnEM7DvMh7oc4o7+xfE+ZFHSYU7U/g5E3mUeKZYTw4C6jo02tJYxOGQGG1JgEVj6kDkJQEn1kznn1QkyHuhqGUo+R3mFQxdfAN3c4f25sg2HQYxgEDXMsVl5VVvOWs26SzRatLfQNGTlJLpa2uMBJsrywud46YoC2YczPkU3yAdq4J0R040LvMs8AcvUYeeV/5+hMDxPrgyNKzqi16ado+ls9X798tRucOp8+f7LPH36xTziAPhB//EXpD/bp80fTf+W+5o3zhvHoW0tap+6VNU1tTdvYDMfPYt7aHKfUcjk3fdtnhfzL5couVxfkL+yCB5Ql9QseTJpZa0JN27pNjL+gwpCs3E1gQCXwQKSBSWcMiySpSOxJFxjzbuizYGd5D82+H2KlBZxVlFmA+RIN7cb1os4yfWXNHcZrL8QcbjHwdhjLveXo18wh1toIQ7VtLYFWiHVTm6eGpZWgqoAhp0CfkZtuGmNZVHA5z1P0IDglj4Hil4cHlD5lWUb4gMbQ17HwoazSj3CkOU+NnUzLCx9dM/wzDx9xP+s+AXqIj7nQfMhhwUNFPMhFvLX+G3FHm4IdD4UjmNOhvLTv4XMG9f0I4p6ivMQ4KXgw6k7Q049AH8imh6Cevv4ZdN2O9ffroXZP4USnz8qHzuj/KT5jucbXhaNmeGhEJz1Q2RT9oa8yng7eR1lUxpzGXJ+nlZ9iQqc1E21UNoL5ZJ76R5HjXtZaHWG6S+P+LnVlhWpVWrkbWLq6RwSV6P4vUK5Q66oWBTs4Tu519kufAmeG6+xRo+ghEsxzb9vt1u4367JH39xaOIFw/tziPNhQrvodslaV9uA29l39/ZqLixX77AoHAcD5M9eLA/bY1NaWdJ4J7uxN3wZECiGZIxrNyJMiQYhyir8ZaEE7ewRTGcZ6R07KOQckb3EC1ThYavbYBodDQWJ/bQOqa2iTArRErsriwyRkXgwd5p+9XE6gDS9d+liXrFPW6xYHkV7ExJ5DG4MDHglCMv09npQSvOfWNnOb4WyZ6QzTWUzctktrSad2RtxCBzxF9ywwwo75ZD1ybsoW0Msg2QObzb11zOeWudwhj9agfs4WuorWSkmSmpzg5nUyb1pLnDMLnEFz2QVgtlhZO8MZRZ1VtVlVmbHOhLp2q7EREnHhmJFpHy9uevrdhRNoixNoi5zog3slRxlrd7hP5eiWvnryqsucj7pXandL8G6Rp23LHDhlxkfjGfUeeyO673ACbeAf5azdou9QuFnt5i49M77U2gyeOlvHc5RagwDOx+DRl0ZVUaiYKML40iUyw2XPvahkZvwTUEqOimzBQZdAFd2pD3XjNuTNoKuMCylpgdbopWN8a17srXH+bJjTTb/GMbQN7oUKfQ4tSop2kf9rXPyvMczXUb5q4FV0BWspAAAQAElEQVQDf1gNcCixYyP+fgKSsXtVJE6DqIwHFqGkVQ8dQSnj0LBnPwfCZ6ls4HNCHTLZ0x/qCaamcXiOJ5Y99gnKxyoY2nFkjxOMpSfSReGx5Vndg+6GgiGKxnHBONCcRNqGERyJdITK0HgA5mSPM4DWTCdXwtAYJpWZDCSrzYBHha6JlMcbJxl8njBEMEgc2OEz9i16FYpxSEGmpLEuTM4fGUkymPQ/X8kwkLPl/vYew35jOxwPCGYhBywrLIy6bqxtGpthyC3kOBkNeRwo8+XC2jA2Z2H8yQAMGetkNsgnNQWM7kn0OH96jF8ZJh0PoXL+hBwYJ3c4cm6/3uD0+Wqfcfb88uFn+/mnn+yn9+/t3buf7Oef39vHXz7Yly+fcVrdmr76vUdmrx1HT2sXOKeuLld2dX1l1+DNm2u7vrq2y6tLU/mKulV82+fCFsuZzXD4tDMMxLq2GmPa3BROgNhnYdAniiopVhPOGePV6IP5ZrwPyzCzoM88GB6xxygbgWGudhi7eQ8t6DFsxaenXRipGKsdxp3mseeBoY8HzB4e/SAVImssGNvlQSVZmZvW2kSaBzw5E92dsRbQYhI0skkWrtPcS9J0PyE7zU0qXpyUlGV2HjZBXWV5o59jOlN2xLEV83XMYEzDWXpARKLIT/uR3k+xg++eh5Id6A8oTpceB8sWKP42eozz51B4it8Rvead+6b/rVB71k8f6HAgngO5efjsXog+1l+HHv5ZHHV55Dktezyd497omZOnof0mx/3Gw1askadi7VFHkGKl6F4YQfYkjOWZO2SKacuRhoasMW64srwm6bLuKKbM42l70oZmxrkRERfds0SxTku7inRlZoKRttMPPE8L4E2IMuqcPUI8nX3BtWc7hVRm+tS671kv2qfloJBzJ5wFrNsNjiDle/aejE5pQt+VpdRYw3kx51wQtMcucbzPw+mzwCE048yYBV2iT0H9hgz0/XhcxkU1fZS0ScwRkZEEAoUKL0BpBmEkjvG0n5AHp0/Rj5v2zURecrepZV9N7KnESoPidGhNcWq11yZkVjvxt/hkNqme+0/fxOjRZbnPWd+kQ884flQmGq3d3TabvhnDEUN7N6/h2bTW0F/Ttqa9vSVuOaPTYmkzHD/lXJ5bq3SaWas9H2g8ptXKGRxzu97YaAt0+rtA6xvTN4E6HAaZe9s4h0RPr2iJa43+jQuSFHlqE0/3hDz0hwwLnD/z5cqWqwub8dIo4YQy5tpc7SozFOw19E1rFXFVq9x4R7LDDultR59y6Oz1jSD0tNvhBGK97ZCn7zfsNTvLWndAY5AOhQxtZlyObA39tYm5kV7oP6ErZ95MldT3MQc79uou9sA1TqB7sGEOpHfNkaAx1mokmeGXkLmVTgOtaWwe49IYcPBkgfma3GMab4B+Pe7TCo6VGfee4Db97NnL1F4grbmaVCMG7Rx2gPFEXvUwydyzaFE5IxtxZn/UeKQfzWnH+Lbbjj60X0rIDK8gtbpEQ9vpt4BEN1T+yaJRT3+yYb0O51UDrxr4s2igbL+ZTZsRkdkTHUJlVlVcrHxyGGP7yVGg8lJfWaXMeEYc41JarvCKTXEgLYVGy6GAejt8iiR7HsJHZtGW+jEmGSFz4CqhcufUcg4/TxWHD3ynPBkfZ54dP9SPGVfrIRPFOcY5lESkYiEyw0UshyTjsIDpM2GnbOl3Sj1NB0VcHi+lauQXBHvmK4MdD+bEGCbSQQF1kJeT1s1lmNXJKgyMohsY+QCIHAPDHaPP2zBAlUZxRktxeQBaDmUSBEj3QAZShxElI2CN4ac3uRscL8IOAyvzkKSGFX3XGGVNgwGFwTObLUzfjom3uDLswsBbYswvbI5x1WIMhYEFvdeSE8ngYYYxBEMkQA8GMsZbxujqMbp6W2Nkhhz3G1vrp2hyAN3d2pevX+zjp8/2AWfP+5/e20/v3sff/Pnlp1/s04cP9uXzZ95A32IsbsTU6tpNf9vnAoeUnD3X15d2/fba3uAEunpzifPn0lZXK7vGAaRv/ayg008RZnpryhvCukXecS1KeSOQXUmiIWgkQzIi5TPLBqBf070HMlajdPkQhS5jlD0N0exYM3sra6W3jBMoEIbxFh0Ku/hmSMcDWi/gEMjMnwxbtZN4zhw4RmJifQltmyxhEKeIa1OZUxd0anC8MyJXLhpjSf37rqez8LwcZU96mqY6qRp1NRZqGse0YlSo6AQHjcRcU6VGE4jny6A5fg486MB3ykvz+9vBmomHpudira3H8Fgb0T1W/lvKxGvEb2n/dBvdF1Mdjmk2D03eM6DqG4G7Ne7/J3mNi2WyhJUsYN9hj9RebooDJXXs9riex7UY96tXNKts/KjOKVPexVyJADTT/CCPihx68UqcO9oLEnuF8momHXXsKZvNxjacEXLO39/fm/6483ZyVrjX1nBGLHjQv7i4tMtL4Zp4FVjqrMD503JOpHGvccYtAYbxqr9TSMgpSi23ggklN71OaZWe1n0rLfpTaOznwOPAFI90R56MhHmwAeQYl8f4nLP6CIqCxuJT+OQ4B1hB4bjo2dcL5PzRy434RhCOWD3Ab6HR383LvEAxQXxq+qtT6L9OrTUxj60lnWuz1mb65itns5xB8ZOxlrqYg6TWjIe9J/aDLWeJHEEj7nACrSnrbEe/edtDL5mJrNblDJSxDrxBFvpocQLNOWPLN4GWpr4rXiQZNFahIObdSSfoU8hTqwQV79FB6VP99px3cv5kdJCHM27H2tN5l+NvY3W02SAnoH6LY4OCkC2xlht00DL+OXpo9U0zT6Uf3bHoXnrVGl/jFIlvQGGPdIx1i63Ws9AInOTBLmwMfevKpedZi2NNmEWcKHNNcCGNNSptCRZnamVG7MD0cS7AkYaUjVEOueKqFHxIxxkjToA2oldfGl/SeCb9MqEE0QmiFJhjxio7QWPUvSxnUOjQNK+iGZw9tdK0pXel9FKrQDmVK/5zYVDpn2tQr6N51cAfVQN/dbmf2pDK9suBcNici6aqEg3Xo7FoHBxDYYmqkXKMS/GJB+Wk6iQTxBUHWEWqGmKShEmfAzMdUDaealDoIC3yk+HAqoBoHGMgYortfOC8SVFxgSqrIUkaw7VkuD45TuqeCmIlPFU/LZfgwrSMdCliPkgQQnwko0ZB5UKPPQJ4MM9gH44yykUiSA8YKl4lcwyiAAYRGWpreDpJQfWC0gOohegsSJJS5EQjsApwKPQ4XTre9m1M37hZb+6s29zjRMHg4k1bLz3S3JGpqZMtMNovMN5XKwx6HCkXl1e80VvFT6bibW789Ku1hMHnGgPtbPjAxjTnElH8JIeqegxXGR9rHD03N1/t88cvpp90fdA3fX7+xd7/9JO9w+Hz7v17+/n9T/bLzz8VZw8PHjuMQfUjw/IKed6+eWt/+9v39v3330f89rvv7Pq7N3ZNnb7powcP/fRgpv9pZtZYy1vpVNdWo98KQ9lDZhaBSzJB63gCBkHgbitX6VBUzyEHNVcG/+ABgrpiTMnY2pETMM64ZzLYj6DtXsA4y6yZzLxk8gU75nFvPfOV9731cgyFAU8aWhm0GWMvw13D0pRI/3rAa1OyxNjbAPMW+cYSRKJhoZnm63R8GvtpSeRUfI6oOL2EDIci5Q6ZbyREO8U3yB9Uax4fFD5ZUHSL1jSmA9Wxf+44VHPMH0iU0PwQq+kIo+xFoN2zIRgylpfy+ybd2FswHjMvjMc20/iFTf+kZKyYb49sXDYDpbIsJu41UgoCddyGcQvGhYzuSSKy1QBWIQWlXGXTfEnb4TPO0aHgYUL9wk97g3OelrimLw/anodgPXzrAVkPjcUBdIczaAPKmSHCmj1Vzh3ttRcXS5w+l3aFs321uip/W21ZXhS0LXtNauGfaFbk9dIV+W8H3aNlD0brh/3wYfrbnI4U4vkS2Ngf+yo9kh31q7jwY0SMbZhWxqWxlbminryhY1IEtRkAX5gxLLhq38bZoj2810sapXFMbHBq6CdKHU4QlW+pOziC4Gbwjn5qJRqcQM4+r72+tVaOoMXc5nPmgPO6vKyZWZsaaGrkFZz+CewdPQ4/OQk012texOhvO8XPwegz4xjBG2Q6w7wmisBZprOIsydzDqEe87r0PQsn0KXNlytbLFbIsLKmmVvlyRwGzjlUk67rZHXtVgGNZa9vSGMnZPGVDtDLbr81nf+9vgmETrJi6jL9lm/Hcv4hY+gHfRlnpyOf5iA1bol1p/Wd9JInzv1krkrTuLP1yN7BL/5AN/w7xiqHW/DWfaDpYqiQRzvxmzWttTiX2nYG/2SegBfFaFpFy2ogkiREY4isLoBQaMbKIaa/w7qUUmHICqEy039pIfkFFXjwoVFQcCG4lEm52oWe0M/BCYSO5CzTPa56yJkDtYe/MgHlI8FlGLxkIfdnCqjozzScP/xYXgfwqoFXDTymAZwHhy15XwiqEnE9psiYcYiWOK7fuAzMTqgqHR8DxFuw4UM6dk1ilQxCcUaFLaOiADTlgFIOIhEoGajgDXRyQUfGzj8qPi87yU/FnqZFhLE1SKfcE3icAkmfoDfO2jOpgjguQ5tJPcU6xHvGnWVEaP4wsshCSyVjl368quFbWYVB5J6MDEFlHmnDqFC5y8AQoFE7mEwC/MbDmWZRQUwXJEtdloHTbXD+6G/+3Nn93X0Y8h1v1HY4V/YYXHvWjXtlqWltpm/9XFzYxeVlIAz65SUOoAXG3NL0VrFNc5MxFG+iajqkt2lwK/8YSBRLD/oa8h3G5devN/E3fD5++GA//wJw9sjpo2/7/PTunf1E/hecQp8/f0bme9tj7LVNw0PFhb0dnD//v//6L/vP//pP+8///A/7j//83t6+fWNXby7tUj/zwvBtF621s9YSb/8c/VYYf4gUspTLuHBkBgEmJ4/AiLRRp4W4DEPDdC4HUEk2+I4xRRHGvOIogCPToT7iZqGv/QBqBopRpiErGbRueBeJhBTCIPiJjjT1h3JqFaI6Log8xJLPkdnRQQItjrs5aPVghn5kIEc982/QiV68IhaPB6jMgrYKsvNLkew4qvP6x/NjJ4/X/jOlI2fFRz6S8pgr0qpMmJQPjRSNmNTSjLlgjmzESSXV5MXx3w9WCuuNYFqDvx8Y4O8eRk2/JP7dO/8mQ83lN4kmBHFLlQulXm6xIa97ckSiLMA9qnuyoLE27tExTuy7R5T71uApvlXw5zIE1uaQCk3CX32lOFdGetYoD9p9vy0vCTgndvGQXdZLxRklR/piccH+e4WD5xq8sctL4dIuOCeWB0fPDNlGB4P4q9dBgG9G0qowJSwyTEueT5+3f5xaa//xmoelSCAFHSEShoUq0bkdQTnFdsCQcPZJJ02IOsPZb9oriPOwr0uezBwIPWd1Hw/snfU4JDY4f/TA3m3k6OhNNDv2fbqDH1xjLhvzBn1zRjYCLz70zZv5fG4zzkLFLS912nBYMD8u1LSvQPDToAAAEABJREFUTKxkH/RyhNxhI9zc2t3NXZy79+s76zcdL7I66NAtzhn1a8hdYrRDWRZU4G71rLVWTifWxRybYY4TaLZYWsIJ5ak1vD1WVQm91aaXMmWNj7LsGV/G4QNkM8FXjoqetbnDcdFtN7bDUZWxVzLyBrANMvWi6dFbRn/Gxxldg82UmsSaHEGf3Fu6ZyCJvuTo6bsda1/rvydG7+EEyhZ1zAtixIjd4SMwjlnTcl/OwcwSedU5c2EuznGJpOQQVCpdnyAKjxc0TDX3LJt0JoWABOWhUSWRsZ5QHgGu0U1FaSSIByKyBIOCMgXGgm46Qd90Alt0qbWkflCniAriZ6gkx5jkMQz8jwW/Z+pfzks6+pd3+trhqwZeNfCqgZdoQIYBJ0AhldHAWWAYDqVAG79QcrZXeq9jw/b8O9IN9Y9Ej27nsSuKlzA2OksHjUVfIWNJlYKxCfFARuosYCiYVRxQ4vsklZXPQymlhr30EQTKmelcrOAZRVVlY9L0KSRKHQAF6XIl8USgb8TzkBcS0lwjUFPGG4e1khylSh+wZ+qAdDOURUPjWEZYx7B2DIZKRoonDvSKmmTGFQryKiNF31xLafQfF3V4BiSiHxUOFPSfecPVY9SsMejuTG/34n/7wqjbYkjtx5MffVXIU9eNzXhzKGNfb+6WGG/L5YXNZTxiTCbeeiUcB+H0QS6ENatLb5IRIaNIl6xxgx5jqrtfR99fbr7ax8+f4ps/v/zyC86fX+yXn3+2n3H2fPzw0T59+mifv3wx/a9f6/U6ZK+qypq2tQseMq6vr3H0vLXvvvvOvtM3gP72HXkcP9c8jFxd2uJiZbPl3Gbz1prUWI3jp/ZklWQ9QNKNkJRHve2Rt2DPHUQ5eTszhDTaAysSLozsFAfB0FbtQcmVq0jEfR8mpd6ujeXE0XZcrORpq/ncx7yqfCwrXJQzSRr12dRcF/34DrGUtIipKLFbQictD5QtOg2gp0RehrgaQGrxOSSUUwaIiYgCNkhXsc7GtGgfQnJKuhKP9fALPmM8lv++sbg/yjGE4SLdCSdElA+ji+ik7tdl1L9w1NCRt8oPIEEIjaiHMX2ISUj9AQjIBu00ppgg/vZEHdURjq1i/cL08Vh70AhnLRUU7sGIS+mPxAtD6fvx/gp/1/4YoCfI/VmUNlDSP4RPjrzQqd9CC/mvDFomLx3tVOaxv1JWZPQYX4VOhZq4jntT9+cRDWXpDKJTm4I0PNC629lHkgJCVFDvqbLktXm0qaNYl77fx17bcSZsNlvOiy35rapCrqZpbcFD/Gp1gePnClza9fVlOIRWONzn8wuLM6KVvA1tEm0dTIMEEaZlI815ufI59pUp9T+XLjzLffgbOElU4EI0JxGxLlPeyM2mEXaRFgz7s50A+qGpIqdOPGPZUmW0FdQ+HBB6aAf69s9GThDSfTiF+nBQ5LylheZKMsAApuJX17XVjdZOa3ICXeCUWTJPS85Rxe3gDHJnrrLj5MnM+Q6nk9BZpz8erBdFdzd2v7mzDU6DTN8Z56DkK6A/ej+mnbkHDX22S9aE1sWKF0eXpm8Fpbq1mvPGvaZhFbR1nawO1OWcNrjh1NnhyNnxcioDxT15OXd6jTfQsz7QNQ6aUU89jqAd3pqM3qUD59Kw1hN6cMXknb5jzKSlMdGqvb4F1DM+9RPfuMJu6Xl5p3pBw6zNbdRp4vyczVpLOH90T5Xz05FeMChLTMEQlBeG7HkkYdQJ5YxqGFukKN1TKogv0N7BeJwxCFQegnoQEABCAhnJr3H16KfDqai/d9Qz1kyejmi7Yy6IoOU6CSEUedkpRBHGssj8oS8PhvuHHs2r8K8aeNXAn0gDZdPVdis8OrCK0sMutrd9OSMMm0IhYii+EdRIMBM7wX7tpzTnoCoNDyKV7Ol1qOTsMnWorGDPfkoHrgZBN2qEMUd+uLhB8dIRQEewF34kL+zjXC1NyuE8phVHCcbHIVYaR1Uus2Fq7Dq8Kzf32qqUInYeyt2Vrsg7IM1I3BJtlFfPVj7j0EtuuJZCHfRDAVHmbMdI5KBf81b3DmPu9vbO1pu16e1Pj2HVI5vRT2W1JWRIMtzkAJKRCOJ3/IPzR195lrHjNbIINnwwuCJFsVlcIqvFIKNjzVtE/W9eHz78Yj+/+8l+/OEHe/ej8KO9f/cjDqCf7OPHD/b56+f4ZlK/3VoN/zlvLq+vruz777+z//qv/7T/0Dd9/vY3HD/f2fXb6/i7PgtoWt52tsguvZo6Rdc5sGP8IMrQD3NBAbJlSkaQHUJZYUMGnSilMl5EmhwwI3YYnDsMwx0G6QHwLvU7aAXWJbrdH1DKxFMqqrzC2B3h9CZE7XChPWOI/pFW49rTh1GmMWRkiLnWz8AozxjMmb5KPBrGjDHqhrHDGTPf3A04811ZanlAELQO0WEiNmIIDKpAlsCkxkjJAhiVBNfKLANS9GbnoJh6XdVmhPJnGKvGeFI9Fk3jSfUxqc6HnGiH5Gk0oTlUoCvp9ghqBrqiM0MtVcCe+6jTczxFP6UTjfJoT/MU+lZ+hOpHjGVjPJRHO9JjTBKhuULnDIKA/BRFfoydshE162JEM0mPZfWEtrQxBJXq6OUbodAXGSr4jBDPgtiDWH+Jh5uC+lEZUtCUNu4lTnJuPIrCw7nnjDtNUNp9lMfNGEMByWcCTYLyAUmwOPJz5HdnDx8wlfeY5t5LhSbBOJzq5HUPJh6SC2rT3jamk2tOaOetpYHWNX4LAdCpZGAk8ONqgVJFXQWoD9mIo1wXi4/mUHuIaY+hvTv9IMd8Pgvnz+JiaRc42FcrOX5W8VAvZ8K540ftol878o4OHlzO6g/15aaTPIci7gl7gFKLqIyLHg/sSvtSq6vygtLfxpSfWArjUCINC8VTOooisOMipfoaoeIxfRaPLxbETGSBQpM1eO3xnDF97nDM4JDhHNc3grbxTaBStsUhlPVHokUf7ceLoxOhsVmTrMVJMceBtwgn0MrmOtvbhaU0g66mETsG53ge0OMIXK83tsYJdLe+5Vy+sW5zY9t+zTR00PegyEqCME27NZ4sNXOcPurrgrVyhTNoafpmkJxAjkLVglnjuKlBsrpJ1gDnPs2cZXpxpPN1u2Os2Co62/YcxpmXVvs472QfC4ZMaL7foacep1jHFt4HqKCyBPXpnizum+GFh9IqMyuTwLEOjwzgMzrZKOzRbwY7ENwcbp7QXeHXtrofG/ScLLE36Z4UT52dGucRyBkrpMQhnyqD6XBRHyojVsRAIBM90UByjCSHW0JnHjIxDuJhOGNkxj0t/fVaT6yjDmfehngbekVXkon+jBhiQvRMrDBNKy88VqbyPxbQ1h9L4FdpXzXwqoG/oAY4EMuo9yX63a/Vsxz3HCAjjoTV8YA5a/7k8aAKgYMmoslwtBnr7DI+UUds9HtMG61oMNHFIRm055czoc6rx3x0TEYx0WmYFio94kilo1lnpwwEHdYZoTIFIw6UNB0PaffaKgx4xckxJNCkM/iCZFgWBMpVRh0FsIHBVBmUTIP6k4ZGKK8DX2989Nt+vcW7v7+z9QZjEsNxhyGFQmHh5hgtdZ0wwNow0uYLDDfeFs7D+YPh1s6pU30qctFKQX0oFpBukFQppJAOMDDWOIC+3Hy2Tx8/2k/6Oz8//IgT6J29/xEHUPytn5/t44cP9vXLF5N8PW8YpYflcmGX11fxbR/91Otv/4kT6D/+w/723Xf29s0bu+TN8+JiYc28tVryJ/olSKaCPlbPHjkCDHYvKE+MhKUe4fe0I3oiRCtaEMfcKt4x1WOs9AhWA/xL/5MyWkd/zvpVL+rP0fsAlMoUO04hVU4h+hEZ5xJjwvjdD9jpIWG/RZY+DN+eN3oFHUbslrItdYp7YhBy0BVd0DXdOsZjspQaMIm9jjobPlp2DAseGsURA6eBikhOoADpCBXXAa6YLCH4EZ8EH3OiGzBpM9ZOYzURQqIpU+YphjqWkc8DonzK5Bvpwl9EkkmxoZtqAqMAKByJh3tBhYByAonzIAHPykQohKCn9WXO6C7qJ+2UD2hNUR6EisFJCCJkF51Qk64G1KwBlWkdPA533f+ljZmbPupK8WF9ILLSKjtCfJWrhr5oTUOHX+K+FVLsh+J/2rdonkJp51bi0u4hrfouNNpXCtR/FbIYTiFEIW18NKYpKHoyiG6spI9IUgYzj/ungmeNbDVxkS2ldrjflFc59aJl/3KQlAbSxRFDGy9tEnRBS1zo6Zv7xM1MsBhPRZ9HJNWHXKIVKrOBmkQEp16867rBaTArTh+cBvqJ10p/02e54kH+wubsy+347RHmjI4IpedgdHJReYH4F4hAZYofw3N13OnD+sosMqHXA/oDsB/ygNsHlD5F1r75BAq/gR6ann569tvoi3S05d6MOPIIpLx+Nhx59tkhtqEsNk5okB6t5wGaAbVVvKdshHSSoRbEa4DGInmI5fgZx7bFQbTjnM3IKP5qDTPmBL6o0pmj2azFGTO3cALpp1k4gtp2bm2asR4byCuaQpyJ2Cd7bIMeB1DHS6M1TqD4m0Cc4x0vj9RvRg4ojfdGdCc5iQ7B6bu1JsGfPuaLK9bMpc3nK2uauekeMNY4A+S8q81JN8jYpkR9spq1KkePxrTd9rbDwbXDcbFDpswYAzh7Mi8/Rr2qbJQrqw56zZfqcW3RB8K5mSenf6ElrilPwKmI0UC+59zsQQa9dYMTKLO+mFKLDz6nmoSjNdluTSNeLbpUzDnqLTxT8IRsYExKDNCvxn0CqkpQZUkZlomJiDaZWIh8lO8hEujCkUJAd2UvqJGqor6EkWPogqLMvPWyEbrOemzAnrXUD9+mMttFT6UfiMnpegQDP2b+FCn/U4zidRCvGnjVwJ9PA+PuPYyMc/m4JZ/VDSREHAwEEr9jgKG+WiQcuLJ16pwhIpTSkGnPIVqyj111kO3jEKM26IkjiMuEod6OUT6SjPFBARRIH5D89qDuaO0YzEQEB2eBIgKH6lA+ZEqkK+XIokMzc1jLWFRcQN0QHKMmDuiqthoDux4O7OQ6wCsMBjeDhovp45KJupJ3igT1QvJBCAHsQIEc0rMOe73pWfMG7w7jbb1e22a74eDf2m63P8xTVdcYXq3NFhcY/ZdgiaG/sFY/+UqDMQN3Hf9CdC/ZasmuXomjEPnou8doW9/e2ZePn+KPOb/D4fP3//67/f3//bf9+OM/TP+1++fPH+3m9sY2GJc9BgmeDZMRuFwsTN/6+e7tG/v+u7/FH3h+8/atXeEIulwtkXFp+sZP3aTQmUsO+pYG6FoCRI7RjavMEP0hoGJVc52EMpQjLVUZLuKbZQBiWOpBoCfukLlgZxFvt9aNONT1UdaTD4TxmhkqPUtg+DOI6E9dKxuItS+CKVSzZ/kLGGoIpfnN8NwDGcM5+ukwXLcDlC4QnUFnjMfgUn7WxrzRcQqjOFmrB8o2FcOYMsMwN/RLV7FWxljNLRiKEUIAABAASURBVNNwhEQblDyVOOMIyiqI+vFSkThC1QMoV1Cd4l+DHL3HuEK4sa10NWIsU7wPekZALB0MIKfaKUQzzY/p0/Jq0jLbyQdCVFiKSBBK+uSqNoIKx1jpESoboTLpqGJqHoNRTqd2/lF71QkVNELNXGvsmvMCd8U19ap7Cm5lzVTQuemjcZ2jlIu/UEErKC3o/lVfStfUqa8KvopL3ll/QtK6fADRit8pbaF3+ExR+ipjK30m9l/lHaETa92jr8IzpQp5Roi/k38EZsdyczI1+Qoops+kvohdscpqS4zDBfrTw6PgPtAgi9JFNmhFI1rJQxxtoVGbcm6onVuy2sycfp9BjHGsr4KeJsTDXVOWBzxqSziD27blgX1uy9WKs+DSVopXl6QvKF9ay4O9aCQLXOGjx2x4DXwoMJgRqEVmBxRQ7AOITsJ5ufInBIc9iF6oyOTPoX1xx973EF38jZeH5drLC/a0G3FKNzoURBdp9tFIs7llHqiPyOw+KIByo1w41MkRRC2Cl6DhxT4vrdAm6hSres/UjFA9ZfAM7jg2ehw+HQ/u+jlYj0NGZ3xPHqnhgg64SkdBz0O90uLinjhj58zd0hbtpc3bFViSX1jyhTl2iXtDZ1U0yaTivOs2JifQ3d1Xu737Yre3X2zT3aH/4ZtANftvHU3omV5DVhqbw7O1JsnxtDL9THC5XNkM51NqWqMSoqqgqqyq3VTudR1pC3tI/HrLOLj0YkjjzAeHRfkWko9nGnHMDzqSg0y6L1JZfJw1WJAsDfdmim8C1eaezPknwoz8PTymKN+UkSw5NBp2kEMdPBMO09YS90zCXkot/FUuGw4SBVqimyKN9FqwjzLVn6PUi54U8gQhSdENkZLIbQDJ1R/QvlCGUUX99FJkyLwU6rFZsAPlBGKcW+w1jVkrJ/qJRmMvYxyFf7qLpvBPN6jXAb1q4FUDf0YNlM1Y18xhZ4F/wTj36mN/PBvI6mz2OOA4aDh4KLLDweORe/6iQZxTnLQ7yRTKaMPIORC5ljKkyieOqaH4V0eP9DflMVQrEmKsJMahIxIGUT6BIdvIoqrcKlCH4VGbY9w76YgxPqQ8jnHKuYopIHXMj4yI6WXKmhIFKUdQFTEGqIylDuPt7u7WNvd3ttncm97gbXEUZIxYURoTKRn0FmuBYaav+S/jb/5cWJtmlkJGJKnpQw/8REoSmetfzbUuOQ037zKGdIfBiAPoi77x897e/fh3+wfOn7//v/8x/eTrw88/2dfPn0xvFXscUntkca94Q9na5eXK3n731r7/j7/Zf/7Xf9jfiN/o5148gMxmGKtNsoqHIelLesgofk/7A7gnYrna6aciewq3Cvlt8qnIC0YsoEXm0zCYdoEOI1ROng0ybzcd+gRyqq2Jyet39ZvNxja8OT0gyikj1k/vAszJBuNr223tAOZrNyAzphibxQxxPQYfk4cElNDv0UHPG9KOue3gv+7uYw5kuHfI0+EA7Lq19aCjvqPvnjhjAPa0j4FqzbEu9VCXeAhMMff1sAbHjicyOWUBXSbleGbFktoSpMhBp9JrKXx4zTiMHpZSUtiTeGmIDqPHZ1sw3nMip+CI09YSYwRKIYjyOCKxG3ORFvHAQnlB2TFWOhdRlQQnGfLolCLRCFEwXMTDuRxBz/TnXkFRIZsFLD4wIXbqiaJc7VI4BXhYibjmXq+AYidW+SnclXfa10CxUB3SZm4jxF8w3WXIpPQRI5+KtrVJjrLWEnnxfAlEKz7nUNsaPqdI7BlHNPSpfoWRj1NWeLmXWDIldJNO2sJXee4T5x5xbyxilel+AaUdvIOGmDofeE51gJA2AqmNDFCodNF2GrflmMgsAgJl5Z7XvRtl7HmFb20JmVqQUmL/1jicsnGMqkd+VzlQDFoeWtu2sXY+4yEdLHlgny9I8xJA3/ShTvK7uZkQy8mRg2wE0kOs+qiO/HgZ2qltgHVNlegYCcMbrgyOAF/yJGJsQ9zLAR9p9uL4e0U8rrLn6RzrccgX6OzpOX8EOb570z4n9OyLgtIFopmi0PfaDx9gC8+dZfFgjw4anDDi1+OMCCfJIEuWLKRVJtkKcFQg+zhqx/Fz0IjSB6A90sU5j4KCiNMsvjVKDN9M/xlnT9+vGdsaR8zatjiBepVzPu2IzbZFp0Gf0ad4MXvMtRwsC87R+CbQnDN+vmKdLC3prNdatpoZchoQsKvkeNF5sdZLpLsbu7v7jBPoM3bEnembR6qHEsG50mzHOPW/lGEGRIF7a61+Ui5n0/zSlvQ3n62sSXPT30A0p5FgRb66TlYDOTKcvcOQQd/8CWw72/KSZcc4M2Mzzhlj7dORGf3mQM9cdWBru8GxQWWQ0APdcaU/92QptdYih+Kke5R73dQnC1O8etZczLXiDr7wUz5Lx9CgZINb4cn91jTcc614zkw8zVPUh3JEb+efalLgpAF0BETmqvEpooaCuB4ulI/pcu8jCfI7fer8LmUVspnp4rAmkCGEnrhXGEesHWyCbb+xzPh2uy2q1N+Tgk4DJCpdlauF+4vCCGNZZP6Ql4NO/pDSvwr9qoFXDfzJNcAmy4ZdBokREAee4lJiyuugUBwYy39NXAVxuUby4QUxonDadRSMF22loISxMGKKItaFY0pHrNm0UCWqPEBUh4wN5xDRKMRYt5d9MGSeFGyofyyqKDwRhPwT4bzrwwBoT5i2kvFQ8m4yZBLGRUFjCePcMRYS8OHByOA1pjVy14ODYzw4OWB8zrqgZAzngsngw1jBSOw42DscARsMxLWcFhhQO5wEGexjTbkl3vrNmhnOl6UtcPwsh78N0PKGV2+0JKtjkElG04fu4u2X0giFhKRIYPHJgJCj4e7mxj59+Gi/xM+9fjB9A+jHH/5hP79/Zx9/+cW+fv1s6/tb2+IE0QTW7vTf2upiaVdXV/b27Xf23fff2/d/+5u9uX5j+vmB3h7OMCTreBihP4JmfM/a11Ckc0aO8WKsF9UQD6GCv4ygU1AJD7O4lIySoiUXgbEGX8Ym58oOI1AGaIczZxNY2z0OnxGb+43d33cF6Px+wAYn0T11a+rUbss8dILmSA8VemgAWYjx7IdxIEAIIsFIKAIEMowxHgxI6s7AmNvzMLITXxx9+rbX+g6H3/re1qyBDmdPwZYHhw2OIOpYHz0yZAEe4qv16rFeGytrNllinYaeEEe6Vo8FFdorKPU55GYIpq3oSCvOWiklDlqzQvuAJxVwHWmUswf7g519xFctSh/lKpIKToLqRihfGRU2fkR/UjBWKNZ6gL1LBoeKvO4J6SnAfax7OaWirxbdtW096O6xuNAV3Tp0MJ0KY6cfujssWwu6ijwSO/OS3NKh/5a0oHKhhq6mrIrYYeTMo8feUtornfTtEsoSvNzLnmOmejd9SpsKHoLKC43a+kB/SlNZ4Sn6mrTTVvJM42ldKXd3aEVfQ6+y3wr19W1I9qK70mdi3gQPXYxlkumcl+YPHaRJechO2bStk+cBszyMiVbjmqJinAO0tuzpj+4jgVs0bprMA2mAG61nz1C5DzKUMWkdSE7GMZUJmcu4kWMYr8YstOyrLc6eFsfPEsyBHEJtghdjQdgQMPZDhImYEpJcFVwXsyGKhO5tSom4HkPkdVHjiKkjDp6UKe5xwpR4Fw/zPeM8Om469rB+wHaoL3HXndL38Hkc2gdfiIFHR1xk2ND3ln11g5OdNHts2VtJ8yDdx56+HeTqiDcF7MF91Ktsip56oZRl9nK8Tcy1HEcCytEkB3Zc2fvDAdLzYoI2OKMyDqFe2HU4Znrb5U1RKtcSNDG6pxLZ1hqfW2o489sL09k65+VP2y4t1TNz1gyU9K+APrEXOs6IPs6RO8Z8a/c4hLrujr46y/Rp+oYTcusF0NFH4Fa7w4++0jy+WTyP/xVsaVpriT3Tq2SV1SyXyrxy8xqwNquqtqqSzMjAOt+h+4AcFOg3H5xAo26kk54zZRfoJS9tpEuWlHowhmXOP92T497dymEDUtwbNbX0Z4BGvQCPfsCWOFOWdf8phk7BGWPy1hL3StO0jK01pzP1ZVbZ4SNRD5mS8Ii4EiIZl0I4vUaxnIMkCim1yEA2gvpyT+axj7tpfO4qrSzoSSNUpGmJjnKsOc3rRrrCbug1fwANGhpgnRFFyJHWVW3tOMFR+0e+hG7+yAN4lf1VA38GDbyO4aEGymZbynXwcMSVTCTiUvL/gmuR5ek+x41UR45xzIz5UbRSTi4qqjFxjFVE7slQBBiqkYM3Q/tDmfI6sobqXxGN3YZYz7QbuxrjJ+lHAnjFAYwxI+OiGAjJUuQbzuKaQ5oD24VK1AXKo79ygKcoEx8aUEpW/AWSxxGrAGAgSC4ZPTrYZZTqGyB3dxhqOCPkxMgYjnsMKgIsa6sxWma8EVwulrZcXNict4KJN8EyZhyjxusig9E7PUSvgzVgNWW1l5nV+pTT4cunz/bTjz/Yj//4u/39f/7H/v7f/3/yP9rnTx/s7utX22Is73mL53gI2qa2JX1dX1/a9/rWz/dv7W9/+86+I319eWlyRs1mGI9NY9KB/k6PZMhhVDmyAB5qLUAaiYw61Wc7frRODqD4kD4Qqa3ZPiNVlJEnDSmBdKUxVmZem1KKTX2acjU0lVmuLJqSU8hkAnpbjbJ7DNeON2xyAN3jNFrfr+3+Trg3/d2jDfk1TqWOuk7fzuGBp6ed9BqAe/ATX3VwAGsfXRoIOhlw4QjaWofTb42TTd8AWuPs0XroMOL1zZ+S3pjinr4y7WBtxnxq7cWaxUBPGvNgHKvO6dcZtzH+ElNCG4qRECnivsw8gGTbkw6Zx0rmRskC2pFQPRGhAgqlXCmzabqUPH2FlnBsUk1IlQbIHPUhb0gf2QOh2h8yx4RLbjdoaUNbrUUPvdQ23s/h9GkbS4L0hs6KDhM0j0G8alRaAQNuXCcgeRJEDwX9J4z8ghreNQ8cAn0Pe0uKuPTprlht6+gj0VZlji7cVa79Zxor7aaPQ6N4xJgv7URXwVPtC8RbYxZ/xUfU0ElW0Suttm5mY0xq0lfpp6L+14Imj4aK/o8w5vM4hiKDoyehjGEsq2l3Dmffri2FjqmTA420g3TQrRsNCZUZ4yrjscc/cdOpquJSlTZ2/GT2AO6qY8GQ4u6KhzjddGLhMabaPOKK2A1mAVIkhzEhp2ttOnNGrPSIlrNASG1rQqRF47Q1U1dHqFOBnjKgmhA9DTGRwrCPinREMFEdKGU5xpLZDIQ+HrD3PKDuQD9gS8yext5Y9scx37OHHdHrYZYH9UKzo044tlP50yj7ofbEkabH2RBpxYENjp8tTpD1BJRxrqmd6PuQoSvOGdr0J6CcMWTKMmdxwZbxj+hJC13EZ1ofNEY9SixtSbN3b/UALwcQyNt1tN1RHu01LbQ0nY/MR1n72hfm7B0rW7Qrzv1LzuJL8gtLVWPG/hZNYoLoY78d9H/P+L8y9hvOra8Rb+jFvLR1AAAQAElEQVRzS187XpREfyGbcQbAgf5qZ/3gGElpbnN9AwgbY47NMZvRF2ut9FUPfbrJERR7R5OswhEU4nOW9PDvOUPjmz2cWXvmWTpgsHQrQdVfJguowzM1lGdkof7w5oo0pHI2JfqQrdNq7SOL1r369mHdQxY8tC4DyBAxa5VhRjUS21GnyRrGKn7iIzi6dO43iKDXaASSEUgTxmTEiMcISr8qUF8RoyLFU6DfKJWODUkUxz7k7FPkI11RA9SPYPrQA3PWyT7A7uhZs+Wb4XQeY0RZ6jcA/SSOZKxdiQg91X/UcFDHH3UAfxK5X4fxqoFXDXxLA9prhSndfpr530tzrsC8MiNYfA6JyE0vhVYlOmQAyXIloTDsuhxPyr0AGmQZeMYgJgxnr8qoIwSTMY7Mty+DGMbp+G3ioKA/gpKKJH8Z68hJpaqFJRV+QG2O4Z2AYwjoDZRiqCCuQHDCPiCOB4Y0pJX3qOcyBPUxQkXZPLQxlqFpDnY95OubHxscCvrp14a3jzuMzj3KE6VaOsaVjJXZfB5v55arlc2XOIF4E+gYRE2TrEbe2gcZZBMMUHtBY1GcMbi69do+f/wUP/P64e//Yz/8z3/H3/356f2P9uXjR7u/wQG0ubcdzhDHYdHKAbSY29XlCqeP/ubP98Tf2fdv39rq6sr094Da2cwSD9SGXuy4+GhtfIpcaMlcxi1XG2VlkMVQkZECoKaoJEg/DOKlUs3HSOZwVB44xiiGnFU1XdRWeUOczJQHRp0DxRTSrjbjuue6Q5Dtbm/6OwIbnF/3643doqsbHHM3t7d2e3dvt/d3tr7HGYQxtoVGkGMmEMaW5pURwAuWZ6EiLxApQGasgb3awavDEdTRpxx0a8U4gZTXGul5GOn0VppYc5iDv5ujx4QRnNB9O4HyBa2llEzzL1pn7LQKxfU8wHXwUx9yeGkNbiUDsvSsk0x96cfoRwJXugAHjwSN55HiJ4u0VsTqDCUbUjIzpbVYo1kypAgkjoEGBBOxo48jKnMM6xg7OlDaHV2QDp1EXFuK+71mjEeMZSOd2rl0h8zuBu0IMiYoj8wkPWiUFmpoS5/uimsbeZZY+YqyQufuQe/0lXBaFJpEmcpFw5iC/zG2Rz4eNA5f9SlUpJUXlFesvkeHlNIqV1+CD32W2PiIJ9FJcDfofi0q2jwG4wNDKyi8q4G2Ji6yOBXukrHIO+poGseDYSr1mvdD3dBOZY6OHT0ZHweMgmtJkTgG1ltmJxNU6AcSJQD12trjljwQUK507IVKZ9NVRSUu17gRaaj7TGxUb7RxOol1S+yjzErb0I50kdf4qKyg9FLSpf6YRnu0Pr2iVMigKQFeD0PIJRmH/SBk5cE+a99SOeBpXiEAw4EJTOlReY3nHKW8RoSK/akiVnqEkz8DvCgpV8Y/5Vd4uSnmUtTKnPXIpr1M6DhXe6BY+17Pw7SgdHEKbXBEAfZZ5bXfCrH/UibaI7Zs3QAnfmYPP4H1LIfhG0GqI4+bBd1sw9m04SXPFkd/8MIhlKM+tDyKTvuadANam6Vy7sspsxgcM207M+fsl21grOFMi8x4JUe/3zCONU4fzqruhvjGNptbHEM4nIb+ctDDnoCKbMe57NZY4zOcS2N/F9gZS2v1raOa/uL8lI4r5qYO1E2yJu4zNzfUjt2y3/W2xQEUTiBsiF5rZXBWaO0YNJCK2PKwhuSUijoqMrJRSarMZnI33b/tLCFbC+ZAcRvlsQ6stNBYMjrfTtcq/A7aRcig92RJaMWzsRRjSIxJ4xAGhjEqGpGVNKVmzFMI45B3GBNZCqdBtAJlYyXz5dK30x/9OnHIQjrFeVUXOZw2hIyOes7jDieQzunyR6G36E4MBYhOwlg2xmPleX4sf3H8byMcVPFv6/+141cNvGrgVQMHDZxupSVXrgeSktiX6F9yrUovh82yGgowDGw4oOxQKdqSiUNTWdFFbJBVwDFFTRkriScG8+jA7fTzEprTFpGr4loujkSSw0v2wXXsQuNR5ZhX2mh70o4MdgVVcOVAHo0MGQLOgSwjwSh3OiyAgxoAWgwHNKmBVvRUmcPxYcin5QiYMVJkAK47jDTeSuqbH3I85P2OqdrTWUUfoG6smbXh+FkscfzwVq6N/xZ2Dk0yLhhvHtbPjrdMZczkqVHAdsAYyxiAa7v7emMfPny09+/L/+z1ww//wAn0zj7Gt36+WIdzY4eha/uMvHtrarc5fV9eLO366tLevrkKp8/19ZWtVkub4RRq9a0fDJeKwQeGtOTam+SozNCj8bBl0Bxg1Cmv+AAkzoC8JBgBAwpFX5OszEZeYUSprDY98KXUWKoTaKxpW2uambVNSwyUT8TK1y000JH2ujGHX4XcbjX9VLyFNHS2M/2EbH3f4fDZ2N3d2u5wBt3hBLon3oTDrjMZuVs5THY7DOyCjNJlFI4GLUwJFf0gugMT9lz3mKYAA3nHg8kOA28LX6HjIaEjHQ8ilJcHEfqDthd/1hAM4Mk4WIMJ+VOaWWKcqW2IQaotAR+QGCcNTJCae3htN1vWBtBP39aMFYfQFuwYz463uZl9o3RV0R3CMzeuiNgOoOrZoN6EKVE1zZyl6YBwVmgoq4AK6ZdoCBCzxhx5AgioOU0RUzLEifFLHxErDdwT6kCH6M8HujEuOq0t2qBD5Qt9TZuKvgUjLXjkXXJ46dPYO4yP+Blpp874lLiindoUWtGkcPjU9Ffq1JcNH7VxkQ95RWVuWD8xR4pVOkU1yaifij5H1KRVNkJ6GNPH2P6lH/VryDXC6V0gIjj6ewnsAV0NzxEV6QISBPXpQ4c2fMiT0roPkI5wWMKqF6I0lmVJlWvUDBdFgvgca1VClyqAZ6YyM4fKBrzIpDUR+xr5BCJPjNBBpguUigKwirhcKvNxzaEPE0wf51IQ/EwcCiSRUhAcQvDkgoiWuWjPyOwbcqyUPHci5QTqtaeVpsFb3ZAtIsOZRClXutxzuqf08BvjTJMy7eXOHhb3aM2QAffguJc55UmgLImWuJRV0DpDAVY+iB+yZXTc65ueyD86gTr2uk77K1hr/5PjnfO4w0HTsc935DteyozoSfeckSM62kd6KM9yCLGXZ853oWxYIQEyZM4InED92rrt2jaDAyrjLNmhwDzA2N8lOVnzumYs3Js4gZrZ3OY4Y0YnkNJtOzOvqLcy3nKN1lz29LfBAXTH+fXV7m+/muyNnv4RBt6QEI5tyBDqOrEHtTZr1d8FL3iW1tBv286trlvz1EBVWYX+5YCqKreqqq2q3dyp0nB1fuAI6nQ24nTq0W+PrnKMDYLQzw4x0Emk+/K3gNBF7nOUhz5gp9DAWOskzVprW2FuSTFnemLduCdT19K39BZtw+lUeMFwuE8l4wDaNbRLwUN2ADw0JvqygZv6LqCNEqUTpQKMRF0G70hH6TOXXJVK+nDuybKG6RdZHFkK1FeBiKWPnjXVx3rprUOXYSsyUNSM/beDTL0LJB8E1SMm1TR5UPtHKDhT+x9B5FcZXzXwqoG/jAbYXI9jzRNXyrH0xanhjLCIj0bVSfuoOykZMqqoaFrZuGlKtAC7vw5Gm3xKOX1EnQ4J0tSrnOgYSvExP02NHU3LIg0X8aUtqV+vE9oxkOB0GIxy9EdQ6gFyHMWMY4iD4AHxWMAhS9KdOAzICgOmNo80sTp1t/IpMZRBkyiPdsTFAImaQhpXjbigtFRaFZIQoBcZRGuMzA0P+9vtBmfCBufD7qCnCmOkrpM1DYbYbIkhtjJ986dtl9amOXIkGBbuOysx1sAw8iEf/fBgTz9fvny2j7/8bD+9+9F+fPcPe/ePv9svP72zr58+2viHng2Loq72lpLbrKntAifP5Wplb3H6fHf9xr7//rv4+z8LyhPGqXSgNaWpMgwaR2ZHf0Zs6MY8DTJKnor0GdyRV3Uj6gONW22CBa+GpZCs8sZq8rViDNEaNBjBDcbqbD63GYbqYonRenFpK3BxcW2Xl2D1xi6vwBBfkV6Rvrq6thW4JL1cXdkFWC4v4+8stfMLm2F0NziSagw0Q4K8d9vyELHd7nCcdHbP3N3rZ2FAjiGlBTmOuk1neoDoMd4yiIcnHkIsZrhibIIZCS5j2GOrsgbCKN5ZOAQ1hzy0qH2v8tFAHpu4myNfapMldN+ik1ZGbduSbyZoWTcNmKHDxhw9ckH/xpvpXRjgcgitMTDXevAByu8w4jVeGe+a637o32iZBZY2Io7SvCh2qKYg+zCIgFLYqytSiqJHJdRzlOkiUnf0EKgZltKJWOlqiEtZSgmdUBdxTbrQJHQ3haMf90Jb2hTaxL3h0Y/xqQ4oZepDqOhTsZs+kCuKMjOVc437RWlkgcCjr2leaaGKtmbiJTD8WEdD8SHS2hFKASxJVNGnZDu2F0+3cRyJcXvIUkF7hJ19XjLHosnI9jjOGD6SLe01PuZZGWb5EbJni4qGniWhA+pZWOriBKWYXuFCIDuEygwdKSN6xQXo0gB10iFEtB1qXOWa2wpdJ1M77flyIt98uQln/KdPX+zmRi8BNjzYbaEZhSo8dKWk8CSRxYQ4CogJIgFVgR4wA2SHoGEEBhl9iI397CGMD9TBmJhcCdmsJE6uhYKrO2unBtUENeNWmaByxZTFfVXSrjT7VQLtBMqnFlrKUprcgz6mj/tay/ptW+XRNbTBU/IwPqQyfTSczIuN3b7niNuy121x8m9sw7m7wdE+YivHDHv6WujucZiswT1zs7FeTiEewjscGT1OIDmFFAvhoKdM6ay/9YOjI3MY5/h2T896A6RVp/NAdD19bXHG9KLHWbJjbnMAiSUw68qA1zNLnEGtzjjsgFZnHCgOoNZ0/0KG3mnnQOcLsfruYi+/CQfQ3frW7u9vGYf+V7BMk1E7aoOIEVHmyZqmtZazT39jSufhfLE0OaBSaq2qaihrk/OnhlZnj8586b2qXCJTz5nCObHlDNyi3y0Osg5dZ87BzFlmkpGxsuAt9z2Oqh3orEO/fUBlPdUogiCGtbup/zlytbPW5uij5YxrU7KQwRN9y54wbo9s+iPXeXAC9fRVdKt9xfi4uYMmWYJHQWOFTx18IICuBIkQ0KUU0UdJTIpKAVeVjSA7hGqIfRKTjvuxtuk6L3K4URu0kr0PPXWsW+mm48zeFv0wxiCKi3pV4jxWWQGqKIk/0HXUwx9I5FdRXzXwqoG/mgY4XnT6DMPeR1yupiOvQAX7uET973epnmE1HggiURpJOQl0sAiHA5JjTYZSkbZcVW+Uq2UMIBJ2OJyUPd+g1YPKNUqLRkrtI6XyX4VqSq2eRkzLhzQdM7KSIR2JIS4RtYzb4iFF6aA4XBzWhEO+DFslOoyJg4DYMDpcKOUqPiqk9FSYKD3AielbBk+H4bfGwNTPvvT3f7a8JSu/z99b6BuGqW6smc1shsEzWywG588Cg2VuLqOH/q2WLIPRs1OPQ750hVGVeQO4ti9fvuL8+WDv3+P8TfX2BQAAEABJREFU+eEH+/ndO/vl55/tC86fu9sb22LwZgyvCqM11ZW1POTq2z+ri4VdX63szZtru76+DufP5WqBcTgzGSwacy5Kwl5CFziFEM7IgBqBKmoln5NOlAE1GpCtMsMAilhpE50AnTsOn5pSwIOCAa+SedWQbEz60R/DbJuZFSxNhup8scJxBXAAXV5eFgcQsl/iCNIYFF9evrVLyi4oK/kr6K5stbyyi4uVLZcrWywuGOfC6qalzxb5a305igeIvXW8qdzwICBHj5wl+nnY+nZt93cb2+AM0gOEHiq2OE86nEU9Rm/MK/MPI6u4FFTGKI2hWvnkIdrTF5qF/uAE0kNF8NmxRnQ/idZpW1u8HcU4b8FozKZ4eGqZpxGNte3M2vnM5qyrdr6wGWurrhtkqINnh7xrnIVyYn29vTPhVuOJMsaGQa9vB2k8nWTByNe4EJN5lkxF/NOrkxWMfgooOAS1pbEV7JFjGDcV4h3lXCgdaNSUvjR8kkfO8GYtSZceF/LUl6DWAAdaL0OaOAdy3CM59oM9fR8RLOCn9uKXuCcKanSaBjhxgWiOsEc/mTGVQZxWH9uxvulYeVH40L+hOWeggsqP0JgKjmXoZsgU+oo14g9QeFZmwbvUK03BEKohLpG9aPc+9j22OsbP1YlKEzpC+d8OVPWg8a/nXHSiuSAlLcFTnKVvkmMJSj7SUE5HokfhBFLOWvE6Kjr2jLu7O/v89Yt9/PDRPuOUv/16w54hJ8OW9UdjKA9B2QFaOpEkoThoIjHMU6SjlAt7rr4RCgw5TfEUKjsBTSJUxq0WqWDHhUBe4zZaVMagCA5Yq5xD2mda9pqA9pcn0bD/NJxfxEGfrE1Cyae2KXW0n4PDXoVjf5pX+bxt4TV7BnPTy5L5chl7+ZJYZ8Nsxn5et1ZxTmVGo/uxxykRwFnSAaV3zNOOvbDHaRE/ucGBoXJB52SJt+wdm3Co5MH503OG9vBTXnSZtPJ9Fm3H/PY8uJc49h8cPxFrTklz/KLrSRjWVs0a8npmntpwziScH3LOaA9P6EpnoVc1I6JtpSnck9jT1xYH1tq6+KbxLbYAaw3Hk/oUVYFZDXXMO3Io5/SX6GsmR9PywubMQUufbdOazhrTehbQY6LfunLzmv4pq+J029uel0lb7JoN6KRH6Radqu8jduhkFzrsBl2VuKM8gz7EMoM/MjWslxlzv0CWxUJrAHnIJ8qd/VnD0Jg0jMxFTqDtVnyOUH2hg2dqQ59tmlsiLci2shiD8dF9RHQIHqmMPJE4v3CzEM5KK/IC0dCOnsnAy5VK6JQY3Xmg5IOUeiRHD1w5/3udXbHGepyY6EZn2KAhGJ6Fh5Icx35G+n88i6b+j0v4Kt6rBl418JfVwGGrJUEIPey5CkTHwIOGYUirXDhWTFPjYTEt+xXpivZeWVVVh0bqNnORcydzMGalp3G/L4fMKBSDyNTb5HChCH7lSmII6uOIaW00h2paZoydol8RRt40UZLoRSE61UUYW+gQJY1ghBivxfimNKXkkWIackhzKseVg9kF8gpWLtAMQSzVSWSVEQX98xaw542f3h4Ketje4HxRWgZT5pC30FFlddPYjAf0OQ/q5W3fAiMFQ8WT1XVBcN1xPOL8Kb2oxOIjR5P463/6evfDP+wff/+7/fD//m7v/vGDff70KZw+e4zOCjnryowlY4k1M0u1XV4s7bu31/YWJ8n3xNfXVzhEZpZq+hJ3OtNoQk+GkUSZ3mD2GH2K9/DMAa0rQ9cAGoq4igfw2pI3BRixNWiEZm4z0IAWg73lreectP4g5VzffpI+2oW1ikfDlLjoScaq6hSfYXlp8/lFPBDEg8F8Fenl4soWOH30baGLy0scQdc4ga5N3xDSN4JWF5dBt8AY1lvQum64t5xZwrmFI1dj3uLk2WDgdjhI7ok39118Q2iD8bvl4WG74+EOh0nP/GacJnvuP91qgsEJpaBFG4BypVjRoLDQo34ayJs+OWqFKBMZDdGkOXOWpE8erGTEtqk1IWEYC21Klto20KLjFn3N5AQinWhr7rbjDfmWBx85f+7u7nlrfBu4xRF0f79mPGseJLaBLYb8DnnkDMrIGWMY5EGkR4PkLBVViU6uWieCsVYUFxQSVpp4C6ErtEYodcerMwZDg4qdxexWUemAoLZAsmbmoNdcDFA+o2d6HgiJCHkYV/ASP/Tr3HvSp0e6NqWPcNQoVLRWTHQIEvgxHAh+x4T6P7LzQQVOYkSpPaUrZdOr5J3m0VDo5LTsNPc8z1DzaYP/5ZwGL0y7UV6Yln0jLXLhAdlYSIx+WWKsX61XUgw2D+i557v11m7ub+3r5xv7ikP+05cvdvP1q92zZ2g9FtrzDuBDUWY/iFRcooB+iMcg544hwwFjxUtjtdX8jvTk6YtAIWWRoIwx+nAvxH7D/t2myd6ifYeH8/aAsg+1Kgfam+J+aWkTexX7v9LsTUET7WhDXt/wEIKX9nr2qvmA2MOCdm5RH+kZ+9uM/Ix9npg9bk675VJ7/tLmS16iUNbiaHLuX0ZlGbtHupfj+wD2wA6HTsfD9hanxA707N8B9r2e8qwyMMY96Z52PXt/z37fKx08Njg3NuyZgLzoRoXm8PZwZY30epAn3jHPksuYR3fXlSx7c+ifUuR29N1iF8zk1GJ8MS7GltrarGKOjA+8cvDESYC84VRBrg5Hfkfc40TInE2ZPTzkEf9oQ9sIbjX9pAb90kfLualv3jSk9W0k99oC2mMjnax2gfKqhgNnI3uFzod+s8XW6AYn5xp9dGCL82yL/iVfR7qzLN0haw6giYhZ+ci4C9kkJKxrN5du6K9ptI6EsSxGw72R4QmGdlucQD33oO6xOD9ho0ArS4zTg09LuoG3+CXiWiQHqHekOcwQs1HqkEWJUq9UkaGkqhLF1eMqZyxilbSuUez0N6IiXVuCr6ooNX0ku3SjudvxAqqMg14JNqwl0U17L/nzK6OINufl/3fz0sP/XeleJXvVwKsG/qIaeGYnjSoZ0ft4bLHh+kBRInlQ+M8VOAezDsm65viQwVa5YU0E0zhIOIEyD0I6UDIPQlnGAg+zxvGWObg5IqDdc5AKHMaUkaGWYqWJxgDnMUkX0xzF0gEQ670uFP32UDGqX9mavgkaVgEjyDF2RniIqQqiIY50XIbOpMMRlbnLOAA2lCk248rlEIb29FGKjvkeQ7Abvv1zv7m3DW/k9JvuXvMBPcGqyk2GyUyG3gLjFefDHONVD/G1t0atmSXe3CViZ2oc4UlS48w5BWEArXnb/PHjJ/vhHz/aP3D8/OMf/7B3P/5gXz9+NBmDe+beePBniZicPzWeIBnIKxxAcv589/aNvX3zxt5crnAAzTFKKnowPoxHgpLCTuFK96yLHWU9PHvSGeiL7xShddULFbTAa/gk7NXG6npmDWhlbAoH5844bgx3jHg5b1oM0Dm6aNFFiRcWxml7QUxabcEctBMc8rQ/lJOeB5a2lDNodRlOn8vLa7u+fmvX12/s+vo7u776zq7evLWrq7d2uXpjy9UKXaysbRaW6pbx1AwME4yHiS2G2XbTx9e0NzzYySGkr8F3lG0iv7UOw7vTAwLIPDjkUUFwqlBmhW4K0BN7xp76At2Hmak9A+0gMaOtkGjvOHWERCwc04218RA1x6m1xNElXNkljq/V6touLi/RwYrxLWyG461pWGu8Wd2zRjSvm83G5CC6X9/jHLrjjfIaxxBrmHI5uXqM9h5hNKYpEDrWAKKW4ESSVxE4BtaVMkOkpCByxd/CQ7rCKLMWs+4vyQfyCO17yKsJjCg6UBshMnFxZCVwT1aouCb2gEvX3Dx+AofG+Iyx5oseYKk+poAoaB3B/YSHRbnqn4N4ndc7vEqZ+ldGcVWKJtcj3aRwmKXH+I5URZdj7jQWT2ccp6XTnM6TI6Y1v2caVcNOYyeKgA6sILLDRXQBLjFm4lDBeSx6lREHHXHQKR6hekBguWf23950n8uZ+uXmi338/Mk+/QI+f7CbmxvunQ37hDz3mblGNnfWVIo0FzPkFcQv+ooExZQ7tB5rryZX2niUwYeSw5Uy8fg2jnzNKtMn+ImXJ9NZ1KaWvUOYR6yzKEB5cmiAC3bovaQkw4DgGTSJIUKnNEjUq49A28B/Zu284OD0UZ69qxWUnjemuqBTWQDZ4nzg7GiBzg0BB8aS8jnxnD1fPJpGe1tjCKLhstNm28tJwEuMXmBv7oGcJ7uut92wX/f6n7aoz/Gtnh1OjC1zfQ45frpwdHRx3iu/ZV0ItNEiAjn2nx4egDwEIQuKQywvshGpkFVCVHTWtC179NIWyxXOrkXoKrVNaQNVZsH02vOQs9/3IV/5ae89a3IdDhnt1XRsNfScXhEMZwtNo8TrZJrfmewPnaXorm3m5qm1qqrpq6DSOqxrq+tkCdScF15V8OAe0HmI00znxpoXXXEW6ttA6DXOPuK+2yHGNmTMOIGy9mZ0kYH0ETqijB00gsO5rCNHlmReD7FHDbUiQwPSLe00zp70jpddSotvQJQ0cU/WMCY5J9u2tYRjUmUufozNDPtKtOP9N8Yqoy4iq0oEP5uURTbySo0opKFn8To4b1XOWOh37NvlnBryKgty1qjGIz1t0Z/Gwi6ixr8C4vQryP/NpNLcv1mE1+5fNfCqgVcNPKUBbaiC6vdcBKJDOM+XimmLUvLMtaJOIPpWqKrKqqoyd8V1xG4V5+k+oIOwYGdxmIRzBmkIOj73HL6CDpfMw18mn0Ujo8Ie+ThlAlEE6CP+3S5V4TTto5Rw5dDk+nTQoGQQZIwMgGwacy9HxYCsh0PGprELkKCnKUf1UaNHDA4nPWBKUdLqq6RMP/lypVWmfvv4jXvXrTH+7+Or2TucATuMtL2gTqF35izx4K5vaCz1lg/DthglGKyWzGoZJBDCuhz8RR6EC5l73nbpjxZ/+vTJftLf/Pnpvb374Uf78NNP9pWy+7tb6zDCjD5tvzNnfmt4NfQ5nzWmv/tztbqw766v7PrywlYXC1vOWhweySo3C3uGKILyQ4FGGUYnFUpn1psLGFEODHhK5t4wBFA3lpqZJY0PtEIY9hi08UZXMQiDnZj6YrwveUBY0g5jHyO/hTYJqdC0GKsjz2kc/KlT/RFLDGiAIb1cXuL8uAZy9nyHw+c7e3v9vV2//T7iS5xCl6srnCbXNp9dWIM8dd2aV7V8aJb1P4htdzzU9aZvA2158ykH0IaHhy3Ony1zHeBBosco1h+Q1hrkBmTJoS3mXXPv7qYHIjezKht17B0YfZpc9ZFJ96yVuDcjph4yTYx7MulYxmyklT+gtRZDt22J0fOcByKN+QqH1uXlFU6ggouLK5xDK1ss5tY0rdWMT2LsMKA3jOF+c2f38Q2hu/hf0eQQWq83OBS3jH1nO42NtZUPyIgOB2QNMbm46V9IzCVGyrqggvK4UuSsHaUhGAPZCjwMPhTRC/oiw72cR3USEQMAABAASURBVHCPZx4A+ngY2LEHDDi552kTFrniEZJb6X3IL/EFlWiOnoIxhlIXlIyLsSKgPwFRfRtFlrF/G3RT+hF/mNv5p7QpCjmvq04KjnxPih/NuFeMyZ79iMYGGe2ZT5mjZwh+Q1WsgUm7xzRjzNE5nZo8VqbyBzghVA/akwdNs+56nMFCt+7s7vbOvn69tc+fvtgnnEByyOsnufrfBHvuKbGSvlz7o2suE9JNepxMTj48LFbMAbSipI2N97glhoY8PkD1D2CPfKAPOjVXuoKmKn0gl86flv1OkNNFULrlYTlxbrhAnw5oZMFKbIZEkfR4LTQQQK82HvLXpn60dyXtUezprYCzvzj85+zVc4s05XMQ9SfxzEIu7fOcGzovAnICgWXgij3+Kva4C150qCy+3VLPrGIcxmevPYO9PPZo7Wc8aPdgx56xVx1x7G84V/I+sz/oJAbsM1l1gZ7yrWXa9QeoTNCsC4NOpAr6Db0oBjHtXPKAYXWZMR/SV+hp1toC/WiMGndqG9NcQGQ6lNSDDfeh+PTI3nP+6GfnGxwyfd9hBvQWjp/4FgljiNj4uNWeTP2Ezgd9NqyDBKoq0U1tVlXmyJRSssrdvKojj0fNUIBl1rjOu63OQxw8vcA5ErIgTx4caT37c9Gd9CnJ2XeND0lCEZHsKJ6rL9DgcNJ5aU6lQBT9orceaNxylii9xcGVOT+jjDoGgKxucmA2TRlralvG3FCu+3BkyFCMjwQhOgSqCWJDUaSIp0FlI+BBe3U7YkopJhrTGCvtXiEHOnXxMD4Zc6GsH9mwWePRuUVMJYEOuP7Zwjj6P9u4XsfzqoE/hAZehXypBtiAx+exOAEPmWcZVNQKRE8GFyvhSYpSUVWVOajr2oSEUaPDxOJTDteMkZrj8CUfjh1inUrQYM9wUu05QxmL6IAJOmioL4E6EnEuOYkxTNNjWcQvEDzontbCw5qhs0nEUQmXoYDUGCRtZnxZBprGjbHRY/wUo4MD9WAUaNxjK8XiCBiodChDg5wFVEZKVAF1EgkugwhDZGPfPW8D9bCsh+jtZoNDaGs7yYLBaJoH+HntVjcND98z09/+aXlQl1HiGDpYAzAvQaaamllNvpaxMvyhUfjpDfMvOH/e//De3uP8ef/unX36yJtn/b0fDLA9NMZEV6zRAJ6GFv5LjLzL1dKucPxcX6/sYrmw+ay1uk1WaTBaBwJdIqqZdOCVWUCFgLR7bZ6QCYM0zWaMZW7lGyU4FeJnXQsMeRwv9CfjtRjzC0sy3DEuZdgnDPuUWoyxObzaAm/oEt4Rj2nlhUTnghOPUB44sAGk/YAGfsCEUCT5GsgYnCOPHjrQAY64i4sVTpI3OIau7frNW3vzRk6ia7vSN2dwDC1XFzYPp8nM6kq8KoxfC4fIhoeIDQ+D8dOw9dr0x6NlgHc4hvSNoJ4HhH2sS+4TrdOTe43hECjmvswYgHpjuhscGT1xuXe1xiCAsgR3ZxxCIhaceVLeTXrVA8NcjiDGtuTBaIUj6ALnz+XlpV1cCBfES+Ztbg3r0etk+mQebrfIumUdyagPpxYG/QanYtexpnnA2AqMSWs7s0gza1vyCeJxgEQig6hcEY/rmCZpSAtULkLlVFrpEuWRGC9x/6EL8iVJGqXJ8O+Rt0D6KsjcAz3IrOcMHc0eCYWHcZ8UGLosZNJv4p5xL7pVvkA0yMpACIXYqiF+PjrSG3uGsI+4tNKoBDvIUMqPV/fqmIlUoVdSdUeoZEShmerAUbcdZK7o7wh74Uc8HHkEC16STbCzz3SMZ1W/UzaGY7qOEGOlFZ+iaKOUHdKHhMGFdgQSQSS9aR31rPeO9b/GGXpz85X99pP98ssH+wB+xvn+5csXHP+baDNjT7yIbxyucLgvuceWJqeKa990mAuhM5GTpzOnrKBmPrTmQOyPrSX2Wj3ERqwyT/FQG2Wknfoj2mN76kYaxU5e0P5QeDUWMQ/FbWCOg2WA+mklg/rSeq/MNN8S2Tyuhwuy0yn1lJPmCgVtIIir2iGjZFDfs6a1AGfPbDa3BVA8Y389pFW2gE7xQDebFV1GvCjpxWJlwsXiiv3sEsfPBbjECbQiXlG3tJnOJMaXqoREZj3O/B0O7B37htCTjn2MOc6U7YHmPcrY33SWRl77BHtJxs7oRQMU97QT1Dazf+qmhiz60kU6QC1Wk1FMRGDv4RwIvjzgl4d9VEiNN24+SzZD5pZxLjhHW5DI+7CGtGS9gg7QhAA/9ruyRu9YizfWc/4Ysh5Af/K0qE8alDny1po0N/FvcTa1emlTN6b1NEiDbVBbzfmQ6trUf8V8avlymqGazBnYg856zonyTdEtOt7SLTEyZSCdlD7h6kJl7iSMTxg7jAilMQoKqOdaat3oNmhLngpC0Il+BH2on3MnENVQw4++miZZm1rWPECXiTXpsp+LJqSdA6IR5bQk6fRPFHnFFRdJI5BU+cF5q3yB+hZKrlzHMcMRnlxThTwe6ULByJizHQ21zka9xXotBC+6jnP8IuJ/M9GoxX+zGH/Z7l8H/qqBVw08qQEOJtURsSdzQJBQ/hnoeJCtcE4S5eeFj+V1sj5WPpRVNQcGB1ddJ6tJ15yQzgEX8vHg3+utDMj7HecHB8rQDpJIaQRZD0bQZhrliPdBy2NJ0Bwv2p7pT4fcWDgyGvMRj0I/FUM0VQDpqqpkR1AxhoqD0J75hORDPXIRhgwR42QsPYdnMco0doBBRs3DYdEiRsVYxtg80T85P2EMpYL6nsZjGu7qkwfmLrCxjocEpXcxB7QrAd6V1RgdDQawjC05R9q2MU8tdcm4GLZovAST3WnxQR50z9Csx8hZ363t8+fP9vP7D/YOx89PP//Mg8jPpgeQzf297TBG1W/FSq1YhILstRn9XFws7OpyhaNjRXyJwbyw2azBKKqN3qFGUPp0vJHSgCCZAjFTlWpNefeatddYA98WR0OLY2c+x0mCQ2seWPAwMYB8K4QDaGEJ2jY1ltIMKC4IPUgXKdEFEvmAkM7pe8iP5U6ZgH7sUHZOM+bb4OmuuLE09N8i03y+4mHh2lZXVziA3tr1tfC9XRNfXb2xS8qXy0toVuhrRtsWWSrul71tcS5uh5+AreX8ud/Y+u7e9M2ZDQa40OntKMZxzA0PDcaaNO4/Z2IqALMIe+ZMDwJd11vBlrjDkSiHUM/8Z9P9GsQac6DkxqvWidKxajyZxql1tsTZt1pdML5Le/Pmyq6vGRe4vr6268s3tsIxtFpesiYubM6DWNO25uwxWhE7FqXWs8Z0f39n97d38c2HO9bb/d2dbdb3JkdRD13P+sssXskZkDAjmK6SrIrkygt2/ESWfeFQggAEsho7GmKAmftAjp/MfZcPffXoZsdDB6CsB6rrwxG8Q3dCD40gXo9hF3Qht/oBj20cp/WIxp2j67R8mladQZOZ84JSUq4a07hnlpJyrUoU18p8sk5s+BRepX1JG+MbKk+iosFpkaNoh6cTj+VOZsRY9pKYZshnA6pHmkjGR4p/lyINgNVeojOOKjwrIjvVxjRtWpUMBm5QlbaZNZC5x+N+XG9Na17f+Pn08aP9jBNe++/7dz+b/u6PvlFS14l9YmnfsXdca+/QfcV9p/0xsbcZfTigA0J1gLOfJu63xN4nuhYHecs92NImQDqBaVp5IehUd8Dc5HQXgo8e7MFcgO+hXGnKRKO/fzZrWmtmoEk4BRLzKaAHdEIGWVlfukppgKAchaTQE9sX6QhjsqxH1n0UQF2DCPB0T5YU42gN5xB5Z/wHKK964qIX6KmPtLM/AaNOfNRGetNPmrTXab9e4bi/Yu++utK+trIFe+BcTiTGWctm0pmGbJrjXt8IGvavnj1sB/bs1dpDBH2bNmu/0elMGw0s8pSxacS+o/O5YEte+0vPsNFNDHh6oU41UaWLoHpiKchr1O3mmgfNKU6glrlq25klzlutFTNXA6KK2BFnD3bW45zvOIf0LaBtt0aODp9PDw286bPMDlmF2q1Gf4k5X3A+l3N7bk3bMi+JHqqCqiZfm9fJatqE44katjST7dhj53S8BIkzABsofk6HHD26yQcdssdpjbjR0gu8xDZ8NA8mmpCTQtECG+mIKS2B4YQWoVc7Ic4Ezgb95F7nssoEOoOF1g7jQqdJ40uNac044zevC8+TqzqmQHukKe1cT2ONpAA6anVVPuMMGqEyRCzDUkZweB2QzOk/ce87ZSOtvlkl2XOcYwxW7f538G/nKq3+24V4FeBVA68aeNXAQQPaiceM3lDEocQhRpkOPaLTUKpkUpyW/9rcwOdBs6HcdSBVbjWHhg7keCvDW4Sx44xxIvQcvD2Ga5w8jMXjgBq2WvL5AAwHneTR4dBJpM8u0bSiMBLEY5i2GdNnsZqN5EoLh3wVkpWL8Rn4DxEFJyGKdREONZgCMR4e/jAAerDDKNH4wwiRTmL+KrqRJoALZhZxRaT8CONDBwQS2EzwL4m4UgAfkkO9+uj6DQ/rG9tuCtS/dBzdQuc81DZ1gwNhPmCGg2RmMlplBCMIDIcQ601pGsbbwR7ea5w8n+z9+5/Ae3v34z8i/vLlM3UbHD8y8szoxvRR3xWJpk12geG74o20HvZlEF8sl9Y2MqBrDcXCcIL2GCpDIaCySvrBWE5NY+0MmUE8LPBWdc5byRbDscWJ0kaa+jBU51a+4aPxNeYytlxxgq2DZBQCxmcvgEMz4lF6+J2UKy/Q7kH5sX/n4Ur6bzGs5cSa48Ba6tsyOEKueHi4xDFyGT+furZL9HexvLQFNKJvmhb5a2Np2Y4Hh+22tw2Ong0G8CHGEN/iBJJh3LEuOup7DOUd61Pzo7UhCauQkanAztvDUPx6HkA6HEFayz08e+5ntWGZm2B8GElcEWSIieChvIzJMra5tczJnHnSGlitru3qSnhjb3hAvXrzxq6vr+xSD6qXF7a4AMztrJlZXSEd/Dr61pjucWze49y6vb/FAXSLk+vO7hnjerPG6bm1rYx+dNHHvsMeQFtGdZAX6QiVaSrLxfjQx3iNCjLngQFr7GKUB4M4HixwpGX6yqHPPdUZlQLRU95Lf92O+2MLOp7TtoCHJMYjfiN62k+R9eAiHsTT8ml6pDktG/qOtsf0KU2PnCMKjYabmfcjVCJUXKqjqgxtDnT9YQziVfjk0A174EBz5LenzxEweSLkidxTEoqn2W+m3SX3N8l+E8FktZy1V80RShUCUq475RTGPTeWKC1EHlqlWUixL3as6TvWePmp1//H3n8uuLEj6drom0hkksVy0jLt5jtnn/u/qb33dK9ekpZMWRZNEjzPG8gkWTJt5psfrZ6iEEAACEQEAkiYYBb1oPvbe93dfNKHjx/18eMn+Uf4b1mDVzwbUhNr+zlryKvXr3muXsnP3Nxroy+dqa5/ptP4sTg/qxV61WfWaZbXmG7Wa4IZa84BZ+2afQ2gnwF1jZ6HPrPTt2hw7jp/FmVeEt7FAAAQAElEQVTHeq8R2TpmdDR0yEe5lMgrjdqS8Ewz22weT8ZIKYqUAgjG4EkDBC0ETscazBuWZl6Tmr/BMoE8AWUHpxB4Sr3SM0Avl2tMXYc9+jxXvBF0fhG2v2K9u2Atv8AJdHF+Rd1C/pOwjC0bzlDWae/nxesWa8XAOj74R6FjTdhpR1pcT1+0r2ta7YtxgzkYSqwtm82atWaH036DM4ZncWtqDGASrOSceE55ICmp5RG3ZA0kspPJ6Wh/22TWz+Q9ds5em8Fz2yklQGn814T5vS5s2C82zMfN5kkb1uYBJ/iOtew4iiERCZS0tE9ZmfnQwztksP73Xv9DRosceHMGaJjfCmkNbaXGiVlhm7AhabEdDfTReHFKee2vonVyv8Lph2ynbeI8m5CTZAoiqY2YKEV5cpsRKBCMHKiPblf2yCkTcP474OhIU5oldcyvPmf1uVfOneocs4wGfifydfKhGIoq84u1jUo7fILcjjjygdcIdSpyiM0JGhRKyXM3KaOP+6f4oKznCQ0LY7ajH2MPo/bfMcIa/47deunTiwVeLPBdWoBNa9KbdRiUbRtkH8CmT8nfCw0EXticgh7D2NzljZooT5E2EWuM9fmnmQoaNW2jts1qu6TWmxgbdZva2OBSkgjyZ0qNV/DmUjGF08fKuKyQM7jOZRJ7GtuQ88DEyKmBIoephWhdwaW1vZoxneqaY91U45KAxpUnjKPw25EpDRPFcaMvHNp3cRDzQWg/vgFVTwcTNamNRCIslQzkvQFP4HKKg8KRLeS0wpQ7pr6ADnzbtllx4HK63chl4uBY2xAjo+2yZhy0Fjhg4lLAt6+ZQ3dKGYIazNUQOlDElKM/RSsuIXc3t3r//je9e/NWvwIffvtNj/f3OJ022jNnG+iTbclBdcchTOAd88OyLi4u5B9+vuKib/kdjpyWQ51lFV+kjchWDS5watWgs3m06Od51vUzzdDZ/OakcVjsOVDjXOh9eBwh55l65GYOWQnwISvBI3FYl8F8laQvgKIvwindaeXn5Z/nTXtaZlzMaQ5pB7k1bz0SeiXraH37DqfJTHMubvPFhc65OJxfXuuKb/XrG0E/6OLqFd/0X2iOc6XlMpFSa2aMA8meJwMHhMdgjQPocbmMH4a1s86Xxdu7O/l/31pzON9xkd+HVtaCth5wwPN3GJ2KcZhfLZkDay4Xa+bDBhhUOCAS6fBhDAlmAkdKIwNf7B19izQpkfrQmRmjed9HPy/o5yXfll+Hw+sqHELn5+eaMV/7nJVgt0dXO7q2XDDW/pM3+mbcZRsuTYXL0h7dbQSLxgroQsOTYD5odFJiypGsoiHrhCBQVxV4F+w6MNcDp//FwBpT80Vlt9fA3N/iaNvyHNrG6/UTtlsBa+y31cCFyPYtPJ9H2GHKCq6rwMiErB1tdhrov8sLZQPPzIQ7fwou/3tQ3BfAnTPu9AheIQ1Yqhosqgr6Gim0MwzYe7A9SIvtMJZXfKA/5Rm4rcJWFftbMaxo6/5bD6fforaChuf1KTXPC76RK/Tp6/CNBsyOo7QjZn3rpJ/aMc+DtqZMek3g+f8cmN/x7Gdlz/XEGgHDzWrLc/uoT37b5/17vWO9ffPuHekHfXz/Ubd3D1rjIGp59hdnC13jTP3xx59k58/F+QXrw1yZtSTkoktBQdgSY89JTcqrLsjuAeR37BMda0oGr9CjF9D3rKumAZ99A7x+AX023Sn0qJErcOlO1KfkfLVhQbEA5lOkOC747kFMAvQdlfVDOKKHQpcZKHdicJ1Tw4RP6eG7DehdJsS3RF9ASl8ZL+tbQehOZ0aaWpbSZJM5a9pC52cXsY5dXFziDLoGLhiTc5xA57FuZ9a/xp4GpviOebhn3fCaHY5j8OI1jWd9H88WY4aNvLaF3sblD43jmWJ0WR88Z+yAGZgXfj79LJretpj6brzg5KEFVeRaAAwzxLnLXF3nNMUZz/2qffKea71z6pSYd7L+ahinCPIaPLA+1z1jpTX7RtmuYOUviIrcBMuSnwLPB/PFX9jMYh+3nLla9vrUIyPeTGmVeJ5TgjbVdg35ione74l2CvthA/d7T1oMTKJIR3u5uflkeAW0SW1KdH0CczWVahloor5tqSd1G5KoU0XcAKgWK8jxmujU+5JTAwSQm0eWn6/M/O/db+aA8cR8SqmFpoE0AVLCrrQgTWQqBkIdeUpLgBi5mnddxSptxNYROtcdBhcOU0jUn4Lp6AKPHf2ZnkUKog/MyTqHPF8mDk5dajD+/YFt9v1p/aLxiwVeLPBvZgEWVoI75YS9H5SF2AswGKsyoXAG2EtcsrVv2CIAsq4OMG6ITI0aEgNJhMBHGi9+DQWGqPw8og4hlO7ZaEjIp7ZV2yXlloNP1yp7k+ZQl3EMJRixp7CRKT6xCQXmHglWTg368pMUMo61lnnMUf1lG9vhULpXaoQMd+45OKfpQxsCOYihBiE0sq76Zz+MDYNCKFzSuPQ8uwwJnmZYNa+x8yXKw06ZfCDUkk6Or0Kxj0wG4xNQfAzILsgbfFH3N25rLufbtfbDVv7zuyCEZ0oth5yszLdqHd+uGTKOg3CQJBSAJhSKBtYZ/TgUcg3hW8SVlss73X30peM3vX/zqz59fM830Z+0fHyIb/gKE3XvAyyOh2DBHFCT1HWd5lxMLnD6GM653J9xMem51KfcSpaNYPdNMQ6NGg5GDXUtaWo7ZR+QOAj2HAj9lkyk4Na/pw/OZzt8wHOeQ98HpNQrJeYnYDkpJfIjKMkhQPVjHb4O5TAnXR8N4RVtnVakMhljrEcbW6+C27ity41XMDF6uP1BR8YIvaMf9KfHAbRYnHNpuJQdP1fX1/KPRUfKt8rnZ+eaeTzbHutZViOmhDwMAwdfH0DtIPGf7T1wWby7vWPc7uX0CadQXBR8SGbsMI4VAtxfH6YHbXFirJhXK75Vdroh3djByOWiMO/iUEhP/dS6JzQ2GkkUV+wQ2wa175XaY+Lx7enrYrHQFd+Wv+IS++rVtV6/fs3l6UqXOIHiG3PmRIHpDn2jX+i2xQE08I35jm/O48DPPCz0pWiPHlWahVdpxhpHR8BYxQDfMJzTY+2IFaoqv6A1/QFGEqxvrLCo7LDLGps9PD7Gn0r68v7hA88Oz8ynT1zaucw/Uuc/kdhgzwFnUOGCN3DYHmj7LTDNBBON8xN+mrr8S3A/KoSu2Akj0bdqJ/fN5UdojlNCx4/pjrBjzbNDa4dja8K3gW8Ykw3zZGAtqjBAO4S8Mo0TOpTPYAjH1h66HXCUK8a00p6WMbIOgPwcBZzWN6eZL3CG8YuyYwFjfsyMWAgCZx05kVVOcCoJpjsB1gnP9Qls2IrX9aniSZl12hdr1w/MCT9zj/eP8p97eQ795h/cf/NGfgvzPXPpnufZNm6apDnPj5+dH3/4Ua+uX7FeXMpv3fVcMq3tpKJHO/ptu7swdMvKrLcZ2s6OHdKMs8f5ClM96bPyutZWmud4mnhAn1Ltp2XUvmZJaGUTseFZnxLzv8jP83Y9aDs9C1GJ1gQajcENjU4puOsDHI15kilE6cirkB5B2pH39fVziOXADa3jxAi963hbdu2H+1LBRC4HWvocNp1rNlvonLXcjqArnNxXrHF+49Fr2+LsjPqZWuib1JiBWEZwpOx4XgAu3QPP0h57lHg2eC4oKyzyhTkSD4l1pGXt0z7ael6scJKvcCL6T2c3OGUGrzWslxKnClRMaSeGP0DgwilkKHTcvGBJYJzQzWM8Y6/p40uWubz/eq4mxlaCGQAl9EIlOPDc17eSH+nHCp02VAwq8UZJkBG5ndS2mbNCr9z18p5n8G8D9uRbzgAt580mFG1oA4x2IkPYywYrns+A972CfQacZwM6GGynwpqDYtBLlup52HVJHXxzRnNSl9kYrtfhQx0tXJdHGuOglI68JlrmET1HTKHP9JW89yphT1OmFl4py7Z0X/08GFLulJgrKVE/8ZqUcBrlIO43uHlVgJi5SUygntj61zrnJ6glrp7ANRNe01oS7NG3WHfOEE4HcKfuW+1LbVHjcfJFxk9QIN9VVHv+Xan8ouyLBV4s8O9ogcNyyuIbi20UELHZFw7B3uxESgndZ/MLpAEnkCWA/ANhbNI0jfxPjo03gUnk9fnHb9W4HjpvZt6YDQ0beE4tew8bGDtIoi0Y+ZFBGtPQdcTHZKqK3XQsc1K8CRkJODY80GMD2yL66xMTeVSDmhLrSd52ogCMMmj2YG7jMsMePZ2K9Mj3iMkfNj8nFazHc6h6EnPAKIzRQLrncFZlm7a2VHTwM95UJTZ1b/w2VqTQeU93y2IcmpJ8uRcY7cEpBq8UIZPDnd/+2XE533F49iF6z4Ha3U3uW9PKzpQu95pzGPWbJX0/i4NI4vADszFMEqWOkpYx2PAN3sPNB3348E6/vftVb9/+yoXko/y/fW23m3hFXdDtbV+gAGJ+tBxofGA8v7jU1asfdHF5rbPFhTrkJ/QogjtzpgBKSOMQ1ODIcV3uzpS7ueKwycE5Ug6emfqc56rAocntlJUS4FQJrU+BrM10TMZhqIWMGppzUPOB2MD42Z4VNhziJliBc4gt5ANow7yYDkXmdgQwAoyRegx+HkbhY+GJnqantKC/Uad0ikC/sFX2WAF9/FbQuRbnVzoDznGYVHD+gm+WF9h3prbtEdUyNnutOfD7f227f3iI3wm5vbnR7ccbHEF3erh/YByXOPHWKr5gMHflSRN921G2084HaZyKdlZs/IYZzg2/beaD9RD2QmOCTjoc2ejPhI21h2zte/K4AT0OPs/JBc6uC8+XA1zQpzPm7Eyt58kePnt0ok8x97hMbHEE+bBfKI+5h+4nqqBFDVXiETdNqMOloRjodwmoNHKDEXUSNEFX4oBPDAvHrsXcNCjItl3W6xXO0Ufd3N7K/yvTx/d+fj6Cf9LN3Z3usfv6aYWjZMu82gHwwfYDzq0juM7g+s9hjw6fl30rX0b+A20sp4K1Rl0nQFiCdAoNc09/42MeO/gOwC764fnhy6bB+AQrLqH18um+TOB2X0Kl4xnzRZX1y8/hEPPS8gxWaU8/nI6A6sd+uMwDZzBuaIgMJJ+FSuW6LyGxLldyU/H0pm9BVnYd610aIZM+A+Z4fgadMutdwqlpyKQ17+c9M8mL/AbFIw52v7UXc4hn9u7mNubOCkf/jrnSsnaf4UCw4yfenMO5vsAR5LU9dPEzY90AeX7WDh1iF3vPCVp07jr3BQC3vol822a1n4HLD5AycwWA1u1Pwe3UHu1mHSA+yDfCqKrE8zxoy951cPzE+BfWIGAcYxI3GcHjMqKfJYf54I10qqOxyw34B2IOUUQKf2j87PJAY3tnRiBxMF28PQG/wLFl9CVSxou0AFNZC94qq2Md7rpePQ7u+dmFzs8vdcGaHX/6iiPogjX8zOPFFzPZY9WkkG9d9pz/djvmOuNcUHgg3cWzsENngHyhXnHWkPyfGHUhjwAAEABJREFUgrJ8yduvHUab1RBzaLVayeD/IGCg/dZrNh1NAGrS0Jd2+NHRQllhH6ypYwpRKTFRulz7ccZ+PJ+fy+u19+OkFjYVpEbxQafi/30LB/dq9ag1+8awrftndNDKpqAkAoG/ZeRRxny+CP4zy+LLouxnBTlCEg2CBarK/XXeY1q8fmKnwp6ws+Nnu4u9q2CnweX03TQGDKhoDz/LNeTQ4SCBGnMmH+VJiWetZY6n6dlIVW85DWrybhITBNuhlMfRsJ3mMmNqEriqM5/oL3YF7+ljzhl2hgaOjciICCAE+4jIjIH5WLGp3ClgnUYgB68aV9qvxyavskxrmtqHgX7s2GPJjTazi9D1hjK6DI1/vzD1+PvtwYvmLxZ4scC/iQW8IccuMvaHpZdsKaTeWL1z7V1Vpu3WGSAKSR1GfExcIi7lkfqEEEjDxiA+jRJ1BB0+jSgj1wARDkjkzKtp2BT9xg8Hl5waeYNM4Cm5HHCZcVZXggwad2zjSbRJUlQ0pEbGfBnpRF+NF6pPweUUjcGdBLicjQWHJAUf6ggK/FB1glj4KNg6TDUWOOJGC7qcVh9xatgkvdH7cBFpbItuNTKAPWHMjAkFYauwke3lAtVzJiRufQqW5/3eZVCijeUOnGU2HJK32uCM2XAxGIa1CgeeOAnCp6Fhy7jEYXQ2U8ehyt+wZX8zy4HGB3RIgp/iU9S2lgJwWNysHnTLt82f3r/VR76Bfv/uje5vPmr99Mi3tZY1yKbdmwN28PRqPDc4zHRncy0urnR5/UoLv/3Dxb7nW8TEgXfPxWHPoS4A/ZQ6wkypnSnb0YPDxwfnPtIz+RvHnoN0xhGSsy9Qc6XUK6WspCwRC1wTTr4EUBUhBUmgERVhPGtdgb6WOPxuNfjwGrAGB7CpL/YBOIBK0NKeljCBG2MBXug/wRhQa6isweInQK+qDAXgwYnBjbanKXXuU6JfmcOi++6xm4ej5ErnONVsW/852MWVnWzYeXERTqDU4mBD8nq91RKHxMPDo27v7nVzc6cPnz7pI+A3Uu5ub+SL5oYDuvvnPtCMYK0YWw7We6DssYsP1hzq6+X+SYOdQZQJe9iW7nGiSwT6j03oUAF8iHRqjmQrqUyFFehbMohnAKk0dGxW0MHDB3cO8YXnu5C6vmWx6tosX67OuCDMAOOZsnim4FC8VnIZGHBg+dlY8WyssEPgOLRW9HdN/mn9xMVzBB90oS+e0FYWPg4FoQbjQg+yoV/NE1PmObHbbOX/ge3p8VFLHG6PD/dc2O90e3unO+x+79T2xgHk33XZIm9wn5BXMMy3AAmHAJksa8AuFdCMQrcduGhM4HyFfbSFJNIpOubdvpaavmLfjk3jtk6HeCNhwAm0jbfFttjVsMbWE9ips8EuRzD9jjbPwW8MDdjCdL7AGjeEHAQSMPuJrt9Wcazx/DKMWeYXs42MyyaoJRQ+C57DtYA5CannVFCOuPMVWHsyNKx1mTVsghR7X4tjCAjnTqsUa1anunbRLmXqKyS3nyAl1pyi5dOa57XOHTuAbpk3duL6Mu/xb+Fr58/1q2v9/PNP8edfi/MLnA29MrwwVu3CszhFLqmRQscc66edPXbcuJ11SSmrbROrc5BDS5oAOXL5CZjOMNaZyuBTzM5KgHjs7CwOYN5ucPCt1xs9PW3YRwB/gQEMlG/8u1nM4wLdAMT4j6n8nJn5ybN5VA7dsB0dcgASADFl1IAUmVcA/PxmhvkHhOyBObkBnH4FWOOsf7FudIgAP9hGqBKsS8EOOyCKI01qsWcX63ePQ3uus8WZFotLLS4udIFT6OzsXPOzBWM3U+s1bGxnAQUnz+B+k3pf99uOO/QfvCYH7CWvdSQhE9t47RviWdrhBNriAFprw5dDW84Ihf1rx7pYPUYQu1EislOG8cJKY0xZBCptQ84KM768yUAfe/JcmX06pQ6qkUak5FAI1bGhfwMI589mWLJFrLRDdsGOQULEVkdsqyWllGUbeS23cynA67r3+7ZTYs1PnrcBlhBNhWlA9tpz8Nhjjx39HraljuNmpx37U6GsAr1j4ApAIyVHxAnZyX1s0WME7cCpN01yHZCBrqWcNE0AjYJoQkjNH7CcABw/7jdFVNJf6N3ez1zPOSwbeGYza0R9/oIAtsiiBTlw2oHX4JKKHUtN+yXU+oneaYVx5CcmOtXNhc6H7ozXABTPe2aGfLYk3QVASd8Y2FpM9jSYx2n+XxW3Rf5VdXvR68UC1QIv8f88C7CCFi+wpPJON6VcGBz+IYM0UAEEkGOIPJsqQaqRPv80Gv95hWyOtSk1bNiNmsSGEzhp0ypxGM6JNDkP0D7pax/qoqKBj/GkphGfiKQESgfrJuWY040PKGlMXU292IRkm5BvAIeGcjt+DAI/gmtPoZH/nZYc8VDgmLUcctaE5CRMB4oBNYY4uHvTHMlHOvqHpDEj923ijpnoP0WZ2ih0lKK5ZQW4iGrjJARjAP0uPghyuRq4lBcDeR8SxUEIheKMlxiXtu3V4TzpA2bKPoymjGzrhoAWgLNaIsAHxPV6qUf/6RfOnk/v3+n243s93H3U6uleWw6ThUNkg6ZNsz/2rpGaJskHmhnf4p3xrefi4kL+HRs7nhJyU99JHBwb8JbDXdsv5LeC+tm5etr0fLvYR3qmjL4BHIzicJS4QKWsBEgp/jlVfJJQJzAIahrxVO5DoWETP5DpS4hfUR9w7mywnfEA+rbhwLrZLDk0P2lFfjWsaFNh8IES51Ac6BDISIyxhdWcsVDGWTIFTaue6ELeWY+90Qpjec0QT3lSE3I4tO1i3LDXHBvNLy61uLoO59pl/GnYNfkrLhfnmuFka1Ovsm84CO+4aK318LDUHQ6gTzc3+vTxkz59+Kibjzc4J261XD4yphumjW9rwOG5Mb5Tob87Lmc7LvgbHCcbvlWOt4E44BdsY1sIK6AturvTFabYzwTT1STUnwbGkP4ljydptRH1NIw2PnRy8alvtKELh3zLSKwxHTaZdb1mODWd9m0nl7XUwQFZexXGasvlbsv4btF5HfAk41suJqunFfN5FQ6yFc4gP0c7Xxb2gwqyhNKoAi84glgnMMIemAJyoPO3zHYq2fnz8LiU/wTMb/rc43h7xBl0/3AXF/qbT7fUPXApWzK/1vJzhOkmZog0vwoux0LUudckXwnppOoUr6S0ntZn7GU7G2znRLlp6JYT5FYs+lhG+VHzPEon8qph9ly+vA56nhwBhoeGaKEAZE7tLQezqTDGQ1z6N9hje4AVY7Zh7DZc4gaPSRAfWILUdRKEYKW+hBTCpnK0pYsFTdz/gHHeWbfIU3faZsKdVsgsLQZa2J7sd4n5VoEy+MUFjroMBE5Z5lm0kyXylLvOkFznPKlxa4oAntlBT37zkjlzf3+nu/tbPeBMXDJn7VjzvOhzp3McB9c4gX/6AQfQ9RVOhTP1fQ+L4ESH95Ia6QDiQz6qHSWFHlzuk3XMWRm87dwX6m0/EskRQNC3Pq4zBO1IxCNbx5n54XFmf9ri+FmvB8Z5E7BiffU4D6wvm5gHQ/R/unQOtCvjfPQUqPOKgQwRCHSYgLJQmShNQNkUCoYz3wobWRfDeotM64R+1mOCDXnDQFrnaDns8SWUgfPkxZj67T4DvifHNgwe9kOfLmHfPFc/W+iML2IuWMMv+ILEcH5+Le+XPU6Ptu3VMK/cDt+OfAYceAYCYDz47Rb2/R1QKK+6eKyllmdMwiA0LNY77LrCEfQEkPJMuX/Tmi2+9GCiuCNYZ7IrWQfYOAl+yiRZmXkyYw/q+wv13p/zTBlI1pc+MnOQ3gBwxQAD++vAs7wGNpwpdugTsm0/g+onJLeCV9YMvj32mZxAbe6RTWWTYEqoXaVhAxDcV88R9oqCfcp+h0Nip4EzykB+sB0oG9CngMccQrbnAxxDVwwHI+dIpoBIjZDcN0M889AZDzrwSI+R+xJgGRPEPEYieSGx8svqul49/fOZyc+iIaUs1ytYOzI0owDjoId5Bw7hWErGmAE0AjgBhgqIsq9FZaw2MTZGT8+rLc4022zLFyO2m/sV32+aRcxt0zoTNUa+O6g9/hdX+0W9Fwu8WOB/qgXYOOg6azKHbZA9MIVvrV4TjVOD6T9PXfY5TDRR/iwTJYrDJHtJ07BhAA0KeDN0wkbkIGgocqLTDyRR7SZwUJxVTglO8H9qO2Hzd9MUF1djp3DShxP0SGGtnGukCXXW8C0l7IziuMTWBxVjg3xvloXD2N6HjKir7MIOUE1hEpEszJUjTBu+9/VCnUUbN5dI3XCCYGa5G/kwN3DR9eW8bLfaWwechp4rKo0SRs5cFmYcLPtuph6nS88BK3HoMG8I5E+c30BaZPiANnAwXy3vdX+Hs+DjO918+A0H0I2eHh80cPEXToFmtPfRCdTI/Lq+x+mz0Pz8XP7NnzOcQD2HXr/5ozRTgz6pnSl1XFhwVvQ4NPpw+pxrPuHxLeOZ4nCZ57DtgYyGhkQ6gUfBOEWnIWHhANcDHPwGDp8bDqL+/ZUKS/lStVo9ciF/BL+PdMXlaxnwRH5ZIRxC63AEmY+dIlwHkMhoIR5R6DchFDvEPDHisYoRdeYAbsNQYzOKaHqKFyoDxkKkyBDE1KWUZdvYbvPFeVwezs+v4q0gO4bOzy+4EF5ojl07j3WTZKfGwPzYcAlYPj1xsbyXHRK3OIU+fvpI/gZn0ZKL2ZMKcwqroVjVm9bgO+0Zd78N5PohDvdb5uAa2MrzpraBlOAuoTSYAzZwEuCaOj7RH5chZvAYodtmteay8qTNchV/PrDj0jiMc9v8WtaXtm3VjdB7PqXWXNABOXxjOaD/lgvSBsfO6mnJGJoXKf1e4vh5In2i/OnpUWvwNXQbviF3u8LzfOwHillogEU473TvqMrjcrFF3vppjTONOYVD7fHxUU/LJ/l3sh6XDwonEA44//7SI06h9eMTF9CtdozHQZZZB7gPwPh8JforpZA3RVXHKee6LyGlRin5MsFcwT4ptwqgXNMHeYTIFS8aZCzZ3S1hh6iCT6qIEviIkkQTr3mMXQE8hsWXndC9QA0RTRMyaUneMWXIwXjMmwHgsmZHD2PsPzfYkho2jN+AXQf4DRZEM8Gn2gKm8qw0RAVRLTut/wK3XNody1lPwkbolY7tE2XuaE0nGzptVW3YKtum0KWUpDE1fUqsVRlanrsEKLke/qIs6JApykZIUaZwLmxwUq6YN084EZfLpcIxiQ2EQ7Jlz53Nshbnc12/utSrH650RXp+ecFzPkNMtYW7WKHBJseQmEfW1fIyegV0WR26Zl9s26Nebh8tjdj2kUbJMYr+txJpFEKzY+LsvP/gVPF6YBjKhjEedHzrpuYH1uOYM/D3GHs+0Lw+DvAKnjGPKlbjpNoHxCaAwkKjAo+Q5Tno5x9wPuqifg97ctSHTNIBmsnBs0WXLU4gO6cmcD6Avlj3ANptmY9VHvzg7YAaBN7y/7UAABAASURBVBQinsJ4PyaLzgKYF16LZ+y/c74cOT+/1OXBCXShBQ69Gc6VzHikpqVdE7bAvyHbdAhnxjZsGTj5HfoUryH039JTk5BEU+wX6z3PkOfUhv18w769ZZ0rjIdtw4yrhLFP0SA6MqZmVmuJpWrzLM/n3M3Vsz9n68p5IqeOeuo8v5Aej6hbeV1gPR+Qu2H/9JlisGwcM7acSQyBW6zb8iz0PqvYRjiB7AjKXt+pE/zRBCyBNaQK+9B1CSMVyyNTbTIw3sxGyvZAobzYVqxpgZO3IyNkw+bLEArh/0kBCYKwgaW2VQs6bYSaKTznNslxuuWZiLXRcg008TOXGeuu69VPzyPPUk4JKRVAoJRqhBZVrZqNSsoi59QQmeeR20xwqHlO6765MzWtRNa78IwM6Bu454dxG47+uLcul8trk89iC/2s6F8w+9wS/4IKvqj0YoEXC/wPssDx5BBra2RjLd1jBAPJ3whfpeAA+ayJiQzPCseMyw1jNhLnDZH5WsQySohN5GvVz8rY3EZasZXrv/BhH8I2VshgBlNq/HNwneHz8mYsOE1DsbH8G0mMBeJJvQEGsCl6Q3zWIlhFRPEx9SabfODmpBT4YSPHLlBG1inwnKcFUsiG68PEwOHOYMdP4RC456AjLqPi0BzSiFoOZzMObGdnZ5r50MZBI3HIEocMCQLYBRq4+RccAKv4xvnm4wfdfMQxMDoHVlxsdxwkS1xICiO3D4CFmrEv8VozB7gFTgm/5h4OoPmFurOFMofFtpsptwB4zyHPB7wKC/WUmSbzjWLOcyV0zQFZCZ0rWOcJLBm8kE4AaitSShvHFNhePsig9wr9V3yTXp0+XLDok3E7fFY4fQxrHEJr8PXqAQfEcoQnrXyQxenht4d8eeCEiQkRbDEjJKcWOaZ1/KBBh1InrWsPUMkcfxuKfLEzSOEUwhYCMo62njGd4zRbxEXiQnYCXV5eagGc+fclOETnrlfDhcJTw/Nkw7yxc+L+/j7eAPKfmNx8+KRwTuCs8CVhwFbisGypBiSj8xBQcAINO5w+ONM2tknAigvslvraVxBsQ+xukTjjcYnUZSmiqLFZPJ83qw0OlDVz7xFdcJrcP+jp4UlPOGh2XCQK33xrXMdSHMtbxjgHDzH3dxzwt9Ct7eCJC/Sj/CO6vkgvcVw+PjzA/1Er+vjEuD/hAFozF9xft9vR5wIfoVAdq33tdpWALCPJUUDhmdvgrHjkwl7lwB+5/tHt4MdFJ/SFTUMLg7vt1MyaIytqT0NS5iKQZMok8TwzfawWUACKMDNqHnDXa3T4Jp5FHdrq+Yd2LnAygZlMvODurJwGnYlAXF/5knkWCrPzWGBtE1FCftvw3OJ0cl980Ym1zpVji+KLtP+MDDvt4jJbuNwaBrluzzf6A4LrWFhGomWS4BG8yJERDwX61nrnE8+GwbjAIxXtRqga13xyfTLueeQUGS4TqdAfPGTRj+Qx4cKWKYv+PFubaEtdmuqcjuCyCvCkzPqAWWEALOTzlDF/NzxTdlguPT+Zr15zBpwTe3qIv1Nd1+EAOtf19bVevXqty+tLXVws1M9nSuwpMXg6/aBXGmWMqXWx/oYu95iz9rNNSS3kh9bj2Nf8s4xMZnDdlDIQ8p+DFNZag59pg3/XZ2vnKs9mrJ2khT6ZJsYW+mgLM1RAHywEkgzMI4ojkFXKDfWAU8DtzGczrLRkHbLdVqzfttuKMpcPOB0MxesW+/TAM+421q1gc9t3M6bGKwzMxclRZXxgXyRvZzSwRX+DeQzoXzxPGSMdPpNVauo5ZwvWlLJkm/eyE8UO/MWF/8t+4PJal5evcQaxZ/IFScv4NClVrjBgSWaIC8/HroKfHdatAShA7P/ow0BgGtZr9xVdB+bVBieMYUD/HeNhG2h8A4jZh10Rg2oeXCfkCFETKaOitkVn9uYZX+j07Nc9e3XqO9p2lebQkBlrp8zhT4dX2jI+w3bFFEEv9EZB2tRAjwJpu8QYZ804G8QbQKSZOZ+yZbTQNNXKe9DD3EAWhtmzN3gdKawlhc3ugDvPWl2gcZ8LY4UREY9BzcYQh2wjFQ419CcBbZvoY4U2Oa10h/jQgBLwkAGKEETRO8ZkB7icamrMI2k633RdVt9n8hk5FWzv56DjB50+z5jvAUCim1gLlDg0OTR51nwspVvInmpqK+t70BuGLjWzmkY89q/gpDSjXaSY3JmoC+RfOJp6/C+s4otqLxZ4scD/WAvEOktEOCy+kzFc5gvClD9NY5OsBSdoLZji04pTfKqHN/v4IVeRhmQEVs80bsRsaT47qEaQfCUcaKINuWSixtE/Bif9PaL74FYZ7GsS8SkeBf/NkTd2azGm3iBHYyV208aGoH/GjcqfMe8yA1t9bLqQS+1IYOIocN5gGU4NyGIS+CATh08Odj78+RvBgmxU8E5vQrgkZW4Nnf9Mxge2+Xw8YCTqdPg4N4nbcTDb4Py4u/ukD+/f6/bmvW5uPnERf+AAvNLeApAj5kVjaKSGC6f70nEB8qFwgbPn8vJKF3wzbUfQjPwc2R2OIV9U5jgmXD6fLxTOn36GXq1SykASkeoHXEC8AlVL6LpLAoxzwqDC9jHQlJxcgZ4+3BcOv/ENKBf9Ff3axNslaw04QWy3wqVgx8F5D+woM+63TYbdVmFT0jKCaQo0BdoCX7flFI64gj4AqtqOBgrRxDoB6EIGGmKytQ58DDQbsZoESUU/i00Zo4WJSG0vbJ5zz+FxpultoMX5JY6gS4VT6PwiLoxzO4JwGDFYHMCL1jgu/HsiD8ul/Ns0nz7hALq71fLhHofLUlsO6oUDq7hAiEuTGOsADtGivFA+4ATa2CEWcxCbconygdEztHbW6ltnp4BRGwdA+ygI09DhgbZ2TPntBztrrNO9deEivMbBsl1vVZibeJlgnZTNw/NufPIL30gOfFO/Wa/jrYknnEZLnDG+ED5ykV4+PobzZ/nwGG/jLOn3yoCzaE2bDRcij3vh5Lqnb+6rnyenOvkgNiZZQXHXb+n7E/pZ14eHpR7A/btCG+y786UDfm7eoGcCjPtZaUJ30ReXkGIDY4kouS5hIQP5mM5ElhlZxmAkF8UOFDfAMdD6kEHVw2PisZnyxXwCYONCODkpRATaWMqeSrOiJbTGTmHqS455mNX1nToubIYefM7FrWfeZRwoGTyltvYZAZ5DtuEeJ1DBGYR46pIyvFroW9aunDqllCtQlqjLke9lPOoocyolQhZRQAo62mZoJ9ypoBsBNeinL7nuJuXUu30iTSGvZa51o3ysmkwDyOA2R7D+CB4T6k0bdOBjWrEaK8pojxKF+b9ibfKfet0/3sdzuHx6lOdz2Q3yW5Zdl3WGo+fi4kxX1xe6vDrHUXCmft7LNkshD36qQFKDhxEM7ekHccImgPm5TcZxlNrnOkEeIabvZ5fjqGCzihajTHd6xzPofvhZniAcP362WC8HoBhYP8Jp4ueDZ614Xo062iZoiGXM3bkjSE3VH309B7wGiE8xP9bkFWv8Eqf9ktS4nWkD5aGLaQDTGoaQu2M52Srq0cvOqeoIGijbADXd4LBy3XCg2TAu1K8H7SgzPybRweipRamApB3pjt7YhDWlzPsZ9ldmXrIvz84udHlxzXp9rYsr0vNrzRYX6ru5ctuPzFJdgbGVnRsB7F0DUHYb7UOPrQr99XqdGBAkKd7WZP8aWKcH5tcG59gWR5D7UlgvrXvCLla+trG9q+2NIZxQa4r1pi8peb6hW17QhTP1+UwpOk27aRz3RkZAR8vf4AAqrJcFXXchc0DESIO+sCYktSkpz7JmcT5YqOdLDtuhSR30rcQ82ENZSI0fwLaJccUZ4blliPxO7mfxn/aOeY//jueOCn3x8WBNhcWWmTKkdDGhX0qZPqcDiHJIIWCddF/A3LKKoAxk2KIXaehCahI/dwle2XOhtV0N7ZGviQA4oKolgJFE80SFAXkUkXEAi8qQ7siFAOVjbMxA9rMQzLBxTQt8DIOfa8Zrh+3MEA2cRFvXBzJGsV7EeWEs+A6S2tvvQNEXFV8s8GKBFwtUC+y5jHM4j2NBLdEJTu1UeFpM2dTGKVmHE9TZA5yUGz3ydA6qRmILdBQbFiX/WOCC07Dqso9CD0L8z4fnWxhf/tR+jqr9M/waE0dk5CvwXFQQsDeyIRvdkw4A26ILXTQBPH1YwEgOUWp7uSzApdUIUTdFpxYxyy/EU1DYjAcOexMU8MKBRxyCKp/EXb9Vy6Vrzrdodrj0/Uxx0LDM1oc6GI06tKT0QIWNfsUl9vbTrT58/E0fP3zU3c2NHh8ftOWiLOT60iYOHWowtvsItFyWWi58My4oZzh8Li4ucUJchPNhtphr5j/1Qr4dEXb8RLrg8IhjKMcFsVdKWUSyjUBqN05jqxv5ROzMCdhQ1gmIntGPwkFz8OGdQ2dcCFYrbbgcbLdrDu5rDs0D6Y4ubTVwSC7AgFPDNi22pw+u5gMM9Ns0O8qj3nn4F9KwxSjXmlm+U5SkLyc6QlNpXeNyUhMCHhJyXwRTncKB4NCgNk7kM2PtMbZtLy4vdX39Wq9++EmvX73W9fUrXeKU63EEpbaVmgZH0F5b7LPEWXLn3xphzG9ubuUfLX7EUeI/P9nQ3+LLObo3KNJo/GCTwnwzDDjFNsCAPQaXeSwMJiUlGKuAujpYBYaUDhC43YAuvgQ/LVfMt0fFb/b422pOlYVDqNtBzhwtMv2GC9hmvZJ/y8f/1bFhzSVn9fgUbd23rR0xXHQGLtg7DuAD+A5wWnAoFb4pLrF4mDMQ+pESWKaIj8GHXfOxo2jDHHrCgRRv/3BhfwwH01LWZ4stdsircwOtsXWLk6Ln+YgfrSbt2052zjaMG6Z1GAU1Sif/4pl0bTWV/ElqnMjFFTmNa2tYRCGmJTWXfdjN+eI1IiCqKOc5NoqMUgng7YyT2pbqbwb/2UmTWrXMK/8Qdx/zsNMhdX/jGc/yxV0Y1mIGxnTn+RK2Qh4SPI+b1Co10MInZ6cNywJlrA/JEOXOY0PTGnBIQCTJtgGQIZdzaUxOaeN8gJIElAD30cBTO15wTZNyq5R6xXqJDnY2KWWapYCqLWwmhJQwDgk08KZ2DM4bRQblluvcBLb5hmdnibPz9vZW/p+/HlhvPZ+3rF075mkDix7H2tn5mc4vFqrr60Jz1lvbKFEf/KaUTNXH40cGuTVmfkCcujF1n6KOvAkmcGPwFrBp6fRIZcyFI3ggWQOtY2EcYw3gmd3i9DH4eanldY9kstGwWiAxRkcYFUdusIyIcYHawTYqrEV24NtJ9pEvJt68e6s38T9TvtFvv71j3fqk+8e7+P2kIdbuHeMBw2e/HWielEWNbWPws1HB+hVkE0BdZ+kABS5n4VFhrAyD3yyinzv3G7x4TTQd5M9CGNH9M1i+06yE7VPMsYV69syzxaUWi2scQVda4BQKJxBfmlTnR3NguefZLQavXTziomP+AAAQAElEQVQ/g+Wyd+2xTylrBGwr+CLuOtuCebTB8eP9bwM+DCvW/w10OGGwxcTcmhmkGkfKc1EMUZbVdr1Sniu+0OkXypwvEn2ZeCjWU8YYHTEi9mJ/xfkzDE/aIrdgKwrxU9VxQImxKXnEJuamn7v+bC7P75453nJ2SG2HOi3aNtAbII7n3Slc9tJ+t9du3C+KHT7YpwB75qjTwliVsInnIwCnGpANZ+NlSnEEeQa5DFRiHJP4lxI2SEqkBzDRM4CLWUZZwdHoPPLYe7bsp8XzZKyfeHSsMzmgV85d5Y88kxVsSRObE+1cEoxrFN13mYGihCyoBJQDTvmzMNI+K/ssM/Kt9oIn63WxEiaLOlUdwTGFS9kDIvmuItT/rvR9UfbFAi8W+Le3wLRAx9YTvXUJy3Dge2cCmyJ2vwn9h9Mv23xZ8iWzhqKGVZMtUPIhTmQoi2REqYisi58B9QSKagyiafMw/o/AtAcdaA9KH5BD1RFpDugp1VTqvhw1OpCyhcY2eiw4YB4ARgNlyrih72OTdrnoU0P/DeBg4qDifhqoJDTA1yTq+AlWJVo/L0QuMgcOohsuolsuuf59gh0XhcGHH3RqGJfcZc3i7Z9ZPUiNlzAfOOJsOPI3bx90/Gq434y4e7jXze0nffz4SQ8PD/FGxTYOl9HA5BX2JBz26DYbf6s5h9XF+bkuri91/epKV1ccZP0GytnZKH/OwaYHWvlCZT0SvTPAaQxpTMdkEjmlUfwsA4coJKXchzsf8rDNwEE3DrscPn1xsONny4E9yrmkbLYrDesnbXA8uGygjwOHxeLDIjaspy0s4w6ar8s5aBfTwdtpQY6mA+04WzxjDL7uVc3Q61DnkqJENwOcnYCyCXXqVk6/ADeMwtrA9kvJF+WsnsP4wn8SxmXi6vqKcXitaxxBr394Lb8RNMMB1LaZ1g3d28vzZonD7+7uTjeGTze6xQnky+j6aS07O2yPUJ/IohP2KAEcbJl7G+ZgtfMWnhxyxzoytEDUFGhsXWW1DZQX7GwYmM8bbG9eTzjp/MbOE3ptGadw1sBTPEN+mnzBKMzzHbJXq438J1duY/oAnEBrnH3rNRcPDtw7Dq4G92PPpWmHzH3wC25KOGisF+rJajWpibSWVVx8Cm03jP8a/k9PSz0u73k+7uQ/pXu4f5AdUQPzy8+hYc+z4Tnug/2cC8w5z8YVz8X5xbkW53PGaqaELJ5mpgtzAhkhGKvZJiXmHLXom1Asx+Ugy2lvB0Wm0G0C9hHDaExJmEDmYdsOPBMD9i0G+Jk/YoI8hV1tC3qMoJQyeiUKyMvQwExgkURELTSUoX9KrezM6vuOPvXKpDmTomMQ0RKRTAfmC30KPSgIHdw++tWpw0Yz1pA5zuIFTmM7Mn356ynve/OzXi0snQK0m9YRCpHSAEnGJerph21lXRJ4gBL1zP2xz6ih6ZPouyhPEy35itsGR9D4wbzVhCCEsCXMx1onyJKh4pVmzAdvVggUKJ77zKkHHECfbnBi3N3iAH3AifnI87fRnnWnZY728w6n+pnOFwudXzKHmEc9tk62YTJf+On0w5yoQmuhaehbJu1I3d+ANqlNtCdUwi/jL6pOCgr7Ton5NaDvoDVrYl1TN/hLDF4TcDQw9hPnEAePBMJIhZVSxKZAadsF0Pic2rgDMjas5Q+sUx8+fNDbt2/05s2v+utff9G792/08eYDdrs/7ldCboyQeQJchuv/jAAeATlOLWekKydforkKFZ2MUKAC6If7W+jnYPAzj24D+4Cft7AHaw6U0c5SjgBH+lzoa2GOxlz1PE69eub+bH6hBWv3wj8OfX6ls8WF5rMFz9dcbdvBrxkBjrYNa5L8TCO/7DbasZcZrFsZ1vhZNhWmvS7egn3UFqf/gEOooLt1hgi+8CQ+BnQl87zUZYwUffBz1bPfZJwVhsTznpiLNPFwkbiXe/CdCnO4sG8WnFFVJroyPlQEHUSkU0hqmZ/m3wX/mTLOT/OXvTBA4TndA7K8hE4Gxq74YIwsjbDHPtNbUCGb8mJ7MYaDx93AqE6Sv5ai/bEYUUKW5+30Bp1xl0murKSlJnBmFpApyBl4zi3TX2Y4f+hzS0vOatnzoGOdY61LxllXqQlONMdU5mVmLgJ3goRIQjR15KMm5rprjmV2BrnkINdtJogK0waCWFdUSuvqPdOpAUWCyP3GFHS90lZqqeWLAELQfA/RpP33oOuLji8WeLHAv6sFTtbfr3dxJBiTUxqfBWp+L/bBijrmEuKkAnUV+Rvx36HxaslhVONm5+yIkjQj3ygd8a8kVBO+UvFl0Ve6eiSKvu3Z8qyzYaw6QWvJpFfNHeJQ4rQuCg7VVXaNXfi8VrEPemOOTZ0BKD58nBo/dkf409CosJAhkRrM0/kK5I6+PjKHgKAT3ChCiw8wm60GAxfwgcvwwKV4zwFH2MWbc8eBsedAUS9Rc/lAlX1pbFEIPj6IYDyOU84UeA3y2z+P8dswn+Q/C/Kftqy5TO82HKaRC+UXwRddH17mZzOdc8m9vrjU9fUrXV5dkl+oXuR84e2U+1b1cJNGPj6uHG08Fh5M4rwpnE7glgFEvvIE+MCDTQoH4WGzwqnzpBWH3RWXKjt/dn6zB6dN2ItD8gbHz/pxpScOwmsu8+unlbaU+zCd6Ces5YuSwXgA5cUQMjbIWFfg8jaY98m3m6ETxo2UxpHSgYSeZMEcar9dd5hMtDngyDrgkB/aRTkFU0jMJoPn1UiUOYz3ec5lYq7L62u9fv2TfvjxB12PTrkZjiCPgw3NdNFu2GuzXuPUWOqB8b+/tXPjXv4zqg1OmMK82iOXYA2RXLSnrFAQYJtwsN5gQ1+Kooy6OnlrP92XQmvXVbzWwmwMBZ7SAB//bsiOdOc5jYIEaBr58TLbHRcsO6+sm/+Ea/204cLMeNCHrSEcP4PcvqBnNIRD8XNK2ymvxrZrlHOjlFqpQYb4xMVCWBQ8wj702vG8rdYrLpqPerh7AO51f1dt5T/9sk47LsR7K8l6YHZ2jszmfTwL14zF5cUF3/CfaTbrlFsGDJ0mfchhIQEFE+0PYBUyOmV09NgGgKcY99G+GMftJ6XhQPsd3z5vVbDlwAVs8DMCd/NzvVNDolHwMr8JqEjIJKHW8ak9jvmUE/bLQKeey4udErnvlHKPTbP8KdhjYI5s/GPPcRGqi10D54Z+dB1tcVZ7rVjg/IlLsH9HjHnqNwbNN3HRTDnDt0JO9NYg8k4D0JH0i76MZSgkKABsPJlN9D7qG/pgXkc40sdTGpajK9iV9gNAxnZ0/8yObK1DgnESAnoeYqSTTcj021But2K9svPnHsfPrR1AOBO9Ltlee48pz/JsPtM5jp/LywvNzxeaY9+M3dxPWIdesARNwBSaEXEZEqOPTt0/0mhQ60x40NcdccEBTHPIVIRnqgRstaWh59WAM2Frh0jAwPNSoTDu7mfYCU1PuQVONPUDixKg5JkoMWc3rOMrTU5qv5H62/v3evfuLU6ft3xJ8V43Nze654uKNWu5141ixwJy3L2E/ZweAO0RRzyF085W/Bib0naqtMk86SsPE2O8IdnQxxHo+y76OVCH/qalWeUFQigocQDGwrhi7ma1ec7cY1zPLnD6XLFuX+Kwv5J/LHo2n6vvenm+NPCYRhVDIWuncHDgWBmwe9mtNAA7nD978nv2pD34QLphnm3WS9W3gEhZxzxewnEl+sXWBHdrXDWTPyU5DtiVVkoV2jYrpazOevGcZwN50Z8gtt2NJEfwZO0pAditrBHnhweYxspkAJTEFpPgnZXNv6fveYa8TnV9biSZcXNIU+TJ0o/CZlFw/OyNe72LeYqdmE+F/STmqscK2LJWH+emLQqPFjgNk1JjWUJW8jrEGHZdRi9KwAlQWC9BAUqghpgw8ghZ6LUDfG4cvBfVpZBGSR18s/tMGjLYl8QH8phRZhOzK5DAKJ9S6+8KGkQ4wataI21UmvgIFJnanEAjTLqHbPQs2HLHPDNdEEQ0MqbHbTvhUfHdRN+n1t+NeV8UfbHAiwX+EQs8X1inFk5Zll25B3dKUoMLNG21LO6URj3lbIJTDTkqHBr5bWidfGodMfTEY03FauwiYwbjJ3CyciZfFCIf0QnR/3s0uvSMjUuqPpwTowb1a/8jN0XNhHw1bdSIfeukznzJuguGZxyPdSMGocfFB749Bxpw0x8q6/bp2MApgQCWDI3I0D6EkMotI30eHZiNxeTZjeMQweFl4EAVb7Vw6Y6UQ+jAAQcq5aZVx4Wq62fjpayXnTQSB5aRmxNrHYcRNvgV3wg+PDzqjm9Y72/u4mLri8gW58/OhygbuXErYF8Rj4IvuR2XM1/ULrjcnl9f6fLqWufnF5rHn3nN0KEDchxiEzaAQwTr6s5HeiwJrEZTjdMJXFMYOiAdcVwHjIMP5GsOuSttlkv5wLvF2TPYQcPlveAI2uEwW3P4fXp81PpxCTzF/wQ1rLfyAVE8UWabmNOJOcL91kIEc0TscCpsNXC4Dp6rJ5xATzjPVpyjac+YQAS9D7dHfRMlUzA+AUwpnuhIGV+XeVycVlD0FcLPAvSUmJfnU7VrXFOiNONs85hcXV7ph59+0OtXP+gKB8Q5Djq/ZZHbXk1KapoG+kZ+0+YJm8UbYPd38SbQ4+OD1nYAbTlA+2Eb9cO3QRsH68D8B7VNNti5OoFMTy+CXgwxODQxdylzansmylAB9RPzs1PLZbfrOnU+WINbPwn9COIT0tDD7QcO71s7Pkdnzz74osseQkJDu5RaeAPgChCffWCJ8W1TUsvXlW2LTNIemX5OcpOUqLe8Yb/VhjnzhKPw/uGO5+NG97e38p/r2D4rHKRb9Njx7FkH8Zw0TaM2Jc37Xv4B9gsu7RcX57rEqXHGN/0dz0uiXkoYx1LEB93p2wAvOyTtUFoj07Bhvm6YvwPzq8KOOWgbD5gR29J3EMK+8jNLeLkY41PugpCGRPct8SwaGvpZ89YHjHwjYaFE//XsQznqBl2CMiDDp1We7BZpH2XJlxd4WAePV0GfgXWrsJbwiMEZHrY5493j4JgHnMlz1o4gQ9+fqWcNy9jLF+CUWL9CLm0Dr3kJxU6g6ohuvkg9o0PsV0NDv80zKfPA1/bkxQd5xBEKnSGEPY84Jo/ak6ia+6Rg0s9F8IVnQo55+EL+iNPnDkfizc2t7ID1nBq4cJk6Y9MZa/nZxUJeXy/OFqNNMt2envfGpAc4iEeOsMuhP+Tbtsqnw0qtmKdudmjhzBGoP2aOGDOOtbLIDs/itXA9yM4Xj+8wFOwzAE6P4HkYcGTzVcz2dd838PV+dPPpo96+fau//PKL/s//+T/65c9/1q+//qqP7z/ogfWqMJk62+jsTOdn5/LaNmMu9TglEuWJOZhSshVC3pc9dUkZVTPOMzRSutQQI+yqoDJCqRVljIoBXQf2X9ugxByn/6xP0c68Wo+/kSMkdJIBzdh+RQIkjjtRfQAAEABJREFU5a7XbL5grC+BK12wj55dXMhvCOUu06SFNAniCqhTWHMKz1fBkV/C0TGwnq8B9iS/GcT6tbMDyBBfjCy1Zu8aWFe87pdTXeH6PLRkDSRIDrmpU8rogo1zgJ+1TtnPPGuHKd13a1l12zEfdqxZW+bJBtyA4mFPqO19InFwKZ0kmP/EF3ms0eLrqj06FEAjpAYprLe17V57xsVgJ1BhrSkeD2Bv54WBNdTlg+ugZSTd9KtQKK0wUrVJKSXWN9KMfuCpBXcKVJXQx4gTHT9llBUpAx5plLkn8Bj5zOA72TSlDIMGwJoeX9MbsFtoZOXAqZVsQ8sMoCJSmjolqYFy6N32cwgerqY+mjhy3vKAwbClFWnlJbWtIUU6lZ2myTY5LfgXxN3Nf0G1XlR6sYCkFyP8z7SAF96v9nxPqYHk8/B5sfOfw+dtODwdiyCugS3ApWScnEBzwI0ZvHwaXJE0Yc79PfhnaL8wx0E1EA4/IesEjXxE1jGQvx99vll9U8G6CR42cB8AvSmyQVuImwUrR0DyARTLeDM0cIJwTkQmr7amg4TIfxHBkBDFSObwVPhWf8eldKsNzp+14eStB8yghoNvz0Gy5+Lgy1PiUGHZPvAfBAdHR0UDPPz2z+3tje5u7+IbVb9B48OhmCOJA5ahaRhj8D1lIQc8tUm+wPlPW66uLnXFYfWcC+98MVPPBTiPsnXoML3AXrYfnUGBEjUpwdtYdNbWgK5aR1HnegMtKgn1HOwGDrXLpd/IuNXNx/d6/9s7ffrwPn7D6ObjB326+Ug58An8wwd9/PRJ959uuWjdaomDw38+tMXJsdtt4/A4ijycp5z32QqxBPRinPccmAsHycGXcg7SvsRtNk/a4AywE2SgrviwydwQUIBwDJ30+9B/ymQhXwDiCNFX0hro84GuljgOGmxj3GB75dQr9x3fJp/j+HkVDqBr/x7Q1SudnZ+rGy/WDZOiEdrhwFit1vLv/zxyGa2/BbTkorBinm1VqN9bNiYIfUNvGjrPMzhw8Zj6PvhCxAG7jm+lcX8nGGjrnlAjj3pmvnqeeM5mdG67jkNlKzG/ZOVqpJC7l/YcoHc4peyc9CV08MGUMoYGGgca0bZpGjVNIyaQA7IaVwKNUtMqt1kdzoWOOZpJWyBTnric24ZIogs7bXFs2RHjt35uw/lzo5u7m3hO7EwcmId7jznfPHss/Ky0bY75v8AJeo697QA6v7zkcncmy01q5I/tYLsYF/bdYbsljh87KO1gMjwtn2Q5G57zClsNzNeBMSm7fehoPiAEDASfyJMmGHtqpNQoRz9b0gkyuCFhn0YZmkQDA80ikD2kSQkaYuaM30DJXPhsp5R8GWolUo39QnTo4rk/MDeGcAx4sjTKjO+ctcm2WVycxxwNhw8X98wYxHqVEzqdSpfNc4CwGfOI0gimnHTJ2fq4JKrQA2uc0Lo00deMrL7vYpxy7pHndoZj2+iHG1h1AwVO4DhidFsn9KYdwXSuMYxFxwR9Btbdh4cn3eMA8jN3f/cg//bP4PnEZPYbYrO+x4k418XiXOfAbNYr9xmhKXgV6GRwrhaBNZpUSi4DUqr9mmzk9EBEiwhWOJApouGEkrra/d7xrG1Z0/wcW1e/SeLU4PEujPVAfeD00/qFnvB4HsyxlvjtSGOFvcVzZcPa+oCD3v9L4W/v3umXX/6i//2//4/+8z//ojc4gN7jAPIzUuDvZ82O1fPzhc78xsy4tuVxHhx7UTFLDSAiMI5Ihk9FPMXqM2QswHVUhrstGri+OjUKY+W+BuBssV2mfpsUzhF4ZCL9PDLrAu8i5rsBnednC/kLlAXO+sXV6ARaLNR3M+W2Y562sGmAk4BXvhhYEwacyB6LgbVkwI6Bs17sWMc2OH1Wywet2DPXrPdb9s9JX9Q4MKyWOmTVplrieWM0tVm2b4e+mecoY/OUe2XKE51NJnLngik9BC/sCYP1wWlfmB+eR6LcnOv422KGSW6irwAyEs8rGSo+6/e03hxSSBzMhn2JTV3hDGJtDjtYB8bM8iuMujGn3exbYB2jriVuEyMl1Elhl5RS4FNKhvpDCxqMAZ08Xw07+u3U84tiCEYe9DV3WV4Ds/GUqfs8uMUpnNa7/DRv3GUG418H1GGkRpo06Y5tIHe845me9JV/Q4DyY5jojyXfC/Yvrfn3YsQXPV8s8GKB/x4LTG+EepH1cmzwJmGo+Lfk7J9VmHbPYUoBrnpe75JvQ6Wt8edUTRTEwhlRZL8ZmcRwSmDdDKdlfxePBlUjx3t2rEgPDZ07ZP5xJC6I/zh5pWRL5NBdOMQUDhQat85QMQjYzH0EcMfZTONgQF4cYoz7gCC5EuJjIzI1jDVkXGkwapmGQT7Y7TjM+e2MjS+FXCTqWwiVNnFI9Leg/lY9977YoA96wOV5YLJ5Ux84EC25iNzxDfT9/Z0eHx/lH+PdcqmNOYTejcG2Cg7V1olDl/vTc5m75JLrt03OLy50cXWhBd9i9j4YcoBJAYkuxxFalnkA83MV5xyrCGpzjlBUW9AULOoiwg62edngnFhzmL3X3f2NbnH2fHz/mz5+wAmEw+cjjiA7gz7ZETTCDReHW5xAt/FnTg/aLFc4wHBw4FDAs4ZcbEiwWmKMLS7xDNXUelBJecEJNOzWVT6HaB+o/b+s2Bk0bJbwXKn+rydrFTuDsGVB3xJzZkAO4D4AZAjwHfEqy323Fi4/TSF19gSCguehFrk1GEnC7rnvNO/PdH55oVevftRPP/9O16Tn55fqZzgjOLSLA/ueJjucCXb6rZhTngP+8ybDw4Mvpktt+KZ/z2W+UVKbOaTGgDX0j/HwAdsXj/gzn0G+GHmMj9qGlnr2QUdYyXMoo0c4EvnG++rqlS4ur7S4uEDHuRrk7Digr9dbLfkG+wGHyMPjU8zT5eMqxsCOoD2Xnz1jM8lIsgAxS8Wn4iDIa9C/Vdd16rmw9KTGfeC2Lh6GQj99kVrj1Ht6QtZyqYflfTgNH8GfgA2XqR2XrOIx5fIlXzgaqW1b9X1WODn8ZgKXtzNsfTbrucR1IV/xwSZuY4HkfYHbcEFaPT3qEZs/PNzjqAQe7vTIM/nIpc1yrdOWy9sOHXej7EK/GQW4YHHwkSX5ghWSMjY09Dmrz1k5oCVtqCOl3n0P0PTZT4hgEnqn1NImAfBIAHwSa0NKKeqJZKBnMS8G5qWhkLrMdDl38ljb6bPAqbHASWa8j8t7rxw8c/Ah0vFjDvRy5EVyrAr51mGCqeqkzdig6pBDjmVV6CPvuiozob950J52xGFSUAzs8gqeVYimy8itRc9it3teUPUfuFAtGcNHnNDxjOHseGKubbcb7RHSYueOS/XZ2bn822pn2OiMeZQpS9SZJ2TsBewHIISqV4yFa0MzEOsFJKAFRsdaAidQX4MvpBWbYmhBzYVEsc3xDPo5jLFkzxiY+37upvE1XbSikVODy6pixo7zCRIXBBTm8Ip5v2R+3918won/Vr/+9S/h9LHj5+2vb2THq583673ADq9f49R+zXr2w0/6gfSS9eKcueR5lJlfnusan/ziyauvfE6UwDx12GOUTbtHbUbvYFhwF7MXROJyoGCYgi0OEM4N0wLYi9EO8ucRgsP4pKcVKJFSVpd7zdg/7dC6WFxqsbiQnUKzfs6zyzxlzUrMgUT/iqZ5akZ75uyuzgnmUcHpM7BPRUo+1nbmmL/4WHn94kuLgfId+gtd6TDczOcIKVDHjCb6VSMltZafknKHPn1f9cLuoVdjenNTfGI5wk4+Z/jNrm3shd7/DNgpqCrnESVJgj2FOdanFBmKHRr6TN/3oW1DSZVXY7IRbIvCs1TTgbVyjw7F9gAf6LMhxo35V7Ut0fLzaOLr1BD11gewXp6TieeqvqVovaEiBN0UjXlLKMyxEnNnYLwoCduL3tS2bUrqU1b2Ogjk3CrxXJtVbYe2NCO4aATnDGP2kHyt7FB5QFI6oAfm0TL0pGjU2esERUHM8TFS147Id5ecdvu7U/5F4RcLvFjg388Ch4XVK7CBLkYSlwUy0yHE6Gdguv1nZf/l7EHeP8fhby6qVpDNpHKMTEX/VhxkEY1UYw/jZAF+0BN8pPivJacyvsaBena/2ITpQ0F+Ib8nJVsbsJM2TSOxYbOdK4AyTjEVd0ze5bXBt+OwIyK9wVqODysbDk++JG64bG9x/Gy4FD/hDPJB3KRN08gHhtzNSH14yhweglMIMg2nN/nQ4oOID4V+c8UXETtRHh8e5QvmwOFxz4XajRoOWwaS6OYeezdNo7bjMjmba+FLLpd1O37OFgv1HAhz38qHI7pLKtWI9LOQyFdwTAZ7ur8VyBMwV21OXdiAftvhsuSCfHf7UZ8+4fTB8fP+w1t9eP8rgAOIvN8AusERdMul4s6/FXF3q0farLjQb7HZzm+OwBMRx7BP8faPPKYutcEMPHMJUNAPHCx32jEW2+0Kx8iTVnYC4ZyoTiDKfLiO31/YqHDYLBwyCwdQ2RlkHEt6TINf8LSwCULglCEtNmOkR/oTGtpPOdvKxqIXJIk50MuX7cXFhV798Fo//+73en2Ng+X8kkvGmXLXq4lGDX3ac3nYaf20xtHxKP9vRPfYy3+W8oTTZdiuZSeF+OTUBv8ELuT7ErHlEudL4YBdhuijD99BYBLAWhpcNgGa+pDLfPHl7QJH1TWXu8ura12i8wyngN+E2HFwX+GYWuL48RsTdo7cM1efuDSu0He92mjg8iXmJqbV9OeuoZ9FoaOTxCRu0b1rMxctYNZrBvQ4yuLtH57bgu4b+vrEJekRGfd2imKHJZf0w9xBnz1Or2J5nhcw3zNnzLvPGZ4zzdHdl9U5z0jGyZSUmNYFO+yYE6zy6PTcGnttLXf1JNv908dPes88fvf2nd789a969+ZX/Ub+PfPd9SvoCpcZGJozGhDgiZDIIy3GKOeG5SeBt4DThnxTcVMm8XwCNhztB+apx3DDc7bhOdngqBgYW8sq9NGUCTsl7FhTM0AqdSXa7mIelZj3e5OHrD5n1oaZPB/n8zPSeeRznssOQF+gIAz6ahdshU7FOsFrwGlicN59DkKilBLNjlA7M+lkvSAiQEFviYM+0yYj19CTTuUQRhg1qEllgh6oQy16udwQvKosGAZ/CKAndj3JaTALXzw3OE9WPFOey55fDzj4PN82zOEddmzg27OOev5c4NhY4Aias872fYeYKg8tMAOxmVbFRlH0BQwW0GINENuoTe4zdS2VJ2G8fz77Xj8kRDQRFnwEVZbHdeAZ8Z7j1PlCPrpLmyT+kR5aRsWUm9JK4LEcmDMbOyZ41vzbc/6Trz//+c/6y5//U//5n3/Wm7dvZCfZDkVn85le//Cj/vCHP1b405/0048/6/r6FY6S8zqfmJcyoEeYBfmESfAhtQaYBqrADuVHxHO3QmFMDF8OLDbh+S+MQYUBOw11XCycx7y2OXKNPH2J9LR4wlEqpea2c1kAABAASURBVCQ/E17//PbgxeISp/hlfXuz43nhS57ax4ZWBvfBKVnLDX32VQ/sW9Dfdt7xpcWKtXKFvb1+PPFsb9asnR6/aCPsYR5HMOfnhYwvBS1raMpJs9xj9w59WyWcFWJtkBIMkjUBqh4Da5XXkYFnOeYL8nbUftUObg4Pz9uUM3tUq2S+TQPfb4WpjjHxgNPn4r4jtyBr4DwzgA+Wb6DP/g0r14Ua32KLHjqBBF21AHFKarFBajP6pSOYvhLWprSJgB4EFcZ/B2LZVjVs0ELaJoXjh7OVxz9wZCRAh49bVIDFofRLxDRfltaSL+smEa7BgpXMMUKsb+jq+ew88GzBMF2ACQKJuVexf93YQ/Svq92LZi8WeLHA/zALePnVuLZWPOKIxFEDc3AmiXsH6FgSWEQjXeCfRX+j6jPKb2WbqPA+bCQWz1rk7c5Fh/TLTJSwz6J8oFWbwiYd2W9FlYx2CrDzIZBqiTHWIf0Wm9Pyo+2q8jWeKKpA9y0gIuqcUkVAPNsjhwfi2OSKN0NKoYr+e7M2CEM5DeDiGWnioCCYEXSaujEQxaTPA1KR4YPL4EsZF+E1h7Y1zod1XNA28gU59GAXb7ls9lwUMhcIH57UwhWAS7AlFwcVqzxsBq04BD5yub39dIeD5AEHEBd9LiJlGpuGZgYSWzpGkINYRoZfufc3rxdXFzrnm8rF2SwOg4l+yoLQ282MHsCIC5+BtQuLCqNS47yCRZDDZ8DmGxwrDw+3+vjpvd5yIf4rF2N/S/zXX//Mt8Z/lS8Pv/32Vu8/vNcHnD93tzd64AK/8tsaOHza1Mq/zeI3luxguLzgYI3efkNjxrfruW1Dpm1jKMgNfao66DUFFwDU7zlk7ri422ngS7MP1n4TKFL0tc4bHET+czVf/Hy5LjhJStnArH4LOh2VEyXPgAyBUssi+SyMFjspTXVsk1tVSIxFz7fHF+dXuvKfgb3+gfQVDpYr2TnRUt80rcSY+kWWAefGmnnmt8Du7x7j8rV8eNITjhb3L+wR/D1Ue8zEjGCuxGGbQ3bhkF18wObCDgX1Ovkk1abWjWInFHie5nkXl7gr/47U5aXOGBdf+Oi5Qh8cdw9clO/vHnTnH6sGnF9Sbr22zNkhZKKP6tw5XRgaZDWW1TbyOHd+Tgwed9LM5SVRX3b7eAaecOg9PjxE/x8eH+j/kvKVLGvnPnKI1ySA/htvGnj3WfNw/pzp/PxM87M5zqZuVIgRw0bDwXlUi1FNtqudWOEYuLvHsflJ7377jQvwW/nPXn799a1+e/ebbj581AMOKf9ZmOfSPmQrPnAPPs64L9VRl5XoW+ai4nxOSa47gMi7AVDg5bEbcPhsWFtWI2zIe/0pPIOQRYsEv4mHx6jwLJhmYO5UeuYGZe6h14o+nD7YA9v0XOT73MmXHPNBoXGehCUwRcGJRG+YRxuelQpryjayfmY7yZ5Sy6FrVi/ANEai3hpn2yEj8wgpURYiIwq57scEGJMyczFmQCd39kRb8w+bVjJVTmPms8R8N9hn+bDUI3P5AafHI/iGNX3HOrJH6YY2bduyjvZaeP4ssBlzaO556j64k6dCAici6PCZMqTQJ7QioZY8eJuckn0WomO1JKrbwOkx5xFidLPtvQ7XZ21gPBgn5oRbuoltUQG7jrrWPKzYD4kjwI22O56ltZY4Wu9Yoz/cfNQ7HJzvcPj8+uaN3v/2XjeU+c03262f9bFm/fjjT/r559/rp59+p59x/rx69UoXF1eazycHELLpYwIKIH9KXWE15q1rxcEcDNCRQOHeVLBcg0dehx8trnW1jEbYRYxdsR0M7DPG68QxLTSeL+2EO/9tCB3arK7vdXa20Nn5heJPJXGI+02gnufH62VqO5ikERqlxrhCrT3r0v6g1z4KC2vOhv1+y7lhteZLCxzI3qMGnJE7aEusZ1/REbYEeJzEoIm9NP7UuOuV+7n8LNuJm1KW2E+CkyMA9uN4b0kHHN0D5qHi6C/QF5+QkZTHedTAs46Zoo/EtqoToAFqsCwT2AZ20O858BXW3BJjtNNAGsBeUdjrPL7lhJNa+BhIzKfWoWvQOI0K+RFKRIbOaZeUnQJRKTogPm4CVD7ORyb6H7o6CjskmlXo6HPuEn035CgX/Gipw+dZ5lD6dxA3MpjMqcH4V8B6UWy9baMd+bAhdiisCLZNBYi+0zCO0Heq/YvaLxZ4scC/uQVYoAnyhh49jQzYni+7vbGD/p1wpDJGO3iJg/7faVar3aRiER8WzBGZvmmPyimKOjYyNqypyKk3EfYO7ZHNXmLUxf8APFfCFjDUhs/romwqmtIodNQQGZyMKeg/FixxhCmhE9GnkUGKA647776L3oOnCj4kpDRu5JRVCtPUxlBVZIwhGTG2X+QVHyy5dG64iG2BzXaj7Xqrtd8E4oK045DDKUG5zUCrjHMmcemzXGniPqYwt3zr7suaD+BLLroPwNPTUlsufb6MFHsDRi1OE4tq22a8oCx0frngAH4RB9WeS149BCaa1EM36oMTkGsdrY/1MlBag4km8MwAN4daSWxbc3HyN8V26Ny8xwH0FofPm7/or7/8p3795c968+YXvX33V/32/m38GdjNx49cIG50j6PAPwq957DXNkn9bKYLnAtX55dcKCqczRfqfZDlUCvrifzCAVGWCzi1Wn4OG9QxkBD2VG1VGIMtTp4tB+sNzqbV+D+urMZvWq33BrsOBg7cA1A4iHoMFIxLiLXosIs7b0DCMaDUSHssA0O/4AN9tD2M98iZZpnL9nxxrlfX1/KF6YcfcAJdv9L87Jz50ik1Wc14wPb47uj7BsfgkguqfxfKF7Ql82NNf3b+czlk0nEEwHzEEU9R4YBv2IEP2GWsR03rFv1Tir6KlFpqmOPEiefD83axWKhfzNTNe+gyzs2iBy7Ld3d3OP5ugA/y2zE3Hz/p9uYmfrfqAYdIvEHBHPHldMdlpnK1FKltW+W214znYtbN1HU9453V5k52BqERGuzRdys7VZfLR9n543SJbNtix7M2PRNtatBNSl5LDeNC2LYJ3t0op9cMOV3ulHKVoPFjWxly08CHOmdkc+7iTaY1dn5Chwfmrp2Yn2Iuf8TxdSs/p2scBsWXGto4JOtjZAL4EeAtIZoUGWibkgkcGdCfpJa5nP4zlgPrzIp5unpaybBkTfBFccO647rDXIMfHNzQimO7gbFHf9p7XRlYs1yZ0C1zoelxYMy5vPb9mfp+Ll8a4yLLuKeEIsEPVjSyDIPl2Um9YVwNkUfHSoX0sa3bBwvafh6i5yOd16YA9LFObgeXaGJ5FQbmLrMHOQTqKk4hwTMWIFhjDEvIAFJQgAC7qKHdl8H8N4yt59Xj/SPO6Yf43/fWOPTdN19WZXu1SbNYp87jx41nszk2Y656LiEEaTIgeEwtq3F0AlWPoGsFaQpoUy0/IXyOfl7vyyn9LYynx9TP14BjzmCHkPsUyxLtEmC7Gvqc0dnA/E9t1RNJhf1/YL20DW54fn97+y7+3Ov//u//E2/92PnjP9vdsEbO2U+8Vv3hj7/X//pf/z/9x3/8CefP7/T69evYc3LYI8M1hQr0EpzxQJpx60OnjVKS6rRxX6CaAqUVNWKouYj92zTmXAE21NPFytJ4SIUhaWE9H9B5wLHvH4QO+2Czwr4j1qOEHWmCHsH6JHLpMRvcoEea/HzMeFbO5udaLC6BC5z2C9YYnh/sm1r6znwx7cRhz3pUaF9w+OyAPXrteCaLYbdVnB14nlarjTas8V7v/LwWT3YLnxg9S5/ryEzCBkltOCmyZn2vnHv0bSk3JFo3WMWWI2VTKcyZDToMjH1hf7E8nizovh4SlvL4JZ9jWL9hDGETUOgjzOWEgmPYV7RYHucX04UcbGCZO3QorJt1bHasVwND404D2Ky2HmPnGTPnqA1xU6rWpUBKqMV8Yyy6RBrgMqE99aeBxgUuAdgalcSCQnDJREjbNrFmJ7Xw8lqVSFPIUXxgQ7sIkf/vizxmI7cQMsoADxtij0jRnW44hBtobPFdJic9/i71f1H6xQIvFvi3t8C4QXjhZYMr39r1JjtAc0RrxocCl7EvOqngKkPNfTse/9enpEZKE9kBmQpqykYl02n6jHTW3RsJ24Y3kdhaOAhOVP9QSvsD3Ynep8WH+m8hJ8Q+N43aHbv1rXaUu6l1P4WwKwcNqiM0TSNv1kTYKsHX4DIfDsCxT9Rr+kwaTPljeqjBdpY5cLi0EyEOcHYAbTm8cKDxZdetcpvktxpy3ylzIEkphw5EWH3ihg4CyPoQtOQy8vT4wLewXERI1+QHDqx7+mQokdJLJg5BYmybplHLYW9+dhYOlAu+oTzHoRK/OWSZ8EdlhrjE4YYI+c5iwahQ/ZzilKTRNgkeoJQU+WC68jfEfuuHS/Bvv9W3IN6S+gefP354jxPgk+4f7uR+bJ6ecIxtcBoMaujjrOt1jkPh6uoqLg0//Phar1/9oFfXr3T16hr9r3WOI8g0My4bHZfUjr6l1CqFEgk9akD7ikwx85ceumN0EYwT3VC22g1r7bgsb3YbDttPijHjQu10YAwHcKc+EBcOxL44wIRgCRUs1UdnCidpz1OTuYSUYAygVejsVrU1hRFs0zn9u/CfVr16rVevf9TV9bXOFufKXaeW+dKmVk3T4KClPWPjS6kdL7c4IR7umSOPy/jzsIEDfDBFMGSVPgoEvscWw+gMGOLb1gLRUZtJR6c0Mg8SB9vbjoE5OllX/4aOD/9r5vnDw1J341sxHz58xAlk+KRPXCDv7m/lt4IelyvZMeLLV+GCUZfJBtYNh+mWZyPjkJlpNusDehxBfd8p546xbtBbGnBu2YG3pK9LnF9+S8OOmA0OF18e6CC0gl8TtlIjpSoIdK8W+/Xwm3F575DTM/+yLzDUxkOg8QNdaltkZ/gleDS1AlvtPY+w8ZrL2QrnyxLH2138+eKDnngW7AjxG39ukFNSw0Jm2zlfddnDryjKqBe55EoUKPBncBSdnfJRNxUxZszdNc4fy3pE9iPjbzvYEeQL48CcpSmhRCPzdFlc7ja0Z02iBq70izmV+165n6kHbOuc3edMfTRHlcJFzM8PbdFvYOzM08/F4DyXaDuBAuBtWa43g+ge/XMfj+CaCmhAMTFesLhMkaaEfFFWSUKJYhnwtsPW9nVqMD5QbnmGaFI7B2oeQBg3oijDMKQHIvBjMK8V9n3keXpcsuYyniGH9XxPX02ZmCsp5lCPg/ZMs8PbP56rlpdqn+j8cYzd8ggH6dDQVeYrbUBoDVHFYQI+hvGi65xrIx2RHR1y3wP8dgv2cD8CrLMBGpNPNs59Vmac7RSoKTa3LuhgPh7L5fKJ5/eT3rGW//LLX/R///P/6j//8mf5T74+fvrInBjo/1x2AP3xD3/S//d//S/98Y9/0u9//r1+YA33n0Z5vUjIEXxV0MBgPFkeoAmoc6cO8DfyUWULGmidUOGDAAAQAElEQVTgPGD1SeK5st0NIQoSJjHzyOse1vIaz3hunWKrwtxidkMFv5bkNMAw+MCIWtiUcEjEnyYFHfrnXpk5cO51MWChOV9YdN0cXTqlBqZNI7Yj2bZ2cETq5wgYcHiUzxxBA/p5r1zG/Ftrw5cW1rew94fYvxHVvpggKf5ldGw93q0SuibWO7EmoRzD0shpYU6jCkvPwLjuDvsCCjtguwhmWiHmlNSmJM+pCq1anl/BS3yqHnt5+TV5ocyhcFChFL57lmtTOZVcXjBSgbhEOqgYZ+46uO1Xwc/G10DuvSL2OuxxTF1CX5cnffVjJQFrhfAYa7IoV6lbmkXrhD2B1JHavsZDkuVV2v/eGMHfYGj9vJ+GrZjLu4PNXPONRt9J8bd7/Z104EXNFwu8WODfxALeZP7RrniH+5u0nxM0X6Uu7J5BOa3lkTkldYGBsq+wmJpNKVQR2LcjZc+qacTeiE25F/tvlPzTkZuPjbyho37NjSrWDHE4raywgfxnoS78YyMfVg5k3n4/I/4sa5vVzZB+oA9BPuREn2Hs1FxAKSdQkEYIOvhF/plx3IIKQpKIj6FwOikcJH3g3nAR3eJA2HKA22632nJg23HAM3XTZrVdr5bLQ4qDWEYcWhBcX/UEQxe04iA2yN/sP+L48VsOT0+P8fbDjm8J9+H4KdpzmLKdne5HYzdNw2W6k3/o2Q6FxcUFjgQfSmfyYT/kWGcjAOcF2V7iQ5aY4EKSQ0BHq5U54GWQZNtAPHARXi4fdXdzqw8f3+vtmzd69/ZX/fb2rfz7KJ9uPspvp/ii6rdu1thlxyHFZ0Q7wxYXCxw+r/XjTz/pd7//vX73uz/IP4T86oefdH39Wtc4QS5wYC3OLrQ4W2gxW6jHMdDhGGhtx9SiYqY3JOhM0J7Ji3koOAlpb42joEBd+G5sj+47YAhHEIdsxi2cQKQDl8DqCFrFOBQu/cV6WwDtpxNhGjk6b3yCKA46j+SYK1DRnhD2dhq1Kcc8iDkHvsARZOePf0vjFd+kX2OHcxx4PRf0ljnUuM/w8pjvmHfb9YZ5soo3YuwQih9BxkHieSj0bhBf9XKMDlw2BpwEJcCHbAMMJzrIGGJyBHDJEeDCE3ALz5sdc9zjumLu+42UJ5x8/vO0SMHtrHnCUbLerHC2DdrhMNoxQIVxQoIS8zWlRm2bmLcZ6NQzth7fnNqwjZjbtv+G8VrT33X8ecQKhxc8kevLkfXY26jmCz+Cp5n8SURVRoZ/Vt91kbbMo9y26ADBGJL1Ac8pKacmAFT+2OZ+3nY80+7zE44YX9IeeEYfHx+1or+eQztsm2jgdpl+mVdyhrJxWhjTRBMZR+huu8QcdV9cFhDWZt7stcGBGesCz53fNrq7u9Mj8p98WVw/yXPX7S3HaWEODMxdl3vch1GG9Uk5q88d0HNp7XEC9bJTIKWM1IS8wmUQLugyGJhvxekIhVvjQNnAuBg2gR/nE0wYP2ZQMhC5wODuiDw2CT2QV9MEvctNRAqd5W5wXG1wfq9wui1xTLj/ATyrGz+rlotO1o0mbozAKYEP4VBgw7gKeienULCT+d7z/IQc5u2WNavw7brpmibJa2gXNpvhqJyNNstK2UIMoyTQ6JOcb4gJKGcdwaRU+xo0gVPaAhEgnPSMvNSGvcYMSWFcGRkxSISBcRpk5+rAmISM6B98gndCHICOoX/K6jI6j3Wm9/gtmVM3N5/0m/+08ddf9de//KK/4Px5//69bu9uZFt0XcY5faUffvxBv2fNNvz44496/fqVLnDk2zmc+x55HRo3gDVPOn6MJ8orCCxgcg6ZELWdGCo6xSX6Shz9LYzXEUxT4PYcMBBs6pw07cCzWZgvhXHdHdqbI2QHm5tXaOVCeEYSkc1qe5k0tfShzZr5LSD2qfPFpeaLc/XsVX6DzrYWa9jEiWUP/ffy+rFj3TQU0tCHNaWwNu/Z3wfODmucPivmn/9cecscDxoLt+ADhEqHqER57XEozfi2jLWf8wB0SeRlaOo4SI388bpWbQOXE7tUbtUelf2I08j9dx8zTqW2bZVaICVqatiTnFDTfJTlNSjq9mGP4vWd2mJwHwHb2OOFF8alAA0iTPxrOrWp9OTc9kDN+KBPMjD34y0gxkvkJbc3uIdHLUMEWThVLvAzxVQezVpyNG1TglUFEAKFVJlmxJwDnuco+C8E8zDQNJKIUA1lKar9J+u1Cp2jlDsLgdrvM4w9/D6Vf9H6xQIvFvh3tMBX+hSr7VfKXfSszluiC59D8zxbNx42xVo8tXFqqKVfj80JOMg8IF8nPykNSm/MgSDHqeGE5u+hQc7mo4PutIAVcQ1BUNGInS/oG4cQp1F6Ep00/nw3GPNjQhu2bMsGwMTJogI1lYaN2juzZUXBmB83cXbvqNUYWzWajjljE5QoM4uErAShN18foHe+CHGA2/mAyWHOLVKbuNxy4O6y+vHCmTmMpAMXqKwD+VpGnjDwDeUTB/JHYMnFMv5nIQ6G+91eNm8DzRQYNsoob+DA4a7vep35DSAOpYv5ueazM+XcK3GhdRvUdnIE+hD2mkpSRZxM4BK4O4GUCwf6rfiW3H+C9PHjR33g0vDu3Tt9eP+bbviG2P8zTDh+Vksu/isuD9to1zQNumSdzee6wjn1+kccQFwg/GOhP//0s37k22P/KZT/17IL6g2LxQUX1IV6/zYJjpC+nXEx54KR8tgnX1YlPzi1bxwsyT4L7ogNBxQuT3EpZrx2HK63XKp9udlsV+i6xukzATrTz8J4CiMXDsYKAWEw2DslcQj+RgyUH+icNzArKfNcOQDFiXEX/TAkUl8gXl3/oNfY4fXrH3T96rXOGceefufUKjWJGcw3yswDH9h9OVgtV/KPLsebQA9Leb5s/L+CIc9GaUSbGPuifVwQGT/6MtCvMmAr0xnkTyICElAx0RzMofZr0n/AjtvtjrEdtPUlHXs63TJPDZvNJt76eeLyvl5t5IuNL6nThdoczTw1rTKX6tx18p9Jtq3zTa1Gr4LObrvjwj8wRua99QWOy9OOi9OeQ2/hdlXCIVrwewHge8BMWmyWuaR0XauOC0BvOeQzfbT9E6n76DSlLH+jLaws1XlVGHuYavo0IIl53DSNGtq2qQ2+Xddrzjj1HTzoQwoeEE8B8xm1zJwaVXlOxQedPYENIY/nmb57/KgkqfUD/XXft1wQwxHG2vCEQ8wXRs+FgTEoXHI9NgOpnSfD9L+/BT8htw0Im+deTlPys5RdCYTEGqFzod0EQ8yZnQpjEmXMn4H6wXnkuT5wyioDx8nRM3DJEcASVplA5KGOHsOnIHPFc7pkni9xAD08POmBdBVrywanGPpMNsN+cIIDMfzcGTC4EegLMbaMmHQqqHnrvX5a6/HhTnaG2KZ29PlPdUzRJjjhOOn7rG7WaTabq8MhnfsOe9p+1tuAVNPGGDduGhDSIhL6AaZp4VlzQUNRpBGNtIF/Jdp53ts+wG5bWLeGo2Mk7IAMeCeY2gHgC7Dnf/b8BDr64jqP44pn9O7uQX6D7684f/78yy/6zz//Wb/85S/6gANoyVrfNNLF5aX+8Ps/6D/+9Ef9f/6f/0d/+OOfZAdQrNE4QsxPMe9thwkabH3EU9RTRlrxpOPnFK+ldR4MzLkh+rhhHTiFgfzAGj6wVhu8TrvN87V6QIcKhXWrsP7ZCeS+w5g6jB23ZdIq9hiHSkTYcSo0qdcxWFHkOsY/9+rZb8MWOIE6oO/mzI02VBni2aUPrI8b1q+Nndfrrbbkvb4V5nlhHscz5LWTMbEDaGPnOevezjozrg4IPQnuLXo7AFHhlHVJLfNrfLY9BxLrXqI84VJUg97MD5MaBtbQARl+DrbMp8K8Mi/XRQecASJP0zTyzcwjPwNtm5WY82JcJQhMaNDxw6oWrPb00/3YExXkEsTWTIgSaOgT8kOH4BER/I+8ooQIyiM9/ByCqkWLAOtlSGpTgge6BcExMg/nnAbAN5xPkw48a643wCF4RNoSjzzTmJrG3Y/0EH0u8/P8gfALBLbI+6L4IMI2MmAEwg4I5b9s8J2V/OMW+s469qLud2yBF9X/x1ugHS3A3jAutmwZ42WDHYxab3MkXodJHPa1AnSsA2tiowRxmIqn1GVfQPNFyd8rsI4oOe6JJwqNDV1iONCwE3szoUe0iZqR8h9PohX9KJNN3DQKjbgPp+AyAHri54EdgPC87CTnDfckC4rW7jCHi4M4Sh2CD1FsprY7uHfQRGQ+TgVu2udgwuclkTsUIwmZPrwNXL5224GL7hDf8sWJpmnU+oDEpdNvAOXcs5m3iIIBgdaKjxULRAxFwRGxkd+eWD48as0lb8Mhd8eFtzA+laxR0zQVZW7RZSXymUtu3/c64/C5uDjXHEdQP++UOfhJvtBOEhNZYORA5oAFfqLPsaKg26CNv4l/uNenT7d6/+5N/LbPh9/eyb+Fcn93rxWX08JBcj/qmtpWbdepn820uFjIf/Ll/03qNY4fXx78lsvl1bUWODrmizPFbxVxkU65x1aA7Qee80w95T0XjX7Wq+t7tZTl1EGHTdWEqgyHjYiuJFFSy0V9Sg1WmPKuxx6c4j1+O19gceDZ1nZexMUCu2+GFRePDfx2wBBAJH+wqJOAlEgMJHDl+QH5ZwJtM/20Dc4vr3R1+UqvcAL50hVOvI7+NrWfe54tm9eXhTWXhaflMv4Eacm3xisux8N2rZgrVmTSwbj7ykWk0FePkUHVYEd90SOaODVExraaoATtjnY7HJ0DvHy5qfbbYasdl5pBGy43Kxw/vlxONt3hMNpxmLb+I1s1jElLv7oY58xc7ZQTB/YYpr3KKMOXpu16oy1jshuftXoJK9rbHhhkfwLiuTCLpk1qmSNt7tQxD1suKjl5ziQlBo2YOZGUUws0Shk49Bv59NNrokijuBEzSWoTLYG2TfKluod3z5zscqeWvjTUQaH6sfErhlACNWM9WK2Av+UYFBam2M0AAkX0E0fLwBxds86suUCGcw2nxRq7bJgHG8oHLpIDl+ENThPb3fmCfeAm97HvO54jIPfo0QKJKgOJBRnQjQoZipjllA2WzVhvcPYFT+trPamjJc6HAgzADlMNpIXUNRNYBgDv4Emxm0JF3whkjJNQQwBBRPCxvBWOrsenR/mNp/vbOz3eLcMRtOGi7HpaoGnln5DhPFzRAUbWM6CWRjzRjNXmscGGK9avDbbb0tc9jlaxuDbQZsZ3xvozw6E+w4Hds571fYuJUrALNijsdBIVeNQeI+s2QasUNnY+KL7WoI2aQxQ2spwA2/kIMXcmHuicclJiLmanHc+UUwCh3G8ZL+aK7eq3yW799g8O/De/vtGbN7/q7ds3eo9j/+Hxnmd6UD/rWI+ucfr8Xn/w//T1xz/q559/0tWrV1qwbue+wxatTT7qSt/cv4CGciBqTsspiC+BpjLyhNoFYvoowP0a2FMGnvsh5vaaPfJJ+qkLmAAAEABJREFUQ/yQ/xr9WJ+pK17foAunTgwCPOAXPMibT6G+jHQ7+j+VoaApvwKJfgHuRzrqiVpwNDl1KSvPep3NzzRfXALsvbOF2r6XUhO29ro34PjZGlgbt6zRhgEH0G6H/qyLYs3asz5voNnwfG88H+njlvno/rsfGqVaslHr4TTyRO6xAbTqjc5tzAE/74YWnRJ1rVh8RQaAK/O8BAyIMZTQm0zUQ3FAWyXaJ3XBt1PPs9EBbcsco78aP/sxVayYMospQuWxtklVDWoaIAIdcL8Kkec7xBRTSPxFoNg0AaYfQfbSoWcNVV8/Z2Ca0sorkRhIDiG4BQvYI36yxdgF09Ek+GDfSBEUvEkFUG2q/zZAzMgLzoQxMybox/yxvaLbKO0ejJXfZfJFF/8VevGiw4sFXizwP9AC7fM+xyLLtuDtYM+GU2vHDa1mIq4lxIQoOI0aqQF08gkyDuuRRjkEXglNCBpFpxHljZrTEvC69Fe19mzahrqhl9jg2R2gCvU5cEQfIu92p3UUcqEi/iwctXte4faUIGMffMEjoJ93Lw4G5l5cZ2Ssa6x/E5nn0YHmefGUK7UDkS10tiC3REpDp1EzRWnckjEmutQNu4mDAJGo1PQpp5mp8CSFw4Giyttx3txp4PJV4tJAHl3cpEFWy4G7a3tlDkgJR0xKPiSNXFDVdM6FEtabA+oGJ4sv9f7zr9X6SVsOiebNTVcMeUAyQuO95wvQNI1ymzWbzeJAfnlxGX/+1eMw8bd07jOTgRaEBMgRQDDq+hF1NsBUp1A4MG/4RvLhcalPNx/iT73evXmrd3xL7D8D82++rNHXB+s9cyc1Uts26rl8zOYznS8Wunx1rVc/vJbfcPnhh59IX+MUutYF+s75BrVH3z5jL6BeXsATkOfK/ZkyfHrSvjtT33dqcidhU48j5qOLBUBrZ0gipMbV0CUgQu0fNMcx3MpvA/lAHgdwHA0bH7wNXDp88SiM78icx6YOHtfjykuVLxUE6sybMjDi04AO0cItKTcBADkMknLuNeciccm37baRHWb+8WW/XdLm7CngJ0jTJy6uOADsaHnC+VPfCOFCEbruISshDaV4Yoq8Xh36HCWFLlUFXE4GUvK0nIJz1s/1STl07LgMd+iamde5y2qTIcnzqE2t/ClctAb0MOxgsGOewtxVAQ3jogMkJeNRQ7SHkjaWGXy4GA0ccj23BpyhexxDnmPCGk0AbUJRNzROStI2SR2O0Rk6doa+U26T4iE66b91DDnWd7Pjgsklk+fO82HrOUBfsJT8acS/eN5adbljHvY6O5trgcN11jNX6X9KyaQhIRCilBpVGPtaSQTREZyh3xrXENE3kSeQ7LRDvx0XxDWwwcG24SLp+bpG1x2XYPfDb/147m5xFu0MbiwpsRbljH4BWZn5hEKusVRSh0kp40ewbTZcSP0cDPCbbGGKMDtlll1YIwacRU5NYzBNgu1kE+cnoBmy4eAAHMoDobXXQ+SGw+thqfv7B93d3+vef/qGQ2jFWmlZQY6QkEEa+W9G2D/q6jMYcwy7brHpGps69RwrrGEmS4x1h63mrD1+Fs/OZrHOVvs16A8VHUFbxihiUuYfY1hi/MAhETaIJGXMjg6Mh/V1cZuqLq7/FhRLQs6O56BgF4/DLvadAXl+w6Ua0DytW5+z+pzVdb2cd7l5e69arpa6w2H//sNHHD7v5P+18a9/+av+8tdf9JEyryMNOl2wDvlPdP/4pz/pT//xJ/m3fvzbPwv/uRNz3TwL/QzVzFzuzQQuoJ+Umc6Y6QJcVdU1NoLbMU/HnBOTDPS1MD4D83vjdRln4ArHn38nb0U/VjjAV1H2pA3lphl4Zgv0hefWz1DyOIRgrIgNi4F1pJi3gXlrHEMiFhriZwFbhP6kLvcZcGceVjD6h41nc52xds/nC5xAC9aFGePcyWILenjctjynW/Taot/OOHPO47EPXXx22GkHPlC+4dl2Pwb2n4J+VTek20wG0ClYF1qHrKnMaZvQus1KPnsEgLM+VSs3kCSrV4H+DIxlPMfgeIBwgriDBkgdXE7q8cysp5k50OUZ86xX27a2BGC+BghPgrnEk+BohDTWp2bCxoJRjvsco2GDj1VTYn4GKx/jSRvTGiaaFm1SK1nfgDYFTrELazIROzXDA4CYp5OdxBAKg0CVAKklTikFv8SzDKIAykEi/nZUeXy7/u/UILdS0FvrhxHCBl4bwKe65xPiK0ashP9y8f9L6/zL9edFoRcLvFjgO7dAe1iVWHHpC3sDsYN3M6fPl1uXxJ2Hw8feCJurnLriczALgEBNE9Bw0RDgtJFisyKpgUNpRaSmaaLuZE+QNfGGMPhwg6IF2WwVsTUU5425GwbwMaHZnlzVosaw+mZoPqvZ1+7Bv1Y0oVvT2HANRY18pq58G0Uxpd8OlbLWh4YVHeMoOchCdQ3ofujlSEXSAISEgY6QJefDclQSgh8pFcTWuWJkCMdaMggjj2zbMmzMoW7wJZWLqWKMG7VNq9RmtRyUei6KGUgJuUoKzsiPlLy1HuDnw6AvWqunJ/mQO/BtoQ+H5pkwR6NGPiw1jdNG06fNOQ6c/nbaDgSnfdfJ/ZUsD5VHYo4slFNai8dSktCH9DRYJy5gKw7a/h+dPn36pPfv3ukTlwT/udfd3Z2euIht+cZysA04qO8Y5MKcR1W1uVPngzEXhgWXieurK11dXuv84kr1rZ9z9XyjnnEo5L5T2Ig2KbXo2KIJYJzDa069+jyXaXsuY9lOIC43lnGknw60ThPtT4HsZAs/D5zoBh+2uSRvOIxvcKRs6evWlwznnY4QB/FSHSse82pN5oBZfgFjObY7Vk16HEsYAeZr5WQkYf+Ue3n8Lq+v9OMPP4atbCfbMKVcG8fvaNGO+TBsd1ph+ycuwv79nRVOoC2Xh8Jc3DMO5huNrJKBcbH+ByDv+hKExJPOQeua5CggqtDR49Rh9zzruFxm5bZTalu16Nd6rFJi6BsVDqOeE77Q7KwPEDyCW6L7jZL/GaUFBfriQ4M94+QL1J61bIDHHr71co4BaJBom0gbR6R+VhheY0ptkudUx7PQz5g/PIuNdRT2o4+hIzwH5sCKZ231tNbyaaknnJxrbPnkCyX23GHnYqbxbO/VNA39bjXre8ZrrvN4626hGTJy2yqlRvFBhk3rfEpJ8Y90qiv0L3ATBdQc2hE8Hs7viczomCRQmDkOOowtX9w2PIMbP4PM6zK4ndAFqX5+eK76vsMembIWoPzABDZwQyKxQ3JE45pYzVifwrmzQ9aeu9mROqhQkRDooWHw97NY+UdlsHaEfCcUTu3MccIpDosU7D4wBzaMU53rq/jzQr9h5su09dJo77AxPOGMfuYAnDIkWwNERuhYAQYu2APOFD87xgtzbE95fTwatayvHtv5Ys4Yz1lrmfPY0/LcM4swHwutqUsVkevACGjF2LuN/xzLqYEHh7rPwqhelB7wgnMAC/EcFAP6Dk7RM2TaWtBmZASgc+f5SJqBlHKw29JXrxM3N7f6+B4H0Ntf9cuvf9UvOH9++eUXffj0Ud57GvicX1zq93/4vf4UDqD/0B//9Ef98ONrLS7OWYd7+DG2dLAwRhYPeuxzob9CoZBLajwAEggJILA4CW4xZekp9cTwHpjXA46QDevzmufRXzT47Vj/xpif16WdQAYcQfGnU8Na4QCirx4T86waFDSwZPMd4nfJ7Fw52PHQCUS7kaFNatvElE48M7bh1GeFPwDzQ+W6Xnm2UG8HEF9mzMG9NtIomHkN3G0ZQ/aWHWO3dUq/dug4ML/rXNvDy+R79Oc5w1FU5+Mgz0m0jvqQ7L9BR98dMBaSHClCLronxjFndIs50NIPQwOt5UQSUVgFXTy3dl4/3DF8BoSod2QaYcHKM7Mfd5rzpdMM6FljmzZLbQOprU0i4xOQr90DkZqm0qQpHZ9h96Ag27Aj9fhNZfri4xoKUazSVtxtD72j/2qTEmmbamocDOKTAA9CWNNcw94n8is/U8gWIDIHwDxdEinFJyz/cbTa4pQedqfZ0N9UhqmiaoO26Bl9Jo0OmOB04Jz/juC0j9+R2i+qvljgxQL/nhaYlqQ2uhfrLFHhQkASZWqcRATCTkcdiDi/OAmgNFIF8Ug7Jsc6MJcB3DMqadCrfqKwoofiZtQvEm8IHCCsGFBQoJDKMOrk1lDVvSJ2EWRSGCjpfykEC3OlNXioAto0jZqmAXOggmTKUXGaC32OOlSqiQ+En4VRFq3cvwnIqh6mPiMnGxt/apX4xsY4+7ZLowmIjKRAiNIBI6NKasx2hLDK88Fsx8F80J5L5J4L0h7hbpnaRm3bKudOLZDiAObLV5Y/CY4GjXJ84PCfWKx9oefy6QPulm8BCxc6X2obGrXYMQFNYwkUVHPKl84Zl9EzfwO5ONMZF5Wey15KrRT8R3pkOlBI40TVCbgiaMMMzkEjLntbLdHn5vZGftPn3btf5d/7+fTpRsuHO225JBcOsHvssscBFo4HWhb0TBwK5zh4Li4vdInz5/L6Vfxg6NmFD8pn2GaGDh3qYJM0ApKLgQsEFXCy7lmJS2zCjrmfK/stIPj27i8H7W52praHF/WmgWm081w6AIjHbBifhw0H8PXTKhxYTzixjPuCaWfPjoP5wIXTb1M4v7EjCCeLLyGFvsbMo78IIcB4nA9kakDllLBt5MaUssgeIrcbM9DWvhKD9/Tx7PwCW13r+uoa213KP4btg3yynZrkKQHsuRjsGaNBq/VKSxwXfhNoDb7h8rBHV9FfMScDLBLHUEF3gz5PUcckJAQUJqARuOghGLp5Pvcc+GfoOF8sNGMcZsy9zFi3zPGWOZfaVqkFwD1XU5No3EgkUqPUSLZK8hwBk+tVP9aroHMJ3bjeoO8+cDQDL9TtgUq9r4l5As2YwzCBtfCd4fTpDG2WL2QeFzipMFcL9hkYa9tqu7FjAcABtGQ+LO2ExY5bHIMDFyIe8jCCJSYEZfra0+8z+n92fqYLnJwznJ0t89TCo6tYraaS5VZo6PFUKnhaG1IH+hkJUYkxK3JRBdNZOpVwcGxwScEuA33Z4ajasQ65X8WNoGuaRtb1CG3kU/LzNuph1oCbGMxXSvHPKVrEHLOMAQLzJqlkxMZpDjaGYBtRLXCliWrOLEcwjQEzuM50Tl2UkA/IxqZsT/uBZ9LPpp9dOzIGHDVUESpt2Fc0JlD4lWC6UfRYW/tStLP9zJ+55bI9e6XBtm2ahLOz14w1putmyn0nO1l08rFsi3aR7TX2iHFvgBT0CZunce8xfWqTWiV97UOVDBMfd9V8rZtha+cP+41xplmwSNgrgLnpLx6MW8+2TcyjomEzsJY/6Obmk/y7bW/8Z7xv3um3397HG0F2/CTsfX5+jqPnB/30u5/lN4B+/Plnvb5+zXp0qR4HR2aOJ543Cw35RuhHAmxdpyn6yjOHLl63PP+iTFlRTxzNRj4V/2BQWMIAABAASURBVErMuNd+sxbYQTE+rxucQRvW5DX7z3q9ZP0DwDfAsHlivuKwL1tMM8DUE+sEGGsMQhjk/7Bhi3OpwJsC6KFDJo0IaRwfUmxoO7p/VJg0wOMi+trlXrFu2/nDWuC9qWU/augfHKHdaWAd2eH82dEHrzu7eF7pl+ccz3sVCzWI56NpDJ7rYWfKk4UDUIUDCrQGCuqdv9CHWsTEQ7WsjjFI6JfQ0yAxH5I5NSMhCbwto4xzynjMvcoUgjG0Ujfy8fo3Zw/uve51vXKb1SQIkmnNG4T55NwEqDmhqNccAERQh0iFLQb2NubsqJemz8g+aGuLagcYW+cDoDeWlY0RtPQ3GbqsHPonRFJD2cQ6UuS5DeyCr/kxeC6K6mNE21YHHuSocmwAfRb+kbLnNFbjGYu/kbGOOxoU5nWMPviR3D055r4H7LklvgeNX3R8scCLBf5tLcA6f+xbrKcss7FpuzgKjIi9Xv64xLCHZs9mxlmSDcRHddeeQFPxAk3FajwtgKlp6hY30unwaSZRhxJ2IvCpJSg8C/Jj82JDMOrSgEPmKzoFwTcid8rwrLogInoZ6XT5qgo2IyUp7WwHF+xP1XRBJY6+nlY925ujAiZYEkHRyrs7XaOk6iD6ZU1E342PRLJtYvNHgg/EidRwqJ+QEGhBgEVN5cYNSHJRsVC/ccShcY+DJr6l8+bLRUxRJ3rUcNBo1cYbEh0q5NADRGqTTj9uUjh4mY8dDlu+5dxywN3BO+xpvvSJ6RDNmohr1DTI4YDX+1I+n3FJmWvezZT7HlGjnEiICLUV8SlOFpM4PgAWpSuDNlyMlw8Pur+91e2HTzh/3uv25kYPOH/8TfIG50ih73t03DPAMaPQKbVZPYfCM5wE5xdXury8jj/38p83Lc7OOSxXHYXuKWV0rSBwiQPqBAlFXZZ6pTxXzrNo64tI78MnkLmY5db1QBxAW/rRALRl3MK+5EDpE04tLv+28dP6SXaYPHHZN2y3Kw7pWw3YPQ7pXKbjrQr66H4OjLc8B8wQfhNe50Nwpx8JzaMyIjQQhc/KTF+pTWIKA9zMN2X19Md/ZnHJN/CX19dhOztbur5Xi70aZhfTQQbbfOBS4YvQ4/JRKxwY7stm7EuxvhYT4Nxehf5VII9M4qidIutm3D1JVs0RkLj4ZeRP+l0wrouLC80Y49m8V8fF2Ppl0hnz8cx/FsX4GPdcaNuspmmk1AhEtotTWEvoOXCpHZhLg1NsP6AbxWqoTRCltlXbJrUpUdbIsfi4ngR2jZqmMapE2piONk3DfGJuDvDcMpZho+VSj4+P8baP0wds90T+EWenHZ5PzoP7LaAdFzfBo+1azWe9zs4WAQv6HX3EGdZ1nTL2ETJTaECPbEjy9cJhvbA0a9QG59xq9aT6/NT5Vih3swT91D4mKwbw8+U6Q9M0iGjU2paplfsof3jwbDevI8V2cxlQZafQzWMX/CcB0Jk2ADn62mekLejn8RjGdarQdk9ZNAkaR0DoT3qsCGyKkk7+QUu2VtlWFYs4qKivnBg/5O2YG/Hj48xf/wlNIW89gsa0AMaJ9lif8AVT6qA2HZjtWzzXeK4H8wQKTqA9/SrMF/Pe7/ZqU6NZ1wNzns1efe6UGOuUkrkg0ukIxWI9zlS5yAl0ps04f7o2K5EmHCFtgoCgv/uBqccHG1insoW/xwHdwWhNPbzMynJOoU22pHUaZMfww8M9a/hHvXn7q97++pb0jT59+KAn1g0YaYHzwv8745/+4z/0xz/8Xr/7w+/0+tUrLS7OmEPoDj+koQ0Tzg0MxXPbCLKoT4lLds7Yqcde8xPolXvqqDdN6OlmmtpHJiL3RUSmyczzANaVlueszxmb04Z6ehaOrS3P9Yb13I5w/zi+nVkbHETxe252uNgZ5PGNsR5Y47cATgbyhfWzYMsB+8acCA1qtKOnxpgW4QM2LhSzXk5RhCIrArjvba8zf0HBGt739Je5Yt2DFkqxaBfm1x4orCsFxnvAcjXKgg1o0UD5gO4FHcPhF96mgvRgRFRHIgoS2UNwpiWXUA9obfMWvEWNRiBRR0RoaN6E5MLzFGuI7UBJJHr+Sc62SR1jkOmf38adce7o+l4N5QlZakzVSDw3RBLjS3fp4l7105AYTJeU6LAxCgl76JjVCB/o9w4o4HhoFR4ZKKRKXWMKqKcFJMQjHm1sHqoRoNRWOZ1ljSBSVx8AeoJ7HvZHkahy2YRHAYLdFI6hSYqMC6kliULQ5+GbFc/J/slc6Eabwtyg9+gdIfrguYsfzLWAQ80Z+1cGW+pfWb8X3V4s8GKB/8EWmBbdaVOY8l9fuLzpGWywmjZGA46YOBhUiArF3mn0gDgjtlKNn6ntlGqsq1rUDVdVxRBbN1Z99pl0/6w4skfOZCEkgHwjsPEq+uA4BEYfUmh1yqnWRfHnrBrTAYkKEuIIscEGdhpN2pAi2xv+ASCjlLgGsxMCzSeNh0/FhxoTAiXeOKGQzZxSkDFQVzEQgthaDVWWbcohkoPTbtKBi4PpE+PWNBwRuChkDkshN5NvgWQJAMG0nFwOP3i63W61HZ0/e/ju9yFUYZogFj6h0Ybk/XaFv3mbceCccxGdzTh0chhLkwxogsMki7xDmfQdU0+UI0mRD18bLqoPD4/h8Lm9vYn/Evjh/k6rp0cV9Cyh214eqqZp1Li/HNZ76+JLMg6Mi+tXuuIC4f8qeHF+oX62UKZejENRgyq+3AnxYypSQAltDFyU5PwEtEuZPvpg7RRePf22MyjeBOrOZPmZy0KCpkILuzZkESFL2nLo9wV8ySV/+bjUw/KBb8efuAittFmvcXxttePwvdtuNdBX22PgEuG08HAV7GZGPnQZN5j3KSRnIgoqZg4p7YhpSjziJiuOAI9b7nv5N0f8FtDl5SscQFc642LW0c/sPjXuSwM/GvDMDVxs1lx2Hh+f5DdX7NTa0gfrjSAbV/EXAybnolMOYB04FE7Co/4044JElLCfISszlzs7d9Dn6upS56ThBOFb4K7rlZjvPemM/AwH0PyMCyD04SBpW4YyMeoN/CqAiMLoyx67Dhz4fekZ6FNh/qNh1Dc8T22TlNpWTWqUmkZKgpfi04A1TQPeyHUN+bZNytAL3OMz8I27L4hP2OkBB9AT4/6Io2dpYJ7fxxx41CO4/+cpz481dtwxV8THl/cZfTljbi/OF1qcn2sRfZwp+o4sVIIyRX9AlPzPPy5N6vxA/zZcVpdPKz1w6Y6LKs+Z9XPboE+OTe2hwwKeJ0AtSWqR03VZ1ielVqlpaxVDR4ghd0HjOsYjA8k8U+Ni6s1ziGfc+vjia/kBQUGUDEn+J8duC/M9euwYG4PpvQSYxjI8N+xwkmXRBg5hB5pF6vwBzJ+M25I8Cy4LfeGRmG/m3TLvu7ZTN+s160m7mXLbMR97xGVTVh4hzP0zUousf8BUNKVRXRVJ9K/BXi5yHwt9jAs4c3BPYWOb961a9EkJeSlRegxTdtpGpppDX6IdOQiJQ51KYz6Gmnsen5T7MUXvwrNrZ8BAavszmMHLlGEz+LctEkgToNY10rAetGTO+892P3x4r19/faN3797q/bv3urm9i/XO43eOQ/fnn3/WH/70R/3uD3/Q73/+nV798EpznnM/2wk7iecUVT4bU8tBrmybrMzaPGO9OvM64DEj7SlzueWkZNqpDb02Q3OMlDxVQeFnh33TbQw986BlPudo7+djpwHH7rDeaLteab1ays+4YcOXFxv20iHe8NmqzvWdbEPDwPo+UOdyvwnksrCp9UAFuMtOhx2Xa2eZ+tRYsQruQxhfCTLK6Lt1zO6rnUAxR3s1CZuwBpki+HBG8N5pWTucPMVzzMxZy02T6BszGH3ReTNEWtBzN405TCyR5G8G2KAesnMFYUceFto0QPSO/oAGIXlsb50moIRKComPgVGBPrVJHePZ9zP10c9OueuZbi39pRfQyH1uqix95dMwlxLQpKTUAKQmm+QX9xcnGQNGsB4GKFpAyCCJeGxHlqMUlsOWxCrjuLncdAm6gDYpGYcHGNWuJanWiG5P7Z0i3JUnMNI7gc9JxT+JmsFpE+cNtYxuVNHutqEWfxEf7eXpCiHzKRqyZmAQMcVoQznx9xCOFvgetH3R8cUCLxb4t7TAP7IQsZeLfftZ/7/azqfIZ1RTplGKTdIbZcOW2UjE+jufz9m5lWjn/Sg5hWfgSSKrb32CxgQgKVUuE+0zGfAhTFXfTE/bcE4ct9Sp1PwNmIyiPYYjqbzQVwHONqqyaqwvPmxmBBc7qRtlbNUuegaNGol+ecNn1yfAkwByoDOPQyYQE4DUihOEAkJsriF0AN3hkGGn9WHDtyH6JGSmppUPzDnVNHGQRRFNUJIviYm8wkY+7AxxWN3KTocdh9N98MRCMckEVwlhjsZUauhb7rJ6Dtk938T1HMhy3ymlXEXp+SfUt0SQenB4Xh92ch0XoM1qpafHB93d4fz59El3t7d6uL+XL63WT+4vujWwaNCuaRq1HDY7X5K5MJzjAIo3f65fxe/+nJ1far44U84zKbWAbSBrcwLYJFn3rEJaBA220gihH+WJw2fuZ+rd5/mc9AynyRnpXG1nOFPueiUuDAEpI88yhdoFB9BW/iFRX/YfHx70eP/ABemRvj3Jfw7my8SGi/nAOMTBm1NU4Vt3j1OFHWNvQwGhveKTrD4RAXlRdIwg9Sw1H186qv2jpNJEW5rROOc++nN5eRlvTp1zMTvHgTbjcpGwsZoUbTA/euyiP1scC084FpaPj3rCsbVlPu3RG4KgdbrnoYxLB+N7qkMlGOPQc8QjQcf/P3tvwhjJjaNpvyQjInXW4aPn2/3//2pndvpyu23XqSOVR2TE97xgRB6SynbPzE67p5VFECAIAiDIOAilVOx3+9uDxVovSOy8Zl3ffvVW/sbANxwav/7ma/mPxL59+1ZvDCT+7PeC9Wk6DkKlsJryBHE/KzGHpCQze/zZbNey//cPD7plDvfM4QF6zcHOCbvRkx1ZPwAtctjHuN5GcRkAWaUYigoxytbvDmR2HCTWJHMiUeZv3zj5Aw793ucPa21WG1lmw7obP9juektyFv34WdhLZ8T/cvrmj5M/C/ZgQyJCrJknMuAY0aKeSjaOioPcLg7aK/x44DD+wBxNb6YEoyWZBCjJOHQR74E1HDx3fMjMJzNHJ0OatqgpRdW2wzGyxB6FCmV5/k7IGLL3v2Y/BnzpmRdAQmrwQQs7HoUChxWS8dTWnW13GjtwuOiJ5cC9afD1j0zOWV3TKO510G7XcXQ+V7LQZv0Qz/WbF3o4uE644x7Xcl9r21Ztu1DLde92g13bQ8yjAKJPCLxXQbiBHTpPLbkH0fACX9xPfHIpZqon3t6PO2LTO/mHeHbcU1E2mFZGdgZIt3N27cYESTgADd99QLTBcIJPdVqwNS3ACZ9ZsTQ9AMVaeX5ecRvM9v0YZO32DRU8mnzt3JP1n44mAAAQAElEQVQY+fTps969e6+fgPfv3+uWROeW+5tj+OrVa/1//+t/yf/L17/8y7/o26+/1evr1+qIs/vRhO2xghtAJg5N06rh2u5mOOtkerHo1BiCf8b+6GTeooHfeK808n3Ma0eQ8BiFc3EMzGEK7vf+bboWvS33xE7dYqGWdkMiKFuOcY5H3Zs7+dnkb/74frLhnrjhPrjhmu6Z68CaDtxrqrxjuWNOvQb4u7gOoIkvzJNlMAszU8Ex283gGdwGcvb8mK/vC81CDfs1l8L9Lk1jJ8R92Pez8IPraBhZKO5rCTG0SlzvA/7Y5x7fvA8tW0dHgCAZQ/3lku2Rcm4A6NlXcNVgSwY04I/1DzNm9kSHjqMym2O80Nm0jbzWHXPt2gX33FY5WR+T8LCJHmSeGUA1rMzeoQWufXNb2DV47gNBr8CawJ+Gepis0nvDuASH94SQGZzz8PLRsqbopMphy3uu5ErDCD10HpVp1rOxGU8S9rZCrSf2fzGy7lnl5E/M5sAzFVLEyLN0nGLSvi8ja7fnke7nluYhE7h3In+DKOb1G/TrxaWXCLxE4CUCRMA3UAMkhwvXM/gBbto3sWRidDXBMc1L9cQNZFlDNKI6bQXrUXVQZ1mAIjuAcYoUD9mgHo2kC05W4l99GIaoeTMBfVyyG66OwbwJHA3eWWhNXk3ILzIRIvSmlOifATJkoqIhfEkB8ice0uIZbYNmnILtzQ+9eNBVhp91gBuTPMOZIXqsq/KiXcmpRshU/Ph2ot0+gVnnjMf6mPUD2C9NtEbTjGGqSiUplwLML19NOODRBk2fQTkoD/V8djzAdzRGB5MXwwRogtHYdtzHqIShXIqcLOj8Utx28oHQL8yZPkSOSrXDcOLjQtTCkaj2chmxnhfPFQcG/7T4882tPn/8qM/+g88cWjfbTbxgV1/GGJdZ4IK9hhf7lpfBs/NLXVxd6YoDxNXrV7q6eq3zyytF8oefjPolLNtQzD3jksE+YXzSOEx9muTcNkg1nsrGHYg5+0W7O1PDYaWbAT/8d4FKy4tpWSiXFtlGENiTeg4Ba35q7P9p7Z55xTdBOBD5p+QrEgNOAGxJSGx8ON/seKn0QQFg3EB84mULTV4z0OQ16sPvaE6V4+tYAwha3uN7v9Sjp7arjEcbMnNzLM9InFxeX+uKw5lj6Rh2C5JbHLpSyuhPYuuxHjttWBcn5h4elvJ8lsxhw8Gnt7+xX2yDGLO3Bng99odhGwcfe4Yy0WUEVFmIKG4FIGB/vXb+yf4r1varr7/SN998o0gAfU0CiPbbr99GIujNm7e68rqTLIoDW8HnlJTxPaeizJ7JWfHpeUP1ejyw7+5IyN3cfNbN3U39No7nQtKkJ/GwQ25gPgHsu4EAjKEhqaCvLY06roOOGBVoX+ses133kVx6IKG0Yr0f0OlEn2Nkuzt/i4CYWHYgybGbbBkLO5nDppMPTgCdM58zrrcGG0xGPT5t7R97ZRexHTXEtSoNjhk8/yrhCpkl6+PEj/fbvWkSdj6kxkGPuQhbmj72PRMgx8pJJsfQyTT7sGCft97bTaOSC24kZSXVT67ItUniYlLsv96+cBherdYkOw0Pcgx65j6wHy0XdtHGAlHTykcAxzJGOdl2luPQ4Efef8NA8fGeCWJf2Zl948tE2BPmM7obtVy7bddpwd4/X1zIyccL4t9xjTesS9i1Qzr6YHy2VnGtCcFByKywlZWIUSlZbC2up17b2A9c76ztwJp4DQq2mklexrMm04Zo56jdX4k6j0y/SgO7xpJFm7sPmOfPfMY+MA+U95KTOV4n03UuVV8m9obS1vYcDmYQiT7f1z5//qj3H97rHcmfdz+9IwF0R+K4l9fu1evX+l//8r/1v0kC+Zs/3377jV69eaWz+Js/HU5k9jI7aDC4SsylYWynhrXpuP+ec79aLDoZGvNI9ixmoO3nVNM2auE1TRPjM45GxA6V4oMJs9zfOO5ca2est78ZeeYkE+vfdi32CxpiBP5xJ+DaHVizHcmeLfc/f5tzRSJ5w37v2fe+zmrsMOAA+vr0GLCTLP52VY1vj74BCUPVf1J7PcNyPmEzKeV5bvhcgCYXscEkJclgJOLIvtIMj659jFNYPXyzz9t+Q9s+AfYKf1FxWh65Ep2Y9t4reYq3fckWnJwIIaHRwFzRO9gncDAZH9O03DGNiozOhnX3dei1aNtGnq+vFXmeXg5A+w82GacEDp4bQZxUdX24h3I/8lrswhfWy3i6QOrILP/z4NpmDu63HBB6eJ+KeVigIM3cM+DrzwiOhx8AMwSaIQNoUKg79J5QhVYOD6zcAONvLj83zs58SeGhj6kihL/hdZA1EIg4BnM/lwWdv/3ycxH57Xv/4uFLBF4i8D82AtxT93Mb/KDct54S+2ffnjjIzI/AA+eI2ndW4mdviHQmQIj6YZT8QIonm1t0RKGyAH2KD8KBqUI2yQ9Fg57/POFa4545HXai7bkSJIr8Nj3yRm1W9PGSLUM0pmrqTPgX7wX0pzRrT5OQNHPEQ64yw8JEDnAN7j3iRy8jKdaQlfR0jlm/9JklZsybAYawM7+0+QlrYK7ynoiYZqVclJuEzSLbD8jCV4DhMKN4qB/U9RDGSx9P6pEXvzhERnxGQmnQhBmcGJqSihNAXaMFL8d+8S68FHuOBomXdvmDURCjqu2oYewxdM74CXgMh8QlL82ffQj/9FEf/Td//M2fzYNGfIv5M9fMXA14hR85fhropMUVyZ9Xr9/Ih4qrV690eX2ti4sLDgoLNfFyXLBsnzJYj6DyhB949aTUOXgsXaCcG/mFu4lDwgIfzji0nKvjMHJ25m8FnUGfq6W9aN13pgWHyLbtOIi0KEnyId//A9Q9c767vSPxcKe7+7s4ID1wSPdPkr02hoHFCgiv8TITs/ADVVGqhxEjZCcxIRJgkZ613fRr+UCy2azU83Lf99M4C1oIaJo25uLEj2N6fXUdf3um7ToV5quUWQFpx1qM7MWd9XLoeXCSA7/X65Xs+0CiB3Xsfmp8Cv+5Zm2zj5fsEXerfddICUa4btmJAM1ykl/4Ly+u4tfT/D8DffPN13IiyN8G+opEkL8F9IoE0dXVJfFeqGkbJfZq5vrOHFYb/M+lSDmHuR2+r50gYQ3uScTdsA53N6yDfz2LhM2aefVbrg3kPFd55sybCyLGpySlVCIujlvbtirWT8ewG7UmmbdareR9vUTfEjtu2+aWxE0ASZCeA8OAXsfUv/plTFMpJbVtw3osdHZ+fpgT/u+4XtbbnsP0lrXcaoyYEknWZKDPMd5gf439e3/ziLXx3x16wIc1a7TesBe4roZYGx0+WeyZTIgy8S5qFx12gfMFPngfd/jUyknfnBtJOf5B1IJvWanS1AP+eA97zznJ6YNxjQP22YMD9hHDniZAn3WwXnGN5aLk9YPXpEaFNXSsu6ZR0+FHbk7tWxmQg5uhpuLQsJuGAFFPfORMWTLGYDf0n7U6W5zH/7Z2dXmhq/MLnXM/OeOadlIh2y4++Z53oGs8rA9zRhWsXK6wwBgnyxv7Xyyf6r2AvbYmOew/vuvnV8m5xpk9lZmzYrxA1gPGgOcCNZWJbznGaoJCb+2pNc1fKChGgi3J5WgLAGtU16n2WXVDZWgnnJsst8WnZy4P9yvdfLqRv/3j//nr9vONltwjRnR13UKvrl/pq7dv9S+/+52+/vqb+IPPF9xrzjjcNzHfpP0H17OKYj84bl2nrql7sWN/ej0Mi6YjZuwLYtYELGSe+5q2qeNzJjRZVKhPAKVOy5GjUftzRk8DdC3394WcCOpMl5Y9yDj2pHw/YIRj03OP2HA9briufM2t105yrhT3XK7xwdendx3zH8AB5hlI/A7ci62HoIvuCuiupfqbBT6CAdrguRT8LU2n2FfcwxP3oZDHz4RcProm5ZsLflQjTN5tjA7MZ+R6tR8Dfvm6NezYDCEuqWSqJ+UxkzZxtnDODfuC2KswCr4MkC5Wir065wGEL+YDGTmrgKzFXUCG6XeOjmR0533Qnqnx2jJPT3EM6VrLDORzStYmUXvOnh8N7FkOpW4A4Q6V+4eYMz4RF4+hm4LvFFknYKwdDI+Z5FFKmXROqM6FmjH2P9xgWPUHtXOZ5FGASdt2hwWPAB0OpfUEHJRZ+Avg8V/o+iK72rdLhqdi9DPv2VccfiryD8T5j0ToH2h6L66+ROAfLQIv/p5EgLuw77cnPDeSK8OecCPAjzcDQ3m0B+uZinE8IMXDEopav+JjSfHoSaICfPusDzi3s7XkSc2Mo0mDBxi1EliWA+JBFm2dfOz3CWNqmG+ok/IM3VGx6zFeKkwlawfc/yVItYPDaSWeq+3xzPeDj0MpLwYDdkYvCi9Q4c8k4qkQDd4PGOcGfM9Rog19KI/bh549Zf0G7MVDFnrA12HkYBp2q+WUkgovffPBzC/kOCC/LOjErm0a0GZdvLgOvKCO1kdb6JYDi24FDIEG00JTYma5qOEls+MlrPWLNi/KdX4IHJdqBk71cbB+Wi7uMpg2+EXzgYOqv4Xx+dNn3ZIIur+705afoo74OOJXwq9kYbB9zPhh++f8xPjy4lL+9QH/r1/+FTAngc7gdRwoMr4qN4zMcxQnfOwBNEWZykDM7PUMDKbQB19ARl/mhTteQjnQdJ0TPxfqSAAFTDzTbeu+M3WLMxVipZQ5uO+04iDuxMnd/X0kfm6Y7z2JCCeGthwmev/0mEO6YzM4dgbmHl7gIysRPtnHmFBUbhnwEsEccpIPGD0Hsw3JH38zZIPugZf8GIKWWtCIf15X/6rRhZMt/JT+nAPwgp9+l8KLfGEVWIsRP2IM+6LH1xWHu5W/WULCoX4zZfo5pn0IQXziehlYyzqXHqfg2QHmZaqKVWow34zaVMwD+01XSEid6YoD5Ouv3uirb77St7/7Rl99/VV8e+Dy6pI1WESci68H5lM4ILRA6RqVrlUuxZp5d91ps9seEjXsv/sJluDlw1qRBOJwJuabU1YuRQU/Si7Q6KPdcChs0d2yz+wnopSBg/2IjYHrZwBDEytfRwcIN5BFu+dpMGvCI/JuKmMX0HQn2+GP90dN5GxIuO1IAnE/cHwl5tSztzZ6WK44dAPsLyd+NitkSXjFOOgHrq2ajHnQCtp7wv9rU79fj6wmFXlenmMT825wJ0sygB6XyfcBX3ruK4YN+876j8G8zWaH3z17E2AcRfOyM2M5UZJZP4NtJxIDDe2ma9QQ66bp8KV54orHhnuO2bGbNmCYjex9txCAfM7W3ajjvnHOtXx+eSn/GqT3lRPKZ/C6psbAshWwGGPBQo/1hh1cg++mwT2eUxPjrSPhf5YTgI7NmrXZETPx8V4rzLdjnrGnGGztdGGBhglsUJ7Mxl2GkA/7QZm1j29tzPWkD83BsVJrZR/sgCGAHvMRtT+ZhE9umAPXlbGTP77OLLshkeVv0n38+CH+3s8HEvp3JFV3JCa7ykwDYwAAEABJREFUrtNr7ilf+Rt8ht99G+0z/y+SrCcB4VrBVpREnWAVNR1rQr/XZbHoIilpXd4Di65jjzbKhXn6umTOeYaS1U50C50nGsl5tjoQ4uNJgjx/UMhNYxrrZs4StujTdD1WBR43KK5t7nF9v2Vde/XMeYD2fY9OtCJHPAU4VgPXssF/D6jnfhw8pDR/MoQBxEjqx8WdQMHT8LMo208/+PMkO+O9vxM/kN+Tpm2BT9WvXfgdvnNvt0/mhzhVAaYRQc2V/SMC0bTJPPvTFHzKAbMLVRYt2PQY24hE0/Hc0cQo6kMp2ddnx/UJ8ExaAIX7b2LOmpSP3HtiVknKwSuyLzTkz8Add8Qu1mNatm1+bQ/wJjATR0PUjzPa9ieAuaEVDqNCZtAOQeuiuZ+FZb0UOKCSaRUgHMkx9riax7F98IEeM0B1PHNhCAVV1NblvhmHTjO+BIz5UlfwZ2PROKq+xPe8mTMztYQhBmEm2ycwHquU4P7mq3D3N+/lP5ODL3N9icBLBKYIzLdXcBQ/3mawSHL1CI76TT7qVTwYJaP96FypZKZ+4ZOS/MzJjMncPbPbjMvBrGNzklu1MdWIwkzxEIsHRdL+k1L07tvHxPM9TIx4HMtx2uKRxMMJZlZSnvw6MqOnH/ScMCelGaYBtC/RRcVLhh/24mWC1wUdnti2RBQISsxPKIDej3f70ICin9qFUUYHCcyYUSVo8IKBIQoWsS/tVF9kkMpJuZSAEi9cjWxfe235EJes+kFf7xdQJ3/4CRaKKSNRG+mv4Fo+iAaRlFKS9bckfhZOcvAC5qSTsI9BPf+ZDc64SmGesA28bPZxAL2/v9Odf+2Lw7cPr9vtmkM0iQLbJ84I49+AqcThsGjRtrrgQHblQ9rVlZz0uTy/1PmCJAC++XCQc5GEXa8BqPpoAjaFqFK7QFEiSDRNgvYlfKWFdWqXjCr0ZMcZ4GCQOaw1zUINP53usD/D2dkZB5ZzLc7PdR5JqQUvRkU+LGw5HPhXBpwIeuCgviQGSw5LS2j/PRj/NHnjZI0PErNzYCx7VgAehbPeE/gVtGdciXnaUi/rMTgR1PvbFxw2B3S5EFjQgO85Xq7PLs5JslzGT+qvLq+0YA5e85yKV0LeEyOUYbvdsn4PJBwq+Kfffb8WE8ShEajFe3XwfvNcCKhtg2ontT0OMBPC1xcIv+ikNEymJcYXl+d6/epaX739Kr498M23JIC+eit/++fi4pJYew2ySjEUcKvCXmlJ/nivZvQQOFm/v3Gz5cC6InHlNVgul7q/A/xNGXib7Sb2oC+3VLJSLqx7QWdTgXVvuN4cm9I2ysjgKrpHYMfYnXoGe63NdzQch2PYT9ACylFHCJh8YDiQiI3qdyM6exJTa60jaYN/xL8nUTj6AElybsee8lzumYv30j1zWTmZhVxNHDGe5OPy/kFOePmbT04+3t0sdceYFXr9x7zto+wP13YiZhnAFeblpR3wB2zGHhK8QTXBuJF/BWZp2+jzvrPt3a7H/83+m2i2tSIpuXKsDSSLNt6bnjihaIivryPvvwv25BnXe3xLhEO/++xTFoIBe0dOCMfuhDHJmh9gW5OAdTVNpzOS23ENsJ/8jTLfZ/wtkNnmJH6EGOn45CPWTGJkYG08L89zSYyXy7uI/R3Xudv+9cAt17mTfpk5N96vbafCfm/YX56n3cZKaH3OjJRkGVdVHunwydIG1Q/+VOK4pn/i77yKHHjdrN+E6BF0KzTLup3IakuWr0lD7H1sDcTygXW8u7nVp0+f9OO7d/r08WPcGwZOtl274Np9rW+++lrffPO7gNev33Afv+LeU9DNHvL1Us3R9hwa+jqSQB33/E5dcxb3qMWi41qHj07HqyFWGR80f0xndLYe36DLkOm1zgkTM1qEzW26HhfYOXsc4HWxPq6Hx2KErF4MzN+/DmbY+f7Ktdgzb8dlvmKmqXEdjcDA/YEe9ofvRZYLXTZg26IyeBCA+ugezAuYBINGljlHDMLHOjNLBNAdOCURDEgzEthldFXBJIYG/N8Z27f5/aBK7OuypyYCH4NX0D35kiN+5tqWgb5JPILGehMICoOxx2vNvleTKBGKflSS7MvyNdr5GcseaFjfnHKspPhYRQTJg5krXTJJl7g9YhI7FvA8wZkOAx1Q9IUCk9D0Qz0qls7KdqbUrlmyrh8t4kU9jc6YPwLGWQNMBpuq72Y0cCFmSgjm0cZ79yGyCgObksN+RhcEnBj9qJplYhhi+VH/cfO5vmobp44Fg96HiPuE2N/BpMIitctz+sz/lfDfLPaP5e1/c3BezL1E4CUCv5UIcFOmzN4kHntBxx0sBSkOZiESD7g9ayIOiGfj1EhKKVV6xqINTV35UVeFNlXBtTuqlJ9F9UlkvsF9Exw1Z3IaxYOpUpPkr0aeYwAvENWzaWgkDCrNFBTvQjST5wQ+FI8yHDj72E2P7n3P5HQ8nnn62a6Q8QOfJtReUhbNGK0PZ9E2Z+qvA2kc8Wg9V6qEBwBRsI4xv0jb9si8Nc01M9FSGpWmKPMTMR8iwj6KGXrin1TgosG6/JLHoXzkIW6Q35Cs02EJGOXDqw8mHpRSUs6Fl/BOHcmftuUFnBfjnDPzVP3YIFTlZKgvFeaD/Xow4jDKYfH2loMRh6PVaqkth0G/SOMpZdCIb4m9nVnHjA9t1+n8/CJ+Qu9vhFxdvQ76jJ8m++8EWEbhVcaB5wA2xe5WGIiTKZgWB52U6LIM7kRHnaFyQ0w4ZIAbYtH4IMIhcn5JPTu71NnFhS7Pr3TlRBWHyq47UylFTEdbEiL+qfkDh/Rbkl+3t7e6Ae5ub/TwQBxIhPkA7eSJvGbYPvZCeA2LmdrBGQ4zp2MSGdQ73hw049sgHE78kt/zgj+g1zo8KjOPjjmck0y7evVal9dXusTns7MLdcS85KxkSLy4Ym7HeCeBNuu1/PeNavKOQz6HffsrJpmrcg2soW0ZFDZRQJ/7ZxC6YYEykDhkElvv65xoZ2wXZdpN26o772IPnBPfCmdacHjvzjq1HA4M3aJRxyGhQ95jcilSSqErl6JcGiVDysqlEAL6UoZXVJpWDXPuFmc6W5wD6D8/k9uORYte62ybTj4El8z4lCQZNK2MpOCBxCdn6QTMS0rMzyCwu+FKFlUCJQksPj1JoO12p816qy0/oe/ZP94bA/eDgZhuNjutSfB4Py25pgyrzRpZy9NHUmv9sNGSa+x2eavP7DXvuVuSjw8PK8ZuYk9aF+awXQDbz6ykOUOdF7a8hl7BjMOUuEbtj/frisTPavUgY++Pnv1mvvvd3qy22pAscP9ms0RuQ5JyRXKoR+0QNp1ocJzPSEB2gBMzndeXNWkarrsmC0E79QjgH3Hs41HzQDIH98WMIDyPrmnkJNMF+/3i6lwXV5eqe/9MtikmyjB5dR0j07Bg2+YMdE/FMptNL/9X4f5mzIcPH/XhHfDhvT5BO/YPJIW2XJupZHm+3aKL5EbnPYs/mUkaJpUHhM+HRqXsC+LK6DLHHqnsKRN2vQKt6AJ7TCysD3UQ9hu0l4t+lGUMlJxlTKUAxtMl/89YN3ef9dP79/rA/D5++hDfQkspyd+k8v/u9e3vvtW3336r169e6cL3auZn3XUq1ltQ2RDrLmIRa8/9csE12EzrXnLDkIzVaj58idZR5YWZmsXSWSrZ+iEmfkWx+nWqOOF5H4ZaXspxTSZl9ptt5YT97L6k+TNwdQxxDY7sX9JorGe/23LP3UZb3CdFfwQ0DAwajOEPPINNw0EdTlCjXSoFz2kcF3cbzMMHHUnYNyXGZHc+hZmdlZjTNDKNOv3ghX2aACfpxiAlQ325xMbZd9t/+3MMYdQS6Io4mCbyWIQy0yDFtOBEMctxQk4ly/eERdfE3lh0CxJCrTLPAzEni/gZo5NPOmp5bQwH67XTRqBAFIhawqyV1qYy9jNByFQBc+w9iKQPqx7SMc7hmIHxDMH9GKz9WJp01YIOSnUMBUHXnql2RBVjS4b2NRAYJWB6kIOmNj1T0fwvr/AOH/dqaUYoilRKBip2f7hm4jcM/29j9Rue+ItrLxF4icBvPwJ+QPrd4eRRfdRIfvilOo9gU1Eq46i2CO8yloabuGfDoSg+qfITDYAipaj1pU9Gg2+eBss8bpu3BwsZYgx6ceTwcKC9F4TwAwX0xeJghMw0SycteAEbAQUwMnxPTCEpT7TkFIJ4SFdJ/ewnDEwS4XjQ5sbLmh+ABrRptmmJSbTGYmqY/58CrFLkeWNrAA/MeYC22kQg60+F/OKMZdq8KVBsH/BYCwo6cK1G+249AKe3aRrjFKUqc6iJJXpLKSptUevDSWmwUSaRPOHnEH0UhOkMQg7dhpfk1XIdiY7l8j7wmkRCT/JgICk1kDCoTo2MG2N4wwvGgoP3OQfB8/NzXV1e6uIcIAlwdnaupuGglguyDWMyMJdKM4WZET4MdsRx2HMnoopHY6AOcAXtUslMRIGMLQ4yOXdqGkMLBnhB7Ti8XJAEusTPq6tXcaBc4HuDfOjhAL/lgO5vAfibP/d3d7q9uQFu9cDBcMUhuY9vRezwEqusvR0/9Ru+lR0D/mcmSwmu5cfdjkTAWhuSSj0Jtp74D/GiP1hlyHmME2j+Ns319TXxfaVzEkDnF2ex5iUV+SeuIUy14/CyQZf/rowTCEsnrdYb9O00OrbhWkYSgrb9oJN2Le6RXBsmCqfDj+z9zB5zrDh8sTFDwH25SfKvBnWLVj4wt4tOCw6JC5JCgUkYLEgEmW5JVjbsmYaDQpOTPL6gcwH/jITOxYX30QXzPNel53p5IR9Yr6+u5Ri8chwMJPDcf3lJMoi9F7pZy3bRqG1aWWfx9QFkro0GfIBG5pWUVcoMDXTL2EYN45tmAW09ndrW/E4FvqEFt93EbxsV+q1POUnEaxhShNXXzOBQs1sUAUtKqajkRgl/xKfnevev7q1ZJ6+Z99n9/X38HSqv39K/0kffZrvlALvTrh/RjVIlRmdMAo5l16oDWsA+lpTpV8j27C0nPnbsOa+5ITqpTPdTQsh7Z0WyaMM1sCE52cdexxaqGta4w07XLdQx/475N02n3DTKGQHNgNJni/uf7QgmVuwsEE1ZnXU32OnYO078nLGPTDedbRqs83C9xOBQFMMnRe6vsOHaWHEN33F/+/Txs96/f0eC5J3ev/ugDx8/RrLXSTrHK6WkBftpsViQwGTO+JCZf8zV8zXYycnKjCbzNHMAq8N644/lDYwp9PxS8XnVurw+Aewhtz0uo8N+BLTYQS9FhU5a1NJ6s9LNp8969+5HvX//QR8/fpJ/PTQh6OvpzZs3+p0TQN+QAHr9Ro6vYy32Vd2z4pM1r4HvQ77GzrlG69o3XBeNcsFizsphnXnGqIoha7FCeUY0LY60xzVBw4vCvg48zzIajyoGeKzt5SJfz5l9mXOa5AaixPMpVEQV/IFn8457e2+Ifb3jWurZLgPyIUIFHUNxdvYAABAASURBVEPA5uJzNKHNEf7XNqJzqe5I2cTMBDsmk59Khe4kJUCHzyC3DeaBU1ZGT0bOOGXz7SJx8fPX/gBc0HQMwK8ooSMqyboB3IqBwU2QQYCJEdYo6MYOBSYzpwnxpMQw7n0Z8L7pSMo33AeL51tQnAFG1eHQtk07SmUG6cq6DKYPwDoS+zrfyvUwg+ZJgIkanaejQ8ZVTCIIZIxBLvjiGHsPGkds0OXi7pCkYvYi9BETmu4KYDhDsAzh8ZlrMPCsIKRcnfpV/Z55M7bcfw6qb+HtpKhwNebJXMW4OvX9thHe/rYdfPHuJQIvEfgnikA5mmu908KA8IHYQGsu2Q+9NLdmzIPMBQiO+w1zY6bjzkeDFwAKvdC8JCSAxhdKgj8DpHUYnjyI6KP4EQE6FMsaglOJWgdjqpgrRT/rB5OjiJcIiwYJwdlG/oSHMamklLJy0O4BLDwL0hT9RgHxAA8qqoxzFGhm4r498JKEbb8v0FlLCGJrHhTt2nWo6T80nqXqsEGBwx5i4Hq48yR5saU9285ijrycllKU8wyZQQYQhVHUh+LhftHxi74P6mPEY9T8A8GEaEIvSO5LECkllZzVlkbdolXTFewxH3iKz6mVHLxaIcV8XNf2QOLBh74lB6P7+6VWYH+DpOfgOIZzQh5/EE/EOeFfSikOAP4mwDk/ob/ioH5B4se0DwoNB0X/hNAjGbYvGf8o4WtlspYRPPsLHfZMu9fYAL2fgNsGEbJJnjGOHa3ghTqG1MJADGZmoJyEYXUkp5xQeHX9Rm/evOYn4G90fn6pzAuseHViitrxU0QfmmsyaKnbu1vd3XyWvyXgOK2WK204ZPUcKAbeEgdiaMABzOKfzdoRfIMRBZbNq8lQGW8ZE7965gN4v5Z1xbeAGIcGaiGfWduWn9Bf6jwSV2ASI45xwd9cslJiVViT2JMc8p0siG8BkTxY45/bw87XyKAsPiSuRnwWB6IB/wbaYYyu6AdjmZqo2VdGZXBmP3tNDTnaWYmYZk5yhf3nv+vTdC37kQPzotPCSSAO7YuJbsENB4ZCAiFxmE6RPEhqmIdlzpE9JwF0wTwvmOMFyZ0L9tXV1YUuSfg4AXT1+lqvXr/WlZNA11c6Y93OSAB1jF10HXtyoQa9M2R8LoBtFfiGVBqVkgFwAqLdMBYaX9oWPVxTrQ//0KVb0AevBQdvoYVp7DX0+xospSjnQsxqGYkpoWU7jGzUynN/drxKnmSTdqzDdruTvwnkP8x8z5rdk2x0ImLJtfhA24nYLQkgQ+9nDiqtMSvJe6nJrdoGwKcOf87wsSG+7hd+7MYd+3mrgf0mFjrnjH1WGOz2jiRv7EOSPysg9jXX/jBUQyFP7Jqmi9h2nvdE276VWcY+HYP38HF7ps031HauiNq8PZiAZ70HaMxhBiCK4wuiPagn+TnAiGFUg7m0N5tedyRy3/34Tn/5y/f605/+pN//++/17//3/+pf/+1f9fs//F7ff/8XkiTv5ISvY2F73gPn3Cc6kkCOaY54ZrRiEb0EE9pWaB8Vh7SCYzxDQ4igS/bd5Uj6GfIQDpYG/djaAZ4bjBiQMXAK01oWJLhvOaG4ZA99/PxZHz58kP+gv+9ZO9a0a1u9evVKb1+/0ddff6s3b9+SWL5Q17XspRJ+2kgWPk9r3jWdFlzLdf07tS1QmpC1H/In7ysTE3ghmAPJE4LFXQQ/3YOsx5VsYuKZj7jlTB4D05+algfsG2OrjqKccvSHnHVYSeBgs1Q7+RuWO66hnnutn2uO58C1QcQoFvZex1eTACOCD6cq4TFfiZ+pif9+NviHYwjjW0pg7tFcr6hGL00KPYIlf0JcmTXIMq34WBoPmNgAeCCt6KnV7JTlxOjK1X6X5UrtFdoiMLUzxvM8BBVhgtjNtuauZzE6PDbnRk3Tsn8W6rj/NG2L/41SSgyzBMgF/SPxHnydYsOsrIRsltfPa6msp5+JZ4TkQWSeOh0UlZyn2LnlSAFMyHMBTRYlDKIDGeRDnzEA052Ai6OMw1FMw7MSri2oWhhjnw2Fwbmg7YiXq9RUWxEQXhhP7ECnksHaV8eyx/Re4Blikvs5tc+M+q2w/kHd/q2E78WPlwi8ROC/JAJfuhNN91fb8CuDeKiJh11SMguYMeS+hOS+FcReDILxYrxN0lJ89oRbJw0zkAbNbGMDDyK4lIOTMxU4Krq/WOzBFzunDht6KufHJGfQKvPMdGuHx5pKSimZkCYkPikl5ZJ4mCdlDkraz0fPfmzTU3rOnD00VB3p2fEHZpWM5/OBeURN/cGxNVsFOIz5paaOo01/jjmU8D/zAp1zNhdwMQ0eJuz51WEwpzKrn4Jpz9NxkCxmG0AqWYXDdxxAc8Fmdm8F9FIqbR9OALZFDTjvlyT/dPzhYanl8g54kP+uSd9vJOZIxYDTUrDfdo3OOHhf8FPhC5I/Fxzaz8FnPjhxaMj4JM8RqL6EwepnkJUrXq4GDqdeT03+GOvnPjGmCkBaxR5QMQ3PWDY0uGGD0MSh40B/df1K169f6RUHodf8NNzJlZb1Stkv6iMH5kEb/4oOB+L75YP8P4R9uiUJRCIokmQrEmX0+dfm+s2GAyhvpHakunRUe44T4EJmvTrilhKHSe4d/WZdvwk06/ILMnoodT7MoGk6OcFxcX6hC/y+JBmyIObzy7aNOTGo2DOjBg70Xs/VasU6rrT1N0hIBA3xAmtfGIGBSBj5GyUcDL0HYNFxVCYyEzNDg+8NMWq6Vs0ZL/287Ddtw/VakGRyk2ooeZ65NGo6A/I+QJesnDP5NTY5c8dTxkn+SX676LQgkeM95F/P8/9OdM1B9Zpkz/Wr16zTNUkf1ov5X11fQdMmDldXlzU5xtgzEpFxYGdPeo0NZ9AL4BxYsC/PACeZzpH1Xp3Bv150cWmdwKtrXV+/DvD+eIMfxk48vYIfGL9evXqj17GHXskJxfOLK535f5kjaVC6Th2JGB+cPa+zs0v8ZP2QuQi4IOl4pgUyjmEmPmLvsVFZdyLDYhCi2MeQxMmxI5YJnIoK8o3j33RquzZsnXULrsdzed4d9pumQV1iLGpCmcksr0HOBTz3DeyZDXt+SxJyA4C59n1NxgjWrMmNrK/q7YKe729otJiUK3pazx0zrhJ1XqbNn8G+eiMZ3Ge1WMCHDDy2YR0VeuLGPNzwMA+H9nVwc3Orn376ST+Q6PnTH/4YyZ9/+7d/07/9n3/TH37/B333/fckgN7L37zyr39l1sHzPGdPLVjLjvh6/mEf3aEaPBe3Z9reBjAdy+8PhuF4MEOUu4XTIgHBcJXpN56A2dQ5+bqdjIROxIxLgUA2M64UCMp22Ohhs9QN96lPnz7q48ePWt7facv17z3mhKr/l7433PNecV1dXV7J9xbrYEOgIYNYa/ZP153pnMTPgntN13jNO5XS0G+xahvqqNjJIzC5n2E0QhYLEQ3HyfTUiL5DZf0VwjeG+x4V9/YQKvjRsg9bFRIQubiNNtbOeukMqai43fQkWgegZ08Mkfj2CqAUgVqbMDVEzMnMmsFmNDIffDDuxs8CnuCCY5WRK7iUwIaqksakLYlHKc2EvKHQNvY4ZO0vz0Zx/ULCEBG1PwapqALoi8Wa8hTkSlvUlPExVJ3BMWmYvAze44p9l/O8V+o6FO45ibVQLlISn6jAxJV3CT9zPBcYEuMTkL1mOes5j0LO1aPOcM18A33eI7lFh2nzuGbmFcayOQF0g5HDWsngGWjXPrqtHIhxDjpAOYoE4ywfY+saZ+IQPpgnNIHRRAktdSw6YUTZd0fr56qjQSH2uB3MkwrrJ+2njV/W8XTMfw/nl33/7/HjxcpLBF4i8BKBKQKnt6V4GMQ9lDeLScL3fPEk97NMrjzkqFsce2bRihPiqZLUQUVFQzMxY/MMj9vwbAuk/RjFx48dg3j0hKt22j28SBhJdtCUsWHiVNIdz8DTTk/RUIWh4hBaW0/qZA4VZaKMAlJKyimr8OKQS5Eytijaf2IW8GcGtoIV1cw8xR4PVFUmTrtrC34lqE0bIH+pOI4Bto8vzDtGYiyzJvn4hSA6qsJBR43Kiql6Yu4hDEompj6xrilRU2XTmj9JKQGOV87yy8es2h4ZZsmnGPlZmE6/WG9IQNxzUHgg2bFar7TerOWflEZiIfbuyFYalZhbaZIaDp9nbReH2LM4XJ/FwdOH+fDlSD8mptbsFZiXWut3kmmGAd68ZzE271wPBxgDJ0O5zwqZdrT2VRVBKiSmqo6QB4Rgxs9OZyQCLi9f6dXVaw7xb/gp+GXwCwdrKZFLGTgQD9pwcFoTj/v7e91+vpG/JfDgOD08aLMyrEn+bDREEmXEpp0Q1jyTCpquvSypwekGGyBke/W7XRy4/Y2rDYmkIQ4ndDHG68IQ+aDdcbhfcCC9urrUxeUliYYzfhLfKrP+wl8cVgXh906b9Vrrh5VWrOsW2n9MeOAAJH9C94hb+Bc0PoO1jxxt5HKmYiYZIpP8yZmXfXxvuoZYLdR0rWIuJeOH2CV1nDyOMe7r2CeGpi0ha40GImUkD8zo7NqFztlHl8zt6tWVApxsub7WKyd9OKy+IjFzdfVKFa51cXUV3wy6JOl4cXEpH9jPF+ckVc7kWM1w5n4SPv4DwufIWfYikjBXoePKv14GvCLR8+bNW715/VZvv3qrr/0Hcg1ffxt/LPerb77WHsz/Fv63/6Jvfvc7vfn6K70lKXSNv1fnV7o6v9T15bVev32tt2++0ldfv9XXX38zAbLIv379FXvvLfCGOVa4Zn7X+DHP8fL6us6Rdb80oPPaPPauf5Xn0smwS/bExbkuLs4AY7cvgr6KMRe6vLwgPpfAOfFZaNF27J8KlV7AW3BdGNBBvJxQ6rpOXdMoe/0BFizWLVaaisKucW12LDzEjCGjzP1uuM8YTZD5EdSe09qjvT3jeqCxpy2GAlRAuc5sPWPJ95bVaiP/EeT3P73Tn//8nf745z/r93/8g/4IfEf7+79+r3fvftLnj5+4rpdc6054269CbFot2I+L9kzxTTv2qPcqk9UM4QeWn5TwCV/AJRM7sAAuk0nUPhqmphH9ew5zdALC8x18T8QQV2qYtSg3ETWsBUNQazvmZq77IebtXyW8u7vR588f9YkkkP+guL/hVXiuXrJX3r59ozdvvfdesf8v41pGEcW6DA36O/bJmZwc6pwEAtq2CRkRZVscJiwVNyMuuMp9BTLuNT6C0+X5gOCGqOOQcZ6CPoWWOve9YPCix0K03BPxCD2JcVmZNWlKi69AbuEVhqCJZ5T8gRT3xojdyH3WseR+O9g3HKXgUmjG55AKzM1cdBDv2keDYhr0c2WaLk7gSwIyUHhmVhCfcUzUM4SD0U747JjMOM9dvGMMAb1EYt9+kQFizFz2RmdGxfP4UEQDbP0Ci5gEgg0pfzz7wNgSd3Ix+wrmPgYPrFByVtt07CH2ip8HsR5FOU1zzIqP1XqMStY5AAAQAElEQVQeO4Lud4oBHB1U9msSo+VyHOus2ldr9z4PmXfHRrlUuVBvNSYCH0bhsjJVQGEMNAxVQ9N4z59xFF+KtKBqOSjyAMZaT8lZtk2NnqpjL8g400Z2x7TB44xPwVKnnCctqzfg1ZO+J4xjfcd7xXzDkwF/V0ZM6+/qwYvxlwi8ROAlAo8j8OTONPKyoHhU1q60HxFU3FvHOJPtO54h/JwM+agQmPEpSetpmUXT/BR/KlI5Y0X7OnyLCpaxQY8fJ/Q9XzzfeNDN3Qwf/YSf24+wzRMJRbCiL0XtyrqE/35hyKXwMtGo8FBOfqCKTxWAOCrYqw9SE0f8IBP1PCipUrXWc59910Sg8rHY1HNgT3OdRYfRM6zdtl5yUcyHeUmZDiADUE9KsLNSpgegMCrFqPhVK1lDCl6C1kSllJRTAZIScVPoz/q5j3tnqHI51nxgPv71En+zxb86sF6t5PbOL8ohwfyQ8QLmJM4fRT4MLBYLXZyfywf3BQeEjnbT8CIudkeuFuIimcjKImosng9oNfGz5tCyDRhIohzkkQvbYOSDjGpAuwImtU8RQ0J034Nl86KdCBUHHA62ZxyaL6+v9YqfhvswveDQ7kREw4E3JcaIGY+8d3No2Kw3chLICaD75T0/Vb+XvzG12qw5ONr/Da4b/JKFMQoMBeDMIF7g0Zc5uNVDdVF9AaSn30bCbYMux2XwQYU5hwrGuFi2O1sQ7wsSIJc6O79gDTj4cAjKXhT8VEpKphnQs3b+BtN2s9LaSaDtinMNvsU6IjAX24lvHbmPY8DeKARlFhMRtw8Gx2cGJ6fMoxvRkZkaIKHMyxnaPpkIICT0YYmOWjw+M4+GA0THIdMHzjP209n5WczzjD3mbz95zmfBMx9YXGjhhA+8BbHxfmzZg8Z7gH+OroVliFnIxxj2LXrPWXPDJQmgy+trXZNsek0CKOAtiaCvv9bbCb5++7X2EMmcr/Ttt98AJILoe/PmtZxEuiIx5aTTFQmrNySx3qLH4779hgTQV1/p66/Ab77WW5JM7nv9+o1ekSiav1l0zZhr/Li8vopf+7u0b5dXJHGA60uZ/+r6qibJSPBcXF2R7LkEjM/B57L9muiq7QsnwSJBtJB/bbPzN7gc7wmc7DH/gqTHBTEzHYf/ruOAbWiUs8ELWtct1tB7xFBZj+qD7GnHMd/0Y2CPoJOtGZfPAFHBfKy6PSmMkeyr2EMTFkxfR8vlXXwD5q8kev7wh3/X73//h0j+/Inkz48//Uhy5JPu7+7j2vO9zgfTxF713m67Tt2im66xBpUoxSbWp92Lg1AusKeCDOOpdepPVi7BneROEVfeCWOH0tDOPHfAFAR84CpETWaeUKq4DjXLMfI9/BNJn0+fPjO/z/HrbyM6fD14X74hkfoV9zvvh4613+uwQSzk3MnfOGzainNuVADZgEE4sIdqO5om3RXZieMZWTFRI3nhX03bch9dc0/aPCy1jYQ390X8q8NDwaSOmGGvcmpviFkdfPvjb2U13UJN06r4/lEKbENmQJoAxD1vMPjbjigZDMSY3UQnhXbQyHCTpAd/bcdAK/oQOyk2ccJ43LD/ZfJn9sVY8RoUqrPHVJ6YdX2ew2QPSUn+4AnLH3XFs690Ikl9XAa0hGaYti/sVyhwhM5syIrPhIKOahrq+ETb1cQziSbQYZQp75/G9+yOZ1Fb16GkBrtYPJoHAzUS3/iBR8zBHDRaZlpPBsE8GMzMBoaFKor6uQpJnLEvCCNAgzqihjpjxTrCnHUaY7dkxkLXEbW2lMHjHAtjD5+x+7goZPAI2/UPdkpGV/bcwaEzekOcxauY2tM3QP7KwiR+pSRmkfT19zeMYcRvpThivxVfXvx4icA/cQRepv7lCIzPdqXg1jrIqCxriMbz1TwE7BtgPBOflzzlIk854e0fLL7/zxCvHCdi9XloYcs86pqbX/R6Nuqx1uGnowc9GpDSJOgEiWVnP9y2PC8jAlJKyqWo5UWuiReJRg1tP1gdDz36xIMYmzYdao/6D/IzNWOEviR8LAL9WIyRhzJ32jg+aJ6TJTwPLx5YvAzswX3PQJ2HJrFGJRUlxuV0EMYdpZQAeGDqqcBTgrYEiFKpWmtCsBVuBmGmIRq1Yj4DCYcNyYf4n4J4OV/7DxNvtxpIfNTklhfWIKWU5cN61zRaLDr5oLjwoZsDQ+uXcBIcz61b1vzxrAFs9v2a5MkGWJEAcvJki6s4RB3SjjFyiuSJ+VJGkcHzMzaE7DOVh5vNEKN9HDIB9qHBvl+9eqXXHIou4xB9rqbrVHiJk5LqZ8C3ndbrdSR97u6Xcahagv1Nqe16hf9rZLZAj+fVz9nYwEvvYEcM9DbY7jr2d9Moh2Oj+t029G/XW8WvlCHbAzEunEAQ4Q7fzvkJ/vnFNXE/U9vhK9eJ8HVgHyZwSsjiwtDv8At9q43WTuhx8LKdeBFFN1K4ONIcAPyOJJAHAvg5FSEUBSJKJjZNLmrwv4n1LspgKaHHugzow4YHWpsefTyvL8IsS5yyAb3KeebuMbtQmevB94nG9w0DB5D4RkBpuX8AbjcLNb6nuP/IZ/uezbMMUKC7tlPTMq5r1XGw7EiEGJ+RFHkM3cWCNSDRclbBsk13hi10hJ1G9sv8M8uQbHTC0b9qdnZFsubqgkTelS5I7FxdX+nV5bWMr66vSUJd6xW4wpWuLMP+9AH+4uJaFxeMc0LHeoGu69Thf8wpN4Qry3TTFfgdcznD1wqd5xXza+EDjOuibTmD598wHiDuDRDXc2ChW3xYDy8scFhH+txD17G8t0FA9NEJPpTaRjV68wSHXu8fQ4w/sRUNb1GMogMFTdNM49GjzN7faHn3oA8kQ77//nuSP7/XH/7we/3xD3+Uv/3z448/6vPHj7q/v9eGa8T3Oi4h+RDeEJOWfeC/pdS2jkOpdo5dq9bh4As1xpGJApkDuJEEIxd8lMGCxdUBfFY7tI4o6x00bAFsuSWwFWbmW0rVB8mYSvs+7gT+hw/+1a8PJIBIcHGfGpnYxeU5e+qVXr99A3yly6sL1rirfqLB65jxsSGOvge2jfcx/aWh1/oLuHoQxBcq+3MMVYw5cB934se/jnZ7e6PPdze6W97KCfSeZLXtY37yB3uUOtYEP6ggAJSIgPkZ4cx9p2GtGtaqYV8XroOGaz/nctCDsMeBKKYMkJQM7Is3Gdqjd18FsRf5tUT4RhCyIdFKRd5X4n41KJ2oGVibeLLSp0xXTiDGMFb+DMTcvhncxsdATyoE97wdOtywQmOgWCd4X6ofVcIeePyM90K/QBTsZNVEXMd+ahXxZ11SoY85ZIkZ+tkwahiZbSThTNsWnRTE0KMAmrV4IECpbdfRiMqtE8goMZRc+2M/cW3tHC9i59ntB5QaC0tm5HOBMp4EhhgjMYyKgp7Qt1eCPLJRz2M93kAb7UwmepGqJYaGwtr+cn067styhx7MHhr/4NTfPvt/8An/Zt1/cewlAi8ReBQBPxriVj7xjx5iwUlRz9XAoy/og1g0n68SrwaJLgOIloupJ+CXhWDOstGgqr4dP2cqh66TMvgRN8Gpc8djLXDae6Jk3wgbJHWGab7PeeWfrs5QB1apxAtP4qFZeGlreHFYLLqaCMo8RunTyWuBLRmqhif1o6cHGp6I7BlHsiHntmEvcEq4y8DrwKFjdiWZNdblYm1y+F6l3aOTOVQNEecYj3Xk9wctxic0pZTqUGPIbAxnBJ4raHnEPrZPV9gCR5n6cGJgkXsO/xsSPmuSBJsNiYxtrx3Jnx0v5uOOgTussr5ifQt+NF6rtuFw2WrBS3frF3DWLuZ9NNfJyhEH47bZ9/LfvvGvJznp5OSTwT+1J+uEUD8BtvFPJ0AXxboNkKF/pt2eIXhWASN8yz4kNhLxhgWqczg7u5AP4v7VqovzSzXMKeeEiCG0EI8B2OF3r0jUkPjZkhTqHS8SOD0Jl4F4DczNcxiIlQJQY8y8xTwy6hpi1TRJpWHVMDHS1/PT8E1P7NFTdQ3xAkoXoxSfpmniIH9+Xg/zCw49DQegmBvrklJSBoQ9r13Pmm62Gw7D6/hp+w7daEUf60ktf5ygipdyejBGHXbdJcvM8YNhO8J/Y88h40/2HDwp+kPUOqzTsQDDPipodz+cAR8tPwOsQ8GGMER0Yo2M3Q4IWwiAc67r6UNHUxZx+IjDoPejgcNgtI0DmioTdKumLXL8CjE0DiCmXdfW5IhpJ4FIAMW3Ydgn/mZNR/LFe6ZCTQBFksfyjG2aDr0NOjrgTB4b/XMSiKTNxcWlzgAnhC6urmV4dfVKr15dA691RVLy6gocQH8kfi51dXWpi739c/TjK/57LQjWPoaO2bxOHT7FN3wC2yegMdhHA3TX4LPj0aCG+O41HRPmG7wzhtgnLOeRgPsMZs3YNOCFBh3Kcf8xfZCQKp+lnkk6K8+MAwWb4jZe4Rc1jvnXnrZxT/M14GvL0GsYOdH5fhbXCgOTfMdVwlDJWU0p6tpWLevZNK3qHhcfWwCdlAMvo4XgyeDYzwAjyn5Y3lNSOaKP+D5wMgX1VKYd8apXyv6XqYE62vOVeu49y+V9fOvp8+fPkaj2/TXh1+X5BfvqWq9fvw64OD9nvY8MWhH6vI/atqOPfVAaldxKubiXu8GMo1mrRyoqs9Z7vxm55f72QDLq1omfm1vd3HzWcnmn1WoZfnt75JhXkeOGUZTkAEIAplgIFH34lDN7tmu5Bjp1pZXXqjRFORVEAGRjyJBE7oHWoeSJnLGbIYuvEWsbNcPYncdwPOiYP9P0ew4ZH5P9MeTEKlSfBCU+Vg86FGSy+Od12MtYivVFahe+QeyL+9xgPxtNgPmJkrVBo5PaLRhQxxI0XVAVVsBuxu89BTFXz4zxt70KWvG35EY5ngdFuQAxl8TgDNQy8DzwN4BG3i2GiOtsjP4Qq22TM1R/pWzGLAY+LrUrI1PhuM8hC62HSnY7ZGalNBi5r7EGXUsdxrOfZsQHHPsjcK3msTjAUFropYau/aEDcsaQ/wXlqbYah/8C1Vbxd4L/CXP4O4XuxexLBF4i8P8yAnHLpfLDK8DnqNlgSkGl6cEdjaliCJSFDZBPZB6PSpoffOJB+lg8hYqoTUknd03bGHnu+XFlulqvgrWunFqbM/JgNv4lCDPpVCq02MzEnsmE33mKCW/cGrAx+KUbGDj8CRxDkCkpq/CS1HadFrx0R0Kha5TjcBlShyoM0pyxddE8LuHnzMhuGfYMCLePARZlrxJ6Lpaa6S/jaWROsRRpWrAcLf3iJ+NjnWtWQkdKOcbkZE0AWIbg1gquDG49tlNHu+cRTG6aa5vGLAylJ0GwlX9Cu9mseSHfwttp5CVt5M15ZK1YPjnUCd98+G85GLW8fEfCrm1USqMmFTGVOuvJVg4jgl+pAZ09iYgNBwL/DZ3t+gHb2CSRMpAAGfhJsdi9OMBIKzkAPweeeOiDssYAV1MbFPYnXB/EsQAAEABJREFUlpuAW0QJ5xoAKniZ01fDnvM3gZz4ueIAfnl1Hoc/z1NKOv44Dv4flfyHYp1Y8QFzQ/Jnx3zqr7NxuGR+g/2PgQPztv+e0RgcV7gAP8dBs2Hfu3cXvyKx1TYSNhsOfugKPR5fNeZc5GTC+cWZFhzgzjjULbheCi/eKTHHaY/YTyfuBpIwW5JAXtc1egfowck8qyRKjMACuvHZPsif6DMBTLTXLERgMQDfBvbIDujlhFfPwXOIt2p0Zc9zGmgDJ0DDk0dP1iG2mfa+RD8cSv1b6ejE6L7GEdN7+SCSckYf8XGMTsH8Y5CYeoUgaE9lYJMP6K+H7pEtiCXa5oGQcjsQfeCpeLYhYz/RQVToR3bqZyrYy/hoaJRZL0MDrtDFIbY5M16Q5HseOtba4P3ace117N2u6aq+yZbX0ZbtU2Z+sx3Leq83Hseeazqu17Bvm6ZbNbRzzqrXiB59YhYHng0w37BXgzP1Wc4wNQOFcEgTiOAcqlPZE1UhVPujxjezPC+mBhlUYKpaMOW18J7s2fPe/xvuLRvuNz3XqftG1sjCmeslp8xOzBI46JJViEPD/W3RtiotscmNMrYpOnwY40YgV8kt3MohS6VidnDEnSa6qephvUDN5Zh2kAaS7o7Djsr+GjTpyThRSrZ6hhuHEZLTvZzAX5IA+vz5EwmWWxIs99xPejXM4drfdPSvKF5f6/Lykv22QGNCx1yy4pscuQksesUnvI0LEVvwMgmhnAs9teAihKV2Ck/os7++H/pXZD9/+KQff/yr/C2sv/zlz/rLd9/prz98r59++lEfPn7Ex2UkqH0fGdDkMmPThoxmg/DNYDpnamyFz1wDja+NdkFcWqAwIjEUOFGW4RlA+2KBCTwZ9oavn9ptvinjx2D+DO6b6YrDv3h/yUqpSIaMPzKIRymYYTxaFe9FEj5nqgQFmISKgk+yb94clYFsEI8qFB5xUBGtY5wfjawjPGPfty1uziBTxxA6ojpwLSn0lZzVMNeG9ci8BxRjFcWcU/Jk5XnGc4nk6xDzwV4oAOvoYxsBjANTWM+jftSad+DQcgnIyAKFBgIDMfO1VMPmOcI8KpbKmZrCNBQw9YdrjHfcD7SqqknGyEMDowfLKma4Mn6i0JLPQQg/1zHx5v7wZOL9ejSP/vUj/n6S/0i+/v2i9GL5JQIvEfgNRODxDTlNPk14310fcrVGJLpdzQBvKuZM5C+in71Z2rYBLdNzjIfXCMCYSzyIJ6HTnlniCO+9h/fUy1lLPOmRqKXKjbzujE4kYG+AtkxoozulpMTDs+Glu2sadYsuDuANL+A5N+KJXj3bG6iaT5unrSrxuP5ytL40eh5REw/WNyh4Dmh4NcrT0WhusoDsbxVKtf1MbemZbTp7/n5pKkk5wZleFO3XGC+M1mXQ/jOaQtTIcsbSxEDfRAV7wFfLGAs6mFTm+bDrg9GOn8r5bzSM/pUD1onuKAmdKVEnCaTqXlIpGSgBDeuW8TnnjHSWqEUbIsrEgcYisfPLvm36cGY8YHsc49hcZajFIIqRWwBjqe1/XY+5DTNIV4My+v3SdjRNDwk99k/eU9FiXM5q2GddVxMqVxyMzs4u1XKYSIW5xByStyswonaMg5YPN9ttL8erzmUr/2SzjwQWh6HZB82f6puIKyZl8Atz1zTY9yxxkSRKJJTQselJAMVhFT4qrM6UD/Mdvp0tzuPvLl2cn8X10sRLN/6mhDSFt+2B621HAsg++Vdc/E2IHUmmYUqwhWQ1TagG2caAf7aDhj2iM5pRMQ0KsoN6/O3x0TBgZ0SB+0LOeg3RmKuwGA3PvxIiFgiaMUN0HKpZ52D9NEDYxz0ImtU9VKCIAjHpyeAA1prIoJA+aIZN4ycdMHb9yHx22pAg8x9DNyxXDxxOj+F+ahtXuFve6Y4D9/LuHvygu8BL5O4BjzV/SV/l3S0f4JsGViut9jC1l+attVw9D/51mdXUN2PLrqwX/gqfzbf/Tq6adt9qiT5kKv2A3bU22HZSZLNZ0TaYb//se4XVain396y193kEjkj+mkL4n4p5weqKHfUNv0JtXTvXLPLRWNYwWqF40gzNmlo250YlF5VS5G/15Pn6iDG1SiCzfd/1fikpq+W67Ej+tG2nrmmVc1LdQzr95HzaRkoT5OK+Z0ftx5SQ3TcnAv89E+bgw6v3/dSB6gyJTuzmAJpTsZzX6v7+Lr4B5F+zWi6X7Out/AOV61fXev3qta6vX8W3yDqSJjEUOyhmjlVv2zbQDV3cZbmV2RUaFPrx1wmXrEZSmdYNf9FBLbrhsibcY5yMWj3gy80HEkA/kPT5Tn/+85/03Xd/jmTQjz/8oBsSQPf+FbxIzvXoDC1gikkDpPXiFKX6AAEXmvXNrE/jhGbgVr6f51yk5FgpPmPUR9Wh64j5t5J2bobD2J0DxtoIyAEFMik1SfUBCpZB8eowUPfcd0ffszV98oRBRyQtlyFiLNtx8wl40cy0b8a/BMhRTqWwSgiDB0kJ8kl1Mi4zT8BzS5nwJ6gKNGKo9+jAvXZgriMczx10UvLUmvE02VNumZp7ZOms+Zoz27E3NnhN2KIRsuGZuBU2GKOpLZ1dnQKDPc7+e9PHtOcwW7K4kmwzo4Vldw2Yf6oPVWb+JyE8+BU6ZrkZ/4ohf2eR02j9nZ15Mf8SgZcIvERgH4G4j/Io4C7uh9ieb8JPNONnIcFN8UCEEM980BiHSj/4aQSL52Jgt4V0BR19bMQwsXJSvLgqh7SmDx5C2VkgxME8+DJcA0g0j5Gfa7QtBzoqaU8fKLOeSpp7DMjPxvCB2dZOv+wEFUyllJQ8D56a/mlrx4t309WD8fxADfFnqnggP+bPNs0/pt3+Gfil+fA6PI0+lRyOVkxKUsBzhh/zBpaAtwjYMU9+gpayX76TvKZKJB6EPoqM5Q+8GjY3JkAAXniFLhHH6DA2RMNVSGAT2nIgL/rQD+o3vTYkHpyQ2fkw741If8JuSgl/oIy9TuAETgk+OPOynaHjYGB72XzJJgwyT4fPwPoPvn6mQ+VAEmHgwCDi6Bh7TA4aHbVx0FW9px4m4NDAWGYgz8XgnmqN+WJnpmm5uzap911oz00T37q4uLzS5cUlNIkVDn+Zg0WSPwPXqmGUD2W9Y0YCaOfE1TwfFMa87Bk0DqFZTD9eCa2kAo64OxOXpisczjoOqByoiNtA7DebNT/JX3Nw6/HXwAB0erDD0cS4VguSPxdX+ApuSZp6DkKH5TzCSzjimxNTTmxEcokEh5NtA8kh+2dZmcYh+45BF7rQgDFKiEzmA1nOa9Y77pGo6tXjN9GR4ts/dUit0cNaum+wTNjZMbcddgzEEx4Gq/gX6iEsu9P6jI9HpH2ve2q07TlArFgA/IJ25wTWMhAbg9dyYC6Oj7/ZtSZGq/VGq4c1yZoVQHLGSR4SKP52xTIwiRIne+6WJH2Wurm7AwMcuJfwlncPJH3u42/QLM0D7uDVRNGSBA8Jl1lP4DVJmAf42HQiJxJByERC5yH6VkGbt6RtbDBtmGnjI9gnd5DBhxUJnRV6NtjYxLdi1iSCbBuwH8wpfLzDd8vD28ThfMN6HVYhwujYBsFaOKAnqzB1TCiWOOgQDOq0QjdCA3DKry2bquDV9XIaT2uKSg+LsUEwBuGu6+RvulxdX5H0uJb/OPeFvzHXcr1xz0qIeQy3TiWum2IoRQ33gsJ1P+MMP2fbyvI/htUSvEru6yomy89AY9/9iwRz4YlArIkp8bR/pgxVNR5gl4LaSpeSuZ76SNR5f97e3k/f/nkgWb3j3lJ0RoL7Kv5u1KUWizM1TavshERGK5CBhnkbcvYzqOrOpeAyMjJAgnHRxATHrQG/t9oOW/l/IXMC6v2H95H8+f4v3+mHv36vn979Ve/f/aTbz5/iunKSqOe5M/haZL6TUk93IhM0wHNIE2R82IP9BnJu1TAnQy6taEi5iCpubxCUVCFLmX80ohxmAJUBuIhQm56B5q8qlq+CuKWcGwBtxDGnEnS1nZgXct58DBnZtxQYNKhdQg4x0zOUmTjBdUzm/rpnW1llV1auSDOOJsaJO7fnaLF4+FQHVbGndRWcakQpii9+erLF8plrKTPPIgiJa0d8EhCFAQMPJs8XY8GqFR3H668c7By40mYcKLdOIZZbBdtSyYycIKSsHsJhsRk3DbAUA3JQVBAUiKkcNXxhwo1xU2VkgC2MBrK+Yr+zm/gBChLsckzbF/MqnPRU1q+q9x7IZn/VkL3Qf9TmXsF/OfHb8+i/fIovCl8i8BKBf8wI+CUHz4/uubROCo/V02fbSa/iNUb+8CCU4YQe5Qekn8snD4dQqv2z2kMOjaS48U93ziEOdJJfqkIOQXfxPKzNozqmQTVMT8ZAyFskUSUPtPLAMFzsi8G0YaaN0XXMMi3PGGXJWPPHwqbBxMAH/tlMwlHL+tEZZqkoFj5A2ImKicKeSCjKkfTEP3CgJt4c37nJwJllUkiCBzAStVFpuGE0FknwkpQMRX7JoyEpyf6LuWj/QQ90DrBeITMBchloeGFKpVEqRTIkMFJjyviWWJnE6BlEmybxY9cIARpCOlBUtiX0RuNJZZ3ez7s4wDuZsSMZs/MmQKfFU0oMz0roSKqfGWd8NZSUQsZ0hSz/gylDViBqinWHoz37czdBj+8jnYeSPSjkBnQBvJibF2C+9UzgvRsA3xilFMfaYJ0zNo0pmpTaQKHjnnl77LqFzjkgnl2ea3G2UEsissBnKRk0Ij9yue7kl9d+t9EW6HnprtcbGr0fJp8QriVnQpDEJCgxKby0rgF+jm8XdBxU/RNsDxi5dp2EcxJoQ3JlIDGBcXcB1mVoGNfJ3wK6IGF1dn6uru1UOMClxJqydqOBEXbJa7rZbjggbjgQ9hwWd8RnV/cO/jpmA/OAyQiXQRmUgZPCFKPNmN6w2YUuH+DG+GbRXiDE7Ld198zBMhsSDqv1KpJb68D45L+hRCKtZ9/Zvm0eA8FC16wXcooiUZioJAh3hKgl2dHRdpWUQAYhZs00g0LDtH8zayQf1OC7137sPD986ndb+VteG5JCAczBa+Nv4my2O2K6JRmzBjYB/qZV9HGodf+Kcas1Msxzs11rTdtxqHLw0bcCQueKNomZ+NbOaqWVk0DLNRiY+fDiGz8kcfwNpdW+/wH7sxxjGR9JHsbVbwK5H2B8fAuI8dE/2TZtv1frBy0f7rV6QBYZ+2LfeidrWUfHJmJEKClBzhUho7uuQPBMBvFrKw+Y4TAm1ifWplqMdiURqvLeZxW867zWUuekx9V5JH9ev36l169e6fLiguuaa4XrROwNXx8jV0JGfy5ZkVwtRQ334AJ0JBOK90ZGwjYNlnVb8yeYgu0CIBtdxlNftB9V+649EXs4/vYKwfR8PJvAniZiGbu4hyIa1KVgA97A2jjp4m+g3Ux/X8fr5vuA72NnZ2e6JBF2eXkh//pgw70ie17oQINi3uwEll0AABAASURBVLT9A5im6YhRq5a5y7xcbSGKfzhi30xxz5jOxHQhQ5f3yeZhpc+3n/Tu3Q/6y/ffx698/fnPf9aPP/yoz58+s09XsU/atlHbYScSN0X2x0FEDfo880C1mn4FrfYnrGf4B8j46PGNdeWiAnhemWtcWax0VspwsjVwj0SD4jNbc4N+Aci4BWnhIKs33LNjHGOIwdQxIXj0uTbDKkq2LkNibsZFwhOFT5ZI8mfgXj3sxojJiVpEsqgQco06qKfFfQcuKzI7EcxD4yAH78QQgjx3qGuxoYNw5T1TowXu4W4bQ1wx3n5nzxUJTXMw6TEj11vQo2siO/vizsqqI9BTicq0zko9rVlumIV1BzHI+8HUMVQzGKEQbAy7t2qNutDOQJQ9Ea0YwvrugBgLNi+uVUIeQlFlrEPge1B7NRDw9rGIwcg9Kcg94f1zMV4i8M+13i+zfYnAP0wE6n3bDz1TAOV556enG50HKtFyqZjnPo8R2ghQ4rFYX0jhRQvsjsmG5eHEGL/YmX4K8wAPmv18KnXMGUMjz0MPne1aINykOrojW6u7Zmw6wI7DtApD8KbKw9Gi/fuA5s+ItYN0yKWk/fuRH5gGPffBWLDH8H5uSdbCXMJYpUMgZJ9W9aXA8u6zvMF0hbllXFwF29YM0ZDss5K0h0lwjyaCIX71NFQ3YUzOeZqZl+1cWhVeYjMg2spFAzCie5T12I7qZwQN+M4kBn+tGjypo8OyoKnk7LbBA2CCGBnvMj5gjP71qx2vN+gYx51GVgapKEwP65AeDjoUO6AjydrjF5/MIh6LoxZbNmquoVFmXoo5iT6gZ78aEO4Dj/CHSDL40DwfRk37wGO/GYFR9DIG4QOtnmYFCMIyySBRCz5kIOyDoTOHos5/g2WxkH8NcQFu28JLZVKIxR4feOfrteMgvyNxsSNBMHAQGrg4x7BSa/uFxWqKOhOP0JFpEE33OU4+bHVNq4ZY5MzOYB47kgfx61qbdSTmBg53nisR8mDihjtNo/gGkH9ljaRVu+hUOFAldHhVDBY2diwdsy2H/e3sM/Gd9YkVHHwA8DywzzQ89BnAa/rty0BCoCdBtQE7cdgz1nF+MoiYDd6bEa+NtiR+NiRDtsBmuyKOG9Z3rYG9Zz80GU8RJ2vDJsjNgKnKxLMCnVHcAWFxgEIjASLa4gMdIo665Fhnrq8K8NAnAwOZogbis2Mddpte/mbQjmSX21vmsQf69zQJti2wBrYhwx5xv4F1jNgT/x6o/VticYA1SSLHZEuSyPFZEZ8DkIxxQsZAgmZFcmcViZyVnASqcJz8We+/1TMndgKTDDroRB5b/hs5G5J3PTCwlz3XPdC/wfeNvwGE3z7ce+29Rg5lpnIcCS6FwE1rN8uYM7GEKDL/sTLrs92nGr6kOatpsvzNl2uukTdv3ujb3/1Ob96+0SVtfwumkOAZ2Z8BXANipyQmZX7L9eUERWkKe6WIHQNMJVdPYn7BMgVQokk/g1QyRC3BPjknBudQ1T4rGCJkrndsREoIuSd8QJ9xqHYVveIa6uVvmt3f38ngRNB6vVFKSV230BlJ4qurq0hwd5FwzriYrSogZ+7HzHn+Fme04RVlLBiYM07YHxCX+hBf/KCzFkS8Tr6/PGxWuiHR88MPP+j777/Td9/9SX/80x/015/+Kv9togcSizvuNy331rZt1Rga8DwfG7BWMAUK5dQRGOMToM/jsv0v8j08x5p5fgnJXMFItHMQ8JhP1K7Go1m6LWIDBIk8JUhXg6sZ5sZw6tpu4mPL10dO+JYLgxJ6K5Y/6LXkSFAH9uHAM0TgU2X4gRyq9j7S9OgAnhgn+PFYd4a8DblhbJjoSvopYcZkCzJjzTZLjtFwqiTEaQk2FaV2WD6J4c+5UkWUAvt2G4Sr/Xg3KsxzK7WJvmeEpr79ZkTELmccyIW4F/szC7FO9FPPjBMcYzwuQFN9tE8YixMnYw4Nj6YV5ia6WId5MClQT4pVPmFi+Snvn4fzhVD98wTgZaYvEXiJwG8wAr5b86bG85qnwijeYcLJFA+0BG0AHZ6nNCZeyNCcyyTjRA6apHj402lsgLQ50GnxOENw90S0UKL5ARUvFHaUFwo/8AImhaZnOYUMw5ATMLgtTfrmW7HnAHi8Yerd65jae2+Oib18IgKAn/qoTTHGgp79iGmAl/ARwI1J9X4wbXttwFfGuse+GlcOtdXRh7DrCTA2USeIgZRgzVOe2/ID2MMmMEJ7yNaXEiRxsnpjNhLx1pEkzy9NPME3CXicAVJmm3Zv4HhRyLwcZiW/hLedCi/EpsdcdPj2j71IqACYK0Wi8nZxLDRPHPcyUmgUSim1ZbuwpzJ7bzxwgBg0coj3Hzge2NiDg4LinKSUopIE1vzBcJDg/a/9QJsX5rBOTKjDK1zaY6E00ydZMGkYiAL24lsljiuHb9uvMOJbLx9CNxwsjHsSD32/Y9z+YsQqFvB/mMH9BidPDpahkEO6FtvHthGMzCHCP0HuulYL1mCxaNWwHgV/kwPt0eOgHcmKLQdmH5R3ToDYZiScJt0TQiUjXGPDKOKXgpIwSgz2BxbbIfmX4Q3jjjmvNXAgH/qVBpII0oZxPTCETsQ42LXyr4A5EdTEr3V08ktv3S8ZOWxg0wdJH8w2TmY40UASKBIuxJogsm1w2HMgVhiD5dgOeAhf/hgbTAOotX37agxH2d3Wx9r1xH3D4XNNwuJ+ea/7mxvdAbfA3c0t9Gfd3Rof4IGD68p/C+RhpZ6Ew4gOGawzdNsKAI15iEOpbTrYQ17/nvXpScL0xG2Ljh0JKKGHbnlP9RzQ3L9BxuB9N9AvQ6zzKLcHBgzwDD3x6dHVkwgyHpjnwNr3j4Ex1hfypunfMG6DL8Y9dM86mA6eEywkZvYJmuVaaw7Ix7Clf4Y1tOP6QCLIsH5Yak3M1iTWKjCe5NEa2JCMWsGPtfB6kHCrelfYWCt0EusdyZ0d/u3wtYeusI5rboeOaHPNDfQPsUdq7B33Y2DDETevg7cU2Iwqyna35NyY8XO85/sIJbqttwIKZ0HwqZ655WRG/RbQpb5681b/8rt/AX+laxIhZ+cLNYV7K/c4Cve+USNETjn4TdOqlEa5FCCHOc9IX/jYv+MuRnD9mDNR84Vi1jG4e27vDUBQKpvrHeUWq8Ad1UTtlK9Bk9t1TwLoQbef7+La8q+CDezZlvuYE16XF5fyr7+1JIMa7jUxIQ8ML1HoEj5CwJ/NW3+wQ44OyoA/IBWeTQW+22v2lxNP79+/0/fffacffvheP/7wV3149063d7fq2T+lJBJQZ3r16kqvX1/LSbnra/w6W3Ava/ZzsW5x36rAeqsCaCKIgfszOJsLBlVfoc1PBX2NlDKSSaKOfvyVP/METdMXbI/LEii4rmgaPYJpcKCowi9WCrmpDYUn6EpSPD8SriTZlBJYMzCUe4yfuyPYo4e4Byk+9sV6rEPhTFSVDInnKmsxf8ZScfMERlruByg0VG/iUDZh+FkrIYDwcak8+3zMZYb7GVUJ95oymDbYiQrH3D3tLsQmBPV84Y2ADkbhREsCmEYULoXA9mUiKkKURWLuEJSY8oyrRK3Z879k24Ix1BWNbGX4UZvHNZ0npfadsDz2lPFP03ouGv80k3+Z6EsE/v4RePHgyxHwY+D4Ef2cpB+u8CekeNhr+iSwQbxwQiLDcz9oa6UZNO+itXN+dLoDzqHUF1a0wKqdnE155R54UR5PsGghRKn82kQO3R45gOPQXzsY7zkiPhXfkA1Ts6rbi9Se2rS2SQqSQqPW8TzjRQiGKjIfYPIjjo/4EC9ApnnYCn64EzSjqoFqOzrguZhvMG04ouehB7YfyfjLQznEqCihzdhyopt8RJCHau6dMIr90iuwZRJjjMU6DygYxrq+k7Qmp8Fy7wSVto44qqPDP7Fu2qI2vs2xUC6tZOBldkT3aA28PCb8F9gbZWSj2JeBQ+3gQyk+2W4FaoqHCf3Gc3OPIRhC1xhxgDgp3htibY5hnNYobA6MQ8HAaFTtx/plW/Yz7EYlRKI/ViE3dENZBi4qOCSQ+CA5UQ/GG21WG632sIb2oXQbB9Oew+heIeMVPkJYEYYGDqoVeCWEdpztIxL0CiDqtm3XWPCBAGU2pg9H/tUHr0HXLdS2jVLJEW5hYyQ5M5KY2XFg7sE9iaB+2GpHHNx/0C9suDXjLCZ8AHflAquoaToV1rnhJ9cJ/kCSYLddE48Kw7DBfc/DEQbItmRebv1tpfPzCy3OzuWDXW5bKTf8MJR0VcoSMCoxdlS/3WlLzAw9iY+d34gdK/ttTN8APTAvx00ktMQHLdTPlbp21FioUniGrUE79G9JPDwsH7S8ueNQ+lk3n290/5nED3DvJFDgT7r7PMONlnc3JDOW6tdLDcx/wEdWiZUZcQDAv4im/Q0a9lGxfa/HmuTHGvvxTRmSIxv86X1tAJ77hsOqf13GB9b7+yU2V9jcEu8+/D+orPOqC5nCdPTZEETOWd4vXddygJ2ANW3gTyPlT50DkTKTPcaE0DWQa9tpiy/3y6XuOSTfRYLsBto+bcInJ+piXWK+cwxGzmoV3CfihOOh07T3T+89xJqOxMpAJwWbyHrfVr2D3ZPn0XaNStMwnxLt6KDqkd+wFv67QavVPdfgA7BUTzJ2QDdKkZr0QOU9j0ZlQzwtGRZhwpYCaD4qdbBt9MxjhgHavLomhyFEl7C6rryqP7MujS7OLkg4vNG3X38zJR2u45ppmK+lx7iHEltKSkmlFPlXwHztF8vg6EGznnxiysFFQWBX4QE+QRdgKlzFE/UFxLStj5ViKalp7yXtByC0es0K2H0ZvCHB4m/93Hgf3bGf2NeOU9d28h+2v7w81zlxOFu0xDvLn1pbmyGroMd82z/EN8PKU49pca+rTrlld3Y8e7wf/Dd/Prz7Kb7185fv/0IS6C9yQuiBxK73W9c0JN8u9fbt64CvScq9ur7SxcU5+66R72kY25ecTVLZHEA5uOWuAPqNEc54mbm+HBtDCjpJmZ5clFOBTkgbQFGyu6EOWNzRlKWpA+JQWJFDY6bsmOkZmz4C+xKQMppTwNztWA/T/rPugWfr3LfHWbiDf9QuAfvOXyDCJ1cG6zEeD3GMLQsvjVWtYwWV8XLWPEBUoKZYC6wo0Qyq3gkmco9G7lthIqokoT+lpJT3Ilg70HrUsn5+HHEsUOlnL6QDEzNyzEueDQ2xbx3vqgBLdFHConGBqlHOiAAUWNBz8QrN9Cm26ClnbrnHWrF3qmwWeIL3Lod8Hf9E6D/MKP/hkf9dAz3j/y5bL3aei8AL7yUCLxH4+Qj4yeQD4ROpeNL5bP6k529jVD3Pjzn0hRt7IR5QPOH84ucXCVoKHEKHMftHtfmTvHkDD2vDXh1EjocQBLIUCEsGer56xowFMy8UGYJ3MmpKAigjMZSBlyD5tcQ+0LYa26sQM9GAr1WGgUclZKLviPkl0k55mu7LAAAQAElEQVQ80zcwz9ATfaZMGBvEy7ElZh5eOKngZkCiNoCmMhrXoQi7YRiwIsDYnRXbJb+sGBr/5Lk9U+k6pQYojUZeXC05RmIpKSWPSCJUGjigjbyA73Y7jcGodo6MmnECjmYwImbVD9ceM9JhkLwyUFGgeTG1/gEbO8btfMAk+WG7A7YD4A+MQ4VX0ghgB9ldqGoDwm84OUmBS2DvU+tab7ZaLdf8NHutOycQApa0ffBcT8mfHfOu2kJFqEyoM4iP+wYO9JsJONyzXoP9AxDYlyGSP3Mzo6NRw0GlK0WLtlEL3ZakAiTmkZiffR1jzr12cwyIx8CsbVn+TMSgBLemAJgoPShhB0gceAJn2NgloVNKUbYRRgys6+BkzGatoV+LirF+we2hB2iGsVc6fnre+lfVuoUKh72Ev0qN6ht2FlK8+Eo9/vYcnv1NIIPXiw1DP7qwJdZVzMUHbCEX7YgV/Ugdl9BK4CPRAc45iRngF8V2SGr4WykPHESX/uPIn29J/tzqjsPpA+3l7Q3JnlvdkRy6J+lxT3LIvPvbO7l/u1qT/NhoIHEz+5HDF2ZjP4kPlojsCCg+9kmsTc86+JtikQAiCWTck8AYSNx5zk4AmfdA0mUZ/t3rYbXSFluOUZh5OmUSLmEGy7XT12rORYWkXVtatW3LHmloN4p45MyAgbiMYArNjLdmZ5r21XtnTbJqtbwnNneRJPM3ox6I0Xq1jOTQwPXgdYm1wrTHkv8LDVHhsPddjdOousd7sGEHNliCwQxw/4717b3mxAsH8Tmrwf8OKF2rhjllQHy8D7fswYeHu/BxyRqulrckgJbo3sj70j6xfZk3NmhQiBc00ULAJp4AqimWCWnG0nRhPh5j8F7csDbL5R3X/x33BYC2+e73ntsDgc3ArMgztjq74Ov5guvkmmSDv/3jb8Kcc82YL2IwYnMgHt4jLJFyKcSkYT2LGujM/g5dVINnYrcNtK3/gBIkHuUsHhg6+EObHnks2FcxaF8K3QbzDQSWggH8shAaGRo1PplkwKTL/V7TDYnyB5I+y7t7+e83OcmZhqQz7gue79n5uc7Ourq2MR/0e7BhVjdj8x6D5zTxyoSNwjbJQCdTP336qJ9++lF/Jfnz7qcf9P7DB5KZN9xO1uH3WazBJcm4VwGv3lxF8qfjWXe4l6DVfoCYadReyyNvg+fp55hHbUbtcTlPcU+CoLid5Ptqdp8XRpqXDRkaLh4ry0JEodrzTTyGyaMJPe4NxWXS585kfQnKAGKj1aGDd6BG359ives1LN/nQtTjAHwXAGUv5WmYtqYDVI3RDl2mjniHWRMA82ewnAF/jR7DLGZMn5EBMorp2LfRojIDxKSoR0DMVvGxz5l1yykp5cRckg4f9x5a4a51zcpNu5v2TLppOLTphJGz52J9Bhj7YknDzKC/AMjjzMw8Jve88KdWB54ly1HzEYlmWeQR+1Hz2J9HXX9DM2z9onyNz8+K/Z07f908/s5Ovph/icBLBP75IjBwNz99to41CBOqDddmGEw/hgTDAPrFMsvNeBowq56eHQMPpomUX8oGXiCGEW4w/VLhcdEwgfTIiwf91H5QWz46/uYKndiymoBaPa9lnsKMT6TqhGptnQBeMpn6suIm8o59kLZJm86oD1X0Hpq/hpqfODOOMY4N2lFnyo/NYTIeOGTEboDwOGCYXnMGWFWUkTSo4UyyUIiG4vlQC0uZl4icGw6SnRZ+IW4XKk0rKomXkxqXZFGlVLGIwQj0XmcOvr2THMQsbNuugRFug54Uuh/xMroVQC1/vEvGMWq2Cdg0hyXb6sEDSYMdh37HxPO0rVlvYHyXMqoMoH2hzQug5zYoRZJisxlI8Gz1wKH44f5BD/4VIn56bOxvbBh8YO45wIa9wcqsJ8u/7mFT2ZWkgVj0jglJlN7yYPPoiuKhA35VjLy5jM345ANw4TDcLuphuHAITCmJYilg1DD2inkz/x5w23OnM0rVjW+zgbBFGyySPwqcQRkq43+RD6TZLF9Dw1bDzuAEEHioh+3Bfayx5RpO3Q17pW07tQvvF6C0SrlInBDGVPAzxbr1u5EYD/iM3xGPnQb2DhWTr04OXs+AHvaAFQOqXPBLEzjG9rVhf3YGYpVskwDsSKT410FWTrCwdksDCY7Vw1L+47Brkjs+nPbgnvVdkeBbPdyTEOKQTzJoeXsbh8aH+ztt1g8kgpg/+4tJyGk0u5KoDCDKCEyFaYwcpHbI2wfvG9s37V+78j7YbnaR7In/4et2Kf9a2s3Hz/r08aNuPt3QvpW/kbNiD/Zb4kByddIOSviQ2bJgFqAQ/454d6yBD9qGjli0pakyevQhfhSY1eeBPbkhSbUk4XN/c6vbT5/0+cNHff70WXckxR6I25qEh5NWbAZsM0FGW0fcO4g3i0cxfwLzYl3HuoZue8/A83r3xMbz2mF7oC90sb+7rlUAvpfG/nueGGMXbDYbLVkPr8n97SctWSevm7/1MXCdCQg9iBvjEBRlcglHaNTivUNwxGSCQRiPmvsB0WfdTuYtiYPtLb1XHI/e10KIMNZ+ToDSsD+rqSLyvSG+BXT9Ov7+z8XluRYkI5qmhMTI/dPfiHM8zCjs5Ya1bVjbBpnwGd1S2k9N08emgpyJnJEEwBAuASFzVPl5ctQ8kOw3q9qxNsazQTTGXIU2z9EQgxAaGLMhUej745L75trXFtdh4l624L7gBNB5dxbPFsfC4zxXhqLNLbTjby5gNwMGVt6EpSpGJOQzRNjnXrHdbnRPQtff/Hn/0/dy4ufd+x9I7n7ShiSmtGNfFb0i5tfX53r16kLXlxe6WHRqiHEGPMewxpxtKXRH5dbgCggJTz/A3IF9PYSXbiFyVPbDg+cWQDxk34v3d0EPvDojpKApVRMEHASiPmCacxfkXOoYt+jkBwqmAlhkTyljI7N3Im62Tzv6qXwnsMzAXCIONEbovc6M0OQ3lFTMMHXAM2XuMTzHH+I+YO2GEU8ABCnQCjAdcTpWBj1MAKLMd2NIF+ZlZLCc8cjaDFxbvne7nVwxl4xsNo52rYawbNoQHjDadNU20DpQ5j8FtqMMtQcdmciDavuoropg0F+E5QxUHPF9ZoyHGNjOjHOpY0x5ZMU/U1vnDBYzzZy85m7OgMtBzjgav7Yqv1bwty0Xofltu/ji3UsEXiLwPz0CPIufTjGeAkfs8Yjek4+YJ820l/p54tfK+RGCUzzY/aAdwQMvEH7p9sNe0HUeQzxuRI30ZBqKzugBe4z8wJ56fxVibmgJUWNDNP4jFbpiGEoodjW8ra7hpQk49jP6Q/iXqlNJq6gcHjOUL422nE2FExaaGHjh1gHiRcZrZVANH2tgHw9gcaxi7/i1CQ4irsX7Vo4X4oaD2IKf1i7ip7Ut7yM81bFhKUNOSQbx8cuV/5imD7zbSBbwyjX5qeq8pSp4MBSWwlaQruwTbxs5J/iGgv4cdEpJAvZDVT875lcP0339X404bLhd9xsRwgfqKjz5kbPQab0Q0TOIlhpexn0oiZdC+J7LZr1V/PoOhz1jH24GdGZ8TCkTJ7/AM3pSBYVyATBcAPs8cDC1XzMM+D2gx4D0IURueAA4/OAA3DUNByagZKWUVLALhc+j5CSYAf0+OI4kmhwTz9lqDPIHgjJFwIxMZQChSdk0AM5AE4fNRCejSGSMJIF8UO/jwMtpwprwX8ZI5dzISZjGyUInHrpOqWml3EipCIKrP4vcj3aM6/tBW3x1PBxn0RYxQRCV2ERmmJJDYm5hBh6dIbKvclbDIblrOg53rYzdxpicaNmybj6IPvgbCSSC1hzgN6uHSAD19Ll/wyG1woNWyPlbL/ckFvxrUEt/EwjemjE9B0yRrLA/iZgnHX/wOZqsSWBWAH/9Daf1eqPVcqXl3VKrh5V2JHM8ZyeoTPuQ7G8tfCbx8omEy4dIvHzS7efPkQRak7DqsRt7ZTLDSmElsWxZhfn72yFd1+jsrAWIBbjj+m1Yg5SRDkgSpB5/8NPJGMdgSZLMiahPnz7q4/v3+gR8+OmdbkkIPRC7LXPxulhNCT2TQyxQjvXz/CsvTCK4x8h7DvVa2JL82pBgXYLX6kcSi9aBfMN+b7pGTVeUC2AFSho4UW23a9nHm5tP+vjhnX5696M+vP9Jn6Dvbj7HQb9nj9pOZl4Zm4aTfQMfU+jDz4l2GwbS8KIBORXfJ61zubrX58+fAm5vP2u5vCVJvGHYwJYY5L3ck6Basc/u7m7kZNqGPWaeY2a19styG+Ri/bkGRpImI/tpMifvXTdTSvK1mLiGSlyPDcvHbCj6xU+eZLNKUJkRBhBt18fgKzraIeKKOeGw/XVSx5hm+OPlyOjIJsAFiI2Fkh3Xsef7wDWzJEm23qy5ZHr5Wy9dJIDOtCDh0rEvMwmXbKNeAyuHDpVguSMrkJua+mcc3VRVfqeBxLeTgHdcQ+/YDz/++AMJoO/1AXx381FbErgIadE0ur6+0JvrS71+da1X0BcXC+4bhfuILc3rb+z2BNnxqNZPe9ya9jwy2oPHuc8YyEdjocXMIn5cuxmfcm5g0VEnVAfkBKYc82gKMaMA0/v+4JxUg5NAdsMxNqa3QT7HrkA/Nqirc/TJmw85X8oD9EDcDe6CLduuJqOmnc2i222QW2GTtgcAMU+6MEvtApP1Uvxqbw9jih+UsGfEaBA1/hWoAb07sAujQe6bwU1fpbSRo4UWe23JMa5PMZcK7q2QjBwXY4ZS2N+aNNCywwb3A/bBGg00f3VhiUOvB+SCXhMAuxY/IY5LdEc1+UEnzXxowXCpXsx14DL77v4j8BzQYc6ETFYwY45B5bzURxFweI6aL+RLBF4i8BKB30oE4rbPQ8QPu+rTWNGTukq61/Ck+z/BSBIvqlQ85BLALZOHtuYPhim1tSfy9DibMTomThUUc5qpZ7BNTGzIiVI84t0Y/fbiN2hP1bSZezDTsGc8Jdxtl456IsLhvykTYKMjmcfkaffU8sPWcDzDmERUj1UcSU3jgzPTdtRwNCyd6hlH/CQyA3EYsOuWpYurAOuagIOI3xVKzmp4Ke26Ti0v6223UOaFPRVGod8WDV73RFt8RttgfBxsebnrObSHvUm17PdEm+/mqaco8R7IWRmwrZSSkt+eUlYCpCR/JjXkPkbZXr/dcfjaqucnz07YbHc7jZ4rYHneAEEeJaEautqA2BfbLNhqmqSUskQZOMxs0RnfAnpY6wHYYstqLe8YNcTFdAywNsahXeZlJUHE1HsG9Rz2KvT4C8CjVPc81uCXZ4zH+IwmrqWGw19TWuXCARCerFf+JKJO5L227PcxMPMMpfRDUj8pM9vYYIGKsWfd2MjEIoFr34iPOw2RhOCgztrCoGtgGWMnyKI+WDRd0aLrSMYsYg9lOlLJkvVKws3J5yHWbksyZGC9BpJMA3tVzMHSQnMAc/F+GWwzeCg5KvY4YyM7RrnRvB6O83q1IXkH9UtrEgAAEABJREFUkHRx4sUJoZ33KOsaOqFH2yaxED5Au+2DuQ/oK38ryAfZuzs9kPx44GC/Wq+1wecd/oz4bH+rn3ZqmGZp2uDY1Hn6ILxEnxNJ6/VKGxIpPXp69pP7VuytBw7M99i6+Xyrz59udEMS6v72Viv465DfauDasmZDjRMRYP5N47kXDrJtxP6Mfdk5AcR6NAkZsRUB13VcNKKKVWRt1xySl/d3ciLl80cSQB8+kAR6R6LlPf580urunoP0qvrAWvnIldCQWJfMqjoOGRqWcMkInCpo/mCtH9WTJN5uHIc18Vxrh32x1l5L76HwvWlYz8w9QOhAO/3b7Yq1uNPN5496z0H//U9/lb/x8ZFE1R1JKv99oIHEoYCMSQMozuXWX8GcwQoPEH7Dc1cAtA/zplHi+5n3wA1JuZoE+iz/zaYNyUPr9P4c/Ae12XNO/NyQxHMyYrm804ZkT48/3nPG9vH+9kZLkm1eW++Fgb2XbCvA+wYiJaWSVICcEjEw4Ix+xcdigOMpQeyHHNN7ZiUedxGCOjeHyY2qKXYTssahf1rsLevjua5WW61JfG24Vgb2t7imS8rqcquu7dSyN5smRle71KiT3bS+ABrG3PaCj4gcv1gmNybCWujQlr30wN69IdnjZODNpw+697VD4nbH3krsz7Zk7k1FZ9yfFm1LMqioa4rsvoFZKoB5QFA852ktaEXJ1AaQiyVsP3wzI8Bcg7UNeIqO2oxe+S6Rk8Q9Nk9gOoB5C2f24kFjsKh+IIOIthsGOKD9GJpPijuZl7d0xn6yfbD2IMXNGTQQqzFgqL4HjyoD4V+CyMr4VqKda9t0UApq5sKKtrnm7fDD8TJglG4ngcLBkLMMzKCNj8FSGNYOISeEDFKpIhMvZCqHWZiAQ2EyzHaUp44oHSNtBbjt+bgVGEYWFTAwz8F4kFVMlaYPzOB+AZdJDBR6wbUgT6n0l+uMXQUcyXgcQMEXrxF9btRg0DgtnkVw9kS0omIpwvtaBetJZZmnTDi2aYCMYv3E6rG7h7YFcDmE/zGq6vE/hq8vXr5E4CUC/4wRGE8nfXxPPu7x4cvtR+Jm/echHVSc3jTxxk8QAOogxFMh5HhgGMdw6COB6eF9zHmO9ujDQ2XgZdNSdY7j0XPNHIN7j2BiTah2hDOKFwPFZ/b88LBlOvS4PffRZE6uAyZ2oKjwE0wJn4xD7tmK3ihUIf1UiLOr3ztPO4hfxuuceG0AxJuONYwc1gaDddlxM+eRx/TEY7T8stLxon5+fq6zxRmHylb+loF1V7EpYhGrkXdHYoGNnpft9XajbXwTh6QBB2V66hDqSk9GM4yjYpv+Bk4pDbYatbykl5yVko2kilN4x9SSYMgfz68nubLG5poD2Xa9lQ/WA3MNsNBk0iFws0KuiDpsdw0Hzg4oyryYw5YTTAfYwhrowwf6G+LTNB7TwMcf6ig5aiEI4SMxs2Zf2peeg6D/16XeSQjD5BCuPlpP28hyPBJ2WqCUopLMlxL/YkpUAxf2aP3gwXgGdIdeHa4PKdM6LaioDHcRb889GdsWOuzYwIG9H7Yc/r2mQPz0lpEU4YssH7Fo1bJfWpKGDT6nXOhGcRLX8yjXbBZUDsS2D/Ce6cNRKwMQp0iIE7mQHWJO9NkftOwLghnbTj7lsI89On3wXHEIXQPGGw7hO2Kf8DXRbz9GPHIRus3K9CknmoMsu2EfO2lzR/Ln/vZePtgvOWSuSeT0Tt6gz3vPY/WsX0nJ80fAia76a2APJA7ua1IH/SPJJwxSRo1c1D1+rlZLLbF5RzLolkPsDbC8vZMTUmvG9CQLhsnnhG67bZSV5XUIFLFgb2aAQ24BHCdChUwUDwEGi+8ZozmsxQ4bXpc1h/gliYoHkl/Lh6WcJNrCG/B7QO5k3pi3okDEI2yhLwzAjDZ+9/6VRe4Tvkdst2tt2VsDfMtZpsH37ASBAUZTUkzLtgau8y0xWOHL7ecbfSJJ9f79j3r304/6+Okjyasb+e8Y+Q8RD/aPLeNvAokPLlC7wKSYOgAMihjjPXfCp9Fjd0Ui8e7uVt4PSxKDD/gw23Fy0fvsjiTZp4+f9NO7n0hQfdANibwlPH8DbF7bO/bSR5JVt6yp47plzXfoTyxkwtZcUkpKaQJikYiFDpOYxZ5iZLwXYr0ZUIfBhH4qbE5MfPqNkiKLVc4UCWLiuFjSC2G9BaF8BCy3Bu5nvi427A/HYhNJSw73bKqcspqmcE/vVAp7kuvCerIOn7ldYM4+55ATlixXvZp9QUyW87W1IqnqtbklQffp43t5bzhh52/tjfhPXj+SPV3baAG0+NIQ05xHdI+o5PSMnPfYU2ACmLetsAnNINcAYz35E0ADugZfI/AdxZCCF5pQlHOjxP3c96zctMyjQZefFR4L0BomkI1Sxc8G4Lm4z3iGx+2Zb+zroAJeTIJWmZLQikQCKMOEKxPGVOx/HYYAvuOsAkLQmrwTZuECYQC50J0t53HEYp7ZwPNj8LsBoLgJW/gADMNGYqQpNBiJz4zpQQBGOexbFbkIO4SeNcVrYj5wb/EcdGQnQ1dVsSLoqa1aJ7QniWfBPE80oVXoVNhzW/5g0ujLMEtWzZZjSxsBcx/kz5TDSISmIYGYG7u2OkXX0+KRBkVYgqKiHImGppjbETNI1Af+W6ssW6jgulo/1VKtnvJ+i63q/2/RsxefXiLwEoGXCMwR4PA98FDz4UrGMx984NNw4aBYReaHn5lHkA70EXlgPkOlhGTy7RIcDwDjg+DzN/z6qAjxeEE4yP9qyiZD2BbqfAZiIR76RtF1UlkGcAxO+DT2uqCfKbageCoG9YzEz7P2o0wYELdJA+SjMgk84h6e1LW/1gihJIuYO47x4gINW8QhXoDsN7RZOiipTdf1TcKUvB65ZJI+nc4X51qcdWr9bYJ4UU0hQwT3WkZiOaB/4K3L/x352i/+HPAGXu6GvU0P23vrxhPwbmjixbxV2zRq20aFw0JiTiklZeZXwIl9lsxTloBBKX6tyH+0eclBwN+o2HCwrAdlJjZIQ/g3BKYyg7F0UGd0+dB5RtJisWgVuG3VdEWlABkAt/DadqEz4uHEWP2WQqdMPyr2ajE10dgjSm47wVF/8jlGH2ZPSkZBZi4nzKmREz3MOzPPykqBMjwFz22AN3jv+TorPfPJlYcApdJR15Z7A/ClKY1A0StuFgPrOMdz8IRoM7Xot1zGD8+hEKdF26lbtKxhq5Kr76Jf04ftwm1qIMmy2/86lA/2I/vHItkVMITdHfEy9GD8pNC1L2jHT2oOVF5Dg+O1IznjfRgHUScFSRoMJFj2A63HmxgbLsHHMFHUyNycANmSUPT4ew7wToLckfy5JxHipMhms9VAkmTA5xH5GD9VCYV4JCUOusRDfLbIr0gc3RvQ90CSZ8vB3z6N9gs9w66X9fpbIU4w3JEgcPLn/uZOd/e3uicp5MO1kxEDSRSvi7cMbmOBAkGBhXXHnQNuE4Af+FIyfNbBMjEWPxklBgSq1aiRTbTDHx+e15uV7h/uA5wAqn+keiP7sBt3qnOPQKIG/VV5VeV6amM67AxsmoH7gmPb7zZyQmtH8gNFlo61dDLPic8mFzWc3L2vEgqqqgHRQevNWo7Hp8+f9OH9B/34w496PyWBbm5uSQI94GMfe8ZLzfDQXys0USotbALK9gx5Ehbe37TcvxeD53vbluTGjn0xMPcQgT8AS9bmw7v3+v4v3+mPv/+D/vX//Jv+/f/+m/7wxz/oT3/8k77/7jv9hb7vv/te3/35T/ruT3+Wf03pMwkLx7Vnv+aclDIWEzhJIMAxLcrRgBYdypo/ntsMM+8pRp4Sp8CnnXUae/6OeymNetuEHui3BXhHxZ6EG9YbfOS8ruzpLdfbGtjGcwBFbA9fk/57VIaGe7zXdD80xivU1QqGOycIW3jB4lDsC0DMkYpB3k9rrqclybnbu8/6TALu7vZGTqQO/YatvlMpib1USP4YuB5o56S9OVn/fD0E7fkAE625z+tjkOihHz+ogzYHNgX/gkMP15H3x2BMTy1JwnjO+NG0arpOmZh4Iw7yPkQTKiiI74MADZ+68iEKQNm3GYtiONOYaNOkxLOHBF3VUKVcp5ToPZS9LtgDc3Z7tDqL5IyLCWgABGhDSGGngA2gKKZL9LjK8AzVPlojbuwN4kQXZQTgU4ccumd8sGFOJgFjPAmaBPyNINuxBlTXfUvDsUcSs9YPRWfm/gYFzwJ4D0IFw5P2trBPg+KehLgxaF8YtKdnwrwZZt6Ei/nQj9XE/Gtf1FEh52JZg+kjGDwGOQpzoEBQQmLG0bCcv/JVG/t6L7MnxNz33RPhTiwRLyzAq22IR8V8O5lDh6lZoNK1nnnH2COP279F+sve/xa9ffHpJQIvEfgni4AfbNOtdEI1AH6RH/0IEM9xl8B6dFipsv/JmpeIzItpSkkZgFSAvvDJ8PfgB4cb8OYSD19NLc+vkofpIW+ZnGqHZ0dnPKvi4c68fco0f8YhCR+MaMRlcD9tF2syyP4rKXH4kPXblKqPrvcvCB50AiF4wokGxqodCKzWFxLT0fvFKiRcGVC9F4Q2K8AThhhY0wEfcVvC55QSKMkf2x44qI7MdUDeYP4poATfZh4mVHKWD9NnFySASAJ1vKQ2LS9+pah+RtABRuLsQ3NP4mdDEsY/lY2EQegdng2b7aCkFlzwocA2nVhpSbQ0TadSsBkTS0opK+2hKEFLHLfHpJ5DdBye+Sm9D+hbDtw9B8shXnpHxWea/4BPBpCy/zHXjhdwz7EjCdSS6Om6Vm1pleE7GdLxot7ik5M/i8WCJNBCXedvRhXZ79CPQsfXINMwMQlF9CGcmMRNud9ANyUDh0IYDg1TOaOfueNHtZPMlVhjKon13tOaPkyXLSGWfGI8j8KWK6B6QR32shr05rgG4MmqdhpZ2x2HPCbAnAQwkJpufMQVRLumU8SHOHotHb+Mr4mftAuHiATi1DhoXT5U70h8DByoY00mfQOyYcdxw2bPAbkeok5tCpt7QDNeyHHu0ee/r7Nj70eigv2J1ZBwRYiMsJYCW01SklJWKoYi+205H57WHGyX7K3l8qF+A4QD/8P6QRsSS97nI/PR/MnoyVIBF/ZS4bDpLuvZkFBZkgTyN0J2zLuaZI1LUSlZmLcoofJBfBffpFuRdLi/v9eS5JOTSGuurw1r0RObEfB8BWYyLnU8dc6Nci5AUo5ECjhr/3Ek3TAr5ayCTMEP2d80ase91OuzJdmywYc14ISYkzab3Va9ry9kHCPrkRUxoUTDwCSg3GsQPeIzaOf1ZO6+R+y8rqyRrwcPz8Qs54zPEzQTtkILoIEMkLasxwNrcEMC5cOHD/rpxx/07qd38Y2g+9tbDv9r/NsQlqNZWm910loCYClYk277YTgJJJKDfd72kXjaEfvBcyfmg9cdvGRt3n14T5Lne/37H/6gf/3X/wOQAPr97/UnEls12E8AABAASURBVD5/+jMJoO//ou9IBP2Z5M+f//QnfP5Jnz591AN7qicOOSWlZMBg4KSZFzERH/ykQHy5ELHoDFyC/Jlqjo9FZtoYYF7mOhYzGW1Xk96irFw4lFt8O2jDuqxIkPlX43xtDKzzyLWXcmJ/F5W2qClFmcAbIOQPTaMKpSLX2ZUdCDxV2JqoQI6d9+Ud++GB62S1XuLHWl4j2baScsrYz0oTtj1fN15XNomy6sd8UQ22yaQHoPbUmi5303jkBJy5eExPwqef9ojpWdr2c0Pih2dLwzMlx329MHT2AJIS9sHhWHRR2bh5wUQj+RPq4NjdStQa6UpQ4wpTRCNz8Zxn2WMZxKJUEyno42pvB4HMWir73pLDE031sfyBLk978YOniXAKV3xvsPYh5LLv+wzOgANtbAgbpVLucl8dhZpgiMRQJSqf+aJ9QF/M2V3uMIanCaq9USn4ng8QZqgyYK9AHupvYAUOWaF9IgIN0T70m4qOo2pQOWqdkrP8hLG57zdtmBmIhLUZm09MjfZg+b0xBOeOPbknao/lK/Wrao+eISb+aNTxUj3q+odq/o1h+Yea24uzLxH4DUfgxbVfFQHfhRGcEFQt+zYvQJoediNdwQ8ejV9T6pPxi5J+FwgRCN8sE1XmcZq/NIIOCo/VFCB/YFBou/ElsOcGS35Jps60PguRZZ4jc+eMwgDPHkRbfmk3BpAyc4KE55C8fGcovzRme+UXgQnmdmD3BSQFYgyjKRl4pkzG7F88wHlyTqw6/gvDgm37oZKWBwGU0GAcXThhn2VZ1sO8EWM7QAYzZoi2Rw7KvEjObBQiCp/S8KLadS0H+o5kx0L+SWXh5T2lNIk7usxkivPAm+aWxIu/JbDmoOvD48DBxi/Esm8BdahdNMVsjAD8gJl5sWyaDpsLXVxcaBGJp46X94JM8vs8qwbpWCMvfEmJ17hRHPh6rfmp82q10QM/gfaB1S/hnhOT8iCAiXnuBlouWfxjrg0v413XqDtr1U5JnnPw+fmZzi/Pqz8kw87OzmUfLR/zsh/oONAKc4P/1gnz7w1kfnra+5fRWd4OBA2RrQG8LzCg8Q4J04nWaUlK9CUJHEAcNH2OyIlzhDx/h2LPshWhywCdG2XmlaJ/YD6DnOgY4lDDhvH4CKwFZkuJPVK0WHQBbduopKxcqpYxVq7KOg47knNbDtU9h8SdD9VclxSFE+j2vjH0yA0cwE0TWRky/RAhioXAihgoPjv83Fovcd8ZrLiaDi8sxPSNFMNyAidl9lNORSUXKWVZ2OM3+Lki8eJf+1neL3XHQfOBhNDav26I7329yQgFolJGaeP9BISuLBIfu5q4eFjK31Szj45xUxKH4qzCtWXZUrJSSkpoGomzD9UP2DQ40eBvO2zZ5wNJmIFrznEJiJjUWeWc8UEKDN0AOZmX0fqouA9oSFZ1XauGg2lpijLJl5SSyK9qR0JtQyJoRQx8XW3B/WR/1pbwONEYVf/hutg4AQPxH/Ev/N1B4fcIDCE0yn4m7BlXEDyAWeQMpqr8rFSYR0pYEpYk32fWxMPfVPpM8ufjp8+sz61W3It6rr1qY5B9YSczDpp6LmjDluuZI9rA1PT4nj3oPbpjX5nttW3w1+5v+o3861zv37/XX//6V/31hx/017/8Vd9/72/7fC8nfP70xz/ojySG/vTHP+ov33+nH378UR8/fYqk3pok4o5YED5KCvA+TAk6J3zJEnGAAFPcBD1fps5ThOjEgPq5wpUd3YcIHajo+JnKsfZe3TpRyF7xHu23HPV5PiRmVUqjlr0V3+7ifps9N/RVz2pN84vlqW8WzSxrz1qvVa+PB/CKBNBGO65/rw9hVClJTS5qvHfyZIuYD+zLuicU4c3EOXqZ9sA9B+UUGpjysOiDrqXeUDyG0ewvc9FmnbHvevXsl5H7j/2wXLYPQPF1ZsgddhugamY0Vwl6qkkIa6YvChrsRHBtDiErBk2sQPlIJpQhMwT0JMVGDVzLAz5a2LKZtQnaFcCy2CiQaLlkV0C1n2PtzAMKQM8jF+B8uVh2sD92jgZkCEOCE7HALk5gDRr9tgFSfCAoQX6xIopWhmLbYcIUr5WZ06AjMmNLxCBbr4E9oPhEI6gvVrEpj5Q9EnysIcQfyTzf9MgZnpdglnLWKzAiX/aCzpOCJMU76IT9H2rYRwaGPtOs2hxI9vk+lIgciuXcKq5+0zB7+pt28n+kcy+TeonASwR+MQK+7xrEq/DIi9ZzA/zoo5suUwb50Uv7Vxaex79O0oKGn5EOZw8ypzfYxPPilKP4xKCJOtDBeFzFiw1zJBbUU++Bqgy3AUptH9eJVwHafms0xctBAjIPtfCMiiIcRagWtzOMGVfu49qPaV6+/FLixQBXCebDQEptTvXcxmxw5rYbjGD90IcOCrS5gIUtiL8pQSTWmTj4JSggJBntQYhH0xhAmhlAHDEzB5yzs7NIhixIxLQcEDMHQ0Vs5FlQjSRlDIN8iPFPfVccDjccyPrpAMbb16RbqnG0NduaAJdM2f2Gl8uuaeRv2lyckwDCfsOhIbmTeTEdbCZJQEKPXzLAnCm14ZD+QPLHf6tjtXogGbRWzyFA85wmO+JTSWqrCMhqsNthq2OuZ2cLLc7PdY4P55cXury80vX1FUmgc3w7IyHWynORGAyYNkQbX1kd9RwgfCDabHbaRCywJ38Y44Kc5SGtgQ5TIBeLzuD2BIMDYH7s3QS3QnIcxPhYG/Po+puKlXoAOxk1mbUHHeZI98C1NbB3KESUGQaPysMAz9/QcLBpFy2HvYaDV1FKaAq/pOR/SeydUSMHsP+fvTdhk9tG0nU/ACQza9cu2d1z7///U+d5pqdPb7ZlLbXkwiTv+wXIzKxSyXbP9JwrnykKAQQCgYhAACSByKzUDh+NHK49roGDiVvEVXXsWDoAfD1BFh/IhtqAfpjmhHiFL2eClFmnpWSVtlHTdmqY11QKDOkIQCMd08BZZzJgq0eHpRwmd/L6Wvlwu76Lg7u/dbDl8N7HN1h2jMnCPDHulRGRGX/LobOAJ0xM8oHQ/TarFXgvXyml4CmTzTllpZzdxPgH+DYENNF5d6M7f3sICL0cLu2PwfNi7sk3RgOQQVImy7mJ0vTMuFzOkEGalNTin8WiVdsWFeY/2QeFRkYWa5lAx4qD/Xqz0ZpxO/DSo9OjlXkzvAaKAbqYJZfDXDKPMc+UO2AgaOYS9ujepKKw1YQjyPI/RVtCTxPjSRI2D9wPPYftFc+cm+sbffzwSR8//lx/ZwkfOzjjdptjO6s9qlemQJYMoKghoYt62EEZ/ZBvGTHPzHWCq2VNFfwlGHxvf77+FN9A8jeRfvrhR4I7P+unH3/U3/72V/35z3/Wv//7n/S//tf/0p8IAP39r3/Xzz//rJvra7nvyDyKOdR0pZQYmiGLXGRKjFv/1JUnbo9nQn+tsIOOeGLeOLG69FwyjUetRicd+En4YQf0jGW73SoCu9Mcp5SUgVRc0oeko6uqrbmbZihHPEbnuttdr4B1BFh65miD3h1ByZ2fKdji9pyTMg6M3Da4Dogr1gL9ooSfBPWQqkXOZzi05Qk9LoMLIT36e/wQQH3g/jGfn0l+DhXeo37PGDfNa01YOYl84Gp6MvDi9jxxULeuqUZxvwaBNDNb3MD0zFCDQBDgmfodWKGRwj8JjTQErriyq7nI9pacowy7czR/PZvUeP3Y17YomKFjFWgglHNCtubnlfEKBYuczEUPF18C67USkex7imfMyBzsdTIXMh1jshkjYxTJiCGZqlmPK1/q+pJiPveeIQQUUx9C7Vvzh22uI6EmPdrdLA/hWNg8ftNmfOLHI2BuoPgvJkz8QsLjkmfOuTx0+5JyaPtWsN+Djd+Kr57sePLAkwf+D3qgPtAnhfH0deYDiGGiu2CTPPrFZzJAMtWUe2VU/lNZohcwPy0flrT+puR+iDHvHsVYzNdsrOluNxzjrosX/QDjSAe60YecFG2/JbPugKSUADY/iY1BZjcQurzpMT6VOiqr+OCCo9aOc0wTew6AOYoKraDk0CL/oh+fbdaGKffGa0I91CrOBOQM0TtJ3qB564BtbhrZ7PjT+x6fDD5oU/cmbBc20JHNs/mOIdqRbn1N0xHsWKg7WWhBMKbzwacpSvjGfXbIHeEVfh84wPcc1NccvNabVQRgfMDp0WuDq3fotUdEBZOjv9Eco2iQv2gXOjs900n8CdoCGzqlVIT5aLI28ycyAFtG7LAeHz7uCD7d3q7isLyNwEuvwR3Rk+kRKcav0Cd8FWOlbJomdC27JYGekwj4nGPHacC5/CdxXdcqw5dzUwVYaCab6yiw+J7Dhce/jcPyLgJkgxvkcZqf7tEPnD41B2FayA8p6rS6BGIoI80GJeaiUElCLOWcEgh9gjiXkO4lhOETBdAwsdkXGZ8ahHyThddHH+hQPsz8UVKzGNXLc9e2DUGEToUyl6zkg19trrlNY7523pxzoO5ZN0PItiCD2SzXsGPueoJpO8qpPuk11wHmflBSlv98z+t1uTiJNRSBzLZVTvgqpZAgxiZlEhD4RGeM4VodLswlYDUSCBq03vRywMGBEB86IxDCgW9gbseAEfnYk7Ma1nJBr9dM13XCNA7HGw7+G/UELAfGL65SGrWsqQK/fZZT0gwOchh28G4IwNz5/mKN+8eTHZSwTmEzGqtebLAtotTR5XZXB+bSpduzGDt2JvS2BD1Pz850RsDTgU/7z3/+GN8AQreDPncEVv3naP6xY+Ne2wMH3oH5s88MIXvOEF/Rweo0cE/s7CvkhY3uAE9Gv++9ObiDSZrBJloGbBOaqNpyl4o5sS9XBKb8DSl/G+f25g4frwme+RR0GDkdFYbgqcAjm9tpirqzWduAjB7YynbveF7aLq9xz+0w9nJA7/Onz3r/808RBPr5/U8EeD7op/fv9fd//F3+7Z8//enfpwDQvxMU+pve03YdAaANzwX7BhvwBdOuCpkyKWVAyQZNkKfyl4vgsqHBFrXJd0G4l9XWmTTZ4rWDSeERlwAtM1OUtZ/nIbi4R3t8vsFX+ItgTM88j5Zj7pSUcwESo0nyhchpFoaphBo2ZyPAcYLmtoAjOkJ2vF+8rgb0DczPyL3gJZ4YcQ5++laVEtoF3QptWg+v+/Xu63XsBgWHucAqHgi8MVJ3tAJ0m24VLr2u+n5k/DttWOcbnhMDtgmddX238c3IrluoaTr5m1Bh35Gm8CbmkmTNLg80sAJEC9kjyfyVjHHY6XvM73qXHufAGIYYJ4uNVPcYIB6P7fQ8YU/yoCbcdoRM1mKGnnOjXBqVfNDmdjS6eBxoHCbfYhauci2IE/VBN3QJsD5Zj1UZ9mz03eMHJKSiYNjDiHzGN7NTkvYdQnRkSSklhYo5i1KHa+5IifiJTmXCDgUdy6F2D4OdBKnmIFPKR7on0j9bhEh74Khj0HhG4oUj6n8SZVxzzyN0UjG3ULqZSmA/AAAQAElEQVRxBqp1ZEb24NZ95RtGfi92fsMufDLtyQNPHvhv8cD85OWlPssPkrOAMQ4thzZehHPlP1Mmd4rMyD04pgbul+o9jqPK3t7YTh01fIk+brEHd5+XkR694ngJomOITc3jEhRtRzLCaGcHyMkvZeoeC+BabEjUSFE/6j+/5O69MabK3twBG0eAMnYQNJAeSqm9jhqKOSoVxVRmXMiqAJGmrMS/HBuZDCmp55Dtg+MYG1x0z3rp6c0yTKRJV+gZ6oGEjbQYkw9l7WKhk+WpTs5O1C442HNYS4wfVXhxDJBz+vgw7EOqD0VrPpXfrH0I21gbemqyZYZaq7nFGbMl9vFyeaKLiwudn/pbN6dadieyLT6IM7WoS0Ak1rjE+TM2ld7Ir9DpP9G5vb6Tvw204WDoTa/lW7Z1z6VpdESANVOjseGg0nRNDQQ56GUg6NMYsue+UeYf3PQjn7pazsCG3/8j0IbA02q1JViwjQMB7sFdiWXTqGlcomiWoXrtp6ZWa45sEqJZMwiZV/OINAUorow7sut2ZMqSQb90wfOwGUWmBpAlZFmuyOzz2FQzk6Ji3GgVQceKyH7tmladv0VSskoDJAtLtk7OJkwj68UH6hF54zR4lqvEOAOgW0/P5A4cqAaXVjrxyvgE1YJR5s8oiaALwR8H7Oo3ybx+Wnksot1gHxogasDGUfWyrMG6axXuFFgEYbiPNqwnr6s162xDcG+36zVgePTBtiGgSnMwp20bgqcLLboOOUkbDse+R3qCpTsCIRBV8FdLoKiUopTSBG6pMBIk2+GD0E0AaIsN8WPE0IS+4MJmYbxXStSdUWcajU0AwdjcBzwDDvQsFkudnp9xnxtOtCTo6z9Vsc88ByuCTze3t7q+vdan68+Ut3JQaMMYesuzfs+dBSKzpuPKwLNl5F7dyeMeg19qGG/JRQ3PlcxayzkrKwEuxTTbZkaFjoE+BqhKKSme0ZTmqPf+Jv68bsO89Ng1uI8kRCqkBZKh1OT2Hh/2fQ1cDD4c08etZnW7Yce899sdtqOJlJWwS9pudqp/enQj/5aP18SOde0x2BXGt8z3erWGj+cR5RZ9ox9kKEmMN4AxUJXJhhmpq8gtM6AcdLBwTzb4PtngqGAbZQYYtHOp1GJfn6pfFFV8SA6UbKBGUVn3SK0ey7Of7D//6aVh8P0ag5FSSsqAhFUk+WIuw4mWaTANiGZns81HfUyuMoxVyyJHFiur3go4LaWknA05dEtJCsjyNeC/gT4Dc+21PczzDq1yyFqBuWYDB+QjnL64xGIqE1yuWJbl+Pkf337lHTDE+DO2NGr5UKPjPRYBoK5V9nqf+sZ6Cdz6gEwf1ymtJGrFWiaY4prWOdtCr6nRttqzlB4X660+P21/r7CJ55U8Dno8/J3glJJ8XyXuSeHDJF9Z/uegVb1PqRUg7HP7I3AwaDZR1V7bZVsEHZyuNXedTshEMvoa4ThKaOSw1WRmQ63t8zJjzKnnweB7W4x1ZF7FXIwes9tdBn+SPF7rBJRyaLJGfeXaq94jx4z0LLUOBkJOAvlvTdWUmt9XhJ/xctBoJtnJVAOjVIw3kH12aNuTHkUOA9v3gGQ3UoTcuZxNsDbTHhX3DRJ/T7Z+g+57MunJA7/ggaemf4EH6qPX2xK/4/xeMy4jvya9Mv4al1Jw1DzQL7KvCXKfLx+htnjAPkOIMsHIXBo3uLvL3wxjbDB4v/9yjzAJ4aRAzf1gCDSZCuTpRQbFbzZqUVDqCII2C3NpoHdNdWDO9xsgGlynIB0wKl+kaoHJx0KNu4WSTVpmsxbgAyQby1SSO8gbn8GfSrIR7HcbzRtBTmLRrvnNXBSjsSUDBxg3ZgaVmy4CIYuTpeIgTQCoaRrlgl6YRjZXFMymJY0EO/r6zR8OqXcrDoibu6AxMWgaQof5D4DGKgoSOFwZvUuCLhEAOr/Q2dk5B2gf4JsYj8c0wh1AF/Z18qZ2t0M/h741h2N/E+D27lp3d7facOjyRhCxsuwKCNjrrWP3CDIWur1xEINNerdcMH7DUl3DuA1VEALcYwLsIMkH4Q0H+xU22I5N/EbMwKhopV9OSRkZGGJN0BUCzBEI1fuJfvh4ZFEPlDjgfvO+liRkpzjppZDt+qxHmXZ5wDNofyH6C9XmMsNcGh/saKDaOmK7Z8AtM2ArOuy/lBuVUlRSxowEVJ5EgZnkI2tmZN52FagN8QCzDJoxynoGSo/Z5cAaHgiwDT5YQjfN/u5N45DT0+46JjBnrc5O/Q2uU3n9eO22bSeFPVn7K2GRQZQAw1OFsZamAZU/MWZx6wzqWWcOYgzYPGDLSGkeULlO5qpyTvKBaUkQ9fTshEBmp5IzsgcCQZv4UzKvF8sSPrBlmT5C50h9iDnntIf8HcIdTNgQiFkTXF0TgFqvNyGnJ8jgNd4TqKg+sh8N4srYIbsF/PFkG9uujfvs9BSfnRN4PTvTArsL63VMUo+Prds/Yv2ZAJDvsTvsiEAUAaohvKOax0AUeslD6cAYPJ4d87dD1oCjPdSUi5piGzO+aqJPdn/Va0YHxj+G9GlcMCVA+ApXRVBpgz/Wdys5ULbzNzDoI1/mA0jSQSDT1E/jqqXHOI3AvWiv4+4J8u3iz4t2YUEOQULPWv5G1O3tXQSb18yN5zJ5YEgwviUQsGKubngW+XejHCQfPK+0Z9ZeSkkCfDeNDGTAL6NBXNNQwb6SJoapiLHF+CJTCYK7Zmf/HOC7EDtnc/mFFMumEf6ed83AvTHyDvF7xGP5gh3WcKwbjFNagvDpoTRmoHFK4XN45iFFVzLTO69dApgLP68X3GM8v1Ny/8S9prhnd9i0Yx573yPgYQPz4PulJ5A3QO9Zlz3r02vAco/UQUIZY4x+rAJLn8Em0hrP/z0LhuZUVEpL8KfjmWRYsMZbNbmV5QseRFWRxgHuBMRl4GGaaXMZvR8yTXWswRDfMxVYtzwfB96RYnzxvOJ+FOtthkTPpCTlJNtg+wyiLq7MfRpBK5ySARihfiUdTJR/PFkMEnOYCDB8H7j1Y6ZcIiZolMKGkI+ODI6jlPXI5b7+EZx7TX4KAQgbkOv7yKVinDBykw3Go6+UUlHiX/YYgdA7aXtUpx5e5jqCUttNqdh/bz4NAyUHjMWOtwUMwNQUzZFBIOUjC49QWn5jypOX7rNXKgJJPHzuN0btyIaoz5k7zPi3U36bVn07/vkvWfLU+ckDTx74z3mAI8EvdOQt97B1Ik3Fw9Z/Qb1Krg/M9BV5jzz8eVGb+YuWKshNvwlSVb/n9Yvf7/lKtj0Gmr8ql3YzG2ATm4IK4jrqFGh9zdEgvwWDBH+lJsimuAT1K9jVQOsoD7kxgxvvw9zFVPZrLiagxS9vCm+MxKYlvk5O0Kdp2VjyKaM/zW/YdCY2bO40cjjbsSnfEZjo/Um3N4K2KwCOAsz40cLyZqhpMhvXVsulD9McCAnMtF2rwqEwods9DZxf2GiP7D16bdFxx4Hn9vaWT71v408kvLEe2FwP03x7eyLjHr7BQihre2aTXEKn/wzs6uJSV5eXBKDOoS3VcpBP9gE+F0C3sN5Tx55PPQe/1d1a/jOQ29sbff78WSsOaP5UtsqX8v5f7T0gYd+G7Bg7ZZMb2Qeuz700X7TPqPvWr/1vtSL4s+HQF4dyjxGmplhO9ZtlZvvOc0hbJJsRyFEGzd0HBjX4QOg6zaDkc0ogFZLHhNycG4nSdZA5Ka5jnSYg08VjkM0LIIrmyui82gSJZJwC78WMyn2y1yLBn4ayUOYqQEzVBEm+Bg5fIyDGJ5chJWYxsCpxlMfvQ1mPsoG167LWe9r6OMD3cXhjFimlrIY1sjw506m/QUYwY3lyosKhUF6oStIEaSrFFWND/YCD45xEaZrgGQBx0YypA+t8R8ABfb45TaQtTzwezrAfj1S4F0+4fxyIWpws5PsH9ggeOJCyIjDgIEHPPTrw0Eop0TwytlGjaQi0ipHx7xi/eVcENX1/eX3f3FzLwYVbgjEbAhAOKM332jB5UpNtnqCs4+vAkUtRy5wtCJw5+Hp5daXzq0udXVyo+q+J49aa+9h/huZgxsqBXu51+1/4Xcx1le+8gu+dCoXmLIaINUklZeapVYPe6CsxZuyJgJ5HDDXDT6JJLlLkWSmBASklSQZxJaUMWF5K+5HvkSyFHXDiyjisb+JeXfGM8nPKQCCHMcVzknEO+HtgTfU8O+NP7qDtCARtoK0JNtkPnsOb65v4nSbL28Ezes5YPwIGlPn522971sxOI3XbNNKGKXvrjVdg3o1UFxiTEsbr/jXcr96vwe6xBtH4jET5GzLbGGzWYnCFuXExwyyX0uwe54C/dtwTPQTfA2PcB3MHD6jKqvlMryViQPxkpiDVOghpppo245BjvZSceUctteAeWyw6NR3QNEqsA+sZPBfc0J6D3Zb7lnnooQ0sRMwMGT1zZvBcD6w/y7b/qi60IogEbw8YM8dcGgcsE2AVU3HK8rdJO547XbfQEnDpDxcOsuG2Ebp/obESavSk4uQ51j+ISzMx9mPUuFsHZBp6Al6eE+ODg3PMT+DM0cAiHLA3RjGtRXH/5FyUkZtdasbTRMsquVGOdu2vIZ4MVPMEFPsUClxDo+0CBUM7Yw88kc8py/8UdkC3nmiyYJC9LPCQIGV0F1cNyN8BA/NZx71jvoCJNzR6GZp30pF55uWU5TGZjMAo5mzSPFWPDTBumJpKLe/zV9q/PLdaA4JjyzbhUwH1gFGJVCk1DwKG4t5A/7mMjlOHAzYRpiLjxAJMVQr0kvbTIAnilPJUfnvFt2vZt+erJ4uePPDkgf9jHojHfmjzczVebGxoFBDkQxYM81vvQP4CS19QDoRffRKmupFNtYsLQ7wD6EuioeYg91KYZ8rUXAvnWSmFFLf+OniIAc7sCUqSsWpHopgAuVkPL+sCoo/gpX1m4k1p1C820KnBFNCj9AVlT6hCB29OJjjqBrr3QtULxV0NoIe0JxhJbFq8GSvKpVVho1maRv7zl9I2wnny1aPPh48NQYkNB5m6ObI+oNRxZjMGQPNbmj6u5pLVNR0H6dP485AlAaBm0al408QGavR6I/qWUjK7dhyMNtut1qu7+HbDDQGY7XbNIZ1NWMic5ZvduMsK4Ztp8+2gln+I2Yfmy2fPdPXsUudnZ+pOlvLhvuQij88SYu/qrygoYU1Sz6F5xWH45uZW158/6fOnj7rlkL3hsDcQnGJHqHwYsDzcPQQi5gAGM1EorrpldR7Vo8x2b9hwblZbDpIr3d6utcXXHkpGRtO1WuA3fwvE3yhqmKOcmZ9JxmMyaxOjw2fe0Pb4deCT05ENu9sgY2kyCiQl5sK6cirKEw5CSrTnCtklKOmASRlJeydYcNRh2pfG4XCbwXSXwEFkXd/mNM22pJSUqCTsScktM49XDTgTNzBjPiiK0hwHYOxRGZgucA6SAz7ofXAZNhrw9+B6wFYb5tXz69Lz3fFebgAAEABJREFUYf0d63QRsFDbsmaLfV7XCNpDepRhnOnVipF15CFGCT64fYZR8hQw9Ohvs7EOnAHunTpqgMk8LhuCqIuTTuen3EMEok5YC6Vk9dyLDuLc3d1pwz3iA+roTogSgkfGuqNu/wz4akfd62Cz3cjr+5b17QBQyCAItCbIuXIwJtYe74dqmHwxDcqeB2EkpVy6YQ9ZTQYIItu+88tzXRB0PSf4Y/D6LfhvxI4tdt8RgLLddwRL1gRCttxziqvKz/gtqvusqOGZoT09K1NvC/OS27Bt8FiBfvKd9lfeY0Zy2J+UMjISbdRH5Gbwwr1lO91mXlaPiwA4RQ+Jfqb3rJmeZ8KKsfhH468J4lzHN5uYj82K+dlU4NBsv+8IHGz9bGO8fr456Gb+jx8/EGy+5pm34r7fEADveQ72rIFB9hemKaeE2qyUknyNnl8gxoxPXZ+aaE5K5JFlkJwUhXwZozyaW2r3kjkMMzHG7Mox0fWvAc8ZN7GCGIN8K+xL078GNinGw/yNrFWP3WD+0fcvQZgh2kaTDmC7mJMgGAcpQE0TgYqx0AFejTIiNaWR3xX+lt9yeSb/7lfbdfJ6MN+ITt9bBv849Zp5jG+tMc4BOwfWrp8lht7PFeZb9Mmql00zXp+TUi0Hytpe88GqKhotmfkuyryTOwd+moUal13LfdDIHwJYkjt4TIfOCdIMGXxOB3zGjsuca825wb0GxrHzeGYYe42Ma+QDIXnNAS4D3IGOORfZbwl5mQVZS2jUGRCJcZUsEPeo4AEYau3xnHZczTDxE/f4MEgD5cyMWaDIJVcUkcmqol6rbj0ANNJU3wVbVCLotVPMKz7w2vMYB99vMPheq8z0TkUeZ/a4BZ4THECUoA8T46ikPUL1gGdqh3S/dqB/Dav8Na88x3il/BO5zcLHQ/V67Whaxf5F+WQhclkZLAvyaa3ITcYfaIL1AeXbrXoI3651T5Y9eeDJA/8zPXDvKUqFJF5wszNGkCBRHpKp1FwYQP9liXem9jtWcUHYP/z9GDVA/pWULeNrL99f6DsPxy/3wL25CQdE7X5PTKuEPVKrD/LoHhkNUWaQKYGSeMeRM84MTC1fFtHXs2NkBsUG6N7LmZ45/iDfPFRIvL+dA/BHTmZdQOaw40BJw6YyNpmLhTqgbRdq204RBLIvccHI7iu+kcKBeQCfpc2bWaSS0FsonDysklVyZuPaxJ+CLJen6ji8dmxqSylKlm0XJjLAvh/Y6Pd8Qr7mQHvHgfSWQJAPWD5seYM91AHFlkRxodPlVBg1ZOttOgJPJ7q6vNDV1TOdcyA9Oz3XAhsyNijZSIA1MwID4L49Y9xysLsj6OMfhPUB7ebzdXwLaMPhdVBvNqEiyprVmcCwqLotx+xaPl4a8JhtpwyGKbOdPfR+s9OKQ6PHul5zgOSQXsea2PB3+O8Eu5mfrlPuWnRXuUgNSYMVIycqztBDqmuE8ezY1NZgAD3cMPGIMScgs3lVLrikgmw7dZcVah5anelQB52SBc8womgix700amSXPmLjQN32mnPiQFvFMo6rkJQ54JdYJwVlSfcv5PG8GpEpSstzeZ8HSiihFb6BzfzAYaafgbqDPrPfN/72C0E4BwAtJ5esnEoFr9Vs6gwJj2NTAvDfCGgPWakUpZQhZWWZB1tGyahlltIolxLQpKxiXbmR4Pa899xjG9bAikBkz/zlXGL+/W22ly9f6MWz56ztMzVtscgIGDgY4QPbSN8RHxvky3rx0YgPvA56xr8m8PL55obg5rU+ff4cv8njYKvp9on9hNfcG4tcZEwzUExVFwHMqfBG4DmrsEYX3Otn5+cEXq/0/MUL4KWeUT57/kIXF1dyW0cwqyHwLPvWo4gSHeJ+CWEpctGGWAl6NpKSBG9JRQ6G0kCgZacNgSvfPyvGtuFe8hhms8zjvg4iFXQuFp067GwXS3V+3oF3PPsWHLIdaG3bVuaXqi2xjMCnxHB7WX7VeUvQ9kZ3t7e6ufms1eoGWGPPJuyyvx0w2DKfniP/SemKoN3t9TX+x/cfPtOP/tAsz8F2r0EfQJk2pZREhj1JGTwpSTTEfOL7ARDzDZGUojUlSkDUwqORSS70C1eGH0VwZAB++zuw/0xWvVZ7HuOV8jA3B0uUobDyGI/X7wwDDTsCLTueY7RKmnpjX2ZUttbzVUyG5iLAQgPR8VK4h/sd6HfTefy58FncV14bKRVsGbXDv4YtgZ81a2xNwG8DvuO+HIjSD7QbevAemp/lMz1U723IWGrKXIJPfSloS7i+sKZb1uYiglL+1k/Du6ppmgj6eIwZThgVAO6x6/hCn+Udk2L0ROQGRk7zvin6Tv4qJWqwwoGAwQEunhUDz8k+gKAI5cBcDDxjKsDLWrRA25VTVslFGVk5Z+WcAJcF+6HnptaxW3vQL1wYHTZbz8BcCGAU2OdOUbgpZJmSyKyvgoKeoT1MQ7Tcp3p8yI557Ll3e+1YczFOjzGZe3QWkFJiLIZSSwL1msanuHLk+kJTGDy1PVa4n+Gxtn817ddsmfTFNMy8c2kbDRPPrxRfcN4jzDLxVvHcWdg9BhN+d/D7H8HvzuVPBj954MkDv80DvOz8Bo1n7yjO3vtuCeyLh5fffQba/tmU2TTs+1j4vnKEzPSM5pp4dSZAqhnlVxLstWVCXBgq8Z/MsdUuwSMPOiaJlz6ZJHBN15iq72qniTgXj1kx0aZi5owxQiMFGnTLDKRmgzcibIi0Lytd0OpRZa67nDpTDLSbMkNmo+JPEX0ganz4WS607JZaAF27iABQyyE1KYcmH0h8gBk4xAyxZhD6QKbuXR5FJXiD3Z0udXKCfIIvTdvKG9rkeYYlpaTERtEuHVmEA5voLZ+S393dRNDFv1Xib8h4E2rdBqueS499D7YNmU62oGM8Z2eXurz0t4Ce6TkH57PzM3WLjo1qo5KKUkCWN6+jGC+Hjx2bXx/A/an+xw8f9enTB338/Em3fMrvb+oQWUHlgBr6WRH9ooDiZDPsc0PwhsF0cQlDtJP1bLB7xttTxniQ43npmoV8ED3lkOzfT/In1B5L48MAfssArEiqWiOPbKhk67F81rJlx6FyO2hkXCPjM9CZlOVxp5TDF9mb99QoSmVKg6KEmRRKKB8m+8K0qUS3YuWMJtoayoGSulkMUB5P1gmkrFKAnLBEUhIX/S03xoAQl67TUhM0tFTc+UCr7+SBaRjZ1G+PYDN982cbB/YVB7s1gccd8+GeORdlNvUGgQsDcGdItxZbUksMI7ndkFKSfRqQs6hI7itfSakwJuaxZPxcGiUCXRn5Bciw23UjB93teiv/Hs2OgGhJWScEKy4JZr56STDl+XOdnZ2qRY6l7lg/vj/9A8HGBw4uB/9jKX4auLdG5r8niOnf1/K3Tz5df4ogxOdPnwlg3GhF8LFHX12LlgzkJNuFacqMw5WsLy/7wtSmFC2w1feZA6+vX7/Rm7dv9e677/Tu3Xd6+/adXr95o2eMYXl2prbt1OAHIV1cVU5mvjTBGCVNpKxkPwWAp8QhbZC/SeRg7aePDqh8ku9bz6eDqzGWIWN20QK7zs9PdXF1pRfPX8q+fPnqqHz1Si9evdAFwYAFAaGGg3f24JmUIWZe2DLEn3/5vtr0G60IGvoZZd/d3a60pu62nnXkgE9PYNHt/sbVNUGf9+9/0t/+9nfgb/rxh3/o/U8/6jP0LUHnsJW5yowrpaS4qItV7BRlEKe2wOcsyV1SSgpEXF6wLuxUgETtN6RsnsiMCOfV8iv5EWd4KfRE9mWHx8hBIxsYJAW5Qo6fUyM1+2XHPdGzrgcO6EzHQbDnxxAU5jnKmlmWsbk0zgRGMWdt03EvnasGgM4JAJ2qIxCYS1boR9nOc+l7jDla85zwvWZb+giEjBqYowgUwNMbIlCCBvp6JPZPAHaSaCCZQOH2KGjIfiaw5qzf0PjdjC1N1ypDd/s8F/vuMgYwyIH5pghxodpYHN6N0GKcZ4BrAXQj8ZxliiEUoCZ4ETAwjp6x+53ce1z43+Peedy7Mfxjfq9X+6uUIn9w1OSCmQdobLsBOgOpytzxHti4e4RYA1gCcdAQ9lDWGnUQ0hDjT2BZSkAGzy6zMiVJ96/ao9IGlYrUPMa74R2xIdC0jSDvgE/diETt7ytZR0JdqcDzq+pKEvZkAOQ3JiSXX2C1A3CNi8p1wGr96/mvc6L7se7o26/LEDL7/THmY1owHxN+Aa+6a17Z7MMShMzc2ZOV/nvNYyi/V+Of7H7ywJMH/u/1QOwDeF4PfrGOj48zBXnkRTyyDXvAxKbHGyR2AcH1q9lR9+QXqDsc0Vw1/KaHJnbvdwDRCYm86bMhIcGbANMfBdofoVukeNlHyWiDhTFG+WiGzpTkoSTrs1iqiosXGA2YQ60S/Qq1bAPEfXI387mHvHGwLFpNdxW0JttCZ6aL+QAx1RVqRg3uYzBeYdI6sZtmPeGn2Gx2atgAB7DR7Dj0tItOLWXT+oCa6DIQONhpx8HR4E1hbA6OZEYdzkhF8j4vbGdg3rguu4WWpydsrJHdEnxhM5hoSykJNwGU+Nxr0ZvLNRvt27sVn6zfau1vQfDJqzegAxtPMeZhGnOUsx0PS+Qvly3BnwsCPxz4CP74WwhnHO7adqHEwTthaC4Fe4sEP4bEcu65OdarDQfJa/3888/6+PEjB+WPur654ZP9FSaEZmXRjTy6OjMBWiTbM9lKAcmEuRjYZA4EIHpKgI3n0HMzIKOUVi1zcIK/Tvzfxy85kCztuwUmNmgD4MtgSJtyYzOgB4X25cCmfbPdagvsOEDtjjbtyomUlFJBrgGJ9oXpyIeoeqVaKB/KGY15QJ9b0CnmEOdAxT+uA2AK2rR+x9rqHhUmWVOx15LCjiT/M2PCPUK+xQyU4l513W2IVEBUyEIYHaKkTuNgH2NPz4Gmt182O/Wsq/jWBfUdh5sBmQM804hkvOfA6TU50qZkgQmBFcIWMjcFJILBWDzMMGAWMFLPQOGg0HFvnRDYWxIQ7RwMhZZZhwhVz7rbEYBZOwC6umG9XSu+meN7APsK8+Pftbq8OCNIcc6h9UxeJx3rpeW+6rpGDTJbl02rhjVeDMxnxjbrYFDcyzttCUxskLverOQfP94S3N3hm4GBGIJ3n2UwA8WUHtaydQANertlp5Ozcz179kwvX7/Smzdv9YYA0Nvvvtfb797JASEHgE5Pz2OtJ54Hoq/wkaYVgNsItFT/DUHLEu2ZI1tOBbZCl6Iemx0o82/pfCZI63v1+uZWK+bW65/plK+Cjg7fn51e6PLiUs9fPCPY85IgEEEfgmqvXr7Sq9cvob/U2cVFfAPD/nPfwUIMsY6GOBha74bn1Jag4YqgwN3dOp5VG+o9dOve8MzcYMd6favbu7uYz/c8T/5OAOjvf/27/vGPH/TTjz/p5vNn5mCtMXSM8lyllFA96vCOHak/lsxnkFJKAUoSHUkDB9mBCjZju7GQoFEAABAASURBVAKoTinUPaBNTcLNFc0HtBL+dbkt20tDT8bwDCEBLj3igfXYs/b9IcB2y7Ny3GGxxyOZZwa6PJIq337c9xTCzprLbVbL2jjhw4lT1uzl1SX31YVOeOa27UKF9ayUNfDs9Dd/Vmvm+W4Twdkt96nnd8CRvne9JgbWo8ueue95rritWjHcszfTR/sry/dPk4t8/zjgswdsy7mB0yOV4JxwMNsPKCcZMuWeqyKa5/GeOjzoZiTMzch0soOwFuYdtof9UW65zxwQ2WoctvhioHSUYESS+yWllFWw1cHcxHMqbIHmceVclHPeg5QjuedXAZa5za99axvQZn+KNVHxmYOSsVto1ZPQYAEVCjXF5fEFQjaokHttMLtgSGTcPe8Jz13MI2ttBARdSjq+csrKZQKPj2dSjjHCRUlOos+xSihfS/lrDUG3EENUvpLV9pp/heWYPCksx7QHuGVVvz9o+Cer9otl/VK36jIb5f1NYcaycHB0sQ2BOEMQydg3D4zgm7fxycAnDzx54H+oB3jlPRh54jWXePgmzddoxE9ckNEHL9dn4PAzo4fy0Ddoe55R9SF/aB/QVnkiF4oDqQ/Omgfhi6xaPtyjZ6QlRGRAyEpk/0yqMuUxWjDjdfFVCZN4a608EwErsjcjOUOG5gKMvYsqzFJpMI/BFrtqPkOqlToS81fb9psfNiSBh0B3uA/0vk84rs2N6M1NVt1wdvKhrfM3gdj4+pPylgNlKcWjYf+z04YDog80w35j24vTheqgKLDFog2uBWAnatR0nRYcen3wPfE3FziINWwWZT+hQfj8aJnIvxPi39W4ub3V7e2d7jg8eaPdcxgfNIToe5ldNBH2+kN3o44N/JJAin+TxH+O8uL5c11dPYtN/hKbcmmV2LxJiRGM2tkWST50rDgkX9/eRADIgaAPP3/QBw6ZpvlPOfp+Q58j5dprR8JAWxRzJhPMjWmgtLORxblBF77wgbMjaOVv/Cw5kLj0nHT4r+ka5oqDgB2qqqfmippxA8qQjUiU9BxG6p+f9Bz6e1TtgEGzrxM9vTnzPAfkRtmgojz903zlGTkq97QYlZWiGxzdVCoe/hxD7wAFxE1VyNx/Lk01zhhd2KaMX5SSW4QobB8DBioG2Ye0opX8fqq9aIFnYND2R78/0GzUey1zWN8SIOvxVU+b76sKYyzvHQeAgf7ehPJIQGuY4ZGEMsRiT6UFYcoqLzKmusfQEJzxt7ouCEJ6TfqeaNsOn/sIMmBPTxBhTdDnloDjtbzePn78pE/+E8S7G+0I4hUCOr6PLi/O5bVseP7sSldXNbBxfnYu/57JCQGmE9bQouvULTq1XaumaZTpXwzc23PZtFlNaRU80L0OvS7EGhDXwHwOHIwG/DAYhxYps0pykWU26PGfVHlMi8WpTk7OCKRc6uLyuZ6/fKE3r95G8Ce+AfT2O715/U6vXr0mOPtKFxdXPB/O1C5OtGiXarulum7BvdupaTr8U1CXlKwL+1x6ArYEzHwo9zPi+tOtPn3iXv10Hf7rCbxgKv1IXkP0LblFXoNtpzpHp3334hUBqtdv9OrNG+zEHp4PF/i2w3fhr5y1v1hKMz7YAPuDNbMjQDFwSu2ZH6+h3jj+6mNtrVUDRHfyt4A+fvhI0OcH/fjjD/rpp5/04cOH+BMw9/NCYpSy71NKVVVdSPt1Z2JSkmhP4l8ySgYuX6Ak+EftRgymv9e+zXXzbwGP2KBDxhPht/T8bTxYpf3cTF1ClQ23UsYWZG4uB8Ds10340vcsd6I7G9zpeH6i08MMbU7wDzgBtDK4L1j2mlh06rhfzs/PdMV6PeP+9PrteE/l3MiH/R229Kwpz6X/kwB/62xFIGh+dkTAgHXQ+zkC3wbw82VgfcRg94pRepwmehb/uD+93vdg3YyPlujBEBiB4EyskbIHf2s0m1fYStlEH+NZ5iaryQIqdi83l5C8oz3ubwfavH55v/UG3v07YOv1TVs8E1lbA+s/s+4K92Rr29tGLe/bJrdQG3SUvY05FxVs81iKMm2kqQD7SrJz6qwNk232JajNPepjQUie7vNsPYZS6b9t8aInxtzHBwM9gfiRuRy4k0KRRQVChn/FCDNjmkGmGVQZsUb/uauOuQ5wxpEESgJxQgepqjJiGnBgoOL0BcHE/ZLY99wjtdl59Dx2dBCqVW43eLgzuP4QatsjwmfGe014jHqmExg2UqkDDG7u+ihrVmpx1D4RvqnCI/imDHoy5skDTx548sDsAT/fvTkcePnPtCjjyZUCrdnIa5CdZK0c5Y/RavNx7/ruOKaYJ8nva9274CFJYUC0RF8bGjVnQTFyD3hv0I1+FkoF7H571B5SgxgZ+xmJjD3NV8YabPss7bFjZKJSpNggfEXfNAS3BoS9YJSJsYNNuQRC5uROnilK/DFhNFCP+aMkQZiSpUzovQI6erxhyWySmqbjsNUCi4AFm+EFhx//DkYp8Cax5xq18yHZwIa2bmoJAKG3AHAcaaAPyYQdbdbRcTisAY0TLQm6LAg0+dCYEsJh9CZ/XmED3vem2kGf25sb3RGAub27lQMuAxs0RKLu3kCRcJQm3aZkxulDnHVf8Kn/yxf+hP+VXvKJv3+P5JTDcoNtiQ2sf6x3YPLnFe3NcNixutNHPqF///69fuLQ9v7H93r/03sOm5/jYOdDwcB8ZPmfptzaAcwcwmDwfYK4x+H3HGDDctnJdi6Xp1p2JzEX9ltDu8cR0hkPyVMXgLJ9GSLdCGI/+SDioN3WG3c+qd5yOBmxUxxkhI9tVipJhY17y6a9tJ0aNvAFX2QCg5ruo6pA9couBkUB6nF/AWyardvfmolni3VaGfxfJP9pThBT5FVwqsU0FnFNrWBOIxngcRioxXiOdIR9kdGIuz0HI+2Detaya9DxgU0bKV0LsE5DWDBppb+4lxN0+6ZCo5KsgMCN2byOgRG+gfoooa0CqDT1bbuO4MMJwYdznTHPDrQ2+D7T1x12HLDWzNUtgU//WdAHggWfPnzSDUHHG2j2q//E6oT78/LyUi9fPNPzF8/1nKDFFUGgi8tznZ8j+/xUZ2fca9xnSw6xnteWuW067Ga+PYYcQaBGDaXb4083mHvXM/Mfay57DCOm4TPfG9x/AyVOhBYjq2NDRtu2rF/rXGp5ehI/+n5+fqln2PX8+Uu9fPtGNfjzrpav3+rl69fY/lKXF8906h/gPT1VRwC6IxDUtksCQQsV+4cDpabDbQbP2U+dzDNpkP8k5/pmhY+u5T+xMvhPsRwYqhb6zqmgnJiKogUBpouLCz3Dby8dACIg9erVG/m5cHX1LHzoMXRdJ/tCyrp3ZeQB98mxUCY2/MVzsgay1/FtkQ3B5NUaO2+uI+jz4eef9fnjR2z+HGPYEdx254zcwvhyyqymFKvT68kgaiPg0kvGvBmERFc4uB9G5mdkYQ/c7wOBKN+HvNY0kEGG759JjPMee75Xe6zySxzHHjruG30yuoBSkkopSuBKjN92M5YN7x6D75Ee3w4ejAW61OEyaa6FXFf2iCsTTIxW07CmFk2n09MzXV1d6dLfArq8kAOpDgKlXOKxueXZtiEQ5Q8nbm9XuuPdsFlvI3Db02ab+rGvdea7d4AZem97uWNshmGyQMJ2mxE0DMm5UWNgzTdAbhqZpmDY9wLJkAB4c2aNRl/XZ3A/8OCCPRJr0iU6XVSw9orVHJ64xz2GGmzzut1EEIhx+l3CM8rj2ZnPazFJuRQ12NqWVg3PgWp3UaxPfFfr2FSyIEqlaosckuK3C12bjvmm8VGMKVhEYTsBbB9Y30OU1GkRY1Sig0HoyA0kFPBMEnjJtJknQHvVcERvZ6EDmTsCygNzFuN1AI8g0IA+7ix6JwlZQ0p0SaCA8RhfrnW4nPQLl635heZHm+aRsmCivcpwDpD2g4rW/0xmIV/pZ+UG1q/X61e4vkrGrY92e0wjXsSPtLBOMoMCQy75tCymYnYDbd92wvJv28An65488LvzwJPB/yIP+KnOqy+e0Ij0W47isRcY+0rFDigQM83b0Io7N2T55ajHRKg2JeUkGfe7U/NlGngG5Eb5sn02Chtd9QsoICqPZCleHryj0YFAkAxovlKVPldrCR9I1TBO0q0Tojc3Lgw2xfUY/9xOgwcRIiKTq5ksKWnWnVX1hgg9dtV2wWfe6Ge7ZzJ0T5GNG0ACqAxswOLNek/wvcoXygbLgooYcjSixweczEbJGzgHQxp/8t61attOTfGGtG7Ct2z8dt4IemPEJin0Y0cIimzSvbdb0YoKNWyuO+Qu+JT1lMPhYrFEdqvkxoR89w/fYhO4Dy/r9ZoN9q1u7m745PxGd+s7efNdxw8T6UgVNfpaXmCHLLMxtW5/uuuD8osXL/T81Uv58OfDsm0pbePOzHCiI4BNA/ZsOXSs7la6/vRJPxL0+ccPP+knf2r//oP85yb+kWr/aYJtko2xfpdIsTfquqISaWoI3K2iS1Jmo9o1jWzjkgP7qQ/AHPA7Dqn2m+cl52pfleC8gteLpsvrxtSosmntmasd87Rm077ZruPbIzvG5GDbQLv5cspqOGg0bNp9gI8NPPYk6Jan/bWXrAPmMTBCDpnDBD1rcpiBg88AjOgiebBT34OEKp66RVEBI6/JeEpJMuhwQdlXRjAsIJ+SOx2h+3bL96J3CY/HZr83XVFh/MUHmK7FFyXmo8EH5knMSwnfdAQ3lvFnTSccEhes4Y4Ajg+HLWvbMhIyEn4Toww1OSmXorbrtGBOTwk4+JsFp2eXERxZEqDp2i54RJ8dPvTBasua85+WxA8FEyz49Omj/GdCf//7P/T3v/9Nf/3rX/WP9z8SgPykNYdRcS1YN+dn5wRSLlnXVxxgr+RvvF1cXumcg6yDRf6zp0tsuOJwe+WgDG2XVxdyYNQHX//GUIMvbItdZVsOsONRg6c9kQyOhFY4PcbMKiwNvutiDTuAs2S8ywjonGl5es54LwiqXNQSvefnV9h1CY3y/CLo/kaU+3X2a/Q/kQNBhrZdyD5uShfPpdZ+yyWeL1sHB1ZrXd/d8ZwArm/kZ8foP6nEr1lJOTfKqSirUaJf17ZxuD8nKPz86jmBqJd68fKFnj17pkvssz+Wcf818oGcITLY+jwTVzZ47JRyJSxxxcCqw0G+x/zD+Q76+FsjDlRteKbdXF9HAOjnnz/oI8G968/XctvA/CdsTZZbMnYmC5PfuyNPJt+3SA6aywRvMa+NS6nSafBzK4C5GggqDbsx5o4meGoO8tWUj1qO8SPyP4HiiIn7gE2EuZgaMuMIX3PPNIU1Rd0strhnjrc8x7zet/H+2alnkQ4GmEIEuDwPUUJ0YgBIMiaLC4hacEZmdvfPNJ4QgLz0+4GA5fPnzwgGPdPJ6Zka1ktKKb5RtUH/LfPoDyccqPV7aUvQtudZ6zkc8HtP4MB8M/Q8BweCQPX5aG2TESweTKRS8zCfWpRmAwYMJJnlLpRAAAAQAElEQVQKeDTMNbba3obnU9OxRnkGdQbWrN8bXdepMb1tVHIj82qvCzEWiGwwEve1Ax+830MXdm6BsLdfEcwi8EMwawNsGZcDcDvmw2uMziG7MGcFW4r1cY82qdCURCMJ+3KhzBVoycAh7Q2ZSD7mA5CxTPYF5sUa5hZxdeKjCZ5aSRQA94NU0FPHHOMumbZfSgjBH/PYe56pvm93MdZBo5Vy/+G+gxDWghiTIYNn8Mz4zZO5L7M5IzNS4UG1En8hx6oYq8v7bFVSgVgxkEj3a3gwqL8lqz2zzT+wHykesOSoeuD5VaxKrmzGDbXmvGo0DYw1rUJJA4WqMW6D4OQBGYz/TuDI+t+Jxb8DM59MfPLAkwf+6x7gnRcvVUsa/YILcO0BcGg8pnhDFnUjhqg4S87uwZcUN5tqMK4jrQdabRGvHbDf8Obxg9bvD5fym4NKzonOU0q1hXfzRHhQWEcAA3I5FQcuCHMl0MgmcVXPIQdjUyAg5UmvamnRs5iHpVkzNufslyAyYAAlr8kvYWsdmLgKY8yf6SCVKfKqxRotyWWQH83c2kjeJLKBbHKrho1M2yxUmlYtG7rE5m5glrwB9yewG4IJPcGFnk1i6PXurM4UGqpuEJoGwBhWNFnelPqAd8ome+kAUNcoZfQz5vlwk8yeEv1G9WxI16uNbq7v9OHjh/iEf3W7Jgi0FY2iJ9xTTmG/QZjSgIxqi31lYuZQ3xFYOTs714urF3rNJ/7+MVr/6ceLl6905YPf2WnYmbDLttgu91+z6fc3MD5++qAf/vGD/vyX/62//OUv+suf/6K/+0D+jx/14f3P8Wn+auVNcx/6MUuMXrZtD6YgP76mj68bfNNgWwO+56HdNgveWh7nHtcxzG0DeowP8tz48LHiYOLDyRb7d9te2t/LCd6kwtx6juOwUBqVsKGhrQBox46so8trL6qTfg478tybbmBN9Bx2eh+GmL8RmvgEX6wf+wGJkULElDFTE/YLxfigDfXHpAH51hFc9wyGCxs9h3QJLvNk1lyTG9nn4fuuC18U1nzJdV3mXNQYoLWLTicEJU4J2pycnEbwYEkws1ks5MNhmf1WsoRstMr3f8Gnbl+enMS3C84vzgl8nOns9EK+Bzr3p6/oNnAf7bY7+fCx4RDib8D5N6f8mzY/vf9JP/7jH/rb3/8O/FU//vCjPn0mAMRBVFwL7Ds7OyN4calnz690dXWlCwI9FwR4Li8vdTEFgUx/fvWs/ukYAY8Xz17ASzv3hIOzHgfiWLt93Gcb1o3/V6Pe8+o/haNx8HxTMtDInWX7qWu5dxbAUr7PO/zVda7jo2apGszsjsqlgodAkcvo051pSQDI+BL6qYNHAWf4/Fy+d8/OrhT+Q37bLpRzI1yH30Zg0NYBD5b6oBRt1lvtaJVLke0elBnjqBhKzvJayJQGmmBhQsQFjXxKlWaS+bx2MvdtRr/n2TS3ea3Zb/6WiJ8Fa54HG+Zz5NAs7j/fEzvukYG6YecgDffJyDr188ZlLFTMG0EMkwHuHiDolZbEMFXr5gSsAxi47wYOr6PnLfABvuM017PCdgS5pKIA1fEe9yjHlV/Av+x5YJ61zpSo06HBeblJKvi05EaFuUopMbRRO9bfGh9uCEJsCAT11IcINOMkfMdkxlTqiwvBe9qERxFa6TOV+Cm3jZbc28+5J/zhwLNnr3Tx/Dnr7kQtzwDhn4GFtiVA6zn9fHOr69u7CN6toEVQxHMZsGMtbtX7/vG7MkqCqGH3gLlVr+5dYVhQhpjfET5hIyTYY5igYl48Tw44ZPzU5E4d93/HO7WWtb5oO+xu1PB+yfK/6HyUTUKDUnH71O/d3jbzDLf9G97324CN/Gza8h7Z4YfB65W+KSWVpmW+WjlAW++LBjOtMynzPFRuKA2MMQPYA4N8oTnGOJemVTDF43dpmHAcMQRUrjm3thx6wNBhHKU0z/pAp1RDx65UuZZsiPEz7h3Q+x5lXUw3HMzIZQ0oAJmMO+WCisJQsjJ0g3yh38UeZjUTIU9lFCXye9kDdpt2r/24cpDlXkBNBxbqh8oxNvWcCgZw3Bi4uw4xO1E9wmr9y3wW9mXLfcrjfCVDBzLGGO73qTUem4GwBKL8ljNG8y2b92TbkweePPA/0wN+tM8jr3jNZ1ot2V5V5Is8ifddhUC0v2gBrznIIX1dmGK/c+D8L2GJDUe8PBI5eHI5SfQD2TBVv1oMXzHIPjLc7+iBjfd6ZM3jp0Q/77P7XR7UsBQKOS8/2eYs5b0M4zQ7sbG3s7wB8u5wiFfybNFcmvEYzxBmAN0nDkGhz3rr5sybyobNXNMWNW2jAl4Kmzk2e974bdl8b9nMboCBzVHYYXnxycyscy5pYKOoktUgo+Gg23Lg9TcCOgIxTdPRVBhlqnssu9GbKvzlg9CODdiGTf/NzQ3BlY8EV/zJPsEVaLPeyXwJb5F9kYKPnYJHb33LbsEB/ELPX77Uq9ev43c/3r57K38r6IKD8gmf9nYRDKAHtngk3uyGHdfY8eGjfvjxJ/31L38jAPRX/eWvfwE4kP/4o/yJ/qdPn+WDX88GMnTbLozMR6DAGwpvzoEM4Jv5EBqDsOIJCdQZQIoZj4wKQ5PXQYXoEPWeDfxmdaft+k5rB4E4eOw4BNrFYlzZayxl5rdwSGjVth2ATRy6MgewxoeGnGW7yeRhhM5QMa06lHuMFXpM2PCpPIcedPeskx6dgw+fcWck5VkvckOmfHkQLitQqwg54lkXWMyaJ4eSABJyUk6Kf+BYqUxNATq60h4fwgYpZcljMjRdUcP67pYLeV3421dL1mdnaBdqKR2kOSEgcca6OI9vzzzT5XPA3xQxXD3TBcEWtxlOzy7kIMUJQc4TAhcn9HPdwZlzgj+n0P2Ns65lzkuLPQmrk3zF2MO+pFyyMn4qjHPEEVsOmP622c3NtT5++ij/7123d3daEQDyAT+XJg6BS+6rU+s8P9M5+s8J7Jyfn+sS2y8JBl0QFLrC5itsdnkB/eL8UicEjzrGnHM9GvXTvecDoNdST2Bq9MEWWzRf2Co872rG1ia3arh3um6hDp/ZFpdNtwy67z9DbjoZTO+6Uy2D91TmrfiJOgeCTs8iaObxnJ5eTPh59e/ZhRaLM7XYnEQAiOfPFpu3PG+221HEgDDLBhb82DLPiwq5weRMW9wmsaQzY8jcf5l173FE3RyVDf7jinFIOcsBi4Z+TSnoMGQxmRp5Lm536/jGop8FdwQJtjyz/DyTLy9m1vSALweeq57fEYPHwGmkbTyC6EI9lnA0866hVBBoNQ7MfaDIuGX7WzJ+fo3YNATEKjOLYvAVY0Ck6Z6PMTG+wnDm5uOyUPkloPkoTUKmgocEegfZpgEDdvgAgmdAngOvn5b7onStcincH3RMUs+pb8NaX9+tCExutCYg4cCkZVjZflQTskO2gzUD8iuP86nRHTJyXQaweKKUWubTvwV0en6mCz4QeE4AyMGgq2fPdck947XY8lwQFm95vt1hzzXvhWue+58pXV/7R9V5P/YEqHqC4L6Xenh73gkb1qjLgfpAu8duWZN6ilxJYJjOKIzMJNq8wMJ241kZvG2zWta1bT8Gz2OGbp49qF7uXTFph6IZbNfOtvkZHrCVnwEbnufbgJ654FnPc91rTGFPkZ8/Tdup4L+G+Uu5qI4rR1n1Jwl7izIlZFKdEerg8ygD3WeVw7lnUBqqT/btRhISkYHszPMye8zYUXJW/KtNOsi3NKpIogkydRKOkMcfc8X8OaA3su5izcKeEpnHi1ShJ8nSIYaeWnp8AXp4WcEDWig/0GaOuYy/gPPSNGDrgfPXMEuY4eu8ob483j77GuccMVjmXD3GZ9rDMjQcEac+UyH8d9QIWvmzCk3GAVAafreJEfxubX8y/MkDTx74v9oD+yexxOGQjNGykySvyfh4ePWYvZJqc+QpcsWL8RjX0QXd/SaKxRg1KXAjJswb2sC/lv3aIxVddM28oDM2HTYeiddNbdPXrlwb9ubU6qO57Taf9+XHZtdN0WNdLDxjg9uMUyKEvRdITZUKTwYzBJm6S0guxGx4UysOC703kBZgOaYHAxXKPTv4/eQWAj+TJXObew0zzboBb+barlO7aCX8uWMz603gJja4d/JGyfbs0O0yNiyzwLksE4I8b/A7NvYnJ/6GwFKLbqEWKKVRStgVO6xEBwPFKPV82nh7eyN/C+LTx4/6/Pk6fhTaf6MPR6Qs/xN5hbCFAdVNTNQqHyqqDYs4TPow7B+Fjm8BvX1DQOiVXhAYurh6rrPTc/lbG/4zkJaNrbDNfl+vNgSirvX+wwf98NNP+sfff9Df/ac5f/tb/R993v+0DwTdcvBb8Yl1z0Z64PA8W4IrVCGrAbFN2ZtW48qqF9Z7DEC4txIRAYE5p3WigLkO0Bg0OJibndYECNbrlda2ITa0bsGpcKWUVDhgFXzfEIxom1aFTXPDIbhk/DmBuGaLqnxkkBT6RkzrQXsCP5QcbgagZ7z+7ZPdbht2wBSjSsg0ZCXGnzXPFgjJsigs20WUA7LRatwAXdidUpLLTImlkkXp69fcdebwM8GHo6bp1HWNlh0lQaCOtRjBIOMG6ouTE534MHhxpcvL57pibfhQ6G8JPOdQ+PLFCzl4+OzFS714/kI+LPqgeEWQxaXhgsCi//zq/PxCJ8jzAWlvNMbVGWEkKattOy1PT3R2dqoLAkYXHELPCdKcnJ5qgU2FOePW5wC9kw9lnts1B7OeANHAAV9cCT9bR8d9u1gstTw5jQDPCUGeM+AkvsXEuKC7vbQORjX05H5DxobD9Wq11mq1ktfvBtk7z2vMebDVDNtNomCeBtYAwDp30CEeTf4WDgwkJpEE44xXATUflEEYvxrluA+wx2sxd2qaZUDHXHTLE3xzrlP8eEZg64zy/OxSp+AnJ2daLk6YzxMtFgv8uFBhTTfI6Ty/7k8gqiNA5kBX07XKrPWcizQFPrIy0zKBcazaJ8h7nLac4Ua25bddg96iXADoA+/SDffbhmfFmuDrhnuw5/Bvuv8nO78jRnjklwflSDlyk0RpfBRNY4B1mn78jtnTjExgnsELg/50dNKIswcCYg78um2gPrHfK2IsOSlKjyk3ygVwyXhUsv65C37m+n4faBBMNoCKITsFKvQ4iNE1nZq2VWM7Yn4yQ09yIMXfurlbreUgi33b85zxmHhKiAUYsLNEj9NKKAfWc/DM9aqt5tUk94i+JvpbQAtsOD0917Nnl/L74eXLV3r16qWeE/A9514+4b5JTYNNg1YEpT5f3+pnPhhw8P/zrd9PK63jnhm5JwCCCD3zvyEIuOFZ7HdX7/uJe8W2obyuOxtgYC6kJAWIy4YaxMqjSp7xV0AxHZjqTW5YzhUytHi/QDPunnR1Ag2H1JKbdQB6/On3rctN2LvmGbPWlueLYcP7f7fbxLNn8FrDvlQy91qrRdepeN5Ky1QWDC2UvrT/QAAAEABJREFUCaDEVw33YrYdyhLN4hqYnxh7nQG5yfXBddpcUqAPW0HMv6P0XENBwlFirDkX9HndurSSBpkZJgNFVWAEQALJ+gyxt/H4GXfPHPWMeWC81jn4nqJHJIsCMmNHmXIpCr0JXSE/B9tvyYLTZh4xh0muR9DHiKFSIw96YG74AvYtRmYw1zHu+hHksBtXHdE8BVF1v3vIngD1GKf6W5Ln7zG+cIZtACEFSxFLZa4E5XeX/b6t/925+8ngJw88eeAXPRAvEDjmZzcle1AIv5TYjLINM8cQJTvUKE15AOlBParmD2TKXDdM1X+6qI9V5zPsRUDIbAb8TouSF7XLHARzPWqgG44Ap7j2ayZG+xjvyvBhbIrYTkwbBkyxFGs+KmcqfEE9ytj4henO9r2O2vF5WMZLNDYmsYHcsR8K6jHjhN+nz7VDaVty2D91ADdNbGqyfIhs244NHpuqJO34ZHDLxnbLptc/yOyNou24PxKkk3R8WSTgeejYKC58KOUg5oOa66VtlGLMKEkGd6bEv974rwik+HdQPn/6pOvPH3V3c61+tQ2187xatnsFoN92zWBGSDRhBHnjDWnXcpg81dXVMzb3r/T2zTu9++57vfv+O/A3evH6tZ5xoHd7HMDZ9IetJcuHrS2b+Zub2/jTtB9+/EF//evf9af/+JP+49//rH//05/05//9Z/31f/9FP/zwD71//0Gfrj8TuFrJh4A+5g1DSJlxewwU1Gqqtkp5mg23GWrrcW5Og2kD3IA38hw+/c2D67tb+UdKvaH1bzeMtA2snZKK7IOWDXvHwbjFF56DsAVFOWFRTuivpUxTveiOHoI9kywWHw3YwEGrh+Y10bNGAqCJT4rtf25DyTItKyFXQJ0O+jslZ0fgsQhf7wDfYyOr/9CcWSepZBUgWV5OysgWcjFQhyuZovkyT4UkH44cBGpYk52BNdk5SIBPOgMBlyWBl1OCCw44XFxd6Or5c10R+DE46OP6c9aJD4rPXz7nwGh4oUsOi1fPrnR1daVLgkdeQ/72wGJxGr6f7amjGrEdy7Hfc7Ig0OHfq7q4RB+HUJenBIQW2JQ5FLvPjgPkhnnesA63HFY8vxF4QbDHV+Dr2k5Lgq2nDiidnulkSSDoCBaMd8m92LUt+gs9p3scuWvu8TvA5Zp6z70/8HyL+R/Mmp3h6jpPlT6yHGo9bIHPdJig61fA8gB8oMzzxtB0oJ38TSEHgrruVMv4s7Cz+O2gi4tLgnJX+PcZwbKLgPPzc4Jn5zHWrl0o5rdpFfOKX5eM//T8VEvwjvltuoZ10DD+BGTWSgXdu7BrX2dQrmb4gMZ+5v5p8XULXnIJTgdCt3EfbAgU9PIBcwhnjEr+5/VLKSCJa6yQqIORG0tGAUoSyD6lNBPGuD/8TIpGyCklkYJunQMBiB1gm1wPPmc51zFz7zRNow5/G5pFp5Z6sw+MmfkhDNrFeEwPh4DMJeijCd95MQC2g5USi8K42XObma8i3wNd16ppW+7vIj+PHMhysHNFMM2BST/XHJgceJYiTvsLFSTWGvbRsHMAjOeQbY2tz95mc+17wVlx3zsOAp1w35wTYHx29aze0wSBnr94xf38XGfcz75vkrK23If+U82Pnz7zbiL4QzDIv9214Z70uIa4b3oCQTv18G64lwIi2LALO7W/ssRc7KuBpMglymiDR/NlfJ5Dr2HAczaBg0E5N2pLxo8GqSjPnSntA88CYDv5sGVru3im9HzI0xMI2RgICG8ZTwD+3uHP0U9jFlnDevfaabnXOu4B46kpsa5kXawx82TsKDlDx0ZldBsovpJsWTQxfziJBIW5C5+6gaqLAyRQZIaOSQ/jVuiiiUQrudMwrV0LAUJuz/xseD/zjo6xrrUjGDTE+4ubc9rTuXdmLhKy45t/pVVOBTWJseUAMkGYgIJEi/aLjLpyzUw3ajAlPkSLhUqtAFPCSvpHzkN6Ih4X9InWuTxuO8KDJ+pVY66GYG6tu2nmYVVgDrWYA1pAyUkzMveZS5oeJFx7n8L8zARLMdQ6lrgNAMOqrFIbyC3fAEqL898LzFb/Xux9svPJA08e+B/ggXjwRvbIYB+j8w58jHzcO80VNgbiJVlB04UAbxoMR6irEwPFXgL4r6UHj1ZeHMc9Ei+KDC0n8yHXhXyN9T28fzNNdTc9Brb1Ht0EgKTZ+NgcjFMtGqYes9KMNRNpX8xtM8E8ABvvsBvbw4Vz81xit1/MPYdtf2rnDZE8opicyOCs5UMNNJgz2DVZdOA0twEudOfY2BUtOAws2Ngl6pwo2BT1fLq50ZqNeO8NEnawO1MVWqUZt12uDZpkwiHkNl2rk5OTAB9O28VCDjQlb26TeROcBoU/fdD1ht/Bn8+fP+vTx8/yV+1XbFJDB/7Aa/QRmtzfqD0E0EZezTMZyNiQ2SA3XScfjC85pL9590Zvv3ur7xwAeve93rx9J//PQP52h7+B4W8a2OauW6jgh3E38qnoVv4R0A988vvjDz/pr3/7q/7jT3/WfzgI9B9/1p//4z/0N2g//sN/GvZe/nTYQRlv/j1vB6OycpjtMhCsPEp7kttnevWs6mxCnLzs8QI9m/j1+o6A0418GLGvHJDxYQhmpZJUWGfdouNg3HLg6jgkFHlDK1/MRfgJw6LEsyZXwKPoGDgEDJ57EyMwAJ310APeOPvwMHDgGWmzmQkZjEA5FSkbkhQLfD9A7S+Ghwr5vxre0X8kujr6HhtHeVEYTSmrZMBz6U9hDYiy1L0ckKjHeJI8Fh1dqIlajvaipmnDHw3z3EUgaCl/A8zBgiVBFAdwzgnEnJ052HClq8tLXT1/pmcvXuilvwH08rVevXwj/89Wr9681UvqDiJeEgzyN2+WBBGbtlUujYSteIxlQM5gSUFrODwt2k5LAjaXBDhevHiul8h/9ep1/Lniq1ev4htHlnl+ea4l91KHvb6HPL4cI3IGlrOCNpWWnZFvEHOQAdGmbHscbmRF4RTbMuB3z1/vcg+WC2RkUwi/hdHgOzr1HCI3m17+k5HAqfebgYMVNA6OvQE+EuM+0uUFggxUk2OzAGzKE/gg2zSdDJ6X5ZJxEwg6P7/SBQf0S39LirnwwfwMn52dXvB8OWUuF/RpgSV4p6UDXtM8OhBkWZZZ/ZEZygxhBjZSB30s2QWZrPF9xLOk61p1DbpKI/fa7XrtfHD2/WCcAMzIOp5lJfEviVzymvY3g8AiJVOTlAxKquVUT7XUdPleCAGuRyXBn6gl+d4buE933IcRIOQgN9j5tNpI2zmPocn4t2143gNNg88YB3Wv1ZLhJLmbYcd8IcqoQKM8ao665RewL+jQ5j42xXNuMNm2ZHS3+HJBcK7tbFOrXFibMPvZ6W9T+Uf5HXTZEpwYeAZ5TIYqF2lhXL2vmETJdfw/DNs40JoXLlTW3DZ6iIrMZJ6n4Av0+573t/hevnqpV2/f6N137/Td9+/0+vUb+c+IL3gWNPCNTKJ/jHzNe8mw2xDwQec43zvMfU+9Jyi4cRBotdZmdacV5Wq1IfCw4T4x0K8fCRiN03CmErMqwYjBVs9ltrsn802fwe2MMcbvEleEEHA3zYBvB/zYD+jH/gj64NsNAeAt7/ktwaDNesN63mpgLcc3Yrj3C/NSWPNtu1C76FTaThm8gdbkVn4mGc+uM69eS9VI2zcrV7Wd6oFq+wDs8lobsHkAdxAwSnDYj1LtmbEp5yIWL2oaBOfgMTvSqLs6xHKoCzeoENHg8RP48Xtry7xsuXf7nT9kGmGd+WB1sljr4llagOSxZYjQpMR4jAP6pYt2TK0c4PSquHUZag3ljB6cQRDbYTkft0E/TmYwN7yMCOzL3PKsyhpdzt2jvifUfgiAveJzPvN/vfwF++ZOVRk1eEmemJmUbUOZa7A4FWeGmb4nmPhNw2zxN23kk3FPHnjywP9UD8QT+DcOnpchGx0Bxvad2KGSxLtPqpmf6Zov8xropnipzA1BqJWMgHhYRlZpv55PzFMxK828jHNOSoBL1zXZdTxa3pP65Sus/gpLbYs9d4zD9VGHOt1sV6KM5IrBlbk0bqBOUs6krPqJmbhMnAssx+ABXcO8qXSJQ2mBiZwE4leoiy9handDRat84zNgAP0nO7pWbcfmruvUtlkpJQ18IrbZrrQiwOCNog/83jwK21Qs+cEUY1+lCrlS1ywJvJxxwD3XCYfcUw7F/sQ3JeQrwToDKGlkjHXTvCHgcisHgq4/fdTd52s20OvYNA8cNGFF0zyKjC7A/gRzCoDJHKJCE0XlUW44IGLX+bmuCAi9ev1K7959p3ff/0F/+MP3+iPwPfi7777TG+iv377loP9Kz58/1wUHTo+jw0+lZO0IDm3YRPvbQf5zNf94tYNEn7D54+dPur69ljf9G4I0A5vO8Fs1CuseSfYrZI5A5Jgc+VS6DcgZIjCADxw4PS8+JPlP51arlbZs5n0gHTmEeIEmfN01LWP23LZatK0aYN7IZgQeAF3IxmUoGaqPmZPQZX0ADQzDB5de3jR7TWw5KOzYQJvP7YYa/EkK2VWg5uuhC0KT9XB4CRm+vWCeCiX+5VIIAjUqxVCQm+BwmrmMKzRZJ8u3Eo7yHM+IRk0zwxK/dMBCHYfQLr4pcqLl6Slwxtq9kL+d4+DLJWvl2dUL+c8GfRh8+fIVwZ83ej39uLiDiP5m0NXVlRyYWBCAaLt2b6dd15OR8KuNSsqlVbdY6uzkTJeXF3r+7Ll8+Hzz5o3evnkt/7nia8pXL1/qisDSxcU5wY4TtQvk4g8xnoe+DA/krCjJrY8CnQ846Ws/GSwnAD8H79w95ECB1/K4g6gk8VhST6Bhw+HWB1r/WLvX3orDowOQBq/5ngBRlNyz/R4GDrzMOObYtkFe7VaIaFLQpjaqsn1d08m/2eRvaVxdPYv78fXr11G+IGDm+9KHdwd4PLd0ImWerQ1z3aljHnzPBjQdtIZ2Q5bQX0H46EuAoSZYLbtDlm1pF50WPCsL81AKjfiKvPLu81Feh4l6Uv0HKkFMOlxpPK5Bp5381xPdUkpKcPqgvuP+ieDcdqcd8zNwT9HECOGwfcxjpmx4vrfcAxnwmJq2UZsbFQKsOIYudSQ7e4S5gEAaCKhQfDXVPnWNVKaYS9DBSMhCGDZiEGqyrLsjiOB5sS/DJuzzWDY8V/1cu1vfanV7q816G2tumMbECuI5xHwhewBcqbTI5ZP/4ICYfLBHL8l6K1RbFdcQtnTM5em578PncY/73vPz/927P3Afvo378ox7tG0Wsgk9/l1h05pgyZZAj22o9zf6Hfyc1vuGtg3BhhXBHz+rD9Aznl4D7wWbL4TaxDDpXnawtUCP2iGDcj/t8HOF+JvMqXGQ+xrwWPhmF/atCUbdycGp9epWq7tbrXl/bAiIxDPd7xAklFRUmKcFa97rvl0suKcWKrxXcmnVtEC3UEO9yQ3+LECmJ2kqVB1/TICHaiR8hmPFa8AAABAASURBVN2yI4BBPdMHDRtNs28hG5WfPSGLdZJDVyOxjpUpc46mKQvJslyvOQsA97tx4H285l3puVixv+mZn5GAXfBOvWJvl5DH2P0uS7x3siEnKduTtIU+yqnPAYNAhaQZ6ASRdCBQmRLiTI4ai4CEKYw/CFP2QBcMjGZqcwcHhFwew9RsI3LN9maoTI0Tv7UZDaGBTO2/ufhap2lk95qz/Bwiwwzaw59Higq0o+rvBf19Wv178e6TnU8eePLAf9oDfv4axBt0YLPxqKDxUepXiew9v9o2Wg9gfQemhwqSX0uHl5KOr0fwrz5hv9qAEF5tMd4HusMZ0Egw/cbkUTGi6BPZ4/2+ag4NJA8480JvePFlNt2ZTcVE3ssL89i0+CBfN4neLEKFRl753GmGoOxbao3qUD0c73XrjQb3CYQs+2XcqJSijo1c27GZA3e3gY3slg2uv2HSs4F18GVAv5BW5AsF4Hg48gMFrGQ106b67OxUDv4sOWC36EjJBiQlHV+jBjac3liv+TTy7u5G/haQv25/c3uj1e1dfNsg9IcN9LV6iswYGsBltuHQ7iW3me4S6BijN/vPfOB+/VLv+KT3++++1/d/+CNBoD/q+z/+G2UNCH1H27u37/SKT4F96L969kwX55ccSE/lDS8D15aN6u3dnT59/KTPHz/qgwNAlJ8dBLq+qUEgDsO9N/t08OgDsMXlPVvnsU3EaN+PUx6F2OoyBTs27ytk3+mOjfsdh6QVn+D22LJjMxt+SlJhfTWMd7notGTj3lIu2lYdc1z4RLOh3X4Lwc7ypNgFthzm1ka4xjpER88muueQ5sOC8YHDluJ+l7LXM1APAwjMnhVKy7QOl4hDvAbuzYFPwUc26WE3O+8xACZKcmUeNAV7Gzb6BXsb7FYq8gKyDB1f6KrVjB2zzkq5n9f2nBtl5IatLgNaNQ2A37puyVwv1S1PCQqdgJ8RGALOLwgOnQdcsh7OA851enau5Ql9COx0baeCjIws+xiNYcJsVc5JHWPpmJMTgk4XFxe6ZH35f/ZykOnZ8xcEfl7oApq/IXRG0HKBHU3b1LHlHPJGctzJygKpJA1RRlbpMJBgIKE3bHH/GQQvabBTYZlThpcZnfQlyARsBrHmBw6Lm/jdoBWHqRXPhwpb1uWmgteI1wrr3odjw8CEUWXeEXWUBvQPGI3osNeloKGY50ijJeM+x+f2j+/D169e6yWBsecvX+CzS+bmlENpp8z82dcgzGETtI457Lou8IayabpoM59BXKFvnxkx0DAl+yvnBlssh/klYLjgfuq6FhOLUkqUWVmJfwoQVzJEBkJKKUWb80R9nyIIZIoBKnzBWDMIDxLt5qSIu27Ea74HB+79HQHZfgrI2t/umZlHj9VQMnbOULJKzsJwUgbM/RC4733ANNnz53ICelbMyF5OJUU+8Ts4hRSCSNWvGd6GuWrx4/n5aQQ2O/xZ3w9ifezkwMntzZ0imH5Tn6N+vg0EX0J2jBmpk45Kc151EEVAzkCxg5MB8IyaWmK8B06M555qm451ttDp6Tn39aXiT8II/Ptbf89fvFIEeLkXHXA8OTuT579tOyXu4VngiFDrGHmu7dA3Yqtt7pmXzWanDUFTB0b7mc471nPkPnQlJcApkxkoIoGT6gQZCWLN6GwZDBbHQcIfDNhIQCF3P1xuDLae4NOG9+kqgj9+bxj8nt/yDtli447A1Q45Hk8uhQ+FGrXdQq2fa0CLv7quVcOzzfdUR1sD5KbjPmhEhq5czQjlkKBEemB+MPH8ZyaxLQZDyXsGH8a4YoVHz2D12slqUJGAolyMZ1UNLkHnNMmdHEMxyAGfjQNdmzt5f7MlADSvKbSjw3kVkLj/it85+KDpGjWs2dBvZ4aqzOiMJDq4pJhTVCODB6L7UDyeKh8Gkib9+D94aSJVGQWsBDX47DNWNjZTJZ96TgwuMv3oQypgCjD9GOhF4kYJCZZZW02s2Nfy2cTj9qAddwUn7VkyfsgFuzIkA8WcymxfMaWoRGn824f87Zv4ZOGTB34nHngy81/oAT9+DbwkarGX7Rf8PZIJRy/cPeM9JCl75ynJRZJ0/+EXQqDWNB7LS1MbHVJt/m05/F8yViLvkwdN6PCgRl5lLudWv5kMYc8gmmmBdzpoUqkpz5bNJX6LPrU58tiwq1InA7K9UE0KlpoNvFQr5tzNZq9AjzxtXiBkHfSJXu4ZgM09wK4oqG6zrF+C42HLdsH8kIZ2ZetlvBk7GjayXWnZ7LVasLnL0H2Y8KZwzSdlKzZM3sDWTRkCH6RZvk21Tm+WfPhasmF0wMWbZtcLuhKy5cUTMpKSPPokXw4ArAg8fb6+1qcPH/WBYIoPAbfXd2yg17gBTVWJclZAZOCIsQj85AI+Fwa3TY2ZTVzXdRwaT9joX+jFixd6+fqVXgP+k7B3b9/qbfx52Pd69/Z7vSUI9PbNW72Kb2O80vPnz3R1eSUHtjo2vSUV1tIQB+JbDsO3BKxur28JzKzkTfUKWt9vJ7ttDGDDKWqKWcbmyV4X0/jm9nnO63yxsabdc+EfSfWfm90RIPOPpW7ZvI9e2NOaduCkYy4XHLQWjHmx6NRic+ONe2EFYEcOSOFCcWWg6uPewCoMp2qjqKO352DjA+a2X2sXPxTK2MadBuuMzlklF+QlPO4yxyRZgoGK5stracBeH4h2yB52Y5UzM6Ay5awGeaVt1LDZt79ts6Zr4KAwoVFkoS+wBJYk8plCZZ+qLVMVHe5nuZn16TVSy6JsX6G/ya3Cb01HCXSGpRr82wUsCDJMgL87Ap7LxYkWPtj6G0HQzJsbZCqH4oMNaGe326TCGNHDWN1vwb0zgw9fTYcPsCdjDw6uz5+QVLMqL9WK84xcA2u+oV/TdTH/lnmC7BOCVScLH8AfAx9yK938i3ksC2QgqyBztsOqDsCkYQjTqQOwxmcaa2qggTR1wRe01Qp4RciNG/yMbPBtJweCTgkEnV86AHch46Y5qKPc0IelGjlZ9tjdN6vBVkPmMJeh23cBOvDbhINNNOxTlqfLfbvGdhRsWWBLq7Ztq2xkppyUUlamVBIJP/C+82MupSCoXuAVgQcENvKjdGg/Ik6o25IsTkokQIyBe8A+7Qm4bbe9dn7eEAiiKRJWYRd5PoKSVbLHlhke5Z4zEIQ6MW8+YZrEYTrQcFJ4y9To694VyC0TajQ6g79yIwvcJGXWMWvRQWl/e+uEAGjHumpY9yklzqIDz9Ot/Ke3nwis+0OANR8M9A4qTjKmQkSVQmRk2ZqMuQSwGa0hj5pYem6M0v467ptzltd0w/Nxyb26PD3T+eWlnhEEctDxFR8CvH7zpv7Z8MtXBGef65Sg7YLgZOaeVi6Iz7wL5gnFF2hzzbrjOYfRPc/PgSio3+m2LW4S+OT5lGQ77kNdw7S4FfhtqTAHJdPLQJfsChaGbtbHhiCIv9275gOE9fqWd9VKa4Ih4WOeyYk+Dfd5u+i04Pm14FnRtp2awprvFpRd3Acd+JJ2v9ub8AMK0U33fTIlKvv5cS28YouYBnB844kZPGcRGHMQaId73IYXKWB2R3yUgCagsJakRixm6VhvyIMUJZ2d8PvWH1x4L+Oxsq/Zcc94bsTTlNmTfC+hKNE1cy/7G0CFcTXF+oqUc0A+1gWvEy0uoiXaZ0JQpww7JowiuJAHSnJTBecQSAVp2TpdUr+XzHY0PoHHmpqYskv6TlqQYMJ9sAi8zIihu0KBEyL/LRkqD2z7/gdSYNDN53FgDiRbVHClS9/CGVpNhaKInAS6T+6/r3yDSP4GbfrdmvRk+JMHnjzwL/YAL7a9RN6nFd8jtfog57kt3ov3qWmqziXVAbxKqjmkryQYSZo2O/IL1vgvPT1/qU31ChZnIVu8zGY7RsznlcjbI8Zi9j1iPtFewU0HSLI4feU6EjFxTIo9lonyeGGpub74eBPWF6I3Fkm4QvcuK2HOhhkY1aHdjbVmiRVzzljv8ZkGoIuclhxgXHTMKM0carxx8yantEXe5HUcWnNJbJx7NoZrrfiEv/4Y9Io9BrrpGzKmDEpguJmSGu2W27ExPGEjfXp6QcDkTB0ba9NTLvAliUBaSkkJOwISOD7cEsi4JQDk/xHsw88f9P6nn+KT4FUEU7wxRAcSJCvKCj8aD5qzof6pCaN1rQK+wcBhAtNsS8P4vYk9PT9nw3+hq6tLgjwv9OoVwIb/9Zvv9IaA0Pff/UHffw/82x/1x3/7N/1blNT/8L38Z2QOEr148VJXF8/4FPlUi3ahUoqajH172ya7sUHYhvU2I1pnXGyS6aIgunVqqHb38entanWr68+fdHP9qf7+Dxt4/6jnSCAm0cdz2XHAMizYoHfMZ8tGvvGBlTkuXVH2pjZTZuwD6BYJL0V5yEwZY94Hr0UODz3Bn363xZYd9N106BnC5MxcxnzkKjczn5ZFLdqNC2zAB4Ydn4bv2PTv+JR8hIZbpJEEmDelHH5s8WXbcq80RSFfyc0B7haIsyykJ2OC0aniUz7NwFSrRaZHyMwcJMJu6wGoZ0PTaV4rTdNqhg6865byjxe77JatvMZnWLL+A/B/13Yq8KccBso6q/YwEzuhMLamQ0a3UMd87b9NxOHLh+WuXSg1DVDmruEuj2lAYhARL/vGJZBzwt4ifxupbVuFnNOFlqcnWhKkOnVpWJ6xbqFxGF8CpvtwHnzcwy47+DvbZhsZS4MtzRRUqf4TV9JsChXWB+sHAz3XMU/gphuibuQR2LNlxOWMfxo1XYN//Q2c01ra902njA2ziKpn0ol3LMd6DFSdZtbpm1JTFT3Hdk9UlFcsmnPGl4067HCQoOs68MK8FrUcjNu2UclZheeYgCSuUUosaOMJLGm6oFfMiEG0HqBiiqu2BirEgiTKFCV3CvffQNBnx/3Yq99utQV8X1VfjIzZXhAlgCMi+LAdeL5XwFu0zTlip5QfdQiNVRzInLKClWKmuDSbgUXghA5TkYqP7CuvqdOzc53E+lvy7mmVS5FjyVsO6DcEJz5++qibz9e6BV/xHho4sFdBk+2Mx+NkZBYOhMZgCYxnS21zjTGaP1pNhWabsYeJY247LZjTBUGdM9b8+fmFLi+fy3/6+ZoA0Bs+HPCHBK8IAD178Vz+1t6SQGrD3Hv9ozwkI9UoeIrS84dmfDDGeyn8H4GgAR7smDqEDGxx6edNzo0CL9VnIYyMmgygpAGcIlIVVIwzrkxLdl8DdZN3BEEc5NkQAIo//eLdsV7d8eHKSluCI/5GazyH/dxgPbdNp5b7bNGdqGOsBf80ZaGGZ0DjZ4GfCfirA8+5Q0VVFJY4c5UxYQptThB5x92rMyd4Af/Mc9oHHvNKm8vBi8LdlZTDL81RGSOVrMsZKhTXhNTIJTK5P3h/+c/etqylHWtp4L1j3ZnxRpc5o55LUcxDaZV41uVCPeeJw6VhqlJM2rADOnzFtlDShArm2mPxjIc9Qa0ZHUnU3TlFAAAQAElEQVTBg5EiIlbpzrMzYC5BnYLfiOFexQRMmHSHeuYfZ9WGKccaLKEjNoGEbtOm5ntFyLhH+ecrs4zM3JXMYAyiDDiWV+RacbYH8+0r3yTy7Vv4TbrtyagnDzx54P+cB3jgT8pGDnOBUs7UkY1q0MbINVejlsSr1wAClgDX9OAa9y/q+90PbGl65B8/MjO0JDLV67itUn4xf4R9HtNxP9MCGN/Ap1yx0zxmmPA0lfsC/sDdOZCaJXwQkFw/GOEXqVn9bo0XupsnqFzkvABzQGLveagrrpF3MoAAckQcNkTeDAULbTAFGn5DRJSVUvN7NFcqeQiULPQ37A3wf8pqclHpGi0WHTYVeXPkjfh6vdKtv2VCYKZnA7nXK+3RGC+1WkoNm8eu7dRxCD7xn4Gx0V8uTtQ2nZrSKKGP7qSkBJ4Bl4YtB5ib21t58//z+5/1008/6vOnT/VPwdjAhQ+yhPkMGdsrgqya3D4DJuE/ZgR/9QCYScEY/sce2+jDSGz4n7Hhf/FCL175W0Fv9JZN/3ffv5P/17A//OEP+sMf/k1//H//TX/44/+jP/7xj/r+++/17t07+feC/CO+/qHas5NTDtcLNWyIrSOUhW5j9pDLCgyjIg/yoEc2Nwz1gMf4HQD6fPNJ1w4AXd/Et4188BtZ05kTYkMgoWtbNuydumWnRdeppV6aVpk2+9/fmsgcnPf2WQ02ungI1YweP7KBHjhgeh1488xaiPto3rFm5iIBpSixlkK2aaoSpARWcavq+aS33/XabXca+5ED6Xj0yEnyZRm2OwC5DZvxjGy3fRVQkUOvOaICQknu5BkYWAUua921w1o2LQAZUUY2B0+rHPfteXb6WxeGjb+d4D/1Y0wDY8FZ0Usx4qSwJ+Ql+aoajc0PF8Hp+gyZPkm5AXKSPOZcdc/PbvvwIEdciVFVngFfy5CbmIsG33Wsg44g7JLDWpRxeCPoQ+n1v3QJnBIMWho4mFd84qHNPL5fQhbyGg5GFYoydnqcGAue9eVVrR1o8P1J8YvJ4wuGjCygazotOYwuOXAuea50rO2ma0KXJQcg3LL3eAioc0tT1KItMLI8AcUXyW0QmYnQ4bE1jLfruLfQ7yBQy3r0mmy4v5rSqAAJvyf61cXM/PJOtChDooHkVtX2ilZazTX3n6s6Zk2aZSToToPXIQEF/3bLhkP8etsTaNixBD1ig7kAHLoFBu5dP8f9X4EP8O5YswY6yBDnUxtLl6kA+0oyAxA+YgXbRwdOdFsfq9JyB3BYVEqW/Wj/nV+c6/TsTMuTEy0IlJqeWEcOCN/xDvCP6n/kOXfNBwK3dwQquM8wEnHMIvK2fgYZGJPHFTrQh0nKRZKBYgev2/ZAYMjjxEJMyoqDfkvZNmGb6+XeXJ/o9Pw8gj5nfEhwdnHBhxoXOjk/0+J0qROe+YYzxrIHxnbCe8/00xPGGGvG99JCne9B1nKspa5V03UBXVNL+yEAm0rGriNgOKQBuylioIeygNo/OIjEM5vn62Bgngd85x8/dgBkReBnhT8Nfr+v12uCiFuN+MmCvZZb7GqZkwVz428gdi228Q5poHfd4mgMJ/isk30mdw4IQ34lw/vMAzMZtkr+7aIefFSdS+y3PQbm1MJyzgpgbqwvcGglQ0cvhdmOAB3uiwzL7DcrxYdZBBj9zhxYOyP3j91IdzhH+hqSEuuwpKKGheRvgObc0JaUlfTlZT1Qs2jHlgJgDFVkxgjFC04D4435gXVem1GnO8nUA1gG0jTJsWQ3znxV6py7xRxoJE3d6IodNJlExQzUJglTEfqhPp6i574JN+7xA/KAx8oPjROGHR7HDDE2mvZd9wjE41TpdDsmfnN4tfKbM+vJoCcPPHngf64HeMKTeAPtXTDwsttX/J6LCi/caTc6N7NnjZbI4EtGnAEJcDUeyhPuOudPF0gagUCPshSvzRSUpAwSD01K+YpKZK79BvDAfgPboywMCHrk84Cp26jZHFd/GcwJhDMesTvelF+30T0yTsiZF6M3M5R7fftuIHYqsjxvA5v8IXDoe+aKWF7FnHtT4PIXAH3W3cxBANfBOw40i65TaQv7hawdG5YtmyV/VXzFJ4U9h/+dN5TTosqomAF0ohoDkOmN4hmb4Gd8knp19Uz+hs0Jm+G27WBI8jobmYMBiApU1/t+x6eSG4Icn/X+/Xt9+PizPn7+TCDqBvqaTSJjDF+wSfTmP/BKQwS2K2CYP220kTTMnnNpkOkGI9ib2eR54915c+7Dsg/B06fB55dXfCIMXFzGOK4Yz/Pnz+MbQy8IHD0Hrmg788bf39pYtnKgpYlDPPNs/aGUjPTFxivsgCkSDCQGSmJcBH76fq3b1a38w9PXnz7H/zh2yyfjGzbvPXMi7rrcFLVs0hcnCw7LC3ku20WnpsUWggCladTA402tx5q9BkOfQg8Zc2jFJg6qJqGf+RkI/vgw0ceffm2YLv/IKsco2nxzJ7ok5KVc5LWVp5IKLXkC6wFlvjzHu82ONWYY5HkfWRCzdiE0hc1FLevFhxLbnaBXmZqukZFPqNtAQ1vOsAGmmQC9JjQ4YQMF4zXVmMsZpg7IkCacpuAyDaSn/4a150P3hvtiBfj+6KENtJHoQV/4bQVYlURfGnD1CBh7HMxmmFstc8dh3aV1DxxebHzVg18nRvcZPCfUM/ORi+ecNdAt6qGNg2gEcby+gc6BHbe5DFioBoTOFG1BqwdXH9qXrnNfHHDkEozpDDw7OsD3UEDgWU3OdS5wAilwzZcJM74vYxT4Z6jAQHuA2pRXxrlea+Tz/Q4aCTGkQA/ZscIDfsAmzqmjdUyUKJrcqOMei/uoAe8atdxTDrI2bSNDYd1mfC/Wc3QaI9e8UNP96lSbiqlxKiYiXWcZXs+8d1KqHA7CDjynHdDxOvTzuj9eg4xjYJEEEAiIoAnt5gmA5vvaQZId3t0rNFKOvTLMoV63SEWs5xwg8x2zVo6Qhmr64UUj0HOmT4PfWId+N/ibZv5zxI5gQ9M0SilFsPuWAIU/BPj88bOu+QDg7uZWvr8YjizYtg+Mw3/21nMveHzRgA6V4MI2Vyp4bH537fCV8cpPm+2BM+eGdQkwh9mAjW3XxT2zPD2NPxk+f3ap88tL+Xe55uBVBHdoPw04q3yXF5TnE5wq2s5PKE9UA5guF9xfywAHNju/c0IfOnlmLxYN66pRgx3hM1UH40mM3o808EJe3J5BSB7fDp+sHRAk6HFnuLvm/XHDBynXursF7j5rzftkzQc8sWamd0jhedF2LXadaMG93i6qPaVbqPF7pKEED3vBW9rbtlOhX8FvOBELMAS/ghyS5/8YmMTdPujDqLYA7X6uDex1FIF0L/qRkeUQm3Oj7HsvtzxTjAPo9Uo8KKpYEX0A1MiBzp59zGazloNfmy0BL8Y77qp8pdonvDpIvnVzQQL3dehzCdHzUA2Z+Q9l1ZbpHGnKaOcVyQ1gM6jMCT5QVAWdkaOa+4vxQ46+lSNQSNRIIDWZz50t22VIqU2zHXNZMh0B8srgfOpjvUYNJlcx5pwhqFM2c1GSJuKhcJe55k8ZZx5022f2XYAyjw4zF7hdUjyafqnt0Q7/vxF/P5b+/+aiJ8VPHnjywP9pD8zP4Lms+u/XKm3O/UKc8alMU3lcsEmr1ccaafHG1wB6SOYFSEHzi4GXwfHDMz+oB9+vZlVCPrzF9z0S8hSg6fIrz+9axskhafSO/As7J9avFBl6DJ8sozPAmwPokSb3+h19XDc+NfE+9EixDB9k+ibAcsxT4WDngJ0Dm7kBgXPJqQg2SxvujQ5ifYeTuxUNJk2Q75feTOWivN/cFLUEfhbdQm1pgndwIGa9kTfj/jHm+KYDdvjTLLyo+8pzkKLjlHmTeOmv0j+70tXVFRvnK53yKWnDRlL4zu4fGJ8P/p4Ggw803qiv0ev/YeunH3/Sh/cf4ltA1zc3BIA26BlwwTH0UachbJq8q3sX5rle/WIMcMUAisucAiwk45+m6TgAABxW6oF3wQbem3cgNvznbPIvamBoDhBRnp+f65TN87KbNqqWH1BtDjujbk0T2K8TuDDPADKwGV6xkb++vtEn/ybSp58J/nwgEMQGfn3HYQl/sMPMzGWHPh+mzk7Rz4HDgaCWTXmJOc7KXrOZkmBfppR9AmAV4675ZFY0Oas29OjZaReBqK0G1sXAvMkTSH+SquyixhvnVGT5aJJBnmsdrp5Ahg9um+1W/rMDj9FrwOIEb0pZCRmW1TYt67JRokweB21Zj1zzPKJRMTZrhhPcmEzfA/2hk08JvsDm0pUJd2HeCazGYA6mh3U34pthgp165qvn8FL9AyfJvML3Ud7LaCSZFEUIdM0QipkXf/tIlBPAOMBHAc25eb+EaMHmzLrIXVHD2vD92HB/dwbWdAcsgbmsuL/BNgFrfAl0y1PNYB4faE1fni65H4D94bVR1zXomoDDawNkQ9jCmEjH0xCWm2bkqMH2DzFC8v3zr1LtCajRY8bdMhH2hWm4ijkyVyVbVYVpVeztgkqqXFMenelLaZ+bmuH3mCoUFfzbEjjvuM+6ptWibdW1nUrJsBPk5j4ZWNgjMmKNQ/2t6dElQ2fTU0pgIsY0yrL9zNxwyN2ut9pxX9newX5DtxkdMAnguepnawDPld7fDCGQ4gCS++DyOKCVbPul7HEAhbkpFvQQciVk2o1N3arPGbNlckvQNEADrIBa13TyOrrgfXDG89LBIK+ttm2VctJut9Oa4La/Dfrhw0eeeZ90TVCo5xnk95Dl9paP7VvG1DOOgeeK6TwOqzWTbULncAz0wwQSDCTxPBSG13XagDZqWmDRaeHApp/lwCkfBpxG8JPnP3Xb2xFEXRo3fYLT04v4xtDp+flUOgh0puALfu4Z7rsI/FjHBK1L1k7boBvIucGWLP8jw96avK49JpteKXPuFkbKvMdc45OeAM+GDwr8Ac7Kv1EHfkt5d3urO94fK4JDWz5c2PFhk3t73bYE405OTuX3xzL+9GuhhnlpWN/Hz5G269TYTiBK+zA3ijUzm+QSf1u2wXYbYm2ajq0V71kfx1DHMS1fho8XWBehB32F+cmlYYHiBfSCWKy1wUutSCXTxrzv0LElQO9v/6xvV9qyrnY7PsAY9xEU+vo+orAE+ll20xYZcimqayO7FZhL0BgUdRI1dOfQm8EUYOoDKFMd9Q7eMnAS48VWt2T3s7zsDEoBSFMNrCarNrhblJWM2qxM31zoUVO0QI3SWfA7wwbXLSPK35Ih02yocPEIWLDJVaPZc/a6AHJbbaOz6cVsALc797wR4CiZ56j6TaK/Bxu/Scc9GfXkgScP/Hd4gAcwya8zv1biJTo+1POQUOu8BidG1w2uJmfKqmVU7uGmwBsneOP3gfd2JYAkpGjqm8UVmYIamesz0BzJYzHsK4HssxwdLSPxcgGoZ+tAH+8ZuYWspknOYFsNOCfGzEZd7qMvr6lLyNAuzQAAEABJREFUbUiJMqGBkgSiemW7O1D2NYG7DP/zdo2NqQlwhDwMy4A/UTZgKi1HKexxb8AbWza69eDtTRI0CzHMXY7xiWbSgIG1NBEbXQDGrP8+NPIGvOGg7Y1gxqi6EV+xGd/E16c302/xIKKmKkioCTjokrxZ86bZ34y5eu4/rXqpZ8+eyZv9BZvMwkYuJQ5Jo+osMB/zIWnHeFdsXj9//iz/GPTPH37Wx58/6pZPgjd8kjfQXjeO9oVhF5soMnsb22yJwCuEcWEkTSS37gGEBNUpB2v4BfsaDiqdgc1u54OuN+4BJxxggPMzPhV2EKjCOQEvj9kH5I4+9oFlWfJvAUYCG9awVgZOTh6nv7Z/c3Otjx8J/sRh6KNurj/rzt/KYnPrtez56tpWy5MlQanTKQDVybSmFO4L7pIMeEwuDbM/Qp0zVDMTs8dcMz4Q8Ok5ePlQMfLJqe0SttV2IQW5uch6muwNXoO+IuUGyNEOAjvBDMbVI69+W6Fn0zcE+P5gGcCblFKKTXRBZtt2apoW2chMyMpZgotsSilKrI/SvoYLDujwui7KPdBi3FJkPCC6TlltqRXjM1RK9LE8+lXZBXE5yLah517tmZOe9bmJPwvbEhTq1bPDHfCteWZJ0SkqKXIEyWC5/tZMw/gb7sV7MAVzwifdgoALvukAfJThjYMKuNuL531qazL+c7vLyX6UHfQyHtet26Wr1Y/k8Js+gztBsqlHAB8HafM0NM7gOlX4aLebXLGAPdgjwPztnbmMOzdWn29puAcoM1AlRY2u5gpAvu3eAzxBj/Iosw3B6+yIHh1rPWSDuqwyQlGMo4l7qFGU+LhrS9xnC+73judah89LLpqvkWd5PNd4vrEEKtmL3VBrUpLEute9K8n/gpQijyyZGrx+do7acZDdsd62BH423Kcb7q+B+9P3lJ3n0rCBx2tyQ+Bnw8HfAaN1BE+md8rOYzSgBteUnFXwSaH6Synas8I35F+wWje3PaZwrxuBY0Gww89Jf2Py4uxC5xfnPLtO1HZdyLG/PJ4bgv4fPn7Qzzz7jG9WG/UxPtvMfRVj2sgB5bjvuPeGaaWgBnOm8USFbNIPFqmuz4xO7g/G6/vH85ozdjSdGp4/Lba2Hbjr3FsZPIB6Zq4b6n5PNN1CNSC0UA32nGgZQaEzylPeF6danp3KQfp20aldNGpZS9ZpO0Jv3EO2xZBlOlMQth6y4zFVn/p34NbM6x3v5xXvyBveFze8Oz/znvC74tp/RmfajT84uOWDlBU+W/MY30YAMbOeWsbSdosYw4J3nP/0y+NvTGs6njW0gbu+4F3otmw/5UYZaOCxvSXHYsBcypgLUErfR3UtYLPXmueK+Rh4pzhI4/fMwHwOPENFm7hv3NNg++IZFnqsr/qmKLv5Plg/dN+CO+T3yPR6X9k37Cm2BEqHWEPcgL4n972pIy7GwLMylVaFMubFMgG0Irl2GLgPK1Zz94OFNQeXEWTVluOctn11wCWsVmz0n2c6cOkmyyloybXinPswin0WcRv6CUAK9JrTzQkbICEgtIUtVCAdp5DheUHGMf234F9K26t80B0L0B9jmkoWywOe33f1MV/8vkf0ZP2TB5488H+RB3jJ+EHPpzy84v75cU3/o0m875Ki0L2rSq2voIpH8xHqejwoyXgPIANB4AKTX1mBK64jNOrOQvavvaimjjnRw0oohPwZ9X5iYAfuzeVIOeOgOlzufKjRvVZCtttmEE0mGnS4qqF4ewgg8zs62qMpsJrxalSODR8yMjUKu8J9zOHN0sicDRjesyHqGf9gCIYjaUeo+30N9myhC2VT6ZdzAo+DZinyJ9ptaVTAfZBYs2la+dNCAg6b1ZoNOJtvb+BCEXIoD3nFMFPeOPkr7/5tnJcvXuqd/0etVwSBLq90xqejCz5dzKWIvafGUcCoxL+ciwTRhxpv2vwbQD/99JN+/PGHOAhcX99oFXbs8C1+jm9cDNi147Bt6CkBNn72l7gYXuw78oxAezS5XXUMbrfPZjA5R0ZuPkMwYQMDDl2UdXrcy40VLNFQa4/k9Jv7D9jd+yDHIc2f3N7yqe3nzx/1kSDYZzbwt3wS7oOeWLg+aHccUpaLhZYnBKQIAPlT6gWfNHds1ls29Z6H0iSZt+HmqAcObNgbZPtHzB5FRoML2286/sSWnk9MA9g4j1Mww1zJ3JaJL1JuZF1eR5l6xldZcGQzAYhkmMxTXwOKfCrrg9uOtTSwxuGQmPeUcqy9hsOWoW3ZiLNOsteFkBcgLuMU6HE+g/my9Rtoy3uQZjoIFZJt+wIg0HfmoTuioVWEHIkx5gYW6OaF6rENZD0+8vz0+GyDr3rAdG5l5DxIdA/KJAMxGJWUOHgkDoclgPHjizJBS+l5Db+0CxX7p23wGXwcWppcsKtR5kDW0N+QKXOGljPqgKlkSjyN87RHGTS4XPrb/KASXQKiQhaNdGW8rJIDAT6LDj83dDNAIMFDot1you5gD6RDstBac//gi6rpBvRN9aqTyizDcqneS6ZZESUzhjFGgHtMx5VZRy15uITCWjvqVwnR0XZm/F2Yr+Wi0/nJmRwEPjk5Vdd1zElRTopnm7hY3nX1QqsIRBKvWJhAuAXJv5LcaKCZ/iT6jMiWvMa2BMbX/nYDgaCeZ4jX3GzqwP3lZ7nBbcfge9D1wXPJvYh0UgFI2eCM0ukI3VfxcQZcPwbPkWWKVbVDttuGSb7X5OnpaXwYcBF/VnWhE+pda581PNlG+Rl4x7PvA0HvDwT/rx3EiN+j29C2Y3oGyh5wfUNAYwOtD7Au660lOXpty+wPKNwjkTNHWSUbmlpyr7SAbaz3UKeGuW07SgP3n9uauL86+d5qeM52XcecL7XgGewgzwnBnrOTc/l34bweTkwnsOJv3Jm39m9UZTXYkwHXXQLc07lQTmBr740Jgt3qcfXsDzYE8+yvu9sb3d5+1jVwSwAofi/u06f6ocHdtVb4dM07fUfAaEfwRXi7lKR20WD7QovliRYnJ+r8bGFcTWnVMLaG90lH4MfQLDrGDeQsjz/8lBu1tpkSKtaJuYhiyuz9AZp/78eloZff815/fc/88ez0GjUoHphD3D/ZMrnHGiBw6iWzGEkWbh9U6a4JP9oCf+DQa8NY/SHKhj3MFty6hpA9sjLNPzoLsLiEv5tSVHW1yCoB8g2bxRUZ5SFVbaYbO9BnbN9SJgrr0fs52xJ/lsk8eAzRah53iMoh8/j2NSb+UD9gWXTELy7LHpexqWuuJf2ZiBi/extqw2/MQ0xkv9gh25bM2i5ZNYA3WQa9WvV1GdESmb7p63dg4jftvyfjnjzw5IH/Lg/800/232qIX5oz/IY+fkp69+uXaID7JGfTy8kMUT1ktt1woLCjOK4c8MwLxa8Wl2LHndFlHPKBaY8h1J/82Pw97RipdpmSsTUbAUxN1BEtOaOBpONr4JXqdytF2Frr5BD9gje4zf1sXz2sWWpQ9qKwMPCBjbs3d4M3RrGp9waXVlIw/JPZvhuOsf49pKLszVWT1bSFjVynwiZY+GnLRtEbxtXdisDLnXrqDEeHK4MaKEhzW9M28YnnJRv8l89fqP4vKq/lbwGdn55puViosNEKXwp3oUtJbLYyRWJj36Nvpc+fP+n9jwSAfvhBH37+Wf5TMAdGBvwhNq8DCr2RMvhT7h5fGQY2xQbZ4chHsBMQKyWodHXLBHkqaw/L9Sap1txEe6ZvZkPjUtQh26fm3UNIpsEJPhR6UK5Fj9orqjXDiMF9KHvG1BNw2eBjB9tu2cx7/J8+fNDPgP9XHG9mvXH3EmzZiJ8Q7Dk5XXKYOtGSQ9QJnzo7uOa22Lz7wFKweZrfOucpbFFcvhEYBfpth31Wx7KLObA9Ow6XLgf/FpA/qhz9+aH7SYkBpVTUIL90LSW6GDdJIsNj8lVl77ThgLpmM77msOrxhi7PPeJSSvKaaNpWbddpAbRth8yiuNBVDU9RnbMcRPJcUOkyz021jGpkte68DjmmmKEflVgKIewyD59I+x60rYZYY9yXFlHhYEvtQ38OGD08c30Er7w1xy3YafzQ1zUpKeWGtqKO+7Bj7B33iWG5YH45mC1n4KC2ZO6X3YKDp6GLsoXf0HVt1JumU8MayCg1IFyH6+AThnog25+HJuiHCqNjtdachn1CfBUNa8XrPFRc0UaTJe/73KvQaN6gGZ+5wG2bNfpePC6N+7e+XLpt7uKSboiqNoBAMoUi0jFuAhpqcgVRVAKby6jcyyzB9maemS3PsQWH+9PzU12eneuEOeraVg30lOD0+p57pySR9OB6hHSPY+RZN1oO0aLgjUw8osc4RG8IqPbAlsBjzzPQa++eAIZi2sBa7L2+41nTR7B857qBDjtmV77HwbNKuM7rJsaKjGimLRrIsnGXMMx8QYKXVO8rDryD5QNuc9BgwbPrnA8Cnj1/ppcvX+jy4oIg0JJ3Tyu/v33PrFereP47+P3xp/c8A3/WLYGgHttD8GSMZfc87/1NGLf5N1/iz9r8G0cTj6qh1IYK2OJ+u+3AaCfAYEylHlZK85h4Fzbci/5WjAM4TbdQw/0V91VTgo+uyJX8bY7wr+Wbgt7wCzJybhCZgbk0TnfUBQ+8ruUCHdoXaVZCadsHxtwPG/UEf9bTBwYrfOb3o/9s+/b2lmDQtW4J/NyuruNbo1v4dv4WDH0za6rMwZ9lJ39wsFh08vOmpR7vD4+T8XZdF2NuafczxXMY4ykNc9aotF2Mi4wUA5nMx1hjFAM+2eFg223cAcHAeef5fV7xGiASvrOUzM2Sc1KTsxp82LbNJD/LviK7l4IaGRLQt+bDohWwxi9r3mMe+widVvrx0iF5RVCRuDczehJjyqVV4xKdKCRVoQxDX1w00Q2eQwskqVAvYEAGB4NQNXv8Efxh/Q28Y2Ybsuo/CzO/wW/bueNBv3tQI+Eq0S3Adgh9c/8gRuc5c4cJP0KrVRN9KsJN4HP5pSwaH6RZZMYQks3AHMbEc7IUSg+IPqWQ7dNxZWLYt33byO/L2m/bl0/W/U/1wNO4/4semB+7R2L2b41K4z1XkcfyMUGdAXSf3MtgwsPStAP80oMwK4l3q3iPSykHZFEG6IvLLV8QZwIbWKPun4Vcv2VMSAlphixfmTZBEWXWfOEnJ8CbaQq2QLVtHp1rOfokoxMc46JVXNAyxSOpvprJ481ZS7/w40VdM9m0zEsxY38Ox1hQcuYm9re2qPb1pnZgwzZ47MiEGnxfZB6QiXNp/Ctgvcp4MRfZjhRas1LTypu8BRu+jE936Nuywbxb3ekW8LcbMG6/X8gxHisE4M06XAU054bAxImuri714uUrvX33Tt//4Q96/fYN9ZfxGzpLDk/zYSnmhQO0S8OGYIg//XUA5MPP7wkG/aiPHz/plk+D+02PKXXDOKC7h3fDRi+Aw1Bv4LDgNhhJeA4+cuzHXlEAX0vmgP2RZkZJigYYgg8/zJEF20sAABAASURBVHJdjzaymU17RKAD4BIGJzrE/HJw62MM+PruRnfeuH/+rE/A50+fqd9GAIVTnwo7qCWb8cXJIv68wN/8OQFfEABYAp0PoGzeCweUDHjznLM3z8nTrnqFxaAugRhLGBO+6oedthwoNxwYRj6lHJkXGnDaSB8gewyJ9VPYLLcBORfkT3p0uBBNQGnQljlZrzbyvG4JBvlAMHKwRatSyirY2BRksfH2Omwb8Nwq5yz/O0g0lpWgKqco3R585oWmR6/8CNXaZ6AZ1GvGh5Ke+65ng97zCfUG2/s4rMy+ghdx1kkXVkB1zcB9OjLgCvBMCbPA6IC1ClBcpsQYYGg4kDUxdwt1BHj8e1KnBEwdXDglwFfhfJrzUy0nmu+hUwKBbj83bUmQ1fdVt1Ac1vAnTkSftc3g6oy7pE6KsZAxhBgTpEiMmpKGoFLmAZEGUR5AIYp2BLjPHvDlYJj6D0ftXleuuzS4j5CPR/c6TTNPhR62A8Q8WbYB+cHr0jrCFGeTKOhg+wTLRIHH1LDfCGOqReQh08xwVzzIMGUCdp3Oz87i241Rnp3K92HbFHyTme2klAA9fo37N9Fj7aPuNyeYDBQ07Xa7uJ9W65W23Kv1fUEDzYcUFuMzSu5r+yvmgrU9xKGcsXtsFAyPKSwiO3R/gGU3ZogZrACU1EgmUjghD22IIzc+QYa3O1nGt6WeP3+m5y9f6uLyQicENdvGz46skXvIgQz/9tkHAv/vDe/f6+bmZvoQAplIFjAw5x6zn1M1CERQhOd+BGI8Nnhszh4YI6bgi54AGHKoeE1ZVoWZk7Fga+aZlLtGTdOp5ZnbdUs1fj+GrU1Ity4HhzcEnfytKv++WTw3kD1Lc0AgF2TuCY8gZaKZzTBVXWA2urDX+TTmL4I/mzv8sw3YEPDYEGhfsy4M8Q0Y7BsI4Geej23X6pRnTH12nGrB+6PxuOZnuJ+9rN8GvqZbMH7GnTvWc6P4ljDBmJIb5ZwDvGDAVK8HxmOzPBfYbV97znbM0eB3Hs/W3h8ugA+szYG5rzKkOfATz7BjXdhoHkROATvXjgC/2zer1Q0fJN2q3htr+feO5Jspm9ce3WG7lPCH56aURp3Hy7izwXSZuYJzzRcVEq2M2j6o2NwaZW03akz2Ahlz6LET/Kn3IXaQzFUyfAC5qxM/aOznYWJc5MiAFghlJGyY9LuvQciBRCu1AoC5S4Wazwpco/k3JMsxzKzGAXTNMuYy1gP0HPPWYg58yiphi3HLKM6+hLn5y5ZvivI7MfOb8tkXxjwRnjzw5IH/qgf8hpgevfFU4iXD033wCyNeqtT9tvQhblY17RFHvxA5hMkwt5m2xyuSXETmjoD5DXt6NLp2BAkrhDS3GQ5NYeahesCmYcyEL/hor+PCBsZX+cArwiuGHlYFgE1UCvfDEmFRcFOHSs35Y4AAJf5NbUfC2BdUYtAmQUGZcNsFGkXN0MMcBI/CxhwvRgQ4+UU5tcEYWB3jjk0q4M2RN+uTrGB4LEPnY2SPuQK60cXbmMTmjU1skwt4Vmakxjs+zWuBDN2HCx8q1ncrre/u2Fhu2DijxGvJtszKIOUZp5zxTJDLG8zLyyu9fv1S3737Tg4AvX33Vv7TMP8JwJJPzEtplBIbf9bTiNxYk0naECS4vr2R/1eYn378Wf/4xw/xSXB8E4hPM73xt1cHNpY9B/QVn/ZVuNPG7dDcVgEjkc0AsNCJuotfgcpV8+pDcMuZJ2pfIoiBk4QznSA4mX8qj3jN56kImWx6ezbCG+y/Jfhzc32jDx8+RPDnhvGv2djvCMJkAgRt2+rs9IRPzS91wSfnZxfnfHp+FoeT7IUJeO4KG9gO3nlD2zAX2UqPLAvd8oWNto1xDTwvegPBDvu0dwmY7q/PD76HYM9KYufMJj2pQVfTtJStcijJkvUEDhpye3k+73wgIdBluSN6Rtr87EkpKWNj2zVacOBYsAZjHZZJlo6vjJ5aTy5izKYl6DO/S01DxGDQqPx/7P2JeiPJkaUNn/DwCIBLksy1VFpL0vR//3c0T/89rVJVblxBLAHH9x7zCBBkZlVL3dPPlFpExvHV3NzcfLcAkVPQ7Q1Ext4pY5r9wpwbaPua+bdG5gD9NDDeiuWGl73Kd8fQKnJ7nEeIOGlwhgzX8inkSwnZJlhP5JLBk9FhjkvInAvxnH4+Nk5Pxx+VfYF/Epjb0APm8+MwCM2PoQmcYBg6gscM9MHP9aWUhQSuCSHsIcPkESzkOnoIy13Qh9sTbXQmtDbO2HMRN8MMU4vbJtk3WaWnNApy+QC8UApu5byniRRoR7+mw8WVBKCHj8SlHRT07z4Y3BcT/G0Ip/tyBW3Ud+iPvElCBOoiYBpq+fKJOsNRooEOUYiH+hkTxWDskhBlc5d1fHSMQfuFzlnrzs8vYm4e0Td9P/YB4zumTJR4cHZjcOd5FeHGZDXU4EGw87oYIO7H6eZHeMAA5G83rOKyv8YItMLYOqDCErJDwkO/RGcRHB+aXzVCYAusCxuDtpHq88RI+MRrzYe04Ihu2kToAGM2FCECKioK/vB1Yly0oZ/Pe/R1rlevXsn/m+LZ+TlGoZMYs02ip5lzSwz6N7e3GP0v9en9e11dXmH8X2iNccPGA0YFXN2Xgwr9vsYAtmI82BDkMWIgAIK4ZtNVDDFOSugp9hD600Yc1AC/kRwZhJxG8tzxXpl71tms3PXK9GtivZJMSBkKm+8a3mEIwidp5GcaA+rWsnwFpAfFg/MlEQ2OfoJx7Mtek9gz1ujJBrN1hDdab1aBFXvgirDHxgZ/i0Hf5Vv2kb5rWSfmsZccs44cYTDu2S8a2pTaVtntpY1uZ4/Rq5v1SqR5r06JtWSCCCuhphAcmSefIE8KDQhDTdW9+6Swl9m3vgb6uRgYgeQ55TMq+2FqKk+fSfwnRNlyJXi3AL77EYpOogp8HrqbfsXQtWKM+JtQ/vbyhrkxkFYYIw3zrHLYQbuDk5Tg29I2t7/rsrrckdaSkUETNIdOLU8K5XigJaUF9SHjy8dNYyJwnit4BZ8xSz9a5j31V8ujNxrofgtazl5OeSiT0D6xKojaRNxwEmBkigorzIA66Qw4OocEniD7wqEW036RPiUg7BTErzHqRppE/dn91WZlwl1LOgQEoZyedgqMPgRj6B/F+8eT+B9Fs89yPmvgWQP/SQ1MK3pdwHdspr64+RBZOERWpuOmVvc/tsRdQPt8U42ZDprcgEqP4EwjMh04QBObjB6Os5Ivavu49p+6kDZSAVOqm/EIyEM8NkI2Jvtb+2yI3uAK7XRRSOwpuZ4mETbwKG7Ro4nQOlppD+qETC4XqCH5c0iSXBJMaWa/f1tt4soV7cuYUgqycuLw4yTkC48270iDEplqSok8sxWHIR9aShwmHw4MtQZTm8pw+AFOMR5SamhKS+zEib7IuVXyYYcDn1JSalvFn/Jw8GvbTm3T0oYkXzKW8c2NjQYO2JbHB7tD0BDktuwP0rVtigO9L6unvOV9+fal3n3zTm/evtWbd2/08uKlTk5O5a/WJ2TZ0UEeox6rlnjgwLbicOs3v5dXl/L/DPaZt8E3NzdcBJaqFwF0xwHSxgq/8fQheLlYaenDMLIOXOAH8i2z4X4I0DLLXKWtruv8GmpudR/KmPIhzelOeewf5tfchBd6I8BDDPnpX8u5xNBzv1jo9vYq/uevm5tr3WMAWnKA3foEyaWvp2+Ojk/04vwFRqAX8o+oHhPvupnU0IcczBsOs7nl8NV36H+mTJlEuuhjuVJD08cyAsZnoY4BWWLMhd5WXCjXjE+O2x6f0BDRjnEp4ik1ahgjDWOoB4k6UmpV66mVTLoe6MsNBjn/GdvA4dxx/4itzIt+N69M2cwlxJePruuVuaRUfo+1qmCdqKYRjhADrwFZpALxoU12kTlksM9FT/gB8vyY1VO4NpcZrA/kXnORWiKzL1mBxT3jy1jGGBzWg4bdQFN2sKZedBPDy85Yn/nVoPvbNK59wo4qa7p1PzBePR6GGL/w5qLndPdPgbcxlUwWnhZnlJBzgw6sAdUPFRbaPNCGwbyibwtzeKyrUuFOZYIZccSZXER1sJhXlF+ryjL5A20GvtRt14o/waGuNRiQexiW1Ec68YIcxTyCl2WgXMQPffiOaTBGkGrMQGqitcwQ+RsN7p8R5j1EOpS0+XE9sNnXaR5jo9ywn4F1a6Be9yT1uSz9QZ2FcTtx6bqOy/SRXpy+0IuzM11cjAYgjHfOy22r1DTyv69VR+9rx8ZkvwmCRpBHaHLIjmDTkEeoAcLZ2gC0WjMeV1p5zWOODYyfSbaUmhgT2n8SyhgjENGiUa+E0FE0dMz+Sa8lJ6Xgm+y3NSxYkxMP3KgHF542LD3lO5vNMQC9kP9E+OWrl3r18qVevDjTHENEi76sjw2X9nvm2iWGnx/ff8D4/0k319es/ffy+KIC6nId7hPAGPM3PzwGwwjEeBtcfxgNTcfYYIz4GzobjEXGajUEryFoPQ5LiEoxeB8+tY0pZQwEWTnWp571tVfOvVLO6CNTwKu7NHAu2cKkzhsUTZxMMXTsPSBNSqvl6AzykIEi1ttkLPF4HpB9YC2654XMkn0x1iLia9amgfW6BHMK0gKHnTYwHrYYfrZR/065bdR1WUfzGZhrflRhI4/3/tS2Shn0HX5H2zqF8Se5fUk0MpDEv/QQJ5Fa6RFXr4cPKqBJbg8ZyF/AFhRk9Zwt9Jl96z90FVzMTcrI4b3Afptcf4ZxGkFdhOCKW+mpiKeMfxa51JK9dHW/iD1si37EnA1i7zdRcKfU0A7Gb3yribZn9lHX53oT7ZsgV1sLP3Kn/HafakJjSpjCVQeFtg9eK2ONKjSCdJPCID2thD5DTQ80KDOoKeYihrlXGdBBS4oT8L7+oBsynvIg6f/Ks6869JbV5aRkJHKMp+07rLU9jPxjhGnVP4agz1I+a+BZA/8TNXCwEzxqHumxWezkg+rOYS4Oj0iI+MBZOFn6sCX7bIwKkMnTAB8yOXM69AAXBLtDWlbDoA+qKfTgIxE5xKH72j5gG4qz5AorsfSE0AcERVu22vmQy+G3sEOSJJ8bIt+BXeWU4GVEErKWspPbWdnTAGqIh4SDWCQ14dpxyICiAfCBLRkUcjggVwGc5nD1SeBhuw0BSQ9/zINDbYvztwTtO8/Q2HLqc/vcVg4OJUA+z0RhNodIEYGgLUpsqoFIm5xKkThQ+eBaDzqVMKWOA2Kntu2VOeB2s5naptUOuQcOkT5MDhw2C4dlG90yLCuK6pfhqZcW01JyxjDVZQ4BPtif2Qj0+iUGoDcYgr7Bf60LDv/+E4A5B9KmSWiTUeWxuJM8LglqoP13HOY+ffoURiD/KPSnD+91c3NbL+CWh3oTKFzEy3algcvQwOVhbSyh85+wGRhZhgA0HJ7LdEEta/rA4BLAhYEjPG0YJHRuFPwKt4t06hJt87lmD0pEmvMm7MsTG2RNAAAQAElEQVRRJsLu54E2rWVdhsEKuRZ3N/L/3nLrCw7tWtzdRds8ptuU1M96+fdFTk6O5T8JsuHMhrXZ7EiZPF8yReUpNUp0esIg4741UvLhudH0Mc/i9YB+tZgFf2pbYbwNHJa3m4381nSLbnccRDUdnt0hZhT1JKWcGTMtfgeyqJzcBMYHdZVhR3u3HMRXWq2WtGuNSjfaMX93wbfIa0zLgb/vsjouH12f4dupSQ+8ysiSSngaua5E/h6Ms5o2EtIuOpU+pCTtcLi4wQZ5lTNtGHmoJlR68j3OBy4oay5RNlz5TyGX9/dacKnwm2Ub5ta8WR+YGzvaaP5jzdTgmkaYFzjMN12tDtl4duSX3RYjA0DWqNP10hdrx8EA3Fdf8KmMaHpti3mbxvSWf8AQs8ZItcZ3vIzjECGjyVHcjhGFRwe5HKr045hFnhi3yDYMK/pySd8uw19zKa1YyPqqf4LBZZ3xvfacG+daQacl5hv6QRbLVAEf8mp4jS4M6oWm0PaBMgP1l7KhzoEmHmJLvFCmpg1csNz+SfZi/UZ7wqHp1O3GBWpaBPeO88d0e5QXr84L88OybFmTCtgRd5EudzrC4HP+4oVev3qlCwwaXu+OT07UhwG2VcM/BfTkw2IXKfgNAeOALqacHbLJrU/TBMWWOeR+XTKvlhiKVxiDarsRmqcS43qM4z08Y/vcLua3Ywx8FcL23dYH2sehllHDEmM3xlybUvgxD0mN8tRd4G1E/DELZeb3ixenuuAlwKtXr/X69WudYzw7PmI9a3NQD6xB96z7V58v4z8CuPz0Ob4N6m9JDoxl86WK6PcyjpE1Y8zGocEGHqcFaB2ElmVLfOACXufUOow/1pmNTUPQwBXfAtgLOJJw3E7WO695Xd+zTvWKtXfWK7FuoQTGVS3vuiZ+pNT0LTwePWb6KKHSuVL6AakZz7jEzW/D3LCsy+UCg999GDiW7HPrmIt1/LsueRdlXA7ob4tRdoshzfrxgOm6pBnrq/fjY+8l8yP52z+z2UwZQ2ZmDc4YtHLuVP2eZmVgWQ3Li5+AgwDx6AMHQG2BqscgILB1WyAKfWxoD/PGY7TO5S1ttOw7FfYCczXrhDE7o+u+b5VZ1xNye2g5z7VIraOBGqdK6tl4Hnh9Zt+PdZr4wFhgs5F1CNVIXidTwz5m409H233emdGv1kMdy43kCo2oKY1lSSZumjEEGXOAND8TUW097WW8ue1u85Z1yXIYqMbFo4hLw4Q4dUR9VVJKV7nR3xa4jNOijiANh6LmMCLKkx5EIx/K8hBBqnjs7DmNlJNH3hT8qv/A+yF7TMOzXlKLLIlx03ajbO0D6RchCn2R9stP+MeU+pev12cJnzXw36SB/+lsHxbuCLHie6PxxrrjALnj0sdTleDf/vEeaELy7NWMRj4oTGB/lD+cN1nICdkIAnYcMohVMmfWEEmUx5X547sKkZdgVHO8bIKpQvuGHj4JescSThq3R41phQbsuGy5TcW+wWHHcbkyw7tk+Hr4jHWMXpA+ZBJyhr+BhN+MdSl8MzI0fhwukROiRWrBNfBct73wpzTvu2y20R+Uxw8SHM48scEXt4GLpNtHAjk80LldxX5gRxZ8zHtknVCSdYSnSR6HDwGnKSv8oKdgikMeG3TuKUsqh79kI5APQxyEum6mTJrQ+ZYLpA9SPngXDt+Jg3SH1a5DFhteEocvw4YhWstVCYMHeW0rtV1WHDhPzzjwn8dh/903b/Xm3Tu9fHWhUy5NPQdQMY62jEWfk3f0EJoKd+Dyd4dB5NNnG4De68MP7zEEfdDd9Y38rZ/CgVLox20W4S0H4u1mSR5YYEhZ2L+XL6WDL6kYfgaDy+QaDKBwuC5cMIvWiD8geZWfiHRoEIpwUbSZHNeZiGWASnHdMQB5CjpSYIrTd8QLfe06l8jgS/LtaPy5vv6s66tL3d7eyBcfH9zb1MqGH3/L5wwDmr9hcHryQv6fZma8vc30VYJGgUbyYRmlJ/qtAslIU0ohbR1LO9SFLLTSLhHydjSVdqO7AizfloNz4fBqeUVPQMTTqKGVuclq217ZSDMlxlBSlgIJ3xCst1yy0P/qXuvAEkPQUlvG+g6DBxTQFrWsDx2H/H7Wq2O8VNkbiTGB9hTyJ3gacqkdLsnkZ9ruZHLJGOR+XqDD0OflB11+ApcfdX35Xrf4t5eftbi+qrjFH7GkzGLh+I1cfrG40fL2Vqt7sFpozWViQ59tMIJuwY5xs2O87ehPKkYeSzrKRezp49zCXGJokFXQzSG22jLOB/QywNtv9QNxwbvHwLLSwLwLmM7jFb/EeIJz8DW/Ab6DBvIG5FvTl0v4medD2UpTyyJKPB7FEahOFbKOEMIP/Nb0J4YZ9LC2PFHHCvk2cj1LDD2BuKQuxksqugv6FXKtmRIAuT2vqgxD8Iy5iLzhY+QptGEPdFzQteeoZZnKVb/QZuB84PwB/sVyA/sPqM2rLnqjhTVs1/FDn151eWjgHnUMxAfXAf8B40vxusfAswF2PpvL38x7++a1XmIAenF2Lhts+3mvhvGtRn70+LMTSx6o4ybyoKuEDjgFmv38E1mNmqYh0DBmtoxL9I/xZ43xZ4W/4eJfrDtkLR4X4hNNQ1CCfsgSzaJN9sgkoQDHaJI9kwHnHURJYfqrtcOkS4eINBOYPjQG/8IFnzD6Mv/CekIilIw3Lvjz4+PQ1a+//bW++fZXev3qjfznYF7zWvK3yL9inN3c3Onj589hCPrw4wdd7n8LbkVlVXfUAmtc6hpo/8D65TkV9dLYLajSVdfNdZ5pbRCyEWjFvKrxNWN12KPsL+61bMJz29tEOwJZqa1hERcthITt0PKMoH5CuM55Ait9hMfUQBuiD90O4PDgbyuhi7XXhOkbuZ7bzMHi+eI5wjhxmwrhAV3XcNVPi3wd+8XsaCbvHcfzuWagZ+/t+0597pRADqNLz97fgRxIyS1GZoYDLk97ALqAVjmr6nSMk+A4ncJDyzFE+cePrd+CngttrOGBfPZb+lrIn9So/tkXfu7VZWRI6DdkSOiUquNJk5oj5m92eU2yoX6B4fD+zuv2PfvNBv4+VSBQUAppayA1rXw+6bpefT9T382U0YH3H/djMhnOWLVje5AMSVJLgIfwPkscgABtpk8HlOD+i7a7TzyWHiSgHKWpAHccNSMflxuxsQ8v9+dUNJna5SjosdcmUkAohTRziRa7LIWQZu8S8GOS/zTGKihPiIeGIFGVoU2P/ZAJSpZM3IenJWjgPTwh9EP0lxpyk3+psj3L9TUNPKc9a+B/pAa8YoJYSbcs7HWzq5vFjpcfOxVOmVDsWx9HAhJ2bLjsD8Lb5z0N+KwpjD4PRJSe4o9WwWYs2iADQcjEZq7pw6YwBcOn/vAPnTEt2NoBPEGR2F6CMVaTwiHcB6XCjlK2OxUOD0bkjzyi0Oi4jahAke+0kM0Bw3IbUxj/Ub4jB7BAaYc0RTgQ8zhtz5x0kuJxxU63j4wRdAYkTlK0pWjLwWCDkcWH92E8zO0gKBzkCgcltzcOS5FWt3Kz2YP6eYjCGDcOIPZBpI/JRONJ9EUGiQOWDzttO2P/zrSnJb9V4s2N/+eTtu3V+EAEbUGWuEjy5t8HOE7H6HPQZARSGEc4zNEWS1hHIm0j3f9jTzL7Pmt+PNfJixdx0H/J2/JXr1/q/OJcpxg4jniL3vedmtRoGjru4w0H3xUX8Pqj0J/16dNHXX7+qJurK/mgt+biUzgICxkV+kIOH479DQ0MD8PyXsaai+jAJXVN3hp/WC9oBhfU4Z5LqC+oGy4sHBjhNdggFICXeQLzDrgjQcIIZvh3UVCGAtFHPtCiAeSxBqy7Ev0Kf9qyRg4bKpa8rby/vdPtzU0Fh9bFPbIgX2FstBhv5ryl9Y/LvnhxphN0dHx6oqPjU/VcODOH1sQBWQZ9pETfEc4gpawUfUefpiTxICBzhd6JthTENRjbxD3GrMPBOuPyNPgiyaHd+qep0Lp0UmqSPCa63KvW3ylRl6i7VpJMGCjoYuBSvxkNb273wOF/R30sTNBslVhLXLzrMxeSTt0sq23hYZkzJAQVwCHNY2kHX3KUiGd0FGMZIQu8l/T14vpS158+6+N7jIXvf9Dn9z+CD+B9jJvLzx8wCH3AIPQJuk/Vv8T/RBz/+uqz7oybqzACremngfE3eJy5bxgfBcRYsCwGAiEhMqEFAhmh0VaNkycvsqhbrAMlDNc7iu8Yf4w3dDQwLjZc7jbUY2OZx8YSA+bydoEh5Q7gxw+bOnwvGw+XvOkOmuUt+U6/04IyNl4tMF7ZXzK+FovbSHcZj7u1xz66KuP4RhAkRDi3w32DH3nQeM6bPsq5fnhFndRjo1kN32hNfA/6YLnv83sMRPcYsJbAcwygQ/MNxHqyQoS1pjqLL73MHY0oyFSBjKwnECqA1DbGFvd9gLnK4lcoV/ZlSCNMgaBwepR1G0lxegXMIj765Dvd9IX9JtZf5Bp29Bd9H+nUZeo2N8zHrOPjE71gLTs7O9PpybHmR0fypbtJjab1TPvPziOCGPMPNx7mwp6OIs6Jlzc1ECR2yAqyLTKuGTsrxqX/BMx/HuT4QHoZuZvesObsP8ApANqHNIdIs4cunDXFIimcJDHvUmsvEQQtcBpjPkjsULiMiAssfeA4q6IEfe56nWDEfvXqpX7962/1q2++0WuMZ+cYzuZHx2rblm4qjPNlGMUvP1/qR4w//gboNeu+x/6a8el+EHNqQqGPDPeXjSBb4lvqdl9aLKTXJKblGZDRtGvm3zqMaEv5mzYB+NuwMFDedK7rQR9wos1tSlUHLGKpZdbbJ811FXQYbUeG4os/dQlUHritqSpMG/UE7cC6sJa/9bNhLV6Btb/d5HmDTAPjz7SWP8Be4fKV91bRbuaAObdd0mzW64ixeHx6qiP2kznxlvU2+UUBY9N+z77rvabvj9TPZ+p5CdR2vUR7AqG0VNWI6DTD1VFFS07Cf3i2ZG4xWPhcM6A7620b/pYyA3vsFt/YoSEGN4ezkJ9R7f0lI1fOfcgQZ5SUlBgzDzUQiipxeIjJfe7fK1ywDnnt9JzYrDby/gX7J7PBJWgabe/arH4GOkC7M+1Ors987dO6Sm23saOahEyOtRBC50RCTglEv4x9uaHt/kZt8RigxX5MFPQ4bUQI4FeXgB/0GHwmn4Ko3jmuTq420T8VlCSBR4QqDcQ8Y5+h4Xo1OORS6f5md885SiRqqinVtUCRFuePjijpqcUP8nA4socfjnXXRui/3/m/XEP6v8zvmd2zBp418KyBv1MDXtG/UiRW/brufyX3IYm99yHyEGoego9CzX4bfVpwKjH5LjaF7f/EcomcPCb+AsmHAeDdI7HRTATshRweiHHo8+ZYI8R5yl4+IgdlFOk7XPBUdJMGLCeBvUAHhD6Y19IQkJ7wghxih9lSSeEhjlufEqmWsVC2yk2+A0FQyN8h/o6L0cCbXa914wAAEABJREFUqpUGX4bYIQuHN4NMnh0HpoI/QRGuLKLyCNqZYvYrqM8ZT5A4JSQODpmNOmMkyBz+mraTSDNaH744/PmQ7rfbjRK2qsJFbo2saxUONsLQ42/9JFrBUR0K6uKgQ6acV8jfI9pc6Mqkft7pFCPG+csXevn6Qq/fvsF/pYuLC51wQPXhs2mTe16+/BQfbtHHhkPvksvx7c21Pn/+FEagjx8/6OryUvf3d1S51Y76WwlZdoS32nKoHzg0rym3jm8FcRn1xZQLqi+0vqTaYOBwxZ3WvkxjGIo4ZV1+oO4SBpwtrQXIIy6ihfroDHcIGAjWvEK+LxXWU+HAbgzIsqZuX8KXXKIX97e6x7+nPhtGthzyRbmubTikz3TC2/HzF2c6x+hzcnbKhfKU9CN1fY8eaWVKtJSHQ2z2gRljUNt1cn8m+lQpkzk+6L8EdiTQT7QCYffhmjcw/gZtkHPgUrmjbYUyYp4F6JHUNNSd1be9bIDq+l4596QdyCM+YxUDbbceFxhQ/HsM7gfrYrvdQLSF446ygkdS32f5YtJ1rZIBS/EpI+hUQtNDahJlU6DmFeRfhcHGhsErf/vnww/6hPHnE0Yg4/MHDEAfftSVx80nxs6n97r5/F5XGBOvPuJj/Lki/YbxdcO4urv+rPvbK60wzG1owwbDXRjGkL+gH/eXddMwvytEm4ykJlk2ZFRSfBC5oPcYzx7TzI8h/mRxqwF+QxjelvIYX/EGO8C4vmecLPE9XhaMF6OOobtq9MEos4De6eGH4ecWgw+4vdHt4kY2Bi2j7J1c1uPQ4zrGZ7TDwgHkYyAj7qDIo//chwOGKc8TX7ong9Iy6lmgb3j60hUgHmN8oQ1yDcyzgfhA+bV1h+EpfC6zg+N7f019FQQQYQiEjpln8jhEtmTfYhJGSOyuERk1TDjy0TJ+oU88fgu04dNO83sIV3rHqQx2xHEdrj1GSZdhrQsdsAYMrM9b+6zRO+ZqoZ6ovBEGi6SecTvrZupYT3PulNuW8dkoBoWERJ5/FXbJUeRFQOPHOYZqVtOIh7KCQU0nFM+O+geMU2suuvcYgRYYBH3x9fwtvmzSpKQGGRRiJvljHmRQttA+63aL77Ah6ytg2gdsSdvHYNQmxjfrdMJvE2EQFUVN5gJ11IEeGevWVQDDgL/G0ZKd2H+OT0/1CsPPmzfv9PbtW71+81bn5+cYuU/UosMtPO7vV/Gj+B8+ftL7Dx/16fNnXflbQBhH16xXwRe6qJX1KuLRbwNzi7FMntNG0apHG0zvNg/jOPfYNL8BnjYu+dJu2Ai0hZ95BEIXZeSTaLaR8bMyBgW1wdyqZTiX8b+IH4ijC5dFHpo/PjUt+JJekGUDbPQZMEhZlj1IX3v84Rf6ffAYDCMk/ek1hXDls9UAnSvoGIPeU+fsJ953j06O1M28bk/jE5nRc+5nsgFoPp9r3s+V/YIh0SZamUBtk3d7w5yforZ5Sxvcv1WvA22eUJCJ/kCuAV0OMT49z93+yis1UsKg73Hh+dN5HnXIkJJaZGiDjLbiOzyqmZg4Iw2sbfesdXfsq/dase74W10hjyRPoF1Q4iTAvGjQTYZ/x1mno/25Rye5pR/hTp0pYNpkZ0QNk4WwCakAER5VHVk+2oQerAOPHY+h4jYzz1CIKBQI/o7Akmfk71FpVB5bxkthztR+NYn5u/hYb5uoNiEzMK8RlQo35Ch0yRiGn7m4hooa+/vdB4kd2teOPAllpJYU+yHPxB0ZqH/L+jmlfNU32VczfjmJbvMvR5pnSZ418KyBZw2MGvj59bMZqeyNYe+MhpO+wE9kjEV9OGUvVUDTp2Y2JDaslKZJhOUd3v5EZh9h2aMe7UVB67wk8Sh5I6FshEm3jzc+j2Nj4oNn/sSiDvz9Q7pGWRr8Rl/7PGn7I6Jg8LVCpLF54z5qFBtfJOFYYrZH2tYAactF0Af3FQe+VRgrVhyWthgxdooLI8LXQxOHKQ4S9TDg+g0FD/MUn8kXhwbOg6Q8fUxB7T7cpVa+wPccfhKHwEQ8Wc9NUpM6tRzQU2rlNARBpg1Yg/rGXmWN8IX6fZBDNg44hQvbgH8Ip1nSlKTc95ofz3R6dqJz3pa/fv1S8S2gVxc6482531B2lqVtQ/AwAtH+wqFhxYXyhkvt1eVnffzEReA9l/YrLul3C/kCLQ7EiVINQEgVLtVbdLrlsrmh7DYOhffabBZarQwur9Ofq3BhXQaWGIHuMXZVDFz6ii+q6H2gvQVZol+5aFgnhTofMOqA9pcJLgePNcakNXIsqW+BMeGeC/k9F/d7f+PH31LaYBSBZ8eBdM6bcR/WX7w41TkGoLPTMx0TPuLNeM8FM6HIJMxu9JWSD8j0Vdej2xnoSMr0mTURktaRh9welSE/4cihPjmMX3yhQAYbOLa+sKHvnS8VvD71GDS3xFho2yy/Ge5nx1x4j6irEw4a9y9BcTmgo3mISwOGJLdviRFihf43tH/gcrVDN66/gWn2tye6FgNQp37eK/cZdmTw+Oe8QmaZGjhtDONB1yhzYSCHZmwxiNzr5uZKnzDsfMTw8z4MP3/Vx/d/1WfCH99/r48/Gn/R+7/+RT9O+Mv/ifD7v/57pH/48S/6/IEyGIOurz7p9uaSS8WtBvqpMAbqONuxahTgsV+YqwNGyJU2GDk8tu7pY/+W0y3j1WP2BkPS9fW1rv3tpMCt/JtPt7fXmnCHcfP+7hqjE0Bni7sbLe/u5G+5rRgrK8b5Cr5+w71knVgyhm3MWaPbdYyv+3HcIgcGzw1Gxa2xJc4YHKDZIy6RHnPIzwhJ6JbeYy5bswWnhE4LdL5M1nJrBU/mlP9nIevDRr2BeWXfaVt0tGXeDYylLb4x4LvfK48V4+IBhQthAAOr9VqBTOMYQYiQJXmcWk5AAnJaRoaeI06L/BgJpEzzcEtxMK5J+zkJbaxJYx2FuEsa1oH9oPXcZX4PoYM1S8oG2TfwBPEnjDvkQAaUl0Db5bhcz7pOHeM4+zLZJjUNIlnGuIUWIjtQH2dFvgOR5LwJJJAe+QQL5XeAYDxb5B6QcYOulxjZ7u+XrGtrxsAWWdEhdSbkkpqQ0+1SfHbkWI6CP6By0wL4+bIZJKOzxTcO95JEmuDYpiTzD3QP4ciGs7lXPRbGzYDeSHEd5PkbIi53hKHhBevb69ev9O5Xv9Kvf/1rvcEIdHZxoTlGi9RmDaxHC4xblxhlP37ACPT+g35k7f/8+ZK5s2C9Xqqgh1qv3bEe+tf6KZtBsR9S96SDqZ9r3PSWb5DpH/p7TRwwhwbgPxEL4wxrmMMr6nQ8yrAuFGhMN2zgE3DZGrYhYEO5mAeMpzVr4Zo5vI60JeNqrQ1hGy3Mw+15kIN85onjTqcxaJD+wq19QZvjJRW+H/rFY6+dZfXsJUcYdYz5/Ejd7Ii1dq7MPpIxeCSP0Qwd4b73+tspz3p1pCllupka2qSW/iZi7vQjnofPPq3mkhoP2oQGF30XDD1bdFGYR147B/Q0MNdL4GEcVlaJ8dTKsmfLknv5z8HalBT5wV3IMgbwyMEtst6WrIPeW+2vMIhut2s9Hc8Q8zQyv8ze4b3MuuiZs32m7bnuP0hiEmgJRSUN4fqQEgEnP4jmWCTTdkYVbd/Q9hgLjJOBcCEt1AZZoiCPUivqGcuOHtkw8DPqkHHsssHYmdDV8kn2M4zsG2rJNA0V8UQRl0X9jBZSeCLRNH8XRr6UeQgRQXq79hJytAmZlBHDPpQtIJOmf6VaCxOl986XKfusX1TArfpFCfQszLMGnjXwrIFJA95aa9iHyRr6qvsT2U0Q/0Tmk7xKG4k4U+zQJ8wp9j9aNJ1vsF/Ap24gyZdcYvFEOCgiGs6TaKSNjjeTaEE4bKijP2aPHrKNoUfeI1oiE9nom3eln0KTTz2RUePFl2uCPJGq2ji8pKbN+I0Kl+8VB8IVh/gVh8IVF6yBQ31h1wyQP7CD+xA1cBiYDhMjwyeeazKcjA+PSSKnGCkl6kW/KStzyOoxAPUcfto4jSDTJCMXB6elFnoKFowCA5d6X/juMWT48IvwztmjxGGHgy/tGTjoGgWZAxxBQhbY5Zx5y3ukF+dn8TsQ79691dt3bzAGXej8/IX8I5X9rK8HiZTUNElbjFo+JPsycMsb4I8fMQKBK39zg8v1YrHUloOyTxoNZdqmVWobpQTkj/XBzEAnIQ863W43HB5XYM3FacVl4h4sa5gL8xKsA6Tb55C5pO3L9UIT1o77EmzQbtP7srtGVw+At8tzGd7gu38HDsHWR4N+8yxrhgFkzmH99PREJyfH8p+UHB2faIYeeg6o2Yf1lGhIIxolehCvVUteP59xsO+V6M+UMukJOp5oqw+SjGHCrg8tkAEL+qOQVuizwhjbobs1l5Cy2aJC00Pm/LFASkk5d1HPjLfEHjd5rM/cYMdjYtdXtKb/baS497dDMFZsMI4MGCMKF7oG41Kbdmrpn2wD0LzT7KhX13VKpIm6RBOQIliLj8MhL3OKLlU9+DbkUJ/roh9uMK7E7/58fK/PP/6gjz9gAML/AD4F/qoPP3yvD381/l0/fg8wBL23/5e/6P0Pf1HkYzS6hMfNp09aYFRaYZCx/GK8iHHjC2SKy/gOF32hO/fpmrnrP0W497d2aLf/bPH2+kbXN+DqMn6/5JKxWg1B17q+vqqGINL87bZb6rrFaHQHFhgJF/C4txGI+pfwtPFnQztXYMNYs9FliIvnUgNja4t8O1CQ5xFI23IhGjz2gPM8N/dtQddVn0KvQvWFoTIwDtw2LpseHxiqNc5lOY4ediAuWfgy0IZ9Ziv9QlnSdozzWt9GU/0DBimnFfiYnoqgp05GEIF4vjT6WK4KEyQ7IzxcxuAjj5GhUnZwJTTKPnAJLR7zxK2DWAscN8Y0r3NLxusao7CNbEsb4OjbAT3uaBPKiSFaaG9hjgzAF90NfeFvb2zQ/wCvLbTO99jdQWvhHLavJtzRcW7N2btc6vckETCNRi4NRsedtl4TuWDbAHTncYIRyDIMXDhpNP3IKnGoKCdGjegamS2bkDP0gaFMkV+wl4Cgs1MiNQxBjhrmaaW35m94zSGDdCcTokspRx3Wg3XsP4VxfYbraSHy79GcX5zpFUafbzAA/eo3v9Eb9oJzDEDHGICattWGMXKHAejz5ZXes96///ED8/RHXX7+pLubW7ntlj+VRHthStOonGZRP+vCEP1KOFoh+s0E0I1PYT0p9NNAPYWxGj5lhj3YG8yHvrXRJuabx0JgUFzy6YOJ3rL4fwcsa/KCxxrjsTFoQxmvD97jq78Mo90Gg+0AiuuZwDgdmCcDY6kQLshWwXzEIlfnWJH/jNZNKW4f+s/ozHvCbDbTjH1hxouD+RHGnzlGewxueTZTxuDjtTx8h/t+TOvVJusR4KMtWMOUS71SS7hV4l+kh74dS5Hu6hk4oXfrnwBJrCGMq8IYczs8r6JN1rfTPZobeCBzQgFuEhUAABAASURBVI7EPmC/9V7X5agG5uNT1NJuAdeY4F4YXzb+DKyFHgc+Q9W5twsRasFKHeGmkZpWqc1q215dX2FdpJQlJmXS9BlD/n3IMSlUIuSFtk32ocFXawKPq4ritrHPud0TJoFMXpHUpiQeF34AbXJfMrWFmqKY45UAeuqvT6I8qWZgtHIyCeNjUdDRFrg8bMfQmP9Vj/Z8Nf0hsTyuhQyXAZaBvMQ4SQ7jIxL5f8sTwgbhQyiiv0iH1v4i5XoW6lkDzxr4p9fAuIRyyRpDDxrZ1eDo1Yg34TH02GuINizpEvtixSGts/UTn5/I+68vnA8t+pLX1yp1SwtSuxxhHiI/IfRhsgkP43pQgZ5+zHtKOwhzsJxSJ9/7ond8b5CZW6z9Ap0PMRsucD4YbjACbePQt+WQv9XAzl040PuAWThQ1gNFrceHIOvBfA12eJ+tQYmDw1TvYz/RpwAjjA8+PZf57MMXh6KETAJufYJxahMXwlb+uN6By6MNHGuMVYONBRzsoiJkpFJkHTTY8IH89gf7IXOV13xgq0zdx7yR9Ldc/DsQ796+0Vvg/xL47OwM48eRemTKPggiSNM06KJoA29fgq9uruNbQB8/fdTnT5fxe0Cr+wX30npNoYhSThyQkpqkgOKDHJyqCqiycSlFxjXt8sVpRR+4H9b0wRpjj9vpg6V9Y0naEkPPgguhL4XGgsv4MrDUEiOU6dbIaZ57wHcJNuutBl80GIQp5TB4HB3NMPicyP8j2hnGL+vk5OREvhzZIBJ/VqBk9UYL7KSUZN10XRt6sjGmzx3hTDq09KH4FOpxWwv9VNxHNJ9ccqZnR/chExfbNXJt8bfopuaicwI7xqc44bZtRt4ezJRngPoShzxZNujigX9hrHqcrnkLe393L+tqhc42Hi8YEf3NoqaRctvKRr4ZvGa9+XbKfatE23Tw2SG3EfKTl2hbot5E/xoe89Zp9N/qnj64k8fI2n0IBl/k13dacZkPg8rtre7urlWNLdW/u72OtHsMLcYSY8sKrG24os89J30523E5K2HEWmvLuNnSp65nSb02+twv4W3DDXXY8HML32vGqv8s7QYjz43D9kfc2jAE7N9d3SDTDQYnfPIXpN+NhqC7u1v0eBvfBrqH/5KxHmDchTGI+bjhEjSg4wCylRGDfcb3wJiMsc1F0/O4xJjwZbJED6YkhRHIMfo89A2NbyHFxh/Gh0g3CmOkRHxgXm5BdDxjFH70l8so/AFvS9TzbMXYxw9ZarhwsVXUsaPWUQ7GrNe1GAIFFyS8x3BMlKkgOwJuQyR6UBjIUMJHBstsIHfhMj3EuoR89OkACrJEGvnrYYkh2GPXuJO/0bVmHG0pF3pxhYxDGoy0W3nerNDrgjHj9WHJ2F/TFxvq2LrO3Q46wwVBI+L2G3kuEIpnB92YE3HnNU1DmLI7e3YqhUl39McG44Pn193tQksMJcvlGj0P6L0wlyhTFSKroQKFUq74korubaDZ2DgYOhi4w9OHLnaI9iFC6X0kwTuh9DalGDsxfghr+lj/YAAIhAy1dHUrkcOe/xcXL/Xu3Tt98+2v9ZswBL1jTTxnjZjJSlrzUmRxt9Dl5aV++OG9Pvz4UZ8+fNLN5yvmxj1tXgN62/qmfbLvtYg2FvqhoCf70cekyaAX6lizFBOsO/YRl4cm6Ck/0J8Ou1/te8xMCL7QFgNa+26z04tlIG1Av5UHch7OVfM1nA9KYIN4IMYkxl0MQcVjjz4TBpAK5E1AfOwzJaz6xJ7Zdz166zXD8DM/mqvjxcIc40/fz1T3+16JcM4d+4XR4/es7Zkxk6UE6FvZ8BN+i0tvY/SRETHqdfUgEfTjbnY/0wtEycCKUeiLwe1AN2vWomFEsX49IF04wRu5M3t+yj2yAdZ3hBFbT+VlWipwfxkMJubdwJljzQubTRgCF6z3ng/b3VaFCbJDTo8d23DKzqWoh7q8l+WuU9/18r7pvTQxn8mlLguE99UHijSihY7wIVlBvkI7t6M/EJ7SLK9BaZqF2wGXH9ngwcqaA1G+QD6BLJ6goQwllag/fNpoX/iQPHpgI8Oqg9mYB89IOPQpDXMeuJhbDdUChCdScp3GygIH0h23PAZjJTFuDuWCq8n3Xo38vAurnyf4BeS65b8AMZ5FeNbAswb++TTg1fhpq6e00R89VumnhP+1ePNTxZ1hHOY3SnF4fZqun/+E7OHUzcvUjhoO7/FzyzDEPCbdTQ6BHQc+RwPEwz9wpqTJP8iSDxIaPz9X89fyvKXqICOlRjln0Mphs91yOd749xzuV1rxtnHwGyQuI4VLuQ9NPkxOfuEgyDHhcfeO7bVnmGdFwjuEo4l6XX+PDB2Y/C7Sm1TpoYKYowOniC2yrJHR34qJt+Nc5DYcVg0feio4ePnQ4wPv6Bcf9Kaw0wEcqUccvlr5ByrPz17o5ctzvYofhn6Ff6Hz8zOd+k+fjo/Uz5CLA+GO/ttwEVhhULjlkn1zfaOry8/gUtc3V1zi7+Q3q1toQnAVVd+utQJoSwwsfMs2hHxbLg+bwNoXZQMeG1/w6Ys1bV1iCLBxJy5ZXLQWB6hpqziEmtZ04cNjDTbw24LoP/rVHdcyN3oO4P4zCBt8Xrx4odPTF3HpOTk90TEH955Dug/0e+ktMzpw97Rth/569X2vOciGD9E2jiSXYBSbftQ9NwoSab8rJ+QnDqdcUOJCwzjbxLd/GFk+MTNGC4f9ATYinKgvdzO5nr7vYswkCwKjqA7fejVPt3PDRfR+ccflbMFleil/e6K47bsSU8mH7lnXq58BZO+6Tm3bMi5YL6gv2CFr8It2FCcp5QyScmpBltBHzA30u+EN+5rL1Ja2bOlX+SLAmA25GHdhsHGfclFYY7Sxkc/GnQ2X9y2XrC2Xk4KMO3S284ULv4AdfLbwHLgobzwWMAwtMCjZMHOHkcfGJBt6rq4uwxh5xSX1+vpKxg35NxhybhivdyNubu8Yq7fyGL4jz7gx3fWtrjD+3ICrqyt4XcbYNr/L+O2TSy7AV7qmnltojBvK31DWPAIYi+7vbnSHMesOY5HTbu7u4s/j/Nsp11ef9Rle8WPqlpP5c3t7VX8vCAOWx/mSC6p1s0anAzrZcYkTfYGyeWo/ECDJg8Nxg5Sgq2mFfpFB3+24tBb6vdAnhbRCmvb8KLd/Rj4RPwxHQjgJd8JjHgf0Jpj4U1fUZ39aNx22LGAAlmtgfQvfl1X3MUY168Lfylyz3gysA8U0jAX/xwgeooU6BsaX1+s76G/R810YgRZcStcaGHPRbtpurXj9qj6NaCYQ4Kl5doWGoCJNgGUCQj+k2TMI7sAWfQ/M2SV7xi1janF/rw17yGA5Qx1JoQqX2cMZgLJeE4rbyzq+ZZwPoPjSTrsU2BeKAKt7+HaCr52UmIdS6qiLNdprgiE+1EIVA9MPTQVfJzq1mjCIxdOz1p1dXNQ/A/v2W/36N7/VN998wx5woR4jhpjrG9p0R/suL6/0448/6v37DxiAPujy0+f4JtCa9WagHYX1jAp5qJM2Ou52PRhf1si0IR8Fjm0cmxGyhGODivMYGzIPfI+Nwlww9rzcvyOwRKAy2sbYclGFjwzOJ+wxWKxf4kNgzfgwWBtD7k2VizoG4hUbaKZ065GwZaECOCMqbQhZCZKmJqn1HsB6mvNMPftH6xc83Uz+Zk0mXsGeOoVzr0SZ1JqHNUFf4qWU5LSWEeQwqbIfIM3Ue9BsLIfR/min24fBzWeDgbVkiHVkhYrcni3+gHowspkBEynq71nXQybk6TLVZbUpmWKPxPylEuJUGDodeOG0jrm2Zl3fsNf6jFLoMzQDnakb/MbaQepGTdOqbbO6tlOPXjKIPcV1GVDvH++D+wj6gEO0H7qUsmqKCegNxrdrK6NcpBDFdZ9TOyH0B22SUpvUpqRkwIXUeChKGYJuHvyCF9H9E/TE8CnsAPADL3tqw7Xjslvqdb+4bvN2mvOeIv4zCyci24E4pJBgWQjhjbKRRpxWjG6iCLqwPpCrxVfqyCMd0rbFdywRwa/P2PcRCc4RekQSKb9M57Alv0wJn6V61sCzBv55NDCtp15LDY6Qjxo/7YaP0mtidR9RSw2PIX8aRx0ADRDx6mv8HC6Ih2Fnx6IeieE46W+CNy0hrzetYj/wNxUdiWjZThKHAVG2Hq3FlkiIrJHoC++nsmqLq/uoUOj7UcqjSLT6wYm8hFJy7pR9mU1tpG054K65eAS4yG58iOLwsPWBD3+Ig+HA4WlNI6jUOzqtYfeN8g8OeWPkITQmhJcoAkKGzCGxV88hsOdS37Y9MrVKDfmAgJRcXeEguuWwtdLab7e57Ky5aIdMyOaDrSzPGPaBu/gQS9yHXV+cBi7UQT+2o0CPCOr7VicnRzo/O5N/E+ibb97qzVvjjfw/hZ2dn2rOJaDveiUuGAw+3vwVMGBwudflzbX852Af40dC3+sTF1xfeFfIuUGnO/p/6tPQB+1xm4wEsxQ6qU4NQ4VshXIF3e9oQ+GSV7j4DTsOsEYYAzbygdNY++DJAXQgPcIYEXwxdPkCr+Ce0Cl9nTh45q5T7jt1XVY769UZfa9MejKNhQtEyeq4PAf1DNq2o3wG+MQ9jrLzg9Ly7+iOAnibz4WouA3IEbKQLdpmUsfdJ1v0ZBTaG1mhCBwfzptGKSFn7tXPZuq7mXy5SO4L6hQfsxTk9s3PY2OBgWWBAeieC/EK3Wzpd9cn5mJqk9zW2XwWxqtu1sE3K9GWlGCkh495lhCKoUheg36sA7c5IZ8pB+S27rfo336hv0R75Vuy5wh9t9sNsgxbLvIb5FljBNpg+FkTHmIsr2Vjq+mEvsSl3QakHWULY7fQp/4zn7XLM7ZWtOseA8sC48s1xhh/y+eKy+lnDCpX1xglMdJcX11jxLnWLWP09uYG37jVAgPNLYabO/sYbG7tE7chybi28YjylxiBrjDSGNfmO4ZtHDLM/9a8keEW49ItvO7w72wMwBixIL64W2hBmumuby7DgHR5+Qn/E4agj7p0Xci7oP4l/bXECFSNPyvm+0Zud0GXPFY1SHIPGUQeHvrIfSX0HbQ4jEDy61jc0UehU9KDATnxwCiBCIdDqcqI2BSYfHN/DIgOnge6qAO+5m1E3NnUTw2UwXV4j4E1bh3wNxW8DnusDBgGPaZ20EXNDS5jozC2tutB9xglrPsb9xeGtWv67Na6x2C8YawU9EJl8TRNw4qjANNA/9lPQ8EJBblW7BeLxUL3i6VWzDvLXtg/IEPYcL9waD09VfumMN4HLuwl1gqUxOXzoQBKdGT0KsNaOpJbXBTcpsQ6MUGESacGuDEVoUdO12N5SXbmHp7LJ0fHenl2oddv3+nbb3+NMehbvX7zRhfnLzVn/U9ty3q7xWh6p8+fPsWa//7DB3389EGeC+6D9WIVxgC33W0JWdF/YX0bAhv61xiQaYghEU6q8tKEkJsosoXkQVfQ5fAI5rEVkS1wAAAQAElEQVQNXgW+AcZ3cV3uWNpKQaqHB+FC2YpCma1KlNngH2KIvX3AIFcM1svBYy8AHWuQog7WdHxhVKUC5PRDPXiJkZXarK7vQK+2m7Ou9sqs3SnOG4T7mXqQA3M5va65CQ48yX5Fi3JSCtchZ47Ac5Vum8H+t8WPNtO5XjO23v9pQ8wltyGMQOgN2QsYTJfgwz6Seq/9nRJ7YEJ2BJa6JLUAErfT39+xL8aqMAQVxutAHZ5jA/w31OU+8j62pR/QEjVE4b0v2uK9o2MPi3133qML6iVdYwvt11J2p5ODwwDdpJQRK0OGbMRDDVsko/0lQM3MnwhTM1QKQFt9igYrYjyRSbzSoxXatwVuJ7PGOVEguXwg04ykloJOi0xTWQb2PUSgGygZgtmvQEKopicyidgnp3rE/SQcA+/RU3sgkngxFL5lMNBJ1yFX6hwLMF0hmfhMPkmPnloxzZLxKOsXHPmp1vyCRX4W7VkD/4wa+Gdsc11Ud2yCP936JxvbSNjYD8cB4PCT1c5J5HDUsPuAKV3kPCmi/Usqffl5SrunoBmxKbKj2d9x6GZnY0u17GTuCb8SgMQUbH2RCYvw5cOZQxYW8IjdyilfABaR1kzt4fD+d21SXE6Dfmzg6AVPb9wZ40/XdTJmXa+GQ8jAwWjFG9wNB6r1iIGDzZaNfeBQMHDgKRweHS7Eg5kbGoEnTqS71iT/E64xhe1bjsTmnXMnHxL7vlMb4ZYNuTW5UDjPDtUPXKC38oFuORmqfHGOg92WfAONx2F3y2GWeIQH8tacZ/CRv7aBOIc4S+w6j4+P9OLFKQafl3r79rXevXmtb9690ZvXL3X24iy+DTOzbG1yERUu5daRL183XL4/ciH48OGj3oPPXJTvuACvuRQNvB332IlCB465BHCS+2nq43F80ArajbwMnMI82tIvO/RuxAGTPqkHzk1ckh0OoIstbd5yWC9RNjoh9JhcB4fdTL9ndNzT93k244BekR3PHXpP0NfDVuVRBSc18lpOVhlDSQ9tj5+zD16JvEpXXddLK0IGt4PRTDtQHH3JSRE3eNMmvzF1n9pgNUDjkjtRW2OeLbJk+ccye2Tt/DbZF4eokzwqMx88SlAGvj6ELxb3ur+71914KV1bL/A2XdM0yinFuJ/Pj2TM4N3S/tS0okIwPeZJ2B5lGvqq71rGalai7Sk5w11VcKSGeIdeOuTr+6wMbWe6tom81Ca18GhTknUYdF1WP8uacfmYY5CaGUdzzY9mpBs9slJf4yq22mFIGhjHHn8bDE4bDEM7UGI+FsEaUE9b6+iRo+s6eB3A8Qk5IwtAjpZw07aUpzIzYjzuWPdi/rMGRJ0YFTY2QDEHV7xdX94vMYQuFT8CjNFh6TSwcj6G2hVp9yDo6I+FjUI2CF3f6gaj1M3Nla6vb7hY38S3tfwnTDYgrP3nih73Gj9JIVeIRVjoMTBmOxx5IpPH3pQ1+fQSTMYYxDyQmXhM23s7RtIUYRwTdFmD4N/0mKtRiR0yaszMPW4rBi7lw7g+ObxlTq81YBj0vFhz0dwy3wu6GEtXj7m1pi9sNLtFjzbW+ZtV16xHdzamYRhyf22hoxtrGdYABUZ3p698nDjhIHtMauyPyQ28tlw2bey2oc9jwNiwh3geRvtGWrc+YKWPaUK2wrwso+FnyxgeQHG6l4mRLtFLY9BfKPBEmKL45MIzJcZwyzwZw6TKqHVYrwPGKXzzdgdQ0o9pWlNSLjMH/C3ItxiBfo0R6Pe//51+/8c/6lfffqtqCJq7CGN9pevLa73/8b2+//e/Vnz/vd5/fK9bxvWafcn1mjds4a5AtMv1g2CEkwJBGTREH56DAVfpKp/D8BNljDzcSTtEmIAyGT8xhkK/A3kG44z9YmA9GYalwhDNWjkwdwfG3EB6wS9RZksZC2TeDyJO9U9NSoyJ1LTK7Uw9a1ru67d9+jxXGH3ybPR7ZdbKzJqjNovJHbAmzD3ZidbUkIPOi5jFIL8w9rDKIRdGj5CRNsV8GeKcsGYdclvWtMdzaQgdQEP/e12DRa0TOVLfKSNvyxhIyfIYUFAhDwFXOoLGeqwW9DNQxzp0ttGW9bj++ddWO4/rKFVLExSqUdMyTr32UlffWRfUax0ckCGUnn6i7Qwmy5bgkSJcC9VxNbCOlPhf3xyf+kUmATywhQvl2oRPBZGGX2kLejQGWa/Bw82NfChdZkSHflw/DKPbgmR0XA71ME/h5WHnSMAEZmg4POFpvKY/SEjd0QinO2w/aiZAHFn8Y91p73dkki4DEvy2tW9MafuEL+Q31S8dUyt+6XI+y/esgWcN/BNpYL+UTwEuD+wqaODw0PAQfghB4qex89Oo2dX9OtVD3t+1SB4QF07LxZt3oCC+D1GjTx47+9ernlJpO49MyjlDsCHHLTUIHj7UWyWubmRRmCeC4YxZkEbU954IfNWZqL6auU/05p25mPZcpmczLptcOjt2yR1vlTdcKjYYfzYYMDYcpupBfsPhYhtGlcEHLQ6NhU29EJYbuec8BsYG2PD2IFFiK36IiZhhWRIHoN4HIuTpOx+IZkoYK8yt8KbR9RRkc91bDqQDB601b92W63stfQDz4RWZ4sAKfcgU8m3lstEG8i0zCUhMX0TH4NNRCaX2udUMQ8DJyanOLs7CGPTmLUYgEL8PhGHIfyJ28eqlXpydyX821XFoNIcNOvNb90uMPx8/fNIH/1joxw/68PmjPvNm/opLmfN9CV5zORgwfBTqNzR+kk+HAXPcISMZ0QYfbj3+Kqr8zgNQkUoSCg9aYuY77DiAbRmqJQCZidF4w4GnQqlV2oO+SUmPPrB0PDkdJGhbxkifO/U5B3x4tzGFbJMCZI9DdkGmKreQR5YtDG41rRB32r4/MZRt0cmO9WJn+tAD8jRZbZuVul693yYzVjM6z7ln6JBPjdREmABR811zKL8f/0QqvgGE8WHDAX1HnTv6Wg1ttfx9L//vNDOPffhn2uU2aqobbWn/aSLmg7fpcmqVU5Kcip5KyCxl9GNji8dFZhx31NO2SS3jq22b8JuWeKBVy5jr+pa2depnneazHsxA9Y94Q2x0XVaTG3lcF+bchvk5bFfMybWKxzV6K0C0LzVN8O37TnPKzzAkHWFQOjk60gmGzlNgg+fp8bFOTsDxiU6MI8LQHIEZhrEZsvTMx5x7uf5Ee3nkz465WLi02zC0xfg0II9lMvwtJcPhyUDl+MBaEmnQrugPf1PEf+J0d7eIP0e787dWMNwtMRp5fohBm+iLhkqtpxZdNoGO9hkZ/zEa+rBFnx1tr5ipddh9AXoQ/Zc7ZXTvdSexzqTUSCmDRPOA44ToWqQg8MVDDmROJmTvAE4xDpIImrzqMCkRwRUecAiCgyfo2qSMHB5TybJGoZGW8eYL6Jq1b4Gh5xYD2g24vrwKo5oNoGsuvQNjgyEhfxochoZQqf7ej8selml2NaVpmlhfNqxpNoYb7j/Dv+lVmHOe5/uybvAUQUU8ZDODaY/H9cCF3uMqyqF55wf5YTkSuFeyvhHgCbWgq0SgzQmdZfSLnohr+iCHdTGwNlhvVDrliA4QE5MnKbMmnPMiwD8E7d8B+t3v/6Dv/vAH/cp/DvbyQvPZkfxZLpfxrZ/379/r+79iAPrL9/rLv3+vD+8/xlheW/fMU4uQ6EOX8XimSVRNq5CHQE3GTbTPIPjwQOYIWfYUcjoSsFOTq2viEiSOo1HYD1QHkMO6DbAGW7cRZmxYJ8X7qcGcHNhTKzasLawvNsKyLg/jmq5pMLkSUGsVdRHhcTwETfQBYzbnmXp02rOeBDAGZdaUlHql1CkpSyCBFtBrEqnuSzrEQeITV/sHYN1RvOgYGAs2ZK2Ro8Jng/VyIfeDMdC+QhtgBs8UaBrL2IV8lqnPGKi6IyX8lCwXdKqIWumzSXdey4q/JcWaNlg/jCufSRx2PbEUU9kO1Id5QqBJSbnL6ma9+q5nvHXK6CmlVtF28jV+qG4MIS65KIyHsozxFHS8pEEwHtpNj1Ng675GL1XOyAkeQZ/gY7Qk4ZslIZ5atpYZwoA0mA/8CiMIgiA1jzC0tAk5HgBXk+xlqHwo6blsHgYUpOD+9AMZA4n8COAfPNRGzELjhTTVT+jBaLuszHhqWyid5uw9nSNJzmtb4TteAWkN/He5/018J038N7F/ZvusgWcNPGvgP6eBh22nrudfcPGuCLhDfJH1ZULzHyR9Jf/LEj+fEqtpOE/o6pblDW2385GT+Fc3J8VWM3Fw+yujKeTGogtHCda8L93mMMm0RqSRw0FbgamWyPhJJ4VEzqasmn1M4yex82Uudn3fac4F2Je+zCYqDuJbDoYbDBqbzVJbDrJbLmwDabsdh0kfdAiXOCDUy/zI8ic8y1tRZaphThAhk9MSB7+c2MD7WRzGevyu42CUWvlj/RcGS9RJPxQOclsOdDakrLncr7kEDXF49eFvq6Af5ath0nxIi8MiYcpDBGsruIQcRJS5XB6ji1Muxedn57Kx5/WrV3r75pXeYQR68/q1Xr9+pZdcBM7H3weyrA0H/A3y+Lc3Li8v9eHTR/3IxeCHH3/kQvBBnz5+kn8/5fr2mjfH97yFXmmNAasgI6NCCZ3THbIgVTuNxQE7jl87SPAZd24LifEEHU5KmYNPln0ciTRGKeVwKTPAu0zg8F5bDEtzIV2g5heMe49hEvNMtC9zSHWfuL09B/rc0z+keRwFHXVxY6jGCMaHwzCkojpv/Df+NgYimAq0hT7wodyGgzV9t7U+oo8pAkPL6bpbxkHPpWuGYa7jEpEZG4nLu9sJWbQ30WaYUhD56YfFYqGbqxstbu/Q95IXxGvezA6y0aJNSW5L3/Wawct/2jHDqOR4bjNVwoxHB59EZQHGYzYYJynlShFtGeTDv9vVoKtZl+Nw73nVz3oFenynzzriBnHyZhho5rStZ9yZvqKX03vyOvTcUa7tWmXmP+JHvdYn01qOW5SUG3XQzKDv553mlJ0fzeOba6cnGH4Y0yenxzo5OZHHt7/tdvKixk9eYAAi/cS/+4RR6BQcYySao+95yNWryx3IaptWKSTYMZq20d8DFw4bijesDRvWik2sHegc34Yfrx9hCIr8gf4YYg4sMfTcY/BZLO7oqxv6ahHwt4u83kQ1VJbapNRk0KID0LZKbfVz+J1y2yl1+B3p4Ttc0TtOX+cAaego9/CLfoQXfaoIJ8EYNFTtsFGDuB66XwUDj3RGbIyF6pPgIoA4LpxwDx9SeJTskG7PEG11lPQ+d+qQvUferpupJZ6SZaNGzx90vbpfY3C4k//86ObmWlfXVxFfYqCo88r1s4ZEMTuN/I8q/u6noYSvsfZhosR4bBpizFtfiFfuT9bj2zDkLbQmXjASFtYYimrf1ojgRHvxeSwl6mMaFy7zJfziBCsy6MKB0k9QE7CPx2OtpZTkfSR19kkZL8pOFx/z87iyrOGzTm25pLoKNBqvj69RAwAAEABJREFUDSBjKPQ6Yu6cXZzLvwP0u9/9Tr/9/e/1u9/+Tt/86htdXGAIms8Z/9LyfhmGoI8fPuiv33+vH77/QT/+8IM+sub7m0BL1iL3Q9WDuaMGewkHeXFHtTiBGB4PgceP0ypol4zKx2kTZQ2jE+sNuL2FNhb2mT0ivmbeblieAevlMBp91vbZ72MvZU22XyJ/Az1znX6E7VQdfq3RP8pMrSK7ptGulFr02IGZeow+fT8PP+PnPCO9o929lLIS625rfw/zTWorN1pLoHYSgagJfyAFuTBobW2IGds1sOZsWGd8JlhyLjDWtGvtduyFN3+4H8pomZBzljECIYfaTB2mMwhGWepmrfOY2Vqn1LmhLo+lwvliy5zcxflkh2xgVyQsQYTEFIFJI+ulazvmda+O9chzPKee9FRBawlp+kS1jiRSJ1g2wk423M+WYYM8jw2ozn1AokyAOh5SGflUEjxo09bzFaOW4wa5QR3lXL5N6g7mFUmKDzxMW+DhctvwB8YY/USe04QfQDtR5guHeU8eWg7XfpCMlaABZBn7I0Kk0FeZ/THmfWYsEUeREnJG2RhFNfQ11yJ9Lf2XnjZp4Zcu57N8zxp41sA/kwb2q7YXczecw6c9gxPCQcwpip3xSWLjnHAc+An44MkpNPYGh7+6Ij4wrn8yvBduzzSlg4oe8UB+k1tmNvGCX8bdIpLN4RH9AR/nxfFQbGRs/5QrjnMKqL4JLNtUpvpOcc5Po9KJdusnP4U6Xa+lnIiQYQo6GXkcTSkpc4mfcQE94tLX47c+XEhcmAuXtI3WHKjq2yB4xCFqyx4+HRzX4wY/GYKCOaX9WDkgHjZqNmynVpAIaYk03mKRmFJWzr1y34Gew2KnBtlcElIoeCiGS/20kcOWL91L3jyvObQGOOgNHIIgMNkIStNeSqAUXMJjRngjyzgzpNQocbjp+17HXHxPuDSfYei5OL/QSww/r8BrjEA2DF28PK/fAuLSPOMykDh87BgjS2SxAeLq5kafPn/e4/Lqkjfzt3FRu+dSsFkt5cPqwMERqZBtp/hMAjmC6G5LjDt4R9JefhMmJcZCstwB4imZDH48lHfZgTKuAw921AOvYkAJCWlFgw9+BkTFcJ5ZBd8sH1ozfdNzCbXvceM2B4lHXBz4qAX9FyPio/EHXqbDg5IaXTc0bvuW9g+bbfxXy44X50Gi0qhJrXLXqzs6Uj87Br5EzOKSp2g37ZU5G7RXRf7vj+/v7nV9c8VFeKEVF+ENl5myRRbmX9M08KQ9fa+efnPfzejrtsuMAaPyEh+LgSdX4bnSoNtkmYAgQ02M/y11Mh9cB2MyN606Lu1hOGE+HR/NNcefH/WyQcYXS38LZ8IxbZuDY+iOjmbINNMM2cwjY8xoQcM8yG2Sw5ZzNus0Q+YTyhwzb09PTnV+ZpzpnEvryz1eECftzD44N4hfAKdh5Dw/G8OM8/Pzcz2AMc9F9yU4BxevzjXhnPC500b6sxcvdGbeL870gvAL5DFOTs508uI00s5fvND5Xi54M38uqPOM/NPjE82PjjWjr3vGWNd1sj8n3PuShD56jFpOy6TlXPMjTH71SYv0GWVnclot2xHuSbMPci+XT9Cm1CrlLAYUfZ8kj3XZN6Lncer6VPcPol959uPki7yaA7dHOSkl1wJGH4IxhAw85Gf3OW3tQdeN8net2pSC147Bt2XerFhv7hjvt3e3rC83qn/+dRd/krfBQBTj3nuPSzU4Bt5/9TGbpmnUAlYU5u8g/xnYElnu7haqaxzzgvldkJWpqfqp8tP4Gn3ksn5AW7hkuwwxNqKqw9bF3Hb7+zI1T2ZGeoIoQdOlTH9mutU+GUFvH47wH1h7bLC0X7xOWTiWBxbCSjnuAeeMzXfvvpENQN/97vf67rvv9Nvf/lZv3rzVGXPH/bJlXfGfvnmt/yvGn+//+r3+8pe/6nvw/sMHXV5eY9y80xpDgflbioR8cWFF1n2/W4ao/dBx+4zDtC/DwROy0Bntiza5XXtsMOBskMFYac2Y+RL0FWvYQH/V/Z59HpnQ2BcVUgU5Xm+dRe3RDnTdgFTnWJ9nyvmIeTdTDc+Jk0Z+UpaA257wW2A/kHL0nfO0/7hzNqhvoN5VxRYfw88WFDCUpQZeWG2GBe2717AG6HzwmYV9jcIjtwb+1Mi89zqQkbPH8NNj7O55EZBzTz5Q0tNPNfygEcZPQbfWU+jL9fgFBmPBcb9omMrSLYrp10hN06hts1qvb+wJGd/rVGKuJ9otfVmn4uN0NGI9TwjacW2iQ7ZgwJhZkG0gjJQ0OWqnPQ9lo46Rh1mbDoUG7RY9DRh/ojx83EbnmY4iQky1zI2UslL4lsu5CrJp/G2tG/hEHJ72qaDSVPKvuEhiuRF5oncZE7oWz2vDccjs0ZTarjbkadVh+E2pVSK3DZfA3/VQ+d9F//+OOP2/q/q55mcNPGvgWQM/pQEWUZ6auw8Q9TERL3bDumFoDDv1MZqvLN+NJEMPn4iG85D294T2qygbydNyIXrdlBSXUodpA5fIQ9JgwcXhMG0K7ygXux4J2JBqa2Hx0+2G8OceKmue6uCAPkQ+iDtIEXsBWoA4doV+aXNKyhyEfFk94SI5m/Vq21rCh/ANxh//vojDhU29cMHd+XA+Hg4Gp0XYPB9qh7MrCERY08e8DcerH6Vw0ihLn+ccGnsw48CR5fTg0Yxlwpd8SNhyuFtvVlx27uPQ50Nt8bd80HQKiHa6HBX41ABcK1UF30wg+DvRfUUZU8M9Cjq/55A2P5nr9PRE51xaX71+qTdvX8WPg8Y3gt6+1ps3r/Uaw9DFq4swCs25mDdtE5eiJW8hbxd3ur651dXlFReCS11hDLoi7DfE9+StV2sMMBsO6T7oMkCQJ9HPiBdyWsaxIXvxUABh631Hn1JmlN16IYM02owbbXHCIRivCWiE+SfGwYScO/XAfofvA2vm9JdzVubgZ724T9LI33VW2BDIIZ1xIuD8RL0Jp6IoIWdh3AxcNNxfay4d/nZI4fC8Y5LU6dWIhiu1ndq+12x2pA5jTeaynwzkkBnCLWSHv9s5MBb9J0XWqf8kZoFul6uVBi7C2+AvtalVT5/OMKCEYQa+nS/YuVOTGzWp0ZcfKiA9NW20P/RE3dFmDv/+U5cNl6rddifLYwPGrO/kPy+bw39+PMcINNcxBp4jwkeMD8NGn+OjI9Ln8pjpoZ3Ne3WzTrM+c6AF1nfbqG0Tdbfq8LtZ1mw209HxkU5Oj3V6BjCwnNmwEzjXefgX+OeBCy6sZxhpLoCNPmcXL2RcQHcWeefxW1fno1HnAt9GTuOVx/3Ll3oFLs5f6iUw3Rk0ZxhxzoENP6eW4fQF8pwFzs5OuShTD0amM2jN8+VL5g5z5SV49fK1Li4uMDq90OnJiWxw9f9IN3ffgB7MMfzM6fPeIN6j1540j4VIc3xCpHfKEZ/FGlJpxjB97Dz3X2YMGQn9ptRK7t/kflb9OEyoADLDFdk2BO1Bas0n4If8KDb5Si7iHHBAyTpEAs9BGnMpARLjSTDqkTfaS3s6xmxGztS05FMBbmEubRlzO+aaDamFOVXHeeXbsIb4UXUUn124e6dxyGmHcNpPIkpEbmO+yOlI4fJpo4q/eeTfI7q5vdVixWWc+VGiveVAFy5RUVtSw5WsYFQt2rJGuJxbYpjCLbc/IehHnbVwT2RYb0bXpZiLDhtkxZIZPLmUrlkrLO9AeIvsNneYZuLRdVlz9kR/2/Pbb38l/znYH37/e/3+d7+NbwG9YvyekN80CcPXWja8+c/BfvjhR/3le4xA4MOP7xXr/O1d/TZUFZh5bNmyLNeoPu0/U2PHdu3THSAv5CNcffiMYTwvgaDQTmPAp1WMjYE+GNgXh3hBssIQBDCQeK1csz8tWbvWhvdTMDCOBmQtIPg+chDCcXsY6ZMaNA8Ymzkz9wIz2sicyxU5vvXjvJ425wplaY9EGKAMt8hoW7ukhR6iMtq2At5j1tCvGSNr2ojhJ4w/C63cpgD6pq02uhX6WcwTIaU5hp9a5dSzPsw1nx8DG6BPNctz5Q4Z21G2mOhURfUeI9bHAD/vX+ZbOB+FbtHdxnpjL/MeJmROXk8ay095niYl5baNNX3G2j1jre9Z03KmvpSVyFd8DlcBc6qQWUHTJloBIk49hfEbcjGGp7DjD13nghr5U7aNStAbjYKo0g7aMN8Gzna13xk7lYyCPFEffPAz4KH6pNSSFnTwsizw87eQvBZMfEfpyQ1Cyo0+RYMPfk2Z3InXFH/qUy8F0wgbUg/hdCR+Uqj92Thio48nJL/w6Bdq+4XL+yzeswaeNfA/VgNetGvjfIV1KFJwuNM5+nXsDpOnSDMm4vOMEXHOUHMQPwiqfr5MkUjjEZ9YMBtcHqL1Qb4ngRq1e0C3J3P63wTasi+0024yLnC7JSeOI2ZzUIWj/p99w9eeYoyOXuP2jGHtt9J9wkHKvvKHTIeeJLOHKnH48MFtztuvWTfjgNKrzT4ASVsOO1tfnjkQlvhqc2Gj3HJAB+OBJ4xAHB7qhj9VUOS2pXAtKSEq47EUwLl40wGLIIIoNnLqtjx93ytz8Um5hUEiu1FqxnIcJ5AEo8kgX7w3HMSW67UGA1kRUvWzk+uspQpJIFm2RF1m25AP5A958FXAedTJ5TD3rY64pL/g4vzy4lyvXtnY80Zv8F/Z8PPqDcaftxiE3ur84qVOX5yp56IqBuuAjpbLlfzbJjc3N/HnGZdXn7kUXMeF4cY/1IqRYrVaaoOeC4d1V5/o/5Dbh8gqPAI2ctAoEAUQedL75IuPw3gHD9TQTm2bMnxYCqDjbNDWPney3lsunB3IoKbRH6lFXwnlNMHC9QQYJ4W2Ct1HG8QhHRldX8KPtiA9Jffl1hyWVxhn1rR7S9lh2DGuKBFyQum62sx45JB+dKq+O1bmTa0PzGLM7sncR44jw3Jxj65v5f/d6ir+3G4RY6Jeindq0GvOWT1j3X16dDzXDGOM25nadpQwIQRSu4IRpKhNSS6bUmbstPLHbV2vt3Ib1vGjtxvsXi4k9NSqRafmPcu9ZowJH/qr0Wkmj5GOtK7vaCM8M0CGtklq26SG+hpXEtiFG04KV2RHINEqI6dGPeUD9Jnn8zHGpGPqMI6OZzphHB9hhLKxKfLRw3zWY4Ca6ZhLSaQfWd9zHZ0cxbgPPR2dEK44CUPNCcaaEWPeCb7/J72jk+Oo5+T4SCfHJ3phYBQ6Z/6c2wiEMeni5ZleYnSyQdVpL05OdUK5Y97C2/jTo5M+9+pHP/c1nMexab932IAmTyDeZ3Rr+HIV6cT7nrHTgZlc1kj0TSC16DIFcLQH2i2h5ETID2PC3t+AqcSXpB4bhzAFcR6HDNeS6Mucs3IPcj/qoVNL+1JCVhMCz70da0aMb+ae/YJfuNHs2GsYGlA1UgPEZ/zdHkKPHucegmnyKP/LiKlJxeORqyps9K5/sVzq5h8UJ8UAABAASURBVPo2sLi7D8NHXJohf/QctPkhvbB0A+byo0sk7Zlo2inwNd+6aRNdWJG7vA+bPDkfUIMKdQw2jIQ/RL2i49qU1Jp4OsiQlnPCoHkq/w6cDUHf/emP+pd/+V/6w3d/1G/8jaC3b3V8ciLr+Z72+4e4//rXH/Rv//bv+t//+3/rX////6p//8tf9NcfftCny0vWpzteWiy0xvhiQ5RlcZ8ZGj8JYSZ5ESFSww9dVOV5rEQGjvMQnZCfms9CRqSgAzyeh/wdq7Jp8Ed+UfcYnspRBL3s7AXcx3GUiVgD36gVP+/nVe+5Z8T8m5GOUSUx91KPXnNAtK3Ccbc0B4+EQSilHOuf2y7Y1zYiq88Y7Ctlu5axwehTDP/232bByxYM/fHtnzv0eg8c37Cn2AgmPjCDoWtL1JGZSz0y9v2x5uwvR/jeF7o0V0t+lU/ayuUozlNsbGG81P4aqHPQwBhae/9iP4uXZcw/lMtQaChRn8KESszB1nO669VTr9ffvu+UYh2ijgSoi5ZGIXfFFCaZB8lN00JnH6qgwdluiiyTjTcGneZcMD2UMQd7+FOq+bvfN/CwH4j2kUPaROciiXrbBAMe2W/3uTSX+qGP8jZEua+mOL7Hk4tFiX0gYl86VA3DSHcwAhYgoKjaaQkZfF5su6xEX3b2GWdObw9kM617sfp2HzITskxwzj8SEP0fSdxnWZ818KyBfxYNsB2IPe9vbK4PGMbXyBsSDbzpYSOdgl/6h7SE42GpjDL4XxbQtNnULGh4avhn3Ied6WeIataelCbuQikRUAQryWOX7H2ZRzk0Zowfiuj99Qv6g4SD4Fj6secNMHMI6fte/azXbNZp1vVstA3nCHqSCgrGnx0XDV94xZGosMH7UO/DT/HhJw4NA4z/o9ogmZ5HpInt3a3CR6Dsg1Kf1edOHZdZH5Qy4ZwbPZzNdnTdFhm3HPIGbbcbDn1cwJHH8oncBEsfCMJX/WD/ITBQDgF8mgW0krT6UEQIUyO4Lp9Tq9xmdX3PYbHXEZfb49MTjD2nOj8/k/805tXrlxiCXsW3gWwkennxSmfnF/HnL0dcgmdcsLuctTdioVehV6RAVLuGlKjTj31DaqIv3IYp0+kTNH1MYEBkmR+DernEJNqRUiMY8pCWklr6vgJdt51a9D3p3HrvaXPuW3mMJHhQkBpcKfK6DeO4sM4noNxokw/vk5xU5UIAbVNm2K7or7W2GO+GzVb+n1N2W/cpJG5zk9XmXn03Z0weq8c40HNwTikjQgtRUvyLeGIMbLlU3YcByG/j/Q0g/yBtNayNslLK7ZjbMIIxxN/O6RnzPW1s6RsYQjE9hRFkEEdn7reE77EQeiDZc8CGrA1vgFe0Y7vd0vQt0ksNtG2b1XVg1tGGHsxkI9CM+mfUOevQOWihMW2LfhOgtB4+XhCQH2lQajzOc0qNkB+Lif2ihMJz21Bvq44LxgwDUADddR6D1Je7VplTcmpbtW1WO6JrkQfkriM/K+KEu66t/CJMHn7/VfT0V5bL9/1MvdtI/UcYlU64ZJ1g6Dnlonxq//RYp55HvAmfY4ibQ9fPO/W5V6YvEvpLbigOj0O0LYEcwFGyrhK5jwApSbg8U6Ah/OSpCjxInGirViM7nEpSg6Y5RM2r7mG6wzoYTrV00BGMaYNTAq6vjjOyHIFsF2UT7Uq5pakZnbTKxDN6aQwo0AZjrQFjMcbBfgY1pAcU+cQUnx2ugfdTT/NTGY/STQWoY0e9hXXU3yDwn1zasH19eyt/E88G8IE1mYkRpVO4o1MmuWscdUCGLgj4IrtlnyGBTAhxH54DLlMWSS0EbUoKvaWsNtUwyWMaRI6AAd6evxvm7ZpLfKFOWactNEbMt0ihbGYdP1X8MPTvfqM/fvcnDED/P/3xT98dGIBOJXTh3wT69Pkyfhj63/79/+h//+u/6t/+9d/07//n/+jHH3/Q588fMQDdxFq1XmKgiJcWQ1zga1tdp1Flx3UEyTR+aLBlNUhJEwjwBJ3LRBgHFSA/LB6FG+WcSG8Avmp+FCb8tcfGn5oOIzUEXS7Bh/WAOdvnGfN9rmmd7jHW97lXyh11ZGnP3OUr2khL5GVCIGUMRPDFT8k+WfgxSmLjRk9ay8afwYYfG3ww/vibP+v1rfwfQqxZi2t/biiGrmCxf1KLLJ0ycvXzEx3PXyDzkTriKfWQ5X2vV3mrPGSMvBibGKE8zgePG4w+/p2r5WKh9WYZZxDvY2I+IL0a5mmicGpataxpHWvijDW4x/DeE86jbkwL2eMnPUSdX/VByPowIht5GAcD4GH40N76qDbE9EFYHfJqgFMcBTzmt6NfwohU+eFWMup5qNcagR89ZdGMWglMg8egLXPKPIeIw4WsyshuoeSjBCc+4CDLQUrXPCI8NQyHkAK5wu8SfZmV8VPqZFnb1pIZig+ihP/UCRZPE/VQ7ousX1jCP46kvzDFPYvzrIFnDfx3aeBhqa6bg+vZ4Rh4h89Xkg6zHW5w2EPjuKHR1cFnWgQnP0hcyJjoyOTR4dr+WMoqSE2rbi3qUkaNPWIwJf28X1XAm1G/Io0NzeyNg3JNCH2QwOHBj6qzz2gQpWkaxcYVjv4vfdjUE5to33EYmnFJnavjwupDy47dc2cjBRd2b+xl9HcYW3yor+BQFhu/fTfOeBAN7mOEBhx0gqkmjAS0DWpkScCHo9z3yNSp60CflThEpQQfHnHCKegoZMIAZVm2IReGKOTkNKSEbk1fIeKuiVppl/PNI0BS+PC0nyCLahh84WcpE85tDllmXFaPT451cnrKm+EXOrs418uLC716/Ya3xG/17t07vfvmnfwDov5fxF6/fqXzi/rtoKPR8ND1vdqu55LdKnHJa5Lb7oqBn2SnyuwguQoEHSn4JIw6I8fyGRjJMn05oeOg2RHveuoLfxZtaNGpkdtOmXA/w++70HcPbeZwmpHLsll/VRpcdDegX+u9+iiPtEmfSAZRlTsCdsgvMUa2KhyaBw7pGy4/m9WKt6ikcXkM1cf4zsiDXnxINjD8ZPRteZQyjFs4uhablwjCe+AC50P4zc21ruNHcLkM3C+0hv+Wej3/mpSU26yu73U0P9Yx/TCbWRe9UmuejaYPLapBB0CjpJRa+Y1jyil8y1v8rSUut2HAwvgzgEJb6orSUMagHPzbNqs9gHWbu6yMjjP5qYW2oZ6oqxFehepnt9tR5Y4Rv0PVYKzLdRoFPRTqNjVNVcIJ3l2rvuvV07/1N3U6ddTZjkj4Qde3yiO6nKHJNR75naz/3OODjrGxR9+HTrsef5/ektaxlnTym+5jDDzHp8c6NY5PdBygD46NIx3Tv2EAYqyGDK4zKT6JOWxduD0B9J8CrZRapUDCryCRJ42ABXPC5QmhvwI8w0fQtzxjGnlEUOOY6RIVJNfAT7que6zSVUOHh3vwmLEx1lZzzBk4fQSxWn8lCNHpyto+j5OUlemfhI5ao6Vu0lv8BkIj0ebUkM58anQoSR2ZYhT50X/x4zEZ8LhjfDq8xqCxuLvT3e2N7rgY3zMPl8s1BtpoWdR4KFGoI1KrU9BDBfsJl9LB8S1l8Rn4QdQeFpqYQUIPRH5CFynR/pSVAg5XQqcHEY6LuK4t9dgPkL6lvi1+PBSDlTJGgiPW/LOzC3l9/91vf6vf/u4P+v3v/6Df/OZ3evfNr/Tq1RsdYeBsmvTwZ2E/vtf3GH7++sNfwyjkPxP7jIHo6uqKteoaY9Ct4k9VlytZd4W9zHLIbXSbEQIRcP1MYzQkJ8E+3viYzrLuQXoNJ+Rv5LZnzx0Sa1isZUJt1g/+TzzFZ5gnebCAXxuwbnrm7hyjzxy/97dp8HOewT9DkykNSsJIkGjaCOHL+faRweHW8TZynJIo6bqE4UXbgfJrhsFSAwag1eZe9+s79HaH8Yf1fm2Qx/7ivYmKKD09DTzhmDr1yNVb1uMXOjo6RjdzJepFEfAXSGpTBYV4LIVgh/49NuijTexjSwx5S63ugf+Me7PBkAeN5wPk8TRJDfMxdx3r4QzMQa++75Q8j+EedPgPvZlIqkiUdV8FbcqI6HREgWKggMeqx4tB0sEz0kEzJToY36wbx/uWdoThZ4wjOaOuIAllU6LvRrRVFyRRv/hAiR6CF2M05ih+jfv8RT6cqpSulSJ+gkEE6ENyyaKYE0a+BF11SECAKCSVMPhBBo+EHrwGduF39FVWIp0AJZ4++5n8NONR3MUfJfzCI1U7v3Ahn8V71sA/rwb+WVseS/bY+N3of82reXYnPFA1D0GH9tF9wKk/j/0K6TJJDf9SlKhulbK6494SuXYStPaVFBuLNweCRBuSgSOE/qPH26Bpxloc/BuBRng0ndKp8qHgo8hD8mHoC/nGMjTEG6Vh8rr5WjpDarlQzGY9h5OZ2i5DcsCIS7+sKHwfNoovvj4EcfkeCEeaGZqVQemHBz5OMx4SI5TQKkomDA2uH8uXUlafkWW8HGYOUC3GjcSByDTFuqG+gkwBh32gQb5h2HLAIJWDWCLd9A+wYg3nV0S74PNAMwqKSFUWpOTgnNFP33ead7M4xB1xgT19caIXpy8wBJ3rAkPQK4w9r9++0ds3b/Tm7Vu9egNevSLvQi9evNAJl98jLsTW86zLym0r/3BwTtQxjjuqraI4EEgcIgXsJ1lfe7ki2nD2SWo4ULYGPLuuU4ecGb93n9oHjmcu6pnLfh8+Ouby7nb1HNrtO7/vkS0D+mGqyyqKfubkWQJc0kLn6NH9MSKpfqpvXZJPv8SYYaysVxv5jemat6gDh+YtFwxTRbuQPQxjszk6PlaH3/cc0I3U0vYM86TKW3GxHBiDt1w2Ly8/69o//ry4jYP5Bt4FQ4nV2rZJGX3PMPqEEe74SDN49tSXrHszDCHEZx+gPqLk59Qq0//2Re2mGGj7ED926fHGmGK8hQqcSdhDr5BAEBc+8ZACqYM1n9Hn+ARngGShjYaIH5gUxrXr26A3X0BWXDo2XLgDDpNuna6RaYueB8/PzVYDhtHC5akgr/vP/WiWRrLzCFOFJLodeEgYLpOKoBMNgqTSGlwLjxcPxim31o2bktEfD1qDICqkvNvjMRGAkHjwt3CUhQLiKZ3g+CR0UqHKL9KbcO24HvsVzZ6m8hOfhxCRqRHVd92ByIlQCbfGv3QTSYxFe4T2zz7uugDtqXlj2PEAqfbxRgEI0WZcPxMbamBqNCCxBuA3rbxupLZVYo62jM02JbVNksdy0yQ1E5LUNI0ePg/8H9Ieh/5jCtPvbFelywo+YZJ29KGNGP4RaP+vZLc3d3J4vVnVizE09UHOfc+QEmop8NoB+0PQDxhvt+jHY9Y+s+xBTY/6BQawiYf22rcejK5LzNsshw09+lAXcfMfqMvw7wLVVDLiqbxRrzLO0dFc52dn9dtAv/lW3333nf785z/rT3/6o/74xz/q229/gyHodRg5sYnpdnEnG3x++PGDph+H9v8W5h9oDItRAAAQAElEQVSM9v8W9v7HH+N/DLu8vJS/ubgYfy/IevR8RRGhk2g4uiBCEAkJF6/ByB1pIWt1rAK3NceexRrOGMmg7zsdIudOmX3AdKaneTCg9+nHMoIEVWNiq9inWsq4XJ5R1vxm6iNOOvuIjT413qPzTPGQBl/aqoZb/DZlJZDb0SfcJo8LKQW1HeuesVAw+rCmTd/8WWPoWW3utF7fgjstB4cx/gwrDUbBEON1xSz2gDdy9rHHHWnOi4WjyfiTeqgey7qXAhHQNvmo3WMu9L6Rv2W0xNC0XN1rgZFzw/q79frKXmbKKKAmvNS27MW9ZrMj7b/9gxyZeWu9o4igqw6t53FaSo2EXgzTtW1kVDLcLbJU44trtKCAdFqK++UDOUOF1hAoGH0GjDgD48c8jEK6m+iSKcFlRIsMjk8d41rgAi/3TYV/Q6jAK9LNxLzsm5lh0e3/DFwHtdJmiCZ6KuOhLtLGx3S5y0o5q2P85EQp0Eb+VDAi/2Odf45W/iN337Pszxr4Z9WAF38fIDhL+C7wSA2k8USSF/YI2JkSww/HqV9Fio21+UreLnL2GRx8kyPhOPC4zKP6Dzcrk4I07nhNQznzMEj/W55HvB3Z/Uwp2NdcExmOTb5o00hgOTR+RlnY98aEyXOGMcWrn+CSIljd2jS2a8sW6ZIvFb5wz7gke2Nt0phBX/qIIQ43lCBxqx0XyoGLd+FSWnzwYfN/tEtDNRUnGM9UlYdHJNg5IHpIR/M0LPetei7p8e0ADm+Jzd6bv/iYlheKmuJioBXD31hCnoELcOHgOPggCJxfIcQsgMsGR1Ji5gYOH9cv1YNFE3W4HkSqYQxRmcNH7lq19m0YMLqOeBeHvTmHSxt7Tk9PMfycyz+Ae35+pnOMROcvznSGMegYA9L86Ehd3ylxqZM/NIwHseh/FNYoqUlSSq1y1NHC3+jwjV7drFNP3XvAL+cu6H3gzyFjT9zIyj0gLZkfbTHvROMSF4bwCYt6qTS80dl7CKcK6xA50Xt8Q59URMWtaWLcFMaH+2LAGLHmLfdytdJmvdQGI5AvW1sMNAU6CtHOlgNdp44+n9nwg2563tRm4il1UsqQUUOqKChqYAz6z0zu7+64QF2CG/kbCCsO54MNH/BumkaZQ3jf9/GNFBvgjubH6ma9WvTUpha+Y4vQuSOwthdIlPdhM1F/RSLdY6hw4diCQYUxZnl26ELAGrBflxWYMnd2AYryVP5QIV/QUYbk8TH/Rok5q4CCjd/2WmfW3Wq5lttYsdEKY5eNPxv0PDhs/TIHBuA+KMMOGWt9JerawV98micgOuabriBfRaH8Y5CAYGWE+W9JKtrFxbQgs9NcJzSwdUphnTAG+m2N8eoQwyQrulQgSkRJGONTVcgWwQPHdRClGuvVYzERNfDicRoCmQEYCU0cuaNDcg0d1FsTvuIecN+XG8mexiP5q4nkVD6J3nAo0d8pkTw+dT42TEXmLOM0M2+9DrQOM6ZbxmabGjWJQjzaf9CJw6Pn4N+KxoQuN8HxrwICHmdFGQID83m1Wup+cR/GD/8g9P1iyRzZ0IXWK0SWE7jNxJ48HjPQ0TclMFAOsN8QgPZBj7AgXp+H9/xJbUpKbVJdv9FbB9BbIl1PPq5jYExuuBAX7xuEncYggXKsyxVRtoWPfzPs/OJMb16/Ufwe0B/+qD/98U/603d/1h///Cf9+ttf69Xr1/HNEqvGBrDPGHd+fP+jvv/ePw79VwxB3xP+a/xJ2HvSP336oCto7m5u0NkC4/W9Bq9fkyzowW23NGiGIC5pnkdEGNbkEEdgjaIKcUETyKzxmXXO6PsZe2oPOtArswckxpKiJK02Kz39NPBBp/DoJ7DH9HmmPpsXPmt0P8Yz66y/nZEQwpA/3qzh3RJOKdM3oAUZEDe912iFLBBFq+h37+EYtlfDEqMLWC20Wt1Vww+GoCVYs58s1+iMNWUI48+kH/eAeTVK8LV8+x997k9p/7Ey8ieF1jTpIHxkRQTSMFxhKJl0jYYYy4NiL+Olwwrc39+xny3lvWxHP2xN7/HKWtXSxo69eYbeZ+xns/mcejva3yLT9C3WqKY6zGXJeUbVTUZHKeWgR6VBRzX4he6fBE3ER4weCTyOILULgHKIcZ2GiQmg5YE8UYnnTtTbUe90LhCZlDd9Gcem504Yvtxm8ib+MITZ+MTiO4Z/0oO386jb9ct1OW64ifaB8yxbiz4yZ4IUsnVS6/IGRL+E579Zhn+elv43K/KZ/bMGnjXwX9UAy1FrHvjjYs1eQAIb1LSLEts/XCp2fj3mBPzG/h47kSRI8Hf4O3xnTps5YQrEPslhmdj41Hyox/joNQ1UjRK+EE8HnyfRhxwyeGp8H2hq/IkbzbWwbPYlUAmmYtz5SHDODk1UGUk4eJxmOMl1GFPYvuA65ROfsgk+bY+THjBJMKY4miiMn9hknTr1kcOG03sfVma9Ojb+3Ca1TauUKGcCJBGtKFzOCgetHRdsX9p8CChc9Mt4KDBNkE9OmgL4oTD8eJyRaIb9SJBlSkSTN/jcK75SPp/tD00IUwmRYwxIaQxReMehxhf/AXmMwqHeh5JgDFmE8UNG6At9Z0TSyLPWj1wE6sW/oVriHDYI8BBGJ70Pz22rBlmTwxzUMvqbz2aa86b45ORY/naQ3xif8db44uJCF+CMC8QZRiAbiPwnMtZ5dnnqU3wK4lpRtd994HFf5K7lwN1V9PjGvBt1ZN9p6Aq99X2uOoNvzp3M/0sk2pKVaFdKhEORkzIVH8fIIsf5gh5ETnWcHyECPAQtN4ixMHBY3sRheb2819IXQww1y+VSGw71hcti6J5+SOjTRscO3c04JB8fn8pGmkzfJ+S3fK4ZztThJ8F70JKLpv/s6/r2SlfX1/IPbm8wguwYo7HGNDultlHX95of8+aXQ/icy8qMMW59KCUzQ994yBHjgqDrSynHQT2PvtPI4inUXbiEbBR1beknHsvXxGpjN8hw/LiOQzgNlAbnCZpGptToKj6kFALIV2hXiTHLGGGsFxt2GOvW5Y5D+AC2jpsOuXYR3tG+LaBM8IFXPCF0hKrjuFFj4U70Uaf5VA3Bidli9yFu+h0yUhGPaSlMvMrrOEAez8s1xp41/bT2RTewQafGoGnOFsrCiArMB+4Rd/RARuRCEDJJD/fvdIKn+QMzIl7rhc+Y5GRi0SP0xBe+8/agjGn28Z8LQOjhF+Mqwmkcjg1+IzGWSCGclJmjAdaANuZ0qza1Sm2rpklqmgZIjfgcqKch5QHkxQMB80KxnkfCF05Dyh6Q/zTpjhqkpmmUwI5xt8EA6f9hynMx5iSXZP8ZWGG8uj+RVhLck5T4V10i4oP+cHkIuC/CMMM4c9hjG5+RTD7PWISQ2uikWsbxQEqyzrpYl1nniGv8FPgMyFNinTL/QRvWpAEjwsP4k8UNEOKCD39koInBJedeJ6fHunj1Ut9++63+8Ps/6U9//rP+/Kc/609/+pP852HfYhB6/eq1TljPWtaxQuH7+2X86dfl5ZUuP13q86fP+vjxoz58+KhPHz4Q/qxPn690fXkddIvFnZYYz210sCHd86eM82jw/mZEO5g7tMttC6ERNwTFSYad8Bu7YPIJfvVplBhj2fpD9h5k9pzce48BEWZv6Xv0jI8+Us6My0y5jO8KR9hzX9MHyWiTTNulXjb+JOqR88UHHbkNhXbFNx7pk2FYaFjdazWgi3XFOow/C9ZhEAaiFWuIdbCl+VPjXXFGHss3Y0881nx+qhkvaGazY3VtL7UZKw/1bqE1CE7P1v096dSJhD1GPL4X9OOC/cd70ApjtmUtpt8WbdnbTN4yb2ddp9lsriPOBD4b5DxDHupM1AdRlbQh1KAB9EK693zrJ5Cy2s70AArTF8Y7arILVD9mB+AAFYHRDQIKRRnLPyJ0TDj8ygG5KE39CbkTdXYOG/DyHDBKjLUin/u2zKEBY1f0VaQPcIqaqJZKcUk4eCzXQTSCNS25HiDqcth+ZB84TrdcHpOpQ1Z1QdYe0PztQdd7iL+95P9rSkv9/1qG5/qfNfCsgX92DXxlJSocygsbyw7/p9Wz02jZeSDB8kMqcbsGwenZRxuJg6aS/RqUP+w1ceELunAEBcDlEXI2OIkU8UlAxMMLp6ZE0I7546egT2yMROKBN3VFcHQcNWKvi8CYEd5OoQanUzSSwmnCjSQ7iajbBRKQoUrjw7dJoKiPaWvoq+7PZe/zLI8Ftk9fmZE315xajD+dulmvnsv4ZAhyXhUHSaAvNKpwAilxOPPFbR0HghKHAJhCY54/jb0kQUIJpLHraM1znT4AZQ6WmcOm3152bSenJS5BCVndMfSOCwXi6GHZuGAOXDAHfB9OCvIYQfTIqXUWyjwk1zQPD0uSEjWkhqrsV8QBhMNuRo7MJazlkGbdGQm5nJ58YHb+KPscndrgM+94C4hu3R7zaZN5qn6QswaqSxaBRolANoJfK/PvzTf3Ct1EXV2kJ2gSMiTkq4B/NrIinvD3ID3RyoAefUh9iB9GxvDoIZusKmhL9aMN9ATjw/ofOBz7x1H9eyDGasVBncvWlktMgYZpT9lWOQ7KMw7oR/WwjMGmx1iTUpZA9Eo41JwSh/2tfAC/4c25/3zCWPA2drVZaTvKAGMuIq26vteJv/aP3o8wAnVdr9x2gpNJArtw7STaZDRq0KF17X7K6FSUMOuC7GsuusbgBIqZV4pJkog1PwGS/TY86AjHU2kTcz45PXxnIMMuORAoDlvIRyDCYxEM4Xgslx3rjsOR574IFjihQDHZKry4GB7/znoKSkxPQjbUjgZ0gMcFGhMnO6TTt8Nuq4F56MtrGAHjInsfRsH4loPzAisN5DltMgxVf8MFDwyr8AfG0sCa47yBcoVL4gQGBG1yW123DmREjwhusSZYwp8C1AdlRz6w/Cn6SHc+qO/0C+WJPCg5SA6dQzkOwxRk7B1Qkpkse2qUmNcegx6LqW2JN2qZ1y3htk1qGqMRw0eHn4ZIpEXAEbB/dvvQzwVc9FG+ixljYtM0apDRF+AN88LG3rvbW11eXWlxxwWdtMF9ZbVQJgGpkT81LO2/KABN8dgNDMzlYdxb6NvQqUsJo88DaspjN6GTlLK8f3TM45ToWQBbpgm82KsGX2CRK8YU/mYzjHkIEXVV32UYXPGdUfuuyf0wx5Dw8uUrvfvVt/rDH/6gP//xT/qX//Uv+l//61/03R++0+9++zu9e/tOZ+fnmrP2oCQMTRvd3y90e32rz1eXGHw+6SOGnw/g/Yf38reFPnyofxrm/1Hs+vqGde6OOXPPHGCesKdZXo/7IcLsv8wFh51WdbejHVtgf4f+CuEJTnN48mkjDeRxs5Tol5Ra9JbVs6/0rJ3Tixj7Rt/PlEnvvf+MtAndtikFD5jgj2EibUpqGas5ZaXOfZLVpaSck/AUFhheKBXW7jUvClbo5/7+VvfLay3vr9HXne6W6om+egAAEABJREFUN1qGMZHxxEuEMB67/awz+65iDIr6UqKe1Ckj3zxeKJzEn+Ud+0+w6TOnUzOko4wtfosYLc5W8v/o5bEwsNaUwKCBPWtDfV7LLIe//bOyUYo1acvYkddRWEy+/2TO+8xsdqQZBqA5fkZv3oNro6kz6EfHigApkGVdeYz5DFbTRnp3FHA/79sdLJKCIhyaFmkHDt1sepczvG/ZZyRAVCjr8sD1tyn6JzkMyJQ/Qe+6aa/b/Nj4QwXOA6Y1SLH3FVjICcjqOsZKok7Czn0oP8oFXZetm4593X1MOrRfqSAMtlsMcqMt7msk/7Bp1s0/rPDPgj9r4FkD/zM0EAvR6IQ3NsubSuwDvliMaZNX2Ci5n0zRx/5ujOKbxvCmNaY+WuobDioKCBIKyB98HofkvEaUaQDS8TjJnlM1fWoCMQcMggcPe84+VjekfQU13Q2tGTVu9xEb0xvOkEVQ0+jLD2UaH2CMfe5Ybq9HiMizaxDkeVI5GTyk/8dPQXNT6aSGQ1rLoamTDx1djz/LkdYmb7RCj+LjUhyIOHgNRhw+17y533AHW3PQrG+B3CsVFPnJJyFBqrkIwkOcqOtLbPTe7DmEZg5yGXkCxFNqlUyDzNqD2tBTPZhskWXLgXmDv0E2TnXup8pdjz+u1SnW9RSefNJTRaJfMkhcxIycEoc0kAEHxwYfoUJJLm0t6eDjtH3UsozY4fNY+H22A020S6LK6lCf+adRLwkdZH+9n/Q0QshK0GRm8QQHEkBn2gBUjuJRj90DOqLOC8A46qFQYg4jMA+t5DDog7Iv5D6UG8vFksP6vZb391pwmF9xqF+v1nGI3mI82dJPsEbOVm3Xatb3mnFIrm9m58pxUO4jP9HeqJf6xScOoVzcllwCbu5ueFN+JRuB7nlTviZtyyF9Mi63KK/DsHQ0n+nk5ERHx3N1fS8frBN5sPvqiBC6bzLjr+2U8FNKoRvXvebAv/afYIENbdr60og8k9YSZYNY06chYOBFnv2E47RGnlmpcbwiBY3TVT8My1FdxBN4eGqdELBQWjY8mbZYHgKR5sEFCvHDxrosyQqQQU+OLt36UMUYQtbHVY/pQv59MAJNuPCAcWFsrH2p8zfAMPCsGQdLdLbmMvUFWEesV48fj6VHWDKPrXdo9umMo+EAxfVxqafmKoEbSGgS231oXQuJ7Tv9EJDyOAXva4/5GV/kObHA1b4zqx+cCCa06nAAh8cimJAy9iCyB/ZGkJhfO1J4KBCyMwYTa0xi8/DFuW1a+ZLZtkltMlol/JQaNQ2gqOBjLjv8iO79GquuKWroP+M2Ta2rumI8lVh3/Q2gy8urmJt3t4v6LRZfphmHdBWET2pLj+O1P4sGLnEeR8V9S5gKwvhDYynwpBAph09qk3KXIGUudzn8lB7K1DrYy5gvA2PVmH7PZKA+zwmNn9pLZTQCSS38ZrNeR/NjnZ+f6e3bN/oVhqDf/e63+sPvfw++0+/xf/3rX5P3TudnFzrGCG2ZbKC1MWF5v9L93b2uMWLbWOZvBF1++qirz5e6/PxZV+jv7uYWI9qdFqxtdW6wjnoesM4Vj//1oMF6tfzsx04rhKNt9mlbcXrofYf6aBUdEPlTmtsYDWyEknhaZfbZzJ7b55ls8Jn3R+qRv8co3/e9nB40mXWacdkC69YwO6NNibEpxnmKvTLRF5n1tAX2U9tq+hT0vWGOr9aMFRt/7m5159+RWtxoAZas78vlLWNrAZbxJ2GDdUDbNI7r5JpSG/Kn1FW55ye8VHgRODo6Re65uhaZyU/qGEtJ/rSE2uQQ+kFnAzr1eBhYr1asV5Zt7T83Yy3znnaPMWpFnv8ny2IrA9Mo0V6pkT9u44x9bI7OZhihegOdJuRzvjStDM1+hUiUTykjP0BHXYcfaQjG43Lut637j1JI6qTAmB3hrzmmNUQ5BgEeHc5jWutNMKj1E6NOx5030breCa5/GL/547SgMd8ncAtrXnD6WYfqqdKuyewjh1OQZS9Xa30Aj6MxnW5zga+g8vhKxj98klv2D9+I5wY8a+BZA//4GvBiZLgl3k+8yfiAww4zbsvOacRa7oBqIrulYxweNW6Ymj7cYsZcUjiwUKDGcRtB3QT09MNh5mmSoGQ3lTgUR1j+IK2fQOOE/zxiI3Zxt9y+YZ6GYjvcIVfVB/KTXV0CfsZilfrBZW9z7niPfVSCFlW6IBjLO3wQjHqdtoczLUf4dmpObLFTZfjeaDOHsp6DyqzrOSh1cpysUOPYIjzLNGjHwafEQWkTh9Dp0ORDgVFrcX0jrPOauHdJIhxHBfz6TGlpPAzZANRzmMocRrsOmXKHPC3ElVKyD6im0M4tB9+BN4pDvHnejm9AbQSqlBTkgXivKUato6TSuHDrwaUmWi8TMsqIcBiCOIyEn5QYy06farAce0z1VBErf9LM3XBd9g1nwm1kQwFFDLehzYSj/lY5DtzUH3Ho/BAWlAZRffmhhoOMxGgyFL5+4tNQr2GuGh20BKvCob1wAB98EeEwvuaivsYwsuSi70PycnEf/0uKDUEb0uKtKmPG7YVT8PVhvOPt+BFvZo0eY03mgmFdGrXCBDljhPZRLf255kJ5r5urK96if9bt7U3EbZwpyCLWDBtVfMmYzXsdH53oxdmp/BsQXY/OGOMNHOuzg7qGhO4SaKjHl+tM32YO7Akw1eVvqCy4zPpye0edd1xKVlzMtpttnQuMvTKxQqcyLLD8aaT4s6+oQYKn+RIgs9kDFnKRAm1xeZAmMMY0QY2cLvyKpPgUu4R3Dfn4uALJdLTL/mOITwKVyiHI9ICmhjV9gmKKhD+l1DKORTLdvANFA30e85F5WYwYNwN5D4j8cc6uueCu41s/Ky57gLE1GOOfi5UIr+kPwPoTPOn3EkABUUed71WZyEMyLppwOw33g32nVt+SG06xX2G6CdDBxz8u/4CaRmMoRiYuHc1Toq6IhhA1NCWa95gyemNZD4AxxZ5rdgcklOuxmJn3jceOfY9PxnLiYtQmKEHTJDUuaERg5xCYfILxJ2D4++cgb5/28wGzbqipgayJOpvYr7zmbVYb3WK4uLy81E18g+U25ueAsaLQzBIzznVGaXOoSMQTQfTFqEGlBQyqRplCmMLOBiajubJeiNYnmJcwOrQQVKRYK7uc1TP3rb/kgvKn8iwH43HAoLuK8TPmmQzLHOwcCjCyJIxRBdDR1Fd1f3Qy19lF/Z/Cfv3bb/XdH/8Y+ON33+H/Qb/FOOQ/F3v35l38VtDLiwudnp5oxvrX0o/UOH5DaInR4053NoJg/PA3hlYY09f+9qTHfmDQwNgfYp5s6jxhfqwDjj/GknV5jYFlzdzyel3QFQ/6awPZxp5+pjkGnjlr8PRNn77v0dtMGT+jwwxdgHAy0CUcrAZ6zepxHxV4akSSDT+Gy7eJeKp0RRv6dNAKw8rq0PCzuKX9Nxi9brTE0LJcYhQif72+j3a6zQM6KOw9rtQ11spavI7+niFzD45Y80/i2z+xt/TH6ro5NNkCjGjVOpTsuBn0AuNhQLfFhh+HQ28rrTFiW5Z7+sXf/on+YAzU853USPBOSoRazinu13n86dccvc7QYRf5UEFZnyo7KeiFTAJZodfOfl/DiTBcTRv9xgC077abS7ITeAhF9KkTDJy4D8DVcaol5HlhtA6DmjPpxHopDHvGXRh/arygH0IQmaf5PGAq//N+InuCyxLmqbpwFvpMFS16yJz97Cu1etRxkzIocvgwrcYo9GNIB23bJ/0DBayefyBxn0V91sCzBv5pNBD7QGwJNHkHpqcZA07bcQS0PyYdeP9h6ngBapqJXy3saguH5wLnmqJY5r1YTmicQoRHYpPW3/1xLWMhgjxEdo+2HvM2onbLU38ICKncMoMiB8+YXaVpyHC7DIJ+phIJCmc7TW5HDbDxToGv+S5t+ew7vzyS1SlGgh97rNQQIuDDSzfrObBktVwyUtNIqdGjD4335j/40sahMg6W+D44DQcH6KlMOgg4TDVTSviHcVhHmh0fSDIy5L5Xz8G054DadUfyQSCFTOaGGijkA200kPDOb/FIKHEp3HLQpO2Om2nA5YyIKEXQuoIXTKAOd4oFlWkgtExGvZB16jmU9ByMbZwyWuIhH3InZDQtmg0Wk4OIBHGRiYCCtQPAde8YOwitsrPsyMVht4y0lgmyv/9xJbTKBSPogPEo4gTLZd9w3QZSUX/o074Pfsjkvh44jLv//W2P5eqey94qDD8rjD42Bq14UxrGH/pihzHATbNe/Cd9HmdH/vYPb0iP/cPY/Yy+zfRHS+WTYPgJIJbrc113vDm/urnW5eVn2Riz5M3swIF9i0xitrXo3eNmxrg5Ppnr5PSFjvxnZW0Hb8Yy/GBHHU8eqknkuaz7NeeMPCSiN9e7uL/T7d1Ci9s7LikL2rnSlkujjRzRZ2Y3MY4/96KsfWPq5dQig9sHmkQJfOZ3LUYc4w+Joko8ZCVPTUvpB6gZ02sh0WQp6qDIwdNQSuhCrlMukyRNIEhajeHyCNoUaY2SwynhJ4pUn5AMffVTc6prAoSjPwpgINMcxpEFJTlo8ElEbh7GlPt2YIwMXlNsvMX32/XiMPDYG9ZbDD+bCsZd8ZoTWNU0wu6nAWPDQNhjU1F/3Jpc0QGQERksy9dBmyF5yHOIBD+UC9nDcYTE0YskolQUbnWcaaDKSCBMm4PWfqSN67TjRs2MHNfscZnox0yfZPtto7bNatsEWpCUCCf6rTHoR8Vn5BthRaqHT6MnH5M9BSROwnvyTKWbys+5JqRZG9Z//9aNjT/XNpQyVxy3cSLWMGh4XCKQwtV+XEUeTtGgAq/C/Nobgbhwm3wq4/AEenj/DZ3KDX0kgI78JzVd57mclUirZcY1DV1broG6Bi7+NgK5DSJ934etSzzU+rguYVjI8W2gV+cXevvNO/3217/TH/7wnf70pz/qu+/+pD8Q/s1vfqtvv/mV3r57qzdvXuvi4lwnL04xUszVIaNYGFeMWX+7cYHh4w5DQ/XvtGQt3dgQwTwYPEcY+x7nhg3T9tc2wFM+wqO/dJkw/mAQivwBw5GBgum5hNYz+1WfZ2Gk8B47j2/72GhxJMdj7w2ajrVw1CHrYoce26TxAz/0ZT0a1ltqpdwl5WxktQm/o2dIR/MqrNcrjD/r1UJu693iWreLK9ZV4wbjD1jfYfS5Z24zv2lztB09uQ5qjBkit4PKcuow+szQ5zFGnxf4L3Q8f6Gjo1NkmGMvyIoPBc0n1iVGTPRl2WDc2KiUdUCMvW1wZxRSr/eXWwxT9/GN1pX8DUas/kpMpMQ89LzL1on1xDnlyOClxmyODtnTwqhD+2n9JAL1RBAnjcmJseloCl0l6A1S6oN+N2CIvdcaDi2OUpqEhvE49BTUMNbhnIg5AFLU6XoCLXFSzd0orouzlPW9dZj5V8a406I6ZIoif5PzuO7HRaa8KoPdNOogpSyPo8z107sAABAASURBVNDzmNYq0aePOUyxtpWMGidSA/8j3PQ/ohXPjXjWwLMG/odpILYDhVFj59Pg15rXkDiB4NPHWU/TiB+ym0jYe8n5Gx+vmsbXyGMDs+xGJWCPUeyMbDJNMxXE5wmKyY/I3jkIPPDaWXjUwUP+To76rZF9EhT6IvDFi1lflkiPp8GlzmRZ8IVcpHz5PFT7Zd4+ZSQa+aTUkJOCo8P+1k/fdWygrVKb5IyELISgo2wEdhw8thyathwoNxzQ1vG1bL+dL3GIGv8UbK9bik5PMoNa35QUlTxExhA00Obcx8Gu5yBV0attOopk6BowPeOBaDwg7nxQ5sAyxMHeee4B5IcctjoESfWhrEYUfIOGkjeWIzRJn8aDbcb4U2XsFOEuh+7atlXDobBJyEihpOpXTjD6D56C7gwf+IYIcyQNn6NZ+G4T4UM+iYjx4BHiGdMIHTzWx4QxeaQz56g7dLemf7lAxNtl+jl8xysGLiVrg0vHhov3BoOPjUEr/A2H/C1Gn4G+2G1dV6PUtGoxxMx4833C4fzo+ETHHJbnHJZ92UipVXLnqLbNshCUD6N+C3t7faPbm6v4BtDt7a2W90tZhsJFfzdOpo7xa4PS6clJ/PnXCcafWd8r5U5NSmb3BGNadE5D/VmJvhN9hqp5+7vR9c2tPn34pI+f/GOtn3T58bMury7l3/K4uryWcTP92cYNRqI7jETgzpe5PZa6Wyzl/x3Jl+LwiR+mrbiwrVYb2WhmDBy4h81WNjJVDBidirakb9DtduOw852+pZzn48AlpYa3lN1yiR7ogy+Azjy2BvwCP+uweNwz393ugmOgfDrDyikEuTJBI1AmQA+BDCjwoB3LxiWey4OIB4JW8poih4PHlizAZctGnS1jqdjYQ3xgDBb7jLGCUSj6Gr8Qd3hwHvRh8Bl901cMYUQQbRNtFHVFnUjqJ3odUR2e4LSEdIkADyHLWnMTtIZiUSDCU3NGd8/fY91pZV++8qJA6KHmVT4O7+wcALox5nJiDfGcCLCupLZVyzxp26QWQ3OLn9qWcZsqGLdN0+COTB55TY3hNVBUiJCefHba7TcpsiyiYcpGuDi44jOROVpo32q10oKx79+6ubq60s31NUaMlaIvyafI/nlo6T4J7TKKoDOvgbFjI1CxD7aAXIhd0iBICbutHaVwD500rdWszT3rgOELe0qV1vWYv+UbbATaDgwZahllKOwjta+m+ip3ZkIEaj5B+HkvODo5jj/7urh4rXfv3ugbjEK/+tWv9O5X3+ibd+9Ie6s3+G/evMEY9EavXr3UxcUFZV7o9PQY48WcPa9X23Lxdd+bNcoNacc1jiRE2qkw5gpz2/IXxnmxzOGTPexoBzTEeaAlDUNxQkcpwZv1sM8z2dDTs/7Ow/gz05wXLV6L3ZYemtBVzvKPNreUaxOSTECQLfo34E4MHbV45Fu/Rmf9d5LDQUMfbtCzjT/3GFYWGH8WC9b12ystbq8xAt2COy2XC61tJILWfVMw1Lidos2inVQLu6Sk/4+9d+GPG0fOfh9cyG7Jsmd23yS7+f6f7ZxkZ8a2rq2+sMnzfwpkd0uW551Ncn7ZnVGbD6pQAAqFAkgCpZbcqXoc2L3u7b+PEQS6+nDDWG60qmvlUoUF8Rg4Mp8NiOC9vgbeVaOfNQ7+MP/CRmMYttjxpI0Dcs/PeuaHDQeePSM2MERl7jPff4UxdqtOnX+gAdZXV1qvrpnHThUfSu4fc+nSpkMwP5sAaCjzWLASvvnK8qXNSNAMuHGAZrgaJVSwHEIG7qIANq5Fb2QioYuZUkY3FUFBEipJBvoYWDQOhsZ7CD9ZNiJ3T4HgafTWhU4ZlM0EbrkWSaN0h+WhsVXAFo+/5qpaq7quKudOJVecU5T51youaV6YC1rgDch8WefM/tOSt0b6TzuYd8PfPfDugd+PB/wgX0bD+3FhfxtNc7WFzlmfERb2RH/1KehdKnAd4+JlEdmTEpjF4IUialeKVryHJG+8YHLYlUIuPk1XCMm161KNX8RjGD+1jTS75Lahxraobnkwcy3zlFHPnPFS+8ucy0/GRGbpfaEhfCNplruAYck6/GLMDDDlrBw0QamHOTp9mt7MqzpTBOGNfdRxGthk+tB5IAi018BPHb1ZM7xZGKlouElTNerEnxib8SLTqromnbWNQM9mahWoBIMqmypDKue6mOi+RhbfyOZk5NDnYNsAtT1DbJSpQb25EeSiX3K+XhTH7FjKcBlL45zm8JF9VzmEGX2tsk01gkLwcSirSrmArLysJTjn3BYlCiBrm1rbN9LrRBZLJvo9jYc8JU5tARVcCMidhPC5AdehG/7F5YrGC6F7PwlGxjmyAW5+Y14j6LNjM74H5NksO+gzsBHecwA/GCHbaQvdEfzZQw+7QXuCD0cCFd48uoOEURU/rdgkf+CgdH31gc06m+U1hx7mNHziigZzaGJ4Pv23MPw3f+4f7nXPofLp8YHN+TPBkIOOzPFEP4nKvQNA6P1AAOj6+lpXHG76Va9SEq7G89ig+CRmJBgSr2wpp1buDTFCXDzSx073HGR//vlnff75s375/It++UIwyP97z+fP+vIZHvr5y1d9Abd397ozbh+gF7i/051lBLHu7hY5spl/uH/kp+FPHDaeOQBtOWzso+9t/PrBTu3vK+20I//8bHrQM4dt57ebXQssPW5pu9ETwbEHYPr48KSHxydkDwC6aXiGBvjJ9rMPN4GNnsn7106eI/9M/ozdbqsd5c/AdMdP8HcE4Z6By/zrfqY75n+Bg4IHngtH1okxQAfPrcFa83K1rzUzKTKsUZczryMHWc//yAGNCeFcdpwxaWTOBzByaBsOO54/OwJ2pofgh3ntDgSHoj2HGhpxz3BjcS+5Swd1Mn0Fvew7eCejotzsYi/3ZHZ7zAwd8FF8SqZ5OONJEowroyP4SCZsiQvp2OAm2BPFCyXje8NL12tzWaemqRS1sqyUgJ/hyV5M8j+aQnWC4pMUAp0/SObMdB7NxftoLmwE/VF/ihRZUkoJ147y/f/0tCFQ+8h9+qBH1t5us2fqGJ/H4/HN3qHh6fLYmicQUc/PoJH5Mr38FlCsBXRwUVHSkuaFOdOSuZ85/Psd0vHc6SvPZZADlEWbZpf72UewYc/zZMBeg15sCzNz1nrmOBdTd9QxykcV9Pn5tr5a6+PHG3368QeCPP8H/Iv+8q//qr/85a/6y7/9VX/9y7/r3//9r/r3v/67/vrv/66/zAGif/mXf9X/+T9/0o+0u/n0UVcEyNfo6vxOYRy5FGWPKZAk5jobyvBc2WMq1Cm8iwAH51x7efy1duoJlFTen73Bc3FtEPgx7f0MJojietXvNN5bKJKBRmhc7qk5AL/EuKE4a/ZBq0M8xM3UwViNG4wEV8bjXrv9Rlv/rZ/tfftVL/+R5/1Tu195NoxzoGfkHhvRHbB/mQpGh16syR3j6+Vg1Xp9rev1DfikNXS9/qAVwZea18xHr4zfpMLaFDZiCXqsTraH95znffS888Or45KHH7DF2PPs2sWv+3oNt7BfLkUdc9J1vYwV/lyvVvrgHzYQ/FnB9+subFzmS8rn5Y0Z7UKG/FSntHzUdYWwdYw1NoRtrFWMt7gpa1zwZg23m8FyWLiZmrgPemhE2ZUKGS7rsT+OPGsPPMNH3t/O+9kZCBvm+8KqZljFCyCPuYK+vKKTEAVHQDIyF0m0yzXsysyd124mH889RasXtS8ysGUG5OLKNu4i/8/Kvh79P+s43u1+98C7B35PHvCLh5f1bxvSJKIi503mb2v0qlb6v+Tn4tfVZvFCbPbCf0sTLyHx8WM3tVfP8iKZqUt08bG+0SNjiIoNzMTrGngjjcxBIMP1cAI1EVIvVMAGdTLbneggKbW+oQpIswDm1y+av1HBUsNqsrI3kNn0Em6GlWEblGxrARPXqNiYcUCLTdLAoYsN0x4MbKZi08BmgUrUdvvxwmTys7KZ2BDqOWfA+gqb2AjUXrEpZXMaP61ks+VNV2ZDm2N3mfCxAk68DEfsPnJ4GGzP8cBPn49gwBy2rFTgooeLvsh974q6TjCbUVMNxh3B5bARv9WKjYUNtmHemz9AMKJ2zhcV6iQ21gm7TZULPsnyZ9Fo6rw8z+hWQnfMT5H7knnNnww1IIJymXsBy16jVfBIAOMaQWwu2fSFvzgs7w0CDRF88CHawR4O2HvoEPWOBP7wJT4eCawN1sFB/Ah/8LdOOBkNrPn2A2uPoaiwWfbG2Bv0tb/1Y6xX+K1nbAXgJ1VoxkSDObVeNuC2w78qcOu/LUJw5enpiUPEsw4EQI7YI+Y7lSz7es1Bxj9J/3Bz04I/rJfChr3i/6ZVF5+zJONzLFW1j4F1Dvujngh23N7d6mcCPv5vmyPIQ6Dn69dbBQgGff36Zf7jrbcEeQABowgEzd8O8n+LfXf3KNNbAj63jKGBQzL8PbIHB2ruN/K3hvzNpi2HDtMd8/BMgGe73TPmbYPLjGdkyJ/hN/42EUGbRx++OXRvQt+jHv3T6wfo40aPBIU2hr+VRP7p6VnPm2c98ZNt02faPyPbQP33mxaEHFlQfL5b4EAU8t0OPfBb5HsODnsCRQ177Zm/gbXjgKFxZI1MPDdYfad5sN8zOS95CBd3AnM/ARm0Gd1mochGni/jMMhoAZ6DrH+I/p8JBNE3vnMQaLANPAuiDW2tcww6scgWcLgLmfu2CaYGfNzvo28zZ1ijQebnVuPDftiFwr59uUKUTJFiAJf7OcO2BVyDtW1im23GaD9wY7mchqxazMBxGXidG+ZzSdiJZ1NWSkniEp+0MEFTSBTlSfGP+pl8gjYkOX/GojNLSRefxGuddx3PgQPPjw1r7PbrXdwPD6y5Lets2A82+aLNBcvwPT6P02vD4xuZYz9bRg6i8dwhf2SOjlDX+1aZlTSdVGsMqf3hg2S34hnDc8C8D5RiCBTT7TQ/zwbFemINtaDT4DAB3YzUsW7DLRbMeQirJ4T+xsLqqtcHAtwfP37SDz/8OYI6fya48y/+1s+//Zv+7a//qn/7y7/pLwSBHBT661//or/+61/0L//2r/rTn/9FP/z4IwGkjwSArglmXKnvVlp+sOCxGGK+swdgyjiCZ0JyrhSRC1p4nhVl3jnV79G+ix+irCPo80FrgifrJQjEc7IHted9m3t0ND20lrIvkgJilHOCk2Oe8A5OotJIO0jO6io2FPMiwUHM2YG9gb/58+Rv/RD42YDTH3getszBnmk9oO0IZS5Y62L9tz7QgyE5d6p1xTjW6nnWxxiub/hBwketrz/qanWjvl6rq71y6WiEETE5UMxAgH7mM2x3H3v63RJkoW8CVKPIs5/ZY88+3n07DewhaKGck7quqF/hx9VKDs5d2X8Efhysu8aOK95r4cfaKfO+z5p9BmndwzBPOIULPgPXwbclw3OJj/vzuAfsHHifmoelxJdLTY2m1ZyboxR2VgI9Kt2PAAAQAElEQVR3ebm8lbTUZaGXALq/TXo4jDpwr41QywfmzNSI+XUDcG79OkP+dNku22nahG6XMSLnipnkuOLXl11lgfAYdXyPdrXKa7crVMwF/2cR1WvKqDczMykzPZOcc2tzFv1Tc4z+n9r+d+PfPfDugd+zB/yG8oOcw18b5tTIZXoSnZjLUnjLF5D97pUoMSDL5b7NL9T8C7yqT1lUjYTM6fKLw5lG24N3SZuOJedaL95FmD5FaMfpqIkNjPDHCHXwZ4G/nWK5a3mTE3oiQUFQJ/TljtiQuw+zpi75r4J3YqjwyzEYK0KY2dwIQcihFsdLP3xjm0ZeptQIIyaKR41s0CY2/AMHs3bI8ubpoIGN3jhvHqjEhsuaQhEKaHqSzDJEOfTC0PeFlFxmE1tV6yo2djU2qVcqbO4yGwRlNgnzhsrtAiQja/FIgOLIIX6IwMURuwbM8W6QCrYhxpz065+JmgZt0Mmoo7rNDeSMfawTbKmBor43aqNsBCu2BnKn2BRic8q0jv6huvyQjwud1PF8nBDVojA46ZKPnCVvYm4QhJEwIaQej+fJ8xcYNHB4Wza+Bw7yBw71O4IMB+RHDtET9SbaNeCXOIwedRwm+dsYA2ti8FpHfXTGGEqp6rpeK346e83ByJvkazbOvecSn53GR11GzTojZWgjwZ0tm/DHx4f4Fs7Xz591f39H0OJJe+wajgPzOVI/yX9Lwz+Fvbq+1kd+en4N7Va90nwQltdI+Dtp+WB9Y+mrOY0y5kZk9vT9SCDl4f5BX7/c6evnr7ojsPP08BCBlMeH+/j1lof7+5DfEhAyvt5+jW8COVDkbwV9/nKrz58BQaKvBIu+fPlM+ZfAV/JfOSTfOlBEEOiRg7K/sfNEgGvz+KzN81YRdIFGMIaAxsaBFrCZZQ7WPD9ttdk8aUOwx+39baI7Akt32H6H/q9fsZHg2R24NZB5LHcEtu4Yk7/hdI9fb80zrviW1Yk+6AG+wfyDnpiPhkd440nP/nUO/GUbNgShjC32PGOXg1rPyDyW+F99CKr5m0M71teO4Mxhv9Uh6F5HDt9HDiH+CfQAb2ocuYcDrMPxAkd447A96IB/9oE96+NZW/Qbe+jAOvLajrax5oc47HuNjc6zpkfW9sg6Fmv4jGUhL0tlYnV4hbxEK/1+elpiruKMKU+WIFA/r0bumzH6nk7354tyv0fiMMjK5b7jNRPFJWWVnJUL8EGpFGVoSkkpg9QgqJK4EoCmGS1HRmpsUkoLMrIZ9JEClCESH0wilZL4kBmxb+De2RAAumd9feW+8K9uep3umasRP89NGSNt3rpGiqg3el7QZX1xMDXP2nAfR8qXpgWFdMshXiAaz0Xw5goJdmfu7S4C8ll+dzifaUtpXCP+d1973l/Dbq+dqfu0HfTXtLU0GiyNL3Uwl3HZoKUq9aLf3u+ETut+pWuCL9cEDm4+3ejTp0/69Ocf9eMPP+hPf/pTwPynHz7phkD29U37luQ6Ah5rrQmcu+2a9mueo2uedetrywkWUWZZzw9MGqUtAZ8+sFZf16r0X/1eCvSyL0quKsoB5SxYhggljfGYmjlRDw74q3MnuQuRkR8jdMY9hu98H+8OW4LBGz3vn7TdP2i/fSJvbDUQcBlP3/xZ3s/cA/MCzxgTYE3X3DGGnnerx/UBX37Alx90dXVD8Oca+bW6CP6sopUHYovifg67nBt5b8y2jXv5+TLyrBnHrUbecYPnff/Mu/BZBz83WANeGzll1VLVs4ZWBIBW+PrqakXf1/pw/UEfPn7Q9RU+Rl4r7/rwo314CfE55zN1Giqm5tlmqmDmyJo7AlMkXLYbMl/kZu4N4i5OYpQt/Au57zOD2WKefL95/Q/wpkve/RvUbFoWHVCuJnsjjV4jYWgu91g9woXCW9zQNNkXleBh6aoqa7JCM3l7xvWKkxftLGhSc4Z1GOZ/T2ge+j2N6H0s7x5498A/pQfm53rYfvkimnjJhvCNZGkzzi/2N6q8IWIjwHUuSGc2uDk/K2cPGtLvJbx7oqhVt+IZTRBlrc7l4xZ+7iYqOEEU7yFT5y+BLvaS8jAnmAj6RGbuK4zEU6Zgll5qgF86bPStbhS+pjNqtxTmxdXaCkPfbp/lF2WO7bv5RE3DLTR/bN1b2pHH5mTQkZ+QDbFxOrCZ2zewiRiNsJGf/AYd2XidMXcwE/efTzyqY3gjFskbAQIFte/Y4K3Y9F1Br9SVXm2jVRlHomYBSf64/UBiHDnY7TlA7jmA+KfQg4NCBIdG5PK8uIF9wGEpnyB0RsGcMF9wsRFCL6NgRGe/ZMoyvYc/s+0pbQNTodht22uH/UswCL4wpkx5INqgoSYOc7TnEFe94XV5tnbJBpl1jpoI3P8M22SEVbMMXpdwOWCXO8/DEWoMzJlx0J55PLIZPrDx3dtf5D239tXA4dT+HKEj69r8gB+H48RPUY+sgxFMxDWn6NX2FsbZr3qtfOCJ4M8NP61l887Bpe+ZP8bosQQYXPMfQ8OX3oRu/c0WAgn3d1/1+etnPRDYeCaocMA+2zkxHs6qqmwUfTD6cH2lTx9v2JBfa92tMKECtNtpVhtIkZ6TxOy7ToPle8b+9PyoewdnOMR+/UIA6PaOYMhDBIAe/K0acI89hgMpXwiufCXg4+DPF4I7X2jzhcBPUAJIv3z+IuMz1PhCnVva3HNQbkEX635C/4ZgzkZPBE2eNs/abAF+8Ld8/K2gZ2Q78qbPT896wh+u9/S4iV+9eXDgh4DSPQGdW2y+XYJSX7/qC7i1TYwpAlam2OmD+h22fHV9ZHeBOwVFj8f3AH14QIZ+9xHAB4/gHpnx6AAZAaNHcA+WdrfM3y19f6UP93t7+0W32HWH/I7x393fyngIei9/a8S/wuZA0/PTA/54CmwJLPhvcSzY4ptLeG08s16eHp7kYJ3xgE33sz/CJ9gRlL4d9LolIHaPLffYdn//hTm/JdB4rwhc+O+SEJjb4lv3vY0A047D6xlb1uL+TRw4RO4CXk8LBtbWwCHT+bCd+dzGt7ieCeRtAGNlnJvAozb0vSFoFv4gOLjdbjhE0z/35uRAEAvW903xM4NnSoV2ptwTfoaUXHim5IY002xqOShZFRTalez8BZwHlTLrChTuqVSU0JVSUgYpJUmp3fv8UMDr9C7unbu4Z55Yyw7Ojdyv+tXPRKmfHyCeMX4uAR/UOYgPfqcYPGGOgMoXF889Ai8OIRzpB3Yuy8pZIKv6MNnVoLUJRRGPyZFn4RDPsWE/ML97OXBxYJ78nAu70an5U6ABdBQ0GIjk3zOKAFVksCfTL+WZel3Xa8Uzr3cgh+fUDUGDm5sPuvn0UT9++kE//vgn8KM+/QgICt18utH1Dc+xCPBcaX29kp9xa7cH1wR9jDXP0jXB9TX6ghLsWfO8bX8Tp70rHXTqkfcEf/rKcxfkXFVybkEfYeiMErY77+EwBucZu8c1Xvq8VcGvrtPg8pHgz5G5cmDFgZ/d/lH+ps/z81NQr9/9sOWds8fnB3zvGXP7CV32V4NyIm8UZQIqtrsnsNX3+MQ4/crXjWpdB7rcK3t9Kiu0zKq9HjyHo9cOtgVlTfldKOhA8GcgELUPW7n/uMf2BKXF/iBjhwN4K95jndHRV9fL82n0vGe6vpdp248Ueb6jf6y4vEbukRf5cc6ZAts4YKMRf/jZAU/7HrSaVGrMr6dUsy4xX25qvG5wLmfW3Gf4pfEuM9y+4WXrTOAvo7uV0dmJf1nvnMvMSMYljb72T7OPMldh/nxvZubcf3sq5675s1Ao46xVKqdMpig7OUl+XwzD+30N6H007x5498DvwAM8//2yGNmw8b6MAXkbF8wiaJmWutBouUhTpBfJq/Kl5MVDcBFeUiviha35RZt5YVy2wVS9/rwlc532LkHhrCAICRfFLYV548J43mjxLR/GPznIA8YL3jKRjzqUmX+hiG6d9776sqdL/nt2u132+LM54YFGX6dzcVTwT7cSAlM3fVE3OmJMCKlyoW9kA3cEgwYHgeaDzegAQWwmCPzgB5pxWUnDiMxQbBoosqNDcSToQ0YvI2jGVeXcxwav9yaWDW/fr1RBYZPgjULOlapzewYw2rcOTBDk2WPLwbYdjhHgcJBjQG4bjOiNplxaIHQ0qH3C9AmTJ6wesREB40BAOTypG3sDYrQNTJFtqz6MYWffd9jcybQnXwkGFQI8pVaZum7JVbkUVcozZTmTz6xi1nR2HyfMfToPi0VwZho8rjPYBXtOZrSxH+RD6MAhcs/hdfBB57DTEQz4K+YwRirRPYmvRB9txD4ULd/4OeDLI6etgfuf3qWEvV1Vx2b96vqGA077lYYPH9qBxvOmUJroAX340fbbXhxrAfvygZ8SP3N4vJ0DBXccyO+14SA8EMybGEtijuxrH25uPlzHT9I/fPwgH4i8Wc8E01Amf+jC5ARmsnWFJGFL7TpMah4eGM8zB9ZbgjlfCQw8PD5oQ5BlxyHdf+z6yKbcdQ7YccBXB/J71tdut+eAs5P/Jo5hW019uPeB+ETj2zvbqGudW9rtwQEd1mldS8Ay+PnvKe3nfqJsd9A24D73sh735W/ZtMDBhkDSE3hscICGQIiDNv5m0P39HUEOQFDnFv7OFNwT0LoDt8ABnADBkwfa3wHTB3/rCTwQ4HmwDPoEdbAm8i4DdwQAHoLeyfwdAZY7/Nlwq1uCTA9zMMYBmUf3Sf3HEx5kne0bUY8xB8/M/zNBkJ1/9ewVnsk/OyBGwORp80jbRz1gV7PzNgJMDjg9+BtR9B3BLfp/IBAUNhF8eiAA9oAfjHuCXfcEkjYElDyXWwI1e4P7xcGMPeuhYcdafQvPBBKQM6972gyBQ5NFIOlZXhOer0f6ePT84Mt76An45A57HKCLIBp5Bx/DB+gYWH8sYaWUFEGauO967r1ePc+QjnXdWWZauSdNI2/e6NRZ1nc8l2gTB1kost78gs4ycMq3dhWdhedVzoVgQoPfIV7HT9wzHsct9vte8jzuOVSP883Ibads4wO+I43IhDyeJdQdOZyOBJrH4xDPhWjP88Y38JFyYyQ/HEYCOAOBG+pxr1hmLM+AHB1mddBaqnLNiuc0z1ZufkWnPJFGojgDfQ70OaDniI/DBvqKvqE8UfXiUy5zWE4dUkx0ei7LJeMno6rgu672BIXWWq1XugIO8PjbkX6GRRCHQM8a9OH3NXP0Ci5bwPvQz8Ieeobr960dfVWQ3W+u2FExzDjPAoLzZdPBkbGED+GD4qOlUp6bFgICS5l9NTioQpBnv9/wPNzoyUHczQPrfUPwcsM98Mz75xlNB2BvHpkCdwCsE2RPSC7KrOMaWKnyTlnz/l874LX+qPiVL4JBq3rNvPbKpaNVh3kZYBHqjrwrRsZgu8bTXLJGmONj/NoXPO/BYf+MXduwb8vzY8+7cKRtzlmVd3G36rVardStatwz4eMVec8N1PmKf2uu2OD+W4ikcIypMAAAEABJREFULayWFx9MYcxmAJfzWMqqG+Wgj9f6MdbenvUzAAbhem41q5kJ0nZhYmNO6dwmlJsfT3rc11JtxAfGQH8nH53aLLUuadN1KXnJX5SbvSiMLAmXR3JRwkwzAPs547sCstdowY+zXEW+Wpt58NlrA54qMlrh7zdlqL/fwb2P7N0Df68H3uv/L3qAp7g3V5BXRkwcvRGd93Jk5ut15Vd10lwt4iEzH4QCLikSyfs19rvyA9FQfFKkl8lZcq716s1zqv7atFPBC2bRuFAXprBD8ydeovFTWfzgAzGDCd3QcIwpjInhZiN52xX1LFgG6kGa99st4MLLvp1/Cxd1GPpZL3VfZMhzUYX0jYtxjBg22j4oOwhSK1jgCYRnnBMlQ2z6OOB448dP0yI/bzDGeVMxUq9tQBrXeOHDHFiscPUF/j3xzPgzGwNvsPq6YkN7BVaqXa/C5jDnjk1AQVGW/wm/YZlsetMzyhvBgZ9OD2wCG44MqW2wRsYQ9fXy89o3UYe6YhyNJ+VaWmX6zWSavVntgNGpsoFsm9ge3vkZBZqLMmMo1MnOw7f6VabZ8px1+bnoEvGcw64YB5vW8QXwNU4YPReM3XQgyNFwYCN+0IHN7oHD2eCNMBgpF/oCMaYkHBtwbw5cDug8EGQ72qfQifxIXTGeUnp1bIqv+Kn0x48/6ObjR93cfIpv//Rs4j0mDNfoNjNe+nSIA78P4ncc0h8JHjxyOPZPj23nxNp0V/ZPz8Hp5sMNAaCP8k/VV1drVQ60PohGH05YCHQTXCQjqcGgKvb2s8+RcgjY64ED+ecvX+SD96O/AbLbycEej1F0nCSllJVoX6DZ9yo3tH3hA5PX2ZFDaTwj8eNEGZcww5doCJIS81py5jCW5cOh8zknxce3l2t7rDQOHegaDfJCPs1o/SzzfEGZlyij/nSy56iJOWu2Nn50HgcdOWQ3HNUo943LTpjz1B2QDa7PmjqYEmA9Iltg2470GXnW1OGwJ1C14xC41TOBlC3BHAc/NgQKtgRvtvFtni11Zuy3BFbgCZjt4Hc7eIIeOwIpwTt/gQMBmYPrGfAOivnvE+3cF31sHp/0FMGhe+jDjHuCROAREHh6YI09wD8S9HsCzxxcHbh45kC4xd4t/W2fd9runtXsfYtSTv/77Z46W8DBEru3BrbvTSm3Lget/Hemnmwba87BnQcCQE8En7z27wnOfb3/qvu7WwJmd7qDPtw/cm9stGNNDvjei8rPm8JzoqtVvYM3PBe7vofnPqydOlAp8/3i4Eed8x2yjvod9XvDbU7o1PcNHbTr0Qe1rOuttyp0lQ5aZBsy9xKLOoIwG4Jx9wTg7gkE3hL4c0BoIBjG0mF5s95zDkoS18scNycVY60HHXhOjRyQh/Mzg7jByPpy4/GizohPBj/rAJXFo5Aq1i7Ra9hZclYc1HMlbySJUhI3Ab6HWl8Da/vAAbnpRM6znwoc2F0bFOBrpphFDeqFTaZNj201jsi/hZq+ZiamZKxJ2FYCy3zVHp9fIuaxKOaVucwEtbJprqIhOtBjHg6BAmPmXch9/MIO+sflsztVqHl5eUxiVCdZFs+sUw59bj8y73v5Vy73Owd+nuV7J+7v7ROBlSd+APOM6w5oskY/4OhUgzQHkDLzYlSPq+9ZfyuteV+sewf2r+E/IDOuCMZcq9Y1w6wBiTHHOLGUgYwEBI/xq2WeA8PzwDpinzLyLDoetqwp4MDP8Mxz33jSnntzz/vQbdGknJIcXO0rvrddRuc1T7/muSfCXvjMPZh9DzAOZfyDrz1CuJcXQi7UO8U23MF04Jsx1rjXnNd0BGbwFjWivVUaoTskuC4Ec4a6KI2M25sxNcwvcH6BnyEj90oDPdmQpeJ/kaLl3NJDPOcah6x1MxsPyfjM78BqP+dOOdYylMEWwEjjsoL8zQptUqe/V+Tf68D+i+N6b/bugXcP/EN4gKd5vHjmV4+f7Gkx7MQsgt9EvTWIigvzQs1lZqnQaIqTlV6kevPT6r9ZNAs9DPkANuebUh7D7VqkF/Ssc+LAJXCmaCJvT4XMesm7jlnL7cKpdYLOBKScgogugdOW/zYNDWcxVbnINwXn0jNH4aurtbA9pwJXxxFciCaxQ4GO2AI5Xbzu2WWPYHDgh8PeQBDIwYTRmy02F2KTR61T++A94NDhToIhsQ0GLFfrl2be3GU2XLmXfwrY9ys2gjNKr8Lmq3rTkIsEYjPBxk0GehCG6RMKBw7FAwEO29eoN4UD5UcsmkA0aMnLCZjHnWwQ5W0UkUGvG44+nEeJE48jK0PCHphak7I3iZWxQL3ZyfMBqiZvMIu8mc8uz9FQ/thDI30Ygyn2j+A0Bg5We3+Lx0EceB+0WtlBwVsW87I75zmMDocDwYCDrGv0PDGHYgzu04PNjD9jhvk2PkbL5tob0yN+tD3jmGQ/J89B1yv+O9yrK119+KCr62v57/741xMcqKm1xx9WqNMnvDgyQl+MYY9d/rbF88NjHHjvHfzhIO4D+IGysJPWHf5bcUi4pi//KoX/55319ZXWsTkvStiOtVzRAy2+vWxJLlU9m3jP0cjh0Qf1Bw7/X75+0R0H18cnDgUcto8EOCb7ZjrrSTH0JP+zOA52EQQZCaAcORiN3OIGpb7A0jpjn230pjflrMy6LckWpbkKlenPfU7hn5GpQcZzY4rAT+PpgGuU63yDqEcZlAqKdszfEXjujmHrbOeJP2piHbjOkcPvGDx1onxgXKMiYISOY8go81qk7gBc5oOu2wWizkAA7cAhay8HZrYEdfytmg2BHwdBYr6RHVi/e+bY8+wAx263p81OpovswFzsqHd4hR2HOuMAPYE6Ow5zzwRudg7gbDcRPHnebAhCnbGJ/JOeoA7GbAj4bJ425B/0zPxvCCDZzmd07NARv4IHH/mFuo8LPM+HYPfreobXsKnhvjbotn73+Uig8Qk4+BSBE4I//pbUVwKRX/y3o762vx91T3DIa3JLX77Hj8ztxEM7paQc6yjLB9au8jzp2tp2kKfnXgmseta7sVJ/4nt1PeiQg65vvNstqOgq3OOF+8X6I/hDH6VklVxUSmn9Y4fvgz3z4HHeE1T7/PmrPKZH5nvP/I6sFynzT9988izJC8M9MLL+R55PI4d6B2JPecuRRRlBGtOBen4+Ga7HAwCNPFxIs5WCeL4W+o9DJpS+EFPjfLmt9QX1uubZcMrTr4xz9eCOp4fkSPEARvl5HQFS3oHxDQ/qUPoibTZahQ2xZwAG5UDFrwDf5wt08B3+NzI0Z+q8Ag1VlAPW/hr2isfX+o9cC0S9rniRz/C5kHCVyLR2I8+JA++YA3sA/4rmhnto68DP9pF77pFA6JZ7eY9P7BciHnkO/FgH6xczGTQXY64823vG5+BP719nW39QP//KV98T/OmuVXPP8Cpjq1gSSnguMRKeSx7TeAr+uD9wAMyjf3X4wP5kT6B4T/BnC/w3ibbc11uCPwPBoCNzHcqsGXuywbrPJSunQr8JZKWcJGWuBkobbxmwZ6jAXCdpqSvqNiFy7GUdhb1hHyvjZL9bA8pdfW5lNoBJMiITmhoX6dwG7VHnVC/k6Iz6plH7RdL6cdlbeFH11zOhiITLmtylux/jPj03zRhXWbfeC3Wm7OOKfY3c/iwFBVQnG57LzLgkJJdXq3Mp+b3xv/8R/t5m7H087x743XuAF5bHyBN+5pw74eVDa9LE4cXverXkVE8coXT6cLCBRyXp5ZUuMxd8qz+/HZQS9YyLGo2d632rmOK5DLv8MpbfVgGK3qyvpTsqzFfUm9jgoAt+RJfYvE5A5o15/PbDRN40ymgya/mGpJC89GSIvpNc1rzkXR2zTAKXfAiW8bbMnI4Kf7C5C4rNcwHjtwYbDqV88q+BQQc2gfsIOOz5CVtDtPXbnz7QiAranHiyvoqTBZl+NcOjyPTHgab2qvzUb0FfV6ocVmrplGpls1NARkmRcoWaB3Tn7odh0pHN3cChdA/dcxAZsNkHEtto6GKMKEBfou8kCWRD7YNOhtBsDMkiIGMWIlqiAJIhhm30OIq84clscmu/8KYFsynPrptonRUfjOeir0m2dYhDzoB/B36qeoCC2ef2/X6egxPPptz8MNcZjjsdma8j9RwE82ZZsU6FnQ2V8WIG3TcbRvwy4quBesegR3H2jMoeR9+ttO4J+Fzf6MPNJ3348EnXVzfq2cD3fdfGmwv1k2IsaPbVtAtXDhGc2nAIvr271e39re4IwjxyEHaAYMTWiYYJO0op8h99jv9t58O1bm4+6APBptWqx/6C5dZsnY2+TOmRgWWQOGjUmIM+bNpsnnV3/0C/d7q9vdPj40Z7ghD+xpNXemL+49FCxrZM+GLCJt/Hltuuyjrsu04969L29AQrV6sVP7Feab1en7CCv7J8vYq6tasq2OM+bC9dyP1eQozdcF9nJKXUUHJWyUWFg21Bl2F7zihqvOsUddSpoLg+Pi2F9ikrZZCSnM+MucEyI4lUTZbUPrZ2Qt5yNIHPQAo+SdlFVLOvpulI4HHUyH04+lAG7MdxzpuffBCaBg2UHTkc+ddx4oBJ0PJIUOcU5CHQ8Ks8AQd/a8j/W9ozAR5jQ0DnEs+PT/K62zw9xmF1Q/5p84DsiSDQozYO1NDGARxj80x9ghkOYBnb4Dftf2kjILQFG7AN+bNafQJOyDYhg8cWyx9YYxsOyxvW/SP9+28qPT7ex9+7+vr1q74QPPn8xdTfSCOQcncX9jiQZp/YV/J7hflKONtzVphLz3PfVTmA4/uv63t1fcMKuuJe8drs4fuu1wkX+dp1qnVBZT0UlQzQXy6Qc5EPxqUw59jgOT7yfPWB+sEBIAJYXwmmPhHU9T22JzAn7hsviRxr2hzIDTlbj9Hyrutn84BOj3lHoDh453kWjlD/z10HgkFH9B4tAwP8EAfOEUXiGTNq7oJxWP+MWhlnmZFE96CVuZVxpHXooq8R3bYn+mKdHmeEndRjZdOElP5d5t5hhRD4ssS0wbkzsLAZIIwA1EFE+uIihBLBmmOMiKI36rTGraxkKnCRO1/ulNxM4MTx2pUy/nEWnquY/R54Bo68D0Z+2ON59ZxvueccYNlEAOhZ2znYMkRQxpYPoS1MQn9mzcSc8yxq623FM/EqsCbg0/MO8btlBR//zXtdK9deBeRc0YUS0vA/7/Qj9kSwLeapBX5G+GOsG/YktodAz377rHPwZwO/1cDzZORdM6Ij5suqc2YqEijKPCtzLiITyCkrh/1JslwZqotPmnnkF2WsDswdI0A4YNvIAhlZW17X47xmLXPjzJoyNWYtsOYgp8uz+BqnQpi5jH5iXKHzfD9Ym0HF//aFRzxS5VBIQtceizHE2JiTsEPUyarcfx3PKtPc0do+ZiX6Ep/cFMEV8PpC/2vR7zD/xxjl73Di3of07oHftQd4n/N8n4dobpr5t4lLDdd8u4alrmGYvwCb3JZLjRmqt14AABAASURBVCxpPB1fyVx2qu+MMfHa+1ZvNGcjutg0xqaG12QIIhHFVtDAC1/6tr84EEutD7rxRlg0HNmgmzdG8r4C1KXIKVkakJKJy9qT+/AYUoheJjbLeClVvHlD1kYVbCSt8oh1kX2dtOKX0jAOn/Gy9oZoZHNl32jW4R7au9lajxzqHIjYaYiAw47ghPk9mxxv+N7qAE3W7V5ZR2F8KMyxMYi8BzRGT9RCTj6zYejrSn2/nrFSLZ0K8taGqtHd3C50IuOy+MiGy99e8GHCQZG9N14RHBmw3ZuTI5sz5oN1QJNQ2TTN/aPPmxIIdkZxVGuJe2hcpM6CEbsNCGL05ELbLP/0K88b35wrsoJCI2v50ByPH8OPI7aPzMPAJtW2G/uw/aA9h+OBwM5g+gK0tRwcfaCe24/osC4UeyIa6NQ9x9hmHkIZF+thcv8ceNpap2YqKqWqffPnOoI+Hxz8+fhRa4IyDnrUup7HlUOVLtZ5EzBC1sHAwXDDwdh/9Dn+PgwHYB8gd/x0dsDuyZvyJFX81a97fby5Jtj0AfpBN/HtHw4FhQryZ5KYP69M5xZ4XIkkoaMyB9ZVOeSO9O+/o+Nfu7m9u9cdAaAnDuYHbPJ96/YpZaWEflRP1DeO9OEDeKasloxtVT44r3yQBg5UrQj0+O97XPl/jXHg5+oq/ubHCt7lPfW8Ac7YVHKW6EL4yP1OdrTBCrBMfKihjB3us9Bn4TDe0TbG0lf1jKfn8L7qeu6PBv99kPXKAahetsV529Vb1nEfERBo+VW0cZ0eu87otOqNqg7aV/cD3B/o6K+rnYwK3yPrmSPP/3p9xbpYE6S7Yq6uwUdwMwOetfLx44cI5DmY52+NXX+40hV+ur5aa3291up6pSv0rdb00Ru2A3QNq67XCdi9mtH1yI0VNNqvtCLodomOso458hgK+go+rfgzQXNOSjlrmZOReZE/zL+MmBcLWBTBj4jbeh55rhxnjNxrw/6oI/RIoMsHveFAfr4nvb6P1HUwa8f9HAErAkbtm0EPBCMf41dqnn1oJSg5EBQ7+j70PQm8Bm1FIAlzkxJrMmN7yYXnTFZlnRi5FJUTKrzRZDlDQc5ZBVpcL8NbV0pKqcHlXn85FQVvPylTnjFl0oBt/hbX/cODvhLIvbu9j28BOQDmsSs++CmoaHmJRH6B4uP7c8Q/bjvsBu3g/W2ggUN9HPbpL+qYgiNzM/pZFVTMzNJXpqOG2mVVDpuV8WVoG0eex6PTZ9F75Bk0oHMInUPodJm1k+EaY+4tg6O9+wSuH6VRE46iX7lo8Sulr4uozUXHs97IUGmhMwspBkNngHCLGzK+DmETRImTrIJPSq4hD99YDMbw76BDvEcG3vN77XlO7uO9vyWQ8kzQZyc/zwfWu+dt9HMSP0RP+Nt+t87q5wj3c9+v5GdSz73asFKtxhXPM94ftVMuvXKu2FNVTG0LwxzR6zVwIMDkQGDrb49LAHM2eo2AYdhik217nm003WC75TsC0gdN6ELt+UK/HTvafjOU2O7C86EvnSq219rLdlkuDzCSHLXdHIO5MnUgLmP85qLMCRjp18Bo2o0QhPQVKybYSEISMmq1zBtybHAXEPd2QqtP6iYG7KnwsrLlvwo3XvC9ik2hU9dgeIyJe8b3D0EgMhbjE/xSssKHzLG/BZQx3ihhnH7lk3+l7PdV9McZ6e9r3t5H8+6B368H/A6IFxGMDykQrl8ZrzfJhqss1PwbQNHkzfb3qn3niegXx4JFK6qalWYW4UytxmK/oFzJL+HgvamGifd+2BDJ3Oo1mdy0CWnAheWuP2mynlbS0hBbLsosgje5QAqelE217UtK4k3pK0rOnZG18RBfrmsaeJHRyybRJpKo+rK0iUZG4Boj8zp6DBy+7ZtW14OgXvRhfuR9bhx05ECz5yeAA5vB0waQlz6lNBjbGGgXuvEvQq5W6vc924EYq1Spmyl7hWx5z8ZrrZ6fCPYRBFqpsnnIudAmzW1MYS8udzcyOeMwaWDzemRzuvdhjAPXnrxlDd6ojM1nNhQdOTYlQj8WmrexJ1DBl+sa0ZL2dOhsAB4n4b5MTWAdYW9RCwJV5VpO+hW6qUq7ZjP6TjYesH8G/h7AgYCPx3NgTKavMdH26DmEjsyH7Ad0Y1DrKkMMuvTloujXbVzX68ADsV3YXbC1cHBeEUBYXX3Q1fVH3XCQv/rwQfG/13Dor30fSt0s4MTKWc/Nn82X7me/Pcjfgri7/aovP/9MAOarnh4f2KhvNPBTWXbnqiVrhc7r6yt9pJ9P/t9ybq7lw3z1RpzDKhrDh+LeMZyPLpcEGzJllYOHg4YMWSOD9X+t7m//fP38RQ46+e9X7LYcYlgf3ApYbAWJxIBMgIvzsFLOKvRdux77Oq1WnXoCCqtVD+21htrGJltR3tBz6Om6XrWv0b7kLKVFvzswMNgGSMpQTFcqSQVf+BBVciboUlSZj44x9bWq7+jfWFWt+07uv8cG0zV2ObgTMN/36gmq+PC1wp4V+RWBkh76ErPOjvro7BbUjv6Nog4fdF1Vx3i6VacV+nr0RF8Ec26Ys+sPN/If6/7IWvkEPn68kRFlzKXXzvXNFWsIMM9XBvZcoct22adG1/UKoL/r4d3nAsbu/o2V7TDQ4XYtv9JqdQGX4YNVj83RtmcsNXxaGFO20wM6fTJT1ZBZb2mGeUPzx/MHeH76PTBNBJbjPkIWNaaY02BTpCSTJu45Bxv2PJe8Bresw/1ux0F1ryOBj5HyiTVrnSwJmY7IRtbqkfv7SB23D5nlAZ4flC+yo/kFPA+iLXnLD7RfnoN+rjgflKDT3gd97DqAIeoN2HSMX3f088VBKQyS7bIu/7qff/3r1vf1l190++WL/C2nfbSfuPeEDxi2r9GJYf80WDRaGeMdbSeIfiMItpe/9TNi10i5eO6aBiJIMaJ/aODQGXLquF4Dk8h9lJnIAAGPF5RiWxM2oN/tPb5mB7oZv2UN7gfZXM+yVtc9WYM1/R3AJhYVzsEI8zS1lhcgQ3enEVFl5ilwhtwR2IIGdCEvxqwT9nRZHhnKwg8lK88QVMVaxpjr0e+EZS545+x53+9572/B3t+wIVAZfARebMX8QyBMQL0ySa2Fe6wL9NzDPfd4H+/0K/V1rR6+Qjs/Y8paNfe0M1ASq8ZUsz0jP8fwHAzQvWJNeF3Q/2EkH8GfHfeQAz5P8V7Z88OG7XYr31tH3jF+Z47cK5gWblgSZhWdpLg1KynlIr87Ks+Lim3LODCOJvnkcTJxeaxZWVEeys27CApB86kNXYRkKSHTrihwYlhkOsOLIDTQBUVu6/6iX/ozdfeevRegeat72Q4F/63LGt9WMDYjcAN1cg2aoV3tVfFj11kGvNBEnVlNDG/m/6jk7I0/qgfex/3ugXcP/GN6gBfJybDpxF0wFhoWQbnMnZBO3CvmXOAH4DnXql12a0nm5Wz6Eq4FuF7KnbNGw7zBq3je2Ey8dcghtLFL44Uifutic+/aig3rpJGNv6t5gx4U+QSaFnPADVwvqGsZFzbNB48myS7Uxbtxfu038Tmd64XAvRlkTIxvWl3Wpx7lTUJlLpHHLRSQMQOxrMGpjcdb9hmbwomfxO3ZeMWmEDqwQRzZLA+UjdRBEY2sZGkTEmSNevPC7oAMmwE2MDCKZv4mEM1cnrMPaG3j4I1Yz2Ysl0Iztyk0ySBJ+G9kXYzkAiS2YeRAMBAIOmLXgYPPgI1DHErYQHKIGsNWNpTMF8OnNaqU+WcKsIsr8lF4mUQfTWC7DecQN1U2jZbemDUUVTaVmTFF3pVB1CcJe1EyGNi5x2Z/28eHsiN5I+yHj/9tyPQFPKaDxhjX8UTF2GzKArq8uCZ8Ps8Ph6kx5h1jqJELfiidur7XioO9D/VXPtj7mz83H3V9/UH9eq1ce2oXkNAlMLfPWf4XgS+40ePh0PD09Cj/2teXz7/I/2PThvyODfqRsUzcWwUfrdcrffCvfRE4iAAQ/a5WrINS2JgzEi46RGsGcHMeLi5b4H57Dvq1rzEfew7YT4+P+vr1q/zrNj6w7rYcLrFrxOfRkCQlKaUEGs3YU+m3EnRZsf6uCCr4WzZXjP1q+ZYJtnUG5T3oDDa61eAAVDh0lpzRmSTmIwHZqjQhA6zfUpM66tWucCiq6mkb6KvWq07ue73q1ZsHPfK+R1475qiqo75RalWFrwUKX+At9wGrYEuH/oDHVLLqBTraFLehXoGPdkv7rpMDK92qU/TrfMUeU2SrvsfOldZX0PDNmoDhmvxaK/uJ8m61at/gYRwr86bUX5mCDj0d+myz0c19ly7L+Zcor2S9OtoGQldVB10R+OnAykFM42rd5JS5vOs7VdrVDn2MO6eizFwEcuZZQz4XVfspVVX8FnUoY7ool5L88aqbYeL5BdlFwHUyNTNzTVbjcZKDJwcOpbvdVjuCP1twiKDHwH00EWOZROLqmrg3R9+jfo4dBw1Bj0GP1uVy1vEIPVLvCH/koDsscH2ed0e3Zc03eiDwOujIM8PfNjpwmD44+IMNB56TBwLODgwNtDlaJ/VMR3SP9GPDjujdcv8+PjzEr1T+/MtnfXaAlXttjy4HcoQfXNd0hB9p3/KWwNlfYESn4TZDvFMGNR560YYWcY3I7JOjKRgY38jYjIH80X2BqJw9lzOYuDznYwKza4Rl1Ia6LeO1PusZZ72Nd/kQ9fyFVnJqf+DYOs6gJzJWbCwsPP22PuERX17jUhZPNZeDRQYbYhqcWZyGJfaix2pIcxCGepYHmes4f/TYAozB4zowAuZ9BIdYi4N2zP0+gjx7bXlGBg+NdydlA8/qgXfryHxZdWZdV+6dmrmX+i6eD32/apR7v+f+8zcEe4I9fb9GfqVaV6DHFUbBzAocWAGxB8g2NwI/R9sZ2HNfDARqoMd90ANBnx3vlf1+o+3+CTxqv92ALYGgZ0A9xjXFejrS3rNGV1wZuyEMAR/gE24yZ5nPrOw14jFhZ8+Ycu2QVeytUU7S6kaaI/X80BJCiogUvhXRCeOZ58t9mQ0h5cFDnXeZaeCVzGUG4rZ+scL9LEC+XGPUs2LDUiqdrbngXPY/iOjOfdk2PJCruq6q8l7x+6VmfIhfbX/EgC66tsnGWdT0nPO/b+6PNdrf91y+j+7dA/+8HoiH+Nl8Z3lF8vKceC2xKY0DjOm5zgvuVJSomeaihc5ZSKtmnWQuLz8JjQtZq4sANZkXd4b1tVAMI2tLIa+vU6X5HUzliYDMyAamgdHRlOtly4t2rYB6wVCTN9XI6ASsy2JUOhuYkEdwaBY2+1vqugHGkv4nX8WYJcamv+cTbRa7RtlmUrS44CwPlfaXS3yo8KGAjeCeDWFsENns79lkxWYZ38hw3WjoBK0hg8/NsWwP2FCZP8O9jiJPHW8aau1leONYvalkQ1bYjLksNmnUQ+Ori76QOA3Ybmz24WXgwNI2sEcNe8ChxgeGkfIR+4a7j1cGAAAQAElEQVSw2a3sSVuDIi4sIv31q9WmJlfwUHl+beOMECGLcvpznyNrxf4yjbzl05H96Ih40hib7ZmnzFYs9ahA1to8V6YLnKcoLvNGWMPAqIMe64jiOckcTjObM/u363qtODCvV1dar6+1Mn+9Vm/4mz/MQ80d81dQyqgyG/dZz+gN/MzbvpHN+8D62PLT2IfH+/gfjxwEeuLQ6L+h4m//jPg/E3jp+yr/WpC/LfLx5kY3BIGc75n7kqu8cTxDrW/8CceFr0gZoJquTpXxjAQBtwSAHh8f9OXLl8DT4xMHnR0HTPvZvkkS/ZNIanxKSSUbRR0b2L5b6YrgxnoBwQR/86Vf9VoZBDn6viPA0HHIgbJOC/0XBw2spwj7JRH48X0m5h3x3EdWKZl+impX5E2zda26Xv2q0wq9PfrXIOTkV11V31O3drJ9AWSVfKXfznpqp4LtXVdllFJVjDkfMngHVyqBlko7o4Nv9dDdAfrrakd/PXrIW9bVxmNTt+q1Wq206sGq08p52tjmVde3evihYFPoNV96Fcr8LbOg6HR5h956QtEynjrbVtER5eioC7qiDELedeqMVVXX12YLB9HVDH/jaOEd3FxdrahDsAr7I4DVrSKY1a/6oA7A9Yxxha6u77QCPfpr6U62FewoqSiBnLMqyLkw30mFsgpKTkpAPI98qD3w/BwIWBwItJhO3APTxL0pKen8mXiH+P4YeOZGG+ofuJ8OHGwb3enAgf0Qz+K9TnLXCbgc+TflBx0o3wPTALpty4BtB56NR/8Km58/PDdHnhkTthss3bDRvINHvr8euJ+/+G8Zgcf7B203z9xfe7ndeTRtfDzN4kkr0gWu13DkmXek7XBCk9MKGxbeOoMnWONfCzpiZ/s1oZHAAYGQ1pWrKZPmmJOshVqYi0wo9fVS/xG9I88uY4h+B8ZiWD91KXerhugBNqM/SFMc4kgQLteSP9MxrHCeOiYG7PlCL3UYwllvFHqQjHX24zGoCyx/ScNXHgd1zLdg0BC+OrAOB2NeI14TntM968rf3NyH/KA968L13N7amy8r90FV7/uirhrlfvEPCNYEfNYO/MQz84oyY0X9tXLt8VVBTQ3YB5iHj0eCO6M8l+5rYA6M9p5mPRH8ObDXOBD82RP42e9Za1vgv+m1edQm/i7RRvG33Y6HeI8yZLxn12VoZu0m+uRa3HTBppxVU8HGDnu7oJVnaBtr1vmTYAH1Jcv9DoRyUUCXrJFTOq9y+jtLqeUBU2cutQCWSicZolmfu4iuEFEJ3wVDgkb0xDr1HDJHI8+Sgfu3zdMrfbTwZbXfR/NTS5fRLa1M38bio5yrKkE0+61meJ6XmXyUF3o13lbB/H+n4Hcuxiu/8xG+D+/dA+8e+OfzAC+Xk9F+l5wyCzPNTPJ7CR5Ker6W/ELPJeayd5MB5yTxel64hSb6TSFPagT65hOTivrex2V+WWImY2KbIXYH8aqF+V6jV3LG2q6Qwwa9TCaPhU27dbrHt+rEGJwwjMu2r3m3v5S9zl+WfZ/3a5zS2V8+g0gtc95QLFbSA75ZbD+/jZHbUxwA8CDio+JXCoYdm/QDWOhAGaCuWwhqLBuRJqN3Os4zyIVx7naBZdkbBzZeDv70tVPPhrGysfTBK7Fzz8C7oHl06EiAy53McL8jB4OGIz/tHjRwqBnYKO3ZKA178myU/BPNgU0TxvtCyXxZz8yGx7DZfQZm+dvEtgA3umxjfm5g1WEfgz7TSQ4OTLbZvmbzO+qoEd5+nJueiHWEi1tykrubwEkCgw5vDOX1+QJSTniRQ2ploxYHX4I8V9fXuroCHwgC+Rs/3shXNu7Mi1B++ok1PBoQxWDpiAvDBmy3j/3tG/+dk7u7O/kPPjvw478DtN/tNHGo9f1fctaq6+Rf/frh00f98MMnfSAA5OBPt+pVS5Iu1Cs+2BxCMvRHGrmMfRl9mfVhv/kP8X6+/Rrf/gkbCP5sd1v52wtT+GTkMTA1cN+mlFRp22PPql9pRWBgRQBsxU+yO2zp+04d8KG+1qISG9ukhI2Zm4tLvrXPfrZxvr8acpYKqLQrtO+6gr7KYaOq9lURYEB/D2+sui7Kuz4T2ADRLrV+mbNCvw1ZBcWdQZsKQnfQSlv0dKagVOo2+CezRkHWVcpALT314S2jzQp47A6srFbo6V3eqV9V6nXMXVXfdXKdVdeTp9x1GENdUEv4tZpStzLuWpDRR/AdfNfJdhfqlL6oYIuDU4WyE1x2ib6j3lIXap1dVY+uftVjo7HS2gG7wLXWHxri7w95bpGvQEeQqFt36tC56lcz7ZmTFXqAdVLW1T7Kqm13f7kqMy81Z5WUlFJS8C6zrchzLsryqhh5do4aCKoMHKwHgi4jz6ORgIKDPVQRCnxxl06aCAodeUYc/ZyKb2octCf4sydwE9jttQvsOPTutCPY6W8UNWzVKHLut1Zvrs/hfgd8H1pPCxwddOC5eHBf3Ju28chzMf4nMu6NKaD2YYwSP+RBdsT25+dn3d7e6svXr7q9u9fD00YOIozYrtPHHiDjW2IBzy48ciGEjYsKbguswwjxnCAOLuRHNS0InY/nPTwPzlYn0v97kjN9oim00f6ID0IfzzJTByV4GouoCcpc1zVhPawZY8wysu9e53bmjHPVWYl1sGZ4qFJk2dwPttlXY9izJ1AyaCAYMhAMaXTP/J3hek1OPdoEz7ox3Ue7vfaswQXb+DbNLuZtT729y6LegX7o2cYaWCUVzCuqtQO9eu6XnvvnBQ0Z7w+/O+D9P3x2daWONiV3KrlKjPPo8cYcMk7029e23dTv6nFkrA78GLZn3GLPhoDUc3zrZ+vAjxH/m+QT98Ezwc2djqzlZQ3Y5Mx6NXWfQUmYZtL5wpa4T7Gv8uypM83YabR2mcoJ+DIPnQkcV25dMg6miwEhcicnXORh5wrBmcfLkNYYTU2Ofq6Zd5mrmFIbvfbV4HuW8Q48S/axrxmw4whaHVq09v8jKdbQPV2jvynM4h/+q/it76tq7bVa9crkS3aZ57p41QCB3Bq+p+GBd2+EG96TP7oH3sf/D+gBHvbNqgliQNieKmB+QWLDmsi8AURW49YGlV5elL8UkHv1VEy8wA1KeN04/XW8as772D1jRRz8Jl5e5M2HGuRBfz051aIpg/1uZfbFuIdKXFHP9KK2bTNSckrBTOBeXfTI9Ur4MvuqnNftS/+g27LWKCkOqUqSkJLJ8Nk522IGHueQ2uhZOXLe47RwK1HM5iIOMTs2kTs2jZug3lyObELEhhMF5yvUkLSLuYA5l84cnZijKDYX5unUm4jKwcuby/X1la4dmDDW1/JPGns2mJXNWg4U+TCmnGltYCtcbCaZ6zhMYbcDWAObJm9yB2+c2DSdeOz3GNyG7RO2ooDrtCEz31Q3fwQfCSUJtCuHX51vYFj4DY0MLnRzuArq+wgZhVyUkw859lrcRtB0ttTz0jBSV9ST6QlqdmG5bc6hhN6jiemMpgxXJTZsVT3+W7FR92F4jX/XBIECBITsZ89B5kC7aM/0klVpnxUyE7iRfkd8O3CI8DcB/L8D+Q8/3zsI9PCgzeYpNugjByzfGz4sdxzar6+u5L8b4wCQvwV0Rb7n0J0qm0d8iWprNmlg7ZqJ/sww5xmZN/EYJfvwabPR1y+fOZje6u7+Xk/+9RQOyS6bOFxzacJ/DVYilYIv+p5DTa81Y1/7J9irtfwNnG7V4asSKCWruL+SBFEzMZzMTOBjW8sciyCe+0ppks/Nbtfhx76v8vgC9Be/5sU6XyHvoB20UK8jAFJLVnY/GRqQcp5IziiUO2DS4cu+9uo6o4Madabm30BvmevQZmVKfqGznp656OBXncsAfN9VldKp2D47IYtRiwS78KsWIIrLeZw+nsBzZOaH6ShjDO/xfI7x0Qq9+QUYNv0JZByaS1HtQN8xZxW+OwNZ+DFop24O8HTkCz53vsJX/FxDT0dbdHUGPGuhWu5yA76v9FE7dUGph8x1MkGgQM7Mc2J+skoqyoudKYuhyWvBa//I2jjyLPIzaYwXhqKclDqwyLxOow7PqAP3SwRouK8OYD/DvOF8C+TsuL/2Acu+jwPPbGMfdOC550BT6+8o0/E4EagFzNuEPVhl82J8ZhBrZBybDQEgB3++fNH9/a2eHu61Jeg0EszGHVTNYvRQX+3eECvFnCUnhIAExaPL/ewC9oNxqkfZwls+EoRqGBSUcrRQpaUwb1wuMy6KMNL9hm3061+NO+J3w3O26HaLVy0tClj+63APhnv5PkIZ9jTHuT7gvTqOBw0GP4DZGwTytttn7cF2/0xQZAeg5PcuAy4zH+D55/obyrfbjQLMn4P1DtoNBH4G1tvIesCNmMHcZdZ8Zq3zfuh538YzkffvGvhXgtd+TvZr+T3RR52VKrTmTjn3Eu2lEroUA8o8FSt5wzwDjSCQxzgyPtM9c7lXrGmCXHts3e8fsfeBdwjY3sE/snafCAhtWYeHwITdXpMj8zeyjjyGrERfTqGeHNuQs3KgqvIM67ina9epzve1y5Rr1BHt3Tpn2ucshAE0CGYGJC7Kg14m7nSB5d/ybmW49ExHLF3qQj0mDwgMrAXfswNzNTgwBnyvN37AJ4b9aFgr7WnXVpzzfw8Wi2iDGq7GkMb48Yn91XzXR/AnePszfFgYR47aUX/mmHKeM7whzcwyhjhzfxyyeOaPM+K3R/oufffAuwf+ITzgJ7JfHIBX9cQmb4qXx8SrcGoWpkacem84UiI25COP+gkoZfa7CSg2tK4HB5lOGDkUTa0G6SKneNZ9IUHIFU9KFxoKi0bEC2DfvOKlQiVvYj0i+dBx2Zqyc0N6fZGfSywzGGyzeZYHoQ0jkMvMWrZQNVstOsGi5ETyizPkMbbgSNyRAXt5vSG6LA4+9MxbE3iuJvbmJTj6TFJkE4IFsFF37iMIScZPIae8XQhx6MAh/3j0AWLHJmwbGObNyEj5ZRtatKboYpc2842cy1r+MrWOzAaiVg7gbDK92by++aDrmxv5J/lXVx9is9Gx2ew5oGU2cZmNaoNbo40OMIfFwswPk0bbzSZxsO0GG15vnGJzDD+wYfbYBtb8yAGGBphMW1SdfYF/2fQweSE1q7k7BHHRLaP1IgBsRO0TY0Bn089hBVvcx+hy1uRkQ92QlqEkEis2IkOS6GqB2sdtjJajdbPXIiPEMc/oSdheimKDhr9q36nUXqVbqa5WBDquOEivGpC7XvYADXoOXSQnvfBxIRjxmQ8QPlTcPz7o9u6WwMutHPyJ4MuOjToHKjHWzPrv6fvqeq2PHz/K/0PUx483+kDgyT89rF1V8aH6rfsnOlySjFUeT6eeDadttU99mPGvfv3y+avubu/if1ry/1J0YO79HOBWVaMYPqsqOdNnQU+vHl+s+r6tL/TaHvui4LtUslJKShkkwTfIzwC8LzAR0JgY58ic+imYJRWCNB1jqqzVvqvq8JD4SAAAEABJREFUe2wGK9ABU8u6vqijz25VVbrSUKBF577SyLib7ZihjE2lUIf6HbpXXYftnTpoQ4XvX8EyY5G3+mFbtOu1BJVsS9+7btWq69ADXztVxpJzwZYMxIe1x5g97gC+QEJqr8CxRrxOjCP8gok2C1AyX5OUpBNKlgxIZtA5fJk4wJWGrqriuzKjw7aKzRWf1A5bT9Q8dTn4VXyWO9pTN3R6LKDG3wOyPMtBypqrcs7KzGEtyKhfGL/7qvAVPTUX5QD1bJ+B8Snr9GGYmrjfp1griFPCb8m1kCCNNXPUwH3itXpkvQ4OFB18oFtw1JFnx9FyAz+Gr1F+RPcRHcYIfQHKRxY+Ysl0huZPs0JKKen0CTYpIUiRuqnt1JxL8jeZ/C2g+F/Bvtzq519+0d3XOw7qT7wX9jw/B/mD+yBnZ5gLkGQKuV6Us1pYN6S2ewYVXl3cA5SJmqcCAkL+pg5ukQrlhRIDslxRRsZ90j3c+aJHMrRD5+JXBsFFCeLojjIqvboofCX5ftZ1je/XECtjKaVn+j8SHPEa2OPXLXiOYM8+Aj/wBHUiULJ12baVWcY7bXuC6+0InjzLQaDNZhvztCEwtN9a70Ht/TQxwknZaxhU1npfVzyzVoqAD+/jRv1uvm4ygkM9qPVKtfbKoOSqEv8qO8kz2tgyw1sAy7ZzZO7i7xJ5/UeQY8s4N+AJmx+wlXW1vZW/+bPdPmp/2Gg47rgfDpq4J0bayJPLfYCz5mVRWKsJnr5G+okrK3Ov1lrV+dtLXc/YukDG5pwpn+uJZorEMjCXo4AaUUjxQhFFXVOjdejUawkjLIwabhEgobtQZxoV5iTaMRNt/kl5Huxjn9L2Xlvmesvcbed5bvuYnQYCQiOBwhFfuF+vWWNW+9uJf627GYHpGDq3DF2Wk7evPN/GatXLPq3dSh2+9aDwmOK5Td3zlVkVZ32SzkV/MO7dC3+wCX8f7rsH/nE88Mbjhwf7cX7Cj7xQx4kNXOwaKeAns+wHTuazh2TjmsgbBWp9+SSbePU28P6gdKIk/ngiwR//TQyhb7TMedNA4gVpfRKMUNEAk6w+SSE3z8uR3DcXll7InJvBuMxdFDZdFnjTEIWTc2cgs40jfY32gwcdpdSb+ZmENJKLTfR0wSvGRzvTF/bTCfoVOJsUuiJxZYMMVRkGjPMGrB2ysHPW5IyJGu7XkoW2ftwsz/22/imPDrwjg6fM5dk2uzl5eV2w4Toe2IiwAXHgZL/fsvE4UDSwWR2p+RLOIYyr8aTRT4hOCVJ4rGI3lHOVNxR9v1Yfm84PuiZIcL3+wKbTm08CFquVIoDBhiPnoux2rBUY9LTL3bSN0IiNRx33xsBPGA9sImewsfLmyhhjA3VkHG38ME0RKerDcZkbwZD7Cuji43ZkGcyIv9z3gBEDG7IB3w0Eo1qeUuQja4+qrkmjl1cmm3X+R3a+0kxNaI2esBPWEpQFaQlawt6CW4yqUruAD8d937P5XeHjGeQrgbVMnZwLKjLw6oDO+k3cpQsYBX4dtN/vtXnc6OHuLr4NcE8QyPzz0xNlO4kDa2IdVQ7v63Wvmw8f9MOPn/TDpxuCQNcxp33fMVrxuRwfWa6RQbV+7d/EWBLro6hnw+kDiRvumUd/8+iWQ+hnH0axxQfUgQDliMHW6lvS38rxtJn3PBYO8T3jtS86aNd1qqWqFMaM7+TP5XPKN73BeOwZBbVdC0abo0wH1tHVSlCm14rxdX2vrquqXQn9NWMV9ajsXsAkeU0sQLdtR0iZMDsrYVchIFFqDh1dl9HZ4YtO3Qqgv+vcz4JK+SVmee1Uurl+aXxh3BV9vveaD4pSLsoEOzK25pzxvV7AGaQQ0ihfKO2ijWmTUQl9QsElMnmQkKWkzNiiH/cZQAatMzK+q12n2leVHrtnWi0rVVFeiip+z70pdee21pGRu22UwztvRD5X1Yyt+Dbnooz9buOyoLPeat8ZrlNya0PdlGibsxKQstqHOV3eHyxickoUpETKBUtcZpLneeSgd2S9DtAAB+KgzpvnPooAEM+TI2v6aIpshI6mPkgblPlQPZkC0wkbptO6da8gbLARhvNqtpG2IuRc8seGG/AWOVD1vHnWw/29vnz9or/99LO+3n3R0/yrYLZ7cYHdkVtCa1/2jdH4VmStzrPasTn8cUHnkkZ+JWVKXpaWl1mmoAnm7k0WtAKnruWnjnmj5XkMOTNjls25E3F/L7BozzRfwBhpsGgwJUu5U5eNxDEG3qlHnq97DbxjHfDxu7bRZ56rF/C3ZfzNIDDwLB54j/lXvkZoA2Ph/WOfimeL58Xz4bVeuQcqa9nooX1dqYKe90BPYCfomvdw5FdyvtY1dfpArr1yNirG96AQ9DEc+CHrzowIKpx94ZKjRN2RuN0g/89etjvG6vFEgOuJANDjCfv9oyL4w7iOQA52xB/CZmHaiawX69WYlNyf+0XA0ifNytyjhWdB13fqu149QSCPOzPujJwKClA7Lsy1nwLoyrlSbD2uBo1K8NBMXcjpClMiQRS2QefLdV09QBJ5qOJXEl2JBr6Yq5F7e4hnwl5t/nfQHT55Bmfq95/h+25krr2KGkjRZa2/CeG3N2qGjlEm4Q+MrrVqtepVK+Bd3JFvZeVCgQfm7ELNSzxKG/MHTV964w/qhPdhv3vg3QP/mx7wg7o9ijj2hyFHXh4jG8WRF49fz+IQ0mrwkqWGUwMxV0ICEjUMZU3QiQ3kREkAXdYxaZK//WNe4jXCT7NlGaC6L1qcrykk1g142Qjdp1K6i+xbNCqhH+r3b8B9BBC6DSQuXrBBbU8wU6QtgXdj/1QfOoFQgTjKZxrDsyB2zCgPmiyJ6mOkztKAYp36aja6JOCyS8QAv1ubJlSOi4Tc+Vr0mhougdL96J0QBjebELgo7KOcefd8j/aJx7pQ7GVWMWRqFlE2siE5HtpGZIhA0J6N6kGjdVBO5VY39I+kwHKD3LkQufMB8wYZDymz2WJDUb256Hs2nlfyYd9fQW/0CtmKw22vFgjqlKmfM2vaOHeCXViE6pH+RwJYAzhyqDoSNBgIZg3HA/bv2FhBLfMm2pRxts3XjvI9egZAgCh8Zv+9Bra7H3xGxblT6ke/rH/6dN8+rPkn/JPl4edWldanCzUnPoaScUoAMRtZxf2BrBVKQeexM/6cF3+Ydip1BTplb3ZLpwqt+LUiDx4/R1muyjnL/1D68rJR2Iy1XGMcUPb4yj+NfHomAHR/p9uvXyMQ5D8A/YzMBxJxDxVs7rqqKzbdNzfX+vGHT/EtoOtrgnqrtWrXKVFH/mQnv4asWmrMv9eCx75nPT48Pun29k6/fP5MIOpez8/PzFubs5QkQ/MnpSTbVNmJdvii84EAGyprqIAUPqCRls+rueY+0rIO4r7COabIEvanlPB34aBRtYrDUx9813fq6DOXLAdz0jJmyasGoAcfe21M8Qx2vxRyOMAkZepXUEpRVwt+q7Jfy6qi330Y5l+i4vtvUKtq7VU9bq8JUAJFMf6coz96ny/mfOakJIGcknIpAc9JdT+eG/T01ttRZtmMjKz10alQx+MwcthSVGun0EG9GnPi8fSqK+hqxZz38q9yGZU6GR210EcG+CPnKtVmdxYfJwGSGA+yNy68HlJT3M882O/cs74/XeK26HVfAezN9FdAXoJWOUl0g1uU4ZORijJIIJeCaUUlF6WclVLShP4jzyM/Fw7Q9itIRzlY47JYZu7f5rC2Qg5vSiWXKCgVLQugMyj1WoVfSbEhzcVJqXEz0UVZK5AS/8THzzDf+/6Vyzvfcz8TAPpyq7v4lU+CEzw7RzuSusuVzTBumTHguZAm8PJy2xMoinmB/pYrVP+Girl1/qqmexLzb7F5w/yMV9lZ2khppKUXVli+oBW+SjP9tfpWH+MmNDL4b+EQ6Ihf+yK4sx849EcwaMu7agG+3vvd5Tw06h14Nh949h0JJB15FbG7Y01Ep6zJbLBu417rO+6pldZ+RvHDlp5gz5pntJ+rJ1p5Pvs5cUJVztxnoKiqKKPaSFB8xyA89SPBhEaRUWcEClDtVGfARuBx7jfa+n/38h95DtyT3zDWDWPZajjuNbHHmHRoCugyB5Kyv73HfZWxxn1M6J/o33A+UVbi2bLiObmSx9bH2Dst3/QTn5F2XPgMxZqRoVwUxxV1qMTFvIUoEq8nw/1FExIuZ/GXq9gDbhUiC+wY+uK5itJxMD0yd563gwb7ZAHv2T3zHN/qYs9l/nDYxw+zjrF/GULPwB5jtC7mG9L6+G7qQV0Af72s6rJLSWYcAL9Unn+dn+nQynO4M82V8o5S2pUcM3HZeuF5DC7sH5bioT/s2N8H/u6Bdw/8r3qgvYQUB4yZ51XWXhzkecmKDcjIhlML4ok1naymFnyi1AUZah5MCfmcpzoXmhEtP0U3dRVajFHiGsAyw+rYZJql1asrCk+yl7nWwnYt0El/a7LUX2iTYoUbRF3x8kIab04LJzYc2MbmWthrJIpNL0nw2My+Sim1Gk3WaqIltLvEfcemYK7gXmb2+8SVDNcYmxbrcda45J1nRBDsJg0+7LcCy6AmlIV1jNWztfBi7kfWhXGWqfkFH1g+srkf2Iwcd3s2Zzt+Qrmj2SB2LGxChqjrMWZGbQi6IOxxngOtK7qeqc3BMohHk5U5bGU2FT1Bir5fs2FbMAeC+OnkGnnvjSsbu5TZeAQK6mjvyYBD4dw1PTPWWONskgaPgQPXEXpwsMeBINA22wftkUcdNl4Dm7CRuh57KMNHQUP5kmA9+pscHvEYmzD6jbaDHPQZ+Un+Ed1H24CfcRjeaPVpMl8t77TtyRIjWeDxgewxml6ATX3GF5WgTsZvpV6p4COjdmtlYFpdbthftFFs3KzHOrNOH8bjXHYSQsbC2Afs3/sntNuNNptHfup/pweCP/fg4eFWT5sHgi9s3A9bhjcoMRcrf/OHwE/8zZ9PH/Xp442urq9U6T/mGv2+TyDtmvvEBHSwiuwMpdise85r7aOeN7yPDxt9+eUL+CV+9euJQNDuedfWJHOwPHIS7XNKHMBByfRdAQcANrDVYL0lBksV+RNdmmHdB4mEmyfBWKlJlE1oBsiLkZM61q/H1qG3q5U8/ZSikrISfadMRdrHRZ+mEyshDi7oHEGTOZUy/0SbnJISeiII0VlvlfmuVJWuzDB/AcqiHFpOoC7BE+sqzMGCDL9AuUi59X9OR6wkl4ysTB3DB4LaF1WvP8YctthOePs2mzpfsBc7c1d0ieoy6mTGVHt8BTpQuL871k7Xr9WterBSTz0j+uqrMv7N+BtjuFKARAYWMgSnZPXq82psbb6dGtzJjdAoocoo9FUYI30y0dX9ZnTbBwlKT4mVkI0016e8lKzC+AL2L/mEXNQbeTYPPB8c+BniV76OOh7H9t6RqCEJXUpqH/ONI12EsFRIwJxOVOeP273GUi+dq8l1IotwCkaJfwIpJb3+2CwqK4QAABAASURBVOaHxwf9/PMv+uWXX/SV4Ovd3Z023INDPDcH7t+TI8/NLeLm5qLcK1/KlBqQ+RpZa4BnzhiY+ZBezs9cvcz0V8hL/VT8RoCMq4lbSvZ/7rKNJ6CftaBTnm7MQxiiL7gjA70E/hSY/SGeE+GbqE098oLHU7S1kyF0o5yUWXPLt356np8991ffcz8R8OnjfQrPfdb31+qDrqEr+X50vVXt1OWisuDCcKTyDI7thcWcYgXdt/nNlPk6U4oQYCUVvE72EdjaaRv/q9ejNttH+EftoYfjhkDHRkf/Mehxh24HgI6syBFk7DGqUp4h+pnA0V0kksTYC8/JjvEAxusAl8dUGX/mnqQCXtO3n4we6wswplON8TKDNKPCdRU00865BVSYNZhbgA73ig9G9gLG4H0B983gfUfgEHusCPywT/HfbTrww46D9yrkh7md2xpi/lG3dPDbqU35tdoezwKeew6aBXgW+/0W42Vd4AXFsrjUdemEk7ycOLc9Zf4gjF3yBxnq+zDfPfDugX84D1w+8P2ixEBex7xcSXmDxMuEl4v8TZ047LAbnClnKl4ziRYgZXg/zhaa5HIRCKKFptM/V28Sv6Qmv/ii7NIQ6vBKdypTq43XJv2YN+TPiXHmO3Bfr4suZY1vvTf+rBXrGIQ352KDPk6jPHSsmBVSH7nHMQuw1qUNKUG5Tt94go96pnMnjaAHH0TZi6SVirFnYNqKF3nLfSMfkQcikTx/4WfnJzSNVJgaZUyta4+VBUDdkeBEw/wTRDYYI4cTsdk0MuvCFhgo0kh+JBgwUK9t4J4JBu0b2Mi43PXOGGFn0BYFYR3C+crnvKshDRIbj6p20OtV2Zx6U1r7Xj2BjOqNLBuRUjoVNqkVZDaDOReF/zKK5sv6Rg/c8+sxMzaP8cg4B4+FjdXAT9YGU4/LmzHLDW/ITKk7xviWjfiAr5vmGDNjC8pozpS5Rn6kzwE6Rv8jNTDMTWdilmLk5hAuV2YkL1Dk8cljPKGNP9VeheBP7nrV7gqsVckbGX8ZlTo5/NQr5w7UgNcUPdHruf9MLjtgF4Ydmd9t25RuNnp+etQjB77H+1uCQMadHh8eQn7w3/+ZBhUOy/6Dx59uPujTpxt9/OHGVFdXa/XMW+ZwQhezD/FTZLwWEpx7h8yXbe49Ljah4q7b7496enjUZw6gP/9EAOgrh08CQnuCkyMH6cR9ai1G5r5syHLAoUNH11VV0NdOKRdldCogPhMrxVBQBFKyJvExta2TEqUkKpSVnNWVolqLOgO+dEW5JKWSRQfyZyKZaDSZ4uoj1GtiwN4hhBNrACF1ok1Oyinhy4L+rK7LwVd0F/qoNSvnFLC1Z0iiWwq4glkE0IQsSdEHlPbBO6/lQxuudq6DSUW5AMZWe/uuU7fqwUqFAGO3WqvjMFnXVzLMd9yvRl2vOYAZBHGROYC7pm5vUOb7umN9FtZmylW5dszTjA5KWUVmec62ISmo+QWVdm5LvmJjXtB3yqBeIFPnVB7fILAPilCq+Ngfgcgh58qAunH4wQ/uI+VMkwQoS4JSScg8XykrUa8YYVdVgaZUJLFyeA444OPnj78B5APgyH3GMpAoTykpg5SSUkpqH1PDOdMGLxvJvF5+oh1y0xc4V0u0S2QNRR0ycVmSEAE1eLlHEYkPog/c77/88rM+E/z5AvwtwOenDc+IQ3y7Q/NKprqyE8CS5/Hv519wVGnWUxSX6+EG5NSBGeM5PaCv5Smg3twWTnan6Wv4xnot+9W8e24VzlzL/30pdtLAFkLeuL7VfqrLelJOCuL1S2A1g7Z2q3rWcL/uFID3t1nW0L5ftbK+h8I70BGylVwnypGd6Vpr7sM+MLfh/vKarrnQf5GUoTWo+UvYtZc4l1Xa5FMbc60MnzCXXuMD71XvGbb8EGG7fSbY80TQ5wH6CDasnY2GYavjtGedtICP+KFkjsXntWJvLZSuyGbWp2IhFCXur5SqEuMp8dxYqUJ7cHqGUJZxcs5Vef4HQVlSo7C+spMZ9OP78yVcRgEEdYwdxtdlO+6BVoMUH8R6hjqAE2A/YZ8Y/uHTCfygbb894I8dwbAdgTD42IMcuBcGtmVH/DPilTF6QCU9wzcmeJL/wnVp/OKdrHju8YwtXVWFdhnfMeicO6nQxlCOWdDrD2uKSkgL+GNfeOqP7YD30b974N0D/0Ae4L3UrOHlwetEASR+x0KW/KkaslaU4BK1G5Uavayn+Lj2RL1Grc+5hfoHNuc26OASuni3mPBKUfuEoLGnNFP59ES1/lPJzMyaqcM1y75H5vYOkJxeoq2u23pvzCC4lnqtDFMlFy4QNsmja1hSRIoiK9PymXWRzeeRXnAUeAgGbGvaUs21ltyIZVSJTcHIlsABLOcXtHpLfyj0OIEPy4rABhsKb0YIgIzHA3oMb/Nam9bevZInmHE8HmNzMmy3bFAAGxZvYrzBoTHd0oftCLidRZZB47rkQxA1LV02WRa0qchsQAxvPno2ub2qN7vzpq6yCa6lU/Gm2chFOWim4wZSPJa0fEYOYCPjGDhg+BBmDLHB2mnPT9oGsCcgtN8/y7/ysGezumeMge2OYIhxUGuD79A12o+mYbT95NG0Hlv/Z75xYoiuRy6qehVQk3WdGYM3Wh5TYsNaGGNhU99op+6UX6lQnstKtVspl46xQ70xy71kP1Bea68KzaAiz7kq50zHXNF3JGRsAwTL2GVyDYwRn/hr+vhgw0/9Hx7uIuhz/3Cr+4evcv4R+Y5NvX030bYnQOFAj3/t6xOBn48EgK6vr7W6WqlnE5kJXCR3b9AdXqAVzJw6r9kPmbF4fj0GKbPeDgSbnuQ/PP3TT5/15fNXPd4/IN/qyPqVA0CoiuAtipJ5Eo+35KySi3zQqQUf+IBeMIK+qBZ30RSpczNSo9nVZsS9jJisLC+0L4ypY2wrEHyhL2SZMkNQmsxXjpF6qRw59btPY5kFzYrdJJHknFXxacHe2qG3JNU+KUNzofJso04fBo6STFuBoDYaXpn6AqYJav6ES0WUudzPNtfNRbG+WGOl7+nfILBDEKcnANSvrpjbhmp+da0eebcEiMwj7wJrrZzvruXySp2KXiP6qJ1irc40Z/K5CiEjhCrDG0XZdhnU9RqvdYVtneLAi8y0cu80zPLId4r63EuVQ02lrvvMzBlK6Uc8yqY2T5EjyXRLeU5ZOZNBJPtU5hOyhJcLNMcaK4yplKJSqlKijZKyX3r8oMTLbOI51CBKkjK+LgHq5kI+h9xaBWdMyjzeefeiw7NsWYP4JMCFDlJFE/HxGvsGsgkU0oZrySGIyyoSClJKgkgkCdjGiYV72A96jr8H9KDPX75wH37R1/s7bR6fuRcPPDtGnT95ZmcZ7blCttDIUC2Czs5QMJ7AoXfhmRFYaqDLryi4dtEYJr+QCW8hnFNzon1QVweexgZnKAlCAnu6TlkzxqlEPPJfwM8fl2KdSfTMbMIv7UwvQdF8LXZ4bRnV67IvrGWv2wtEQMf51Vy20L7lKW/Bn3Owx0Ef/8pXyAnUmm/3Rq/q+zlXZfpzv4Y9V2brzdttPFqb+zw4I8rFJ5/gtpfjvZzDYQ4A+b263T5pww8Ttgbvjt1uo8ORZ/hxx31H8MeOjRVKR/5BhLsg3+5IzEDMRV0XJMn3i58T3Mc9z4CeMfVdr37t8bV7PUcd6mcsBFrgcVjMKMyaoBjiHtyX15/fhcaed+KeYmOEUmbngAyoHe1G9haB2Fcc2Ec0bL2PYN+0Zcxb3qn+VWpTf8vnBH7o5GDQwA+jjtORPrCDy/ZWbK68143OlDFVgtMZuUHnXAyG9NtrlluX8aLCXHYhs75Yg7XK7zbzmfeQ5YGSVXBYoY0B4cqAyz89cB8G2feLJfruhHcPvHvg3QP/Ox6YH8wvOufpHC9ahOyq2CPyCvO2cgFyXroKmG+gVWPYEOoFdPGxjqVl4xWll3wI3kwurb3kv638PX2vWl1kzRqLLo+nbVQmRtr05ZSVUhKJ4gMb9JQgaFVPkl9j8q8V/qYy+qPet3psPQVY7vQ3g8OHd64j8z8Q9DGOx4HNDRsaAjwjsnFAN+tCrAr3m2Ub2PQQLHK5gyNbNjMOBHmzMrBxGdn4sGOZzaA9bd2+CS7z8BmpASFHM3TDuEvPB2IuKnhzwybEG5DqDR6bu9i0QnvytVblrlMpwAc0NkU5kNmeWAU6IHER+BLwN7xGj3M8MOaDjmzUDth/HHY6sEkzIgh04EDjYNAOGv97yi42cwP19xyCBja1I3AwyWMf8ScDia5i3O46kwTsP/i5NFyz8EGTsjfi2J5AZjyVcVXTwEpnnk1t6VUJ/NTaK7PpbeiEED3QjDx3lBlrRfAHf9k3UlYDBJ/b1pCQcIVwZIyDv6bvjap/7Yuf+j9xyLu//6q7uy96uL/X48M9G/lH7fDPxJqpJcVPnj/6mz8fb/TDpx90A3/ljTiH4cz8pNYBfbhXk5EpmU5uSzkp56qKrX2MrzCGgt/39Hun//zb3/TT337W558/6/b2Vs/P22jfvvlDW6/TeJhxg7KY2hca4bm0fChfsiklyRBUWQoKv8gskj+04L7JtLXl/uPSKSUVxlxKVgdSYs1hv/iM1F3AkkOCTuunPANlFCeAzO0UfAo/uP5AP1OcuuhXSZk2rg2j9rHckweNgiZdUpeYDxrlkUjoEfoaPJILpIQYMKaci3LfqXbMBTDvIGR2AMXz0rlspcraqz1rbIbnrWEuYx5dp6edUaG1v1Kj1HE7dGTqZa/XC1hPk2ML9si2gyzns7LvfeTZiPsAm9Ble6y/R7f7XGBZlNFXrX1rD58r+gz02L/t/DIyF/hWzT/ZB60FtiHTv7IEL0hyHj6XqgRsU4GWVJWFTEXxcfCGSWF6Y91OwSTllOU2RknwAOVqSFADYpPQoQWIFPMpKbkOgE5q/0boSB+XsAr5Q1WTl7AwowrKJUUiQVNKpOJ5OXA/HvT0+KivBGE///Il/kewu7sHngfPPFMZoPxhHFkiDSdyO1oIKI+MLRkpJ4/UNaOiH46Uj7xPxpn6WyQj76SWj8oYMtMgdFTck9E0hfg7CbW/U/JKvJg2i51dMIteEt+zBKKWOqPHcqpxlrZxLikVYv2wVljTsU5Zx70R39a5Us8907BSlMd9ZL6b86Zr+F5e2xU9mTVdT+u7KiPrclaBBnJlVZJH1jxmrxjYc3EdmaElu4yAmyNEbhqgjlua96ja3A2shT1rZQv87nyWAx4OAG23j7w3NoE97xnvH9p79IjHcCBpdBCJew2m3TNm41fjE71W5VwA48dftevVE2juCYTZf/aVx51tGMi0iMt8AB1QFKh9zn157gzbNfh9aMR7f2D4wDaeq0dz12/jn+IbO163w+DxA79LA9u4T+J/aOOHSluDfcc+sI8fZhy9P/FeS/bFZJPV5jOrFJ7JzGEFHpfhznN2+isY3yp73SjjClCNXt2W8PvEAAAQAElEQVSqV1tPK3W5UgZYNW9pepd93wOvvfz9mu8l7x74HXrgfUj/CB4o3xjhDVUT8naYGseecWYaia0kZdSQ2EzCtoLYDsKeBWSWy0KDJqHQ/IKljniFJjILXj4mX+ao9t0rLHujFL1vKcnI/Uqdy7w5nthoikObvMktlLsOxHnJjN74fCu3xDg3cSfGG83/XtH3hvmGHvd4RvJoAzFG4XfGOrDJmIajjt7UOABCsGMAozceHOjHOaAReki4aMlqoNz19hz8twSBtvtNfDNmjw5vlkY27vRAXRt8Af80D+npwucjK8Br0GibpeG0cbIet266xOYjg6L2tWRv+LwRmvPeBJZOKTYpJeplNsCZXVFDEoVAanMzhStGTtvu2xgY74hfRuiRMR7DNwcOPAd+QnnQcDhob/DTudiwQvdgMNgc2m8DbUIPelsHjIBxKu4BieH6ggk2qFhri43F9pfSxugxsYGvAWRBPe5LeIPWKVOWc9+o+UBVRla9UcQXQTM+VG792q5Ayzr12AfGsiew5Q3pdrONX+96erzTo3F3pwcCL48Pd/G3f7bPGx1YMxM/rfQYrth4f/z4QR9/+KhP4AMBoPVqrUL/ib7FWJX9HMAveCK6J5nwj6XK2IztlSBD36/IMracw+8+YP70Hz/p57/9En9/5P72Tv6GlmhP85jWxCAcDPJzaqFRhvLolvK4eI4FTbQIm6DW4HwriPSUsC5kRTPsQT8mSskqCXjOECS5RGJommhzBDZvtDzTh/VTPzMmgVSonwtsEQkN+VkyDSYOu0O0nZDNV6aKFWOD7xtR3krwJWXuQu4j7rNJqInikwbKqBkaFuoyaqLRVVFiW8L/VbUDzEHHnHZ9Tx5wj8Vao46oGxC2X8JyfJkZnzLzST4voF52mYE92fkoox5rpNWrDBQ/UEcB81kSdYD7zEugiEBOxZaGXrXvVH0QDGq+kDfMN/S9663UM7be9aAVmvt+bk8/toWAD51eXFnKWblkFZeXoux8hiZAvuSqrvTqsKlk+ivooiwpM5KsnLIK9UsqMsghT1IEdHTxSU1OKmXkYMqa4CdkE/UnpBM8RPK6UoKiSjOmmdJqnDFBG5YyKsdlaZNFdtEXGVkzPdsG6hDkOB4GAkBP+vL1K/fiZ335cqv724cIyO55BsYikz/YBKEl6ahYlCbnCsiF7obIYGN7Dk8a0TVyL4y8UxpGVBitZqalcWpdLHdvC5w/lUbGJcFcJG/JLor/TpYB+ty+4NVYXyqjLoLscbAuajyve3ltOlDar6/0AhEIWlN+Cddfq90DrDmvTdZf9nM/oxk0DzDK4OlwuRBdBngWcZjuMoBpixja7IWJq5Cy7FWoZyj+XtGeedtqYF+w3z7xjDYetN2YGlsdDzvq+Ns+1megyMSgwyDQsJuI7MgKHBdK1cnjMBhr5f7t+SFD718xDn/hC/yUa6+MTxXAwEXfQnOS2Shxgl4WKOnAGjM8jgNBrB3YzniGOm9YtiG/1T6CPJRFEOdZe499/6ztCVv4HUBGwMfvVmNgz3RgT+FvsB7Yjx35QVysc68ZbMqMu8YYO/UE3TvQ86yqBvLzHCfs9jU6wX7fIyO2mTIqXgYuMeRBgzFAGS3OcjLIc66qHWANVdDBWxa+LFlF2RUv8Dp/UfTOfuOtP5pL3sf77oF3D/yve8Cv9W+N4BXR3gK8dOInklFlivRFcima+dMZ5FRxLniVfy1diuO1kVrOfOKFFzlngnkrOWtrL6636rwhu9AZrBvzYuRtqYEDrLOJZt6kZzbAKaWwJiFr18LN9GxGK36RUocrg0UcfeLjJf9foU3HPF1vKUgjL5vpoqQZsLRbKKdTrqMGNhyDNx5s6OObQAQ+TEeCICM+0TzBJefwhfCXyw4ECXYO/hAEiq8v+6d4yEbas7PDQHvzEs2kHONHjp6QQMfAgOpBA4GHAR0DG/4BOcKolun/BH465U1JnjdAdaFs9Cq70cKGpViW2cAgy9RXtLcvcuhrif00aZzAfOgYGLf79RhHDh+D7TAlyHNkfEc2eAc2rwcCZHsCH3tTg02c+QF/jvhzGib86zuLsbozSMuZmcILFosF0sZV2ERjL/ZXHxyx32Os2O/x1drpJa3KyDL1cqYdNMrhI5+zKnyTFVV80vrJUly2hmnCEnMj4xw9djak282zNvx0//HpUQ9P9wR6njjYPet5/unlbrdjg7vXkXGKe6Rf9bq+udEPBHx++PFH/fDjD/rw4YPar311yuF/tY/XEy5o81HDFhd4qpdMVqI4yTIHoG6/3nLI/KJffvpZv/z8c3wTaPu8JfB0aDZItJjRplQ4n4sMcyswTaOOjM9z4/V2RPloW+aWyU5hLHIemsQnA65Wb9bFOrE4xbwllZRVSlJ2m5yDav7EuqLZnIVYa4GGBqjzWZ4XEvKWQ2hj0+xfUyRyedJcLj6MyfMm5s/ShkRBuxgezIS1KDPnClAlGAMxFz5Gi+cjdNM+xlCU60oFdH2v2hkrDp0r1b5T7l1uVCmXbyHKMmWmhvkZGZpzVlBRJ/KmXZMt+miHYiz2EyNBZ1AebaNdUeUeqLVvFNsa36sPmeWXqNRzfqXedQOrGFPt+1mG7aGzw54scdE5XiaFD9u513LA40hKqdGMbaVUdRzSOgJlFeRclUtRSikUuE4366/ULbRJSl6imphsg0lTALnLBP0+XNXtgcw3uH3MPpPMRUm7zBuhEpH5ibXERW65kFrwChOLitsoKiXS/e6gx/tHfeX+/PKZ+9N/FJqg7ObxiYPunmf5wPpCF3WVMxe+sD+Cx5mW29DAiI+9EFt9qkSpk9HlLgqQYAeKRQONBKO4rRVflDii0xA04Na64JwfaYYO0lAwU0tc2mSNeytlFIitH/Ld61W5t13YyQMIO+npBW8l1C8zWA85s/Zqr1rXL9BzP8Z6J+ARdFlHJ1qpj49fPOvRizMzEKx7+y+Btlg+NzU3coeOwlxVdOfSZOE/3iUD78qBd6UDQFv/D18Ef7abR22fn3hubwgObVkfe6YR57DuPQ15WZShivve3/IxkI8jeVMGQa/YkaS4B4sq99vpWz8RALpSnX2UM/5QpX4OjNgqwefkVJd+ab+CyPrA/jECWUcN/kPUg4M9O4I8Duw8Y7fBGBY5QZ59YMO6J8ADv41f83rSlgBY/JAsKOXbPePfBRz0ObJfiP0Oe4zRwBcj6x0LZb9W5tLPk1XXaUUgvg9087OqRh2PIfOOjaHJMzDiV++ljAP2mlpmx1IB5TPXMs0TwWf7C3jvsPIazL26bkU/Pb7q5PVfSMOHLyjNT3nzxcmCE7Wtp8wfiMl/oLG+D/XdA+8e+If2wPnxz5vCbwzevxOvncXoaWEuaJNFGglFC4VdLosuNTW5pY371TRRCjIv58TLntyvXL9R5zcaXj6K7YnJL11+ysgOPGq775QilaC6/CRnlr4Xatm3SErfCv/HJR7BrDQ27DGdLXGREcWZ1zNjx7eRTfDBiGEfNRLsOeKD4XDUcX/U4IAQQY+B4MboDRGb7gl4GxbN4AUmdt8D9dpPs7YEBox9bDpGyo2on0f6Dy6SHN2zKWHlWc/ovgn8jGBwEIhAxGCYD9ngatHWiZt7M/EC3gQZHLhyqSpsEJPzuehcjznJaPC8wto9Bk5AGJzk9RDAPsY3GmHDgXEdAZQxH5AdoS/AxveIfJx9hgsY4YRuLqu3XtjlZotZwRm5VuVSlLHZm74cNhcF77IAm7CgbMS86c9sAMnXmpThG7IqY27t3J4eKrozdIGWDwaFgWzCMci+9zxu2KxvCP48PTzxU/4HPT09aeMNLYGhLQG/LYGggYDXkQ2r3dhzeL65udbNx48Efz4RCPpBN/M3f7q+KjGW1uPoXoDizkisRazS5SdHiSWsNGx7enqWf8XkZ4I/fyP44/996MF/94cg1MhBasKf/ps/odTrHyYBmQdTgPVNsOoIBmwePD9svF2mLOWUAiklpQSEUEk6wUtiYlm0eUwpyW0K4yqFEeQZcjvxCQuYd1hswcswl/rSXJYotdztjITcYOy0EP27n5yLcspk57oo9H0VwSybtJRBo56kCd8ZsHEldInyyEwj/QanbNtZdwnUvlPtWFN9p9IXeOcBa83rklOAMESMFjubjdZk0KNG5sLUmjERgs3oF31nYCo+IxpaeaL/BQXe8Fo16CXaXtKzPOOTGuvabYrM+9BiZNZ/pm3Ol/XR4/oX8Lct4r5DVrnvMuOsPvQw/trT1jL0KAvbSMQnp+BrqbizKCfqYUsGDv5UDmoderquV+mqCvVycj36T1m2z20rwaGAbUSuWKd4L+gEIz4pkJSgeYb5hgn5FN8ESjGfEzUCJFwvZXMZRDSTPzSFTK/qkZ8aWgGafDFhk+eXMkXDJAeAHnhGOEDre/Snn3+JYNCT/yD01s/IgTVBF7Rl9IydFH/aV3AUKMpZqlA6kRHiSOJAznvDGa+xkYrfopU6fQ33YUiL7841MIk1TP+IzEO4zhyZ717Wdtbp3Gt8t+l3CujXj+AXwatC3QTOdDyN43V/zlOVcjTFuJy7xGgphdENBTwRiZmNEZOyFyhyDeCaBpUshCyXe1lAVyEeeY4O/CDkYMzfgtnvn9gHPMyA327gNxqOW028H9lc0NbfO/KIjNTURX8e8wL35vEXxZrxvZI71hH3Xg/lPqvcb7WHXwMHfeAz93Cmrk7Iki7RcigNKYVcjDnWF56J9z3rl/EM2Ds4kDU8y3SA7gnw7B38MT3hiTFuwRNBHwd6TLfw2/g1tx3+2fkHR/61cre13sDcX/TdbGASsEdKKavrijw+//2mExhn3/eqPLeyn3Xx/peUPUYouoZ4zx008K4b4E/3DcVU5HJdAwF+pwmMryzr7Drr7+l/JT8na+1QX1VKpdLcLrxnfgFFcZVIXyc5u95r6R8j/8cd+R9jft9H+e6BfyoP8MzHXl44pNOy8WKDZ0kro+Cta2rCmbTMnI6LHvILf6pnxgjlZqj04krkFsD6+u+8MKzKOl6DJ/ELtR6zD0RghJeScgIZmJL3pb/zQze0sBEG7P/v16TWJx2Ny5YOnuskDz5Tr9kUqcfMpn70JoHN3BH4WywHNifBQ0dkE+U6ze+IDpRxjewcBoJEDhzEN4GWrzfPgRuXU+1U3743LAtgK7t/Lg4LsVlh00JQJfR540UQaA+GKNu3evQ5epcEDR0k2fOVM5uVAqAc3mqBlqICb2RoZtNUc1Hwpp5joFSksDJBAfrY8cBn4DxkubC59T9hz69D9m/UnxujNxslYWehiwwKSyzRew7In5xFgTlksHDZ7UDNWZWNX43xFMWYIl/5yWCvvnKIp6xaltGZ5/biEz7DegeomNOB+d3vt2xUN3Lg5/HxgYDPY+D5+ZHN604H5sG/8jGyMY7xpKRCH96QfvhwrY83N/r06Qf98OmTbj7e6APBIP/alw/COVeGgQGavWfA3QAAEABJREFUgS88dWLE+s5nxGd7Akyb3VZ39/f66Zef9fNPP+nLZx8wv2pDQOpAgHJyAGhalExnjRMyw+uV+3pC38i4jw4AsVaPjHmAP1JGTYnxGHgKK1NA+FlKWj4RLLI+BBl5SqSsr1yKCmsnJdddQCX6d79LF01fpsCX6xFAsS+cVctLLk8haT4ym5TQX3KhtEg5RdHImI7ANSzLOStTZt5qR2x1HYYdVZxkJwDT5DIpcSUldFfm0wGJno2+59Z8ZQ1lynLMYQn99BL9yx86sv4TkDWeHihTFldC6osMZHSfI4ypCTUk1mtG84t+CqWZPvOJ5qhTkBleV6ausxxKMnW50M+FnSPQCZRcXNTlsgANkvv2/cKY+77jPlpdoKPPqBXWzs2ajPr2U2Ed5FxUnOdQ2q06rTiorVcr9eRzqSq5KBf0lCK3CXRVOWebAfAbz2KvtYn5U2BOKbLLUkpKKYlEiX8yr/aJdqyJiUXnb5+hqhUoSdRLqVHzEcPRrBvaLnfSuBfpLDYxogzG99N+t+dZ8azbu3v9/PPnCNb618HuyG82Ow7Ng0ZPhhLjXMB4vVbljwtnePEwW5S6IGA+W27gD8/oCcjGgFjP6OCiOe3wsWeqROvIk5wv2tDAjV7hXMXNT7gQL2zr4a1U0Wyp91upTW91bXOFXah5o+VH7pXWg/OvQTNfZ2XOnRB+Y+yXPmsyqiC3T0zIcUVJUJK4Ss6s4RkhGQkgHcGBQMOO4MczeNKWAFD75ssj75VH7Q8bDYctwZ8dXRxoOYaPmvVOEbE+YlxjYU6AGlrNjqKO9VNVaq/SX3FPgfhbP1eq3Ge5Ul4r9azvAiO8cepx6cuUrhohxWncO6Pfi+Oe8Ww1ENwx9g7Y8A4cTP3uMKUsAkEnumWsz2Aryw/sfw7HnY5gsE72LyPvz5E1TGeMhRR/knJh42xf9fMDdDwz+vk51P7Ht07xx7sZZzyraZsXoCEuJs99DPQz0OeePo3YOyHzvPv+YKSXA1d8Kyp0VZ5LVavL4A8+zblTKfi+nO2UcoyBZjMt0AWUZsN1zggb/6AJ7viDjvx92O8eePfAP7YHeCPw7mg28hJsDOkEXlxN0NIXBS3jAqPl5J9qLqzpxMvvXHzmFC9/tY+flH6rtNzbKfb6RfZ24Sy9VD+LzoTDF5lFjV/KfjnaPsTfXr+q69vqivEk8Y5snMek731sxffK/n75/ANT2T8xp1ZvoMr7fwgval7KZsK6YOQDg30wEhQ4EvAxBg7hQb3p4eA8sqGgoofF2Eb00JZOJtq47p5Nkr8dsieg0H5atpd1hjFU/dYNNmzEVICewXroY0/A54wdG6odG7IDOAYWnW6NWuxgPCh3YCTPhzhvpDIbKaMWNjalsHlkExOyOrdJypF3e4N8ZmiGRwmVDyqmWj5zrxDb8ZvACM8+oB+BPCN+etd4xK0T+uNqWeoJG3Igy98gyLEpK8oxVsZGvq+VA2tRz3hqb2p505u1fAaYgTkxjvhyj2+3bFqftXl81P3jvR4eHvRA0OWRIMvz8zMBoL38TR/xXMg5q3RFPtTeEPj54eMP+vHHP+tPf/6z/gw+/fCDrq4+qHYrJezARfTXrrMNjZvQxzmVwgQsg9JgRL7bPsevef1C0Oenv/2n/vP/+Q/9/MsvuudQ6V8/G1gj4lmSEm045frASxY9YkUjIzV3iSN6jw76sMb2BI98cD0QaDzsDnIwKX49DIMwQcKcjI4Fik+au0gS/doXNeEPoIxMhtonlAhJlvAZiURugYvpyi4Vyz4gPmPUKVIqNKtSHIIy1KMNosy/xiWIAUHmtqNZJyD0Oh9oOhT6WxtLUsoqucj3Si1eL0Wldqr+dgo056LMusqML2fxIeGC4eKendd1cNGhOYpOVwpOrbE4aYC45sTKMsVGgRrms8hwFdqnoGGL7UFXzr5/LTc1MnUM8aGtAD6YzWt9OY+cWqSop2ak6KMxFyXWW3tV0P7uykqVQ5jz7j+aOKFNDp8k/JeUU1FmvRfux75UdZ3RcT+CFfr6ik9dx30UlZxV/DyiXq1FuSSJy++fQKxpuEnnNSd/qOSKKYmrwWLXcxtqj4HWDrEc6ElZUVdJCqh9XG5uoea/hRst0kseGX36fvWz2s+NXwjQ/vS3X/Qf//k3/ed//sQ9fMuzZctzxs8d6ucqMXZhD7m45mUTUxWCObmoQptZuBDmcqThCcPIPTTDdSgziYalcaf0VHaSRN+oPNEosSCYvzdpljs1flvrt2oiw1cZNJ85jzYIKUODeVE25+1cy6PSryUXA6SpmxlvN72oGypHgj4T8LdXBgIl7T3iwEe8/7cb7bcEfrZb7Qn8HNkPHAmatP2Dv4P0csVlOm4oaJ+NGVkryOVnYC64oFOqK+4jnk9dr9qDNXnD9yj5eFbxvKKyAtE+n3XG4k/kfVluajA+3g8jQRNjYL+zZy/T8KwjQZ7jkffgjANj2TOmhg0BL8A767Df8C55BvjjsNPeOtBlfcMSgHF3gYx1AIfnnMLcjEme78KzoTKOnnE19DxLVqBn3DxL+iqPNfY7On9GVnDcE7wf/Y4ceL8FljxrP8o9XJqRpQWdwmOJKn36WVfrGn4FKnatgOs05FzIN8hzcwJKTleGMyDvV3jg3Rvhhvfk3QPvHviH8QDv4ngh8BoQcBBgsc0vh+D9rg5MEc8hDfE3iessQvOASyIZnSxlb9BkmZ+QMJmXNES8ZSwFCfxXLzqPpguNzMtkPonZD83M79RFzH43xvNSwWXOthpNlk0iSbzspZZA40Jh0P9mwsvcdkc3b6q66IfTQJrr5Nh08NqHWhSEAY7+YjiH5JFD8pGfYg2HvQ78lHfPhmcgMOQNktgslZxVOPAYKTof5fK9Nz3xLSA2f/BDfI16L7cbYoM1wmP0aYHBs/Y0I+Yhfv/+QL29BttgEBRq/ICcTSebfrGpIkNL62AUDCLbydiWA0UtYJKUvbnxxgoUDrcBNlht09NRXoCpYd5tDTRmQPucvSEyyFv2W4CPcrYewGHPB74GNrLkCzqL7U7WiZ3WyT2g+ZOhhiw/IanZXeVNYKWPiq4Tn5FbFvVFU/un+X3EZ0bz5S42qf6bP0/xK18Peni8i0DQhrw38wc2ssfJB7gRPUn+2yY9m+0P1x/06YdP+vOffiQA9Cfwf3Tz6ZOu11fq+p66xR0zN2IEqSH+ngPs6ZqCy4w3BydNrIvN81b3t7f65edf9Le//U3/73/8hz7//LPuCU5tdzt5nUV1q4Vh2ToF5yuhUwvoxkGikQCQN8YHAps+tB5YU3t4yxzkim8EhbJE0wuEHknYn+ATfm0ojJP1kDKF58veFif0zLymlJRzVk5Flo0i+Dyhikrx6OEZfOR+YtiSUtStrBfXz6lKSsLsttTlT0IDukjNjVDfM+OsA7V+HMifTNtsG7Jz0jiXpIQAeaaf6p80g66vzFunCP6wftxOmXo0tU7bN5IYKPJtR0m7XCtTN9BEwqyFmym1fEW9hOp8gaT2Ga3ahkZz66vcd9VrGep8nm2zvOXPeiQ6aIq+m8ZYKF0o7IvLGha97qPvVxy68Iv75x5rZUkYr5qqXKci93OmxrOlqHaFIFAX3wC6urrS1XqtFQfVFfeFy3LBZlBLUaFtMSWfmROWC/ZMwBfU6zHgvJRSkv8pxprgpZZIUc1JzDNtoUkSTUA6QUmnj2s5s1Dz3+KiwUVjd+X14Hvp4eEx7teffv6J4M9/6ifu17v7BwJABw08q1k6WMy45/TcxzwTrmChs6Ygg+XKec5RHqvElDbuf7x4r0R+buQW7jHOqLOMZrHGzvTMzVXeIE2TsP2MN6qdRK7fMmeu5b+Xhp0v9Fvi1t/D9zT9X+QndejHp/YrhJ7Jky7jW+SX2o547oi7DvGsGXl3DMzvFjwDqH9FmEDINt7/zDs/NJr8vqHdpZ4zfzIGUePDily4vYrinqorFdCVXj0/WHBgds07Ju5L3uO+9zL3Jg1mHRBf2MllbkaaqQnPYBNX8BoaplijA+tocMCG94LpPvYvjJoH8EgQpa2zgWfxUUf2SK5zgB4JtBwZ60A9y/w+GRk3d6R7OcF+dqb5lpFyv+dcVOP51sUzo+s69X1DZXxnvrZ6uTJLra1or/l+HJdxxBj2jOcIhgZkUe550+UnRyZjWLZe0K16Vfu7c38rbKoqpeLeEogGbyYZ6QLY9+uFB+yZF4L3zLsH3j3w7oH/PQ+M59cyL8LJuzmMabRtBxEjubya/PWL7bLGmzzNRjajrYxMY16kOV5kaZYlZSnghPeTCZK///p2DJc6WqlTB79GPGLrRmy17LLma971XsuWvDfczeC0iP7/p5cGsxloHb5hJcallDCvbSIyfEoXdrIOxonNA8Ee/x2gIwfk/RwEGggGjGxyhJ88P5XDi+cGZYgmfiJ44KdfO34i5g3hMz8F3Gq/P7RNyGkDZUNHNEBtJ6Rtx2wrmQj+TBwwvXlxW8AGa+CnboMDQYED5Uew6NH5g2G2qW1qGGN8w8abmaKMvZXNog9etSuqpVNhk1WQFzZdQc3PMtfPmXog56RsXcaJbzpdz744AV3dgtrrxC+yfqXOfXSdbEMutenOWeHLoOYN+iVfgW3J2Ocx5MhnWW6QZYMmPosPB/wzI3yPz+bN7Z6f0Dros3l80uPTg55A0M2Dds/PzOE+5sybxokoRUJrYpPqcVx/uNaPP/ygTz/+oB/BR/jr62ut4lddeiXsw+u0yKwJCOaM3nhCyXGFNmyjGJmXAELykxzcecSm+693cZj8209/09cvX/RE4OeZoNCBdThxApnQN7FOuU0Vp16UOOt84jkSy5mk8UmIotqRdkfaH/DHnnW9Y1358HqAWjZ6M894RxTRys0CevXJ6A7/p6xUPFrXbquYLubayFJhOkGGR1OUxTLP2J24BxI9SSOBWbqlHbpYa1IJPrkNAaLhcJTBbRlyIc/WacjtF3Df4AjcipSLbki5Ejhl4JMStrX12qnUlSrr0WvRMq+xnDO2/3/svQmf2ziu9vtwkezakvTMuff7f7N7pruz70mlFluW7v8BJdtVqfQy03Pe+b2nFIIAQRAEQUoiYbuytMHoEd0oxtXYDUGOIiEEIEeS7QkcNTLZqJZbo5nGod99uA3VIRtqx6Y56pAMXJVzwcYFXF7qFoySP5jmbnCaG7jnI4j+ms52AK37A1nPvVy9vi3DQDLPgurgDfeGcdS5jK1dV7U+6XV6dqIz7g+Dg0ErgkAlZ5WSlQHj0jEu5It1w0tFUppYGwZx4X9KCpBS/AOnJEHb+pSSMpBSgnMA/Vuu1LSCMmNJ9Ohv1224j75+ueTefa9XL1/rzas3evfunT59+iIHk30wHlhAIxCTbByasqwnyH02r4N9eSHwBRPo2gB0WN8ComyIMp2M3O98phGNaRb4x9k9iX3RxJ+FH/fyezV4QwaRG0wfg3kH+JE2r4r7dREh+JwAABAASURBVI3n3NB0WIYS88gkOAWYe6inNA8//EpAL+aSd7Hn/MpBH4I/V1c38h/t3/Cc3vJ8dZDE8kwDCqZ5NE0rPcJzSmRHkAvlgg1FKfNsKp36suIeNKxnbNrQKdce2SqygHHkOTyqdYmmkbWpAMWVqQ+CddLWz8RygeKdMGwGGTwmg789s3Ngh2DOGM8/yxp2BIEG7dgjjQE7dBjGQ8fRScKsDFS1d3QbFxx4SaVUlVKATh17gZ5ng39Wbej9Mzf2CXUeX87zuMJuulnskTRAD7y7Yn9E8KrZvoHPuCxP/QhGlIaRMxdY4ecW+nsDfa9WvUyvuop9+BQpS9O10QwZ/BDAfkw/9IA99sPKx4pHDzx64NED/6Me4F0V/cWLoRWmoKWpFaO6ZWy6GkHlEb3wfoQRHWPTChEyDX+nPurUXtOJR2VSu1KaX0H65y86i2GBl12ByUVhWLQwwCOnrIlDlPzSXISMF5tM74HWpKWI5TM5CwdKbQweVxuh4qIv4xmZ/MvAmwW/tHP0F0bMujHWY4s5aayEdVkiN1DPuD122VkshIGN0c4bOj4N23pzsb3RwKZox6ZIOHZpGwpoO8LfESTyJmSzueZTwhvgFqAdG8YRsM4xPpXyN0sG1NgLC2AMfXvDEkD/g3+Tb3kCGCP6R9MG5GhMA9ouhgQmc2KDY19UDmo5F9XKxoZDViUQ0/vAW9mYdZ3i4MtGs+5p5Lw5y1UJGUMBF8oBezqroLegMwEFnQUdHZu60Andz2DdvT/BDOgU/ErfFbvQkXPGhYYE1gzQ5mfsQcabSINlK2Nb6JyRky/8wJyM9hEbQgc0xnGLi9ic2o/4fsM8bm5u2KhfyX/j5xuf3H+9/Cr/7Z/Ly8s4qHm+d2xsd8CIPmvOKatng3hOAOji6RM9A548faYnTy50dnYWPwvz+DO2CnvcBms8QyZZcRMQZCwteW0eCQwc1G4J8lx++aoPBH3eEPx5+/qNPn/6jE1eOwPPJdZnkuQ1jF1TAHpdpoqaOSW0Azw/EnanlIJvsR1tdqxPB3x8UPGn1Te3XqMb+e8ljNRNrGOrQ/NscyuFktCVFP8YZ4aK8ULLtJp5IC11I4eOFmAWc6HQmUvRqlux8e9VU5GQFu3tksG+4DD9jUPV58/44/1HfPJR/jsrXy+vdMv9yDBo4XZJgiLTRGODf2qVWS+GVpeFaqSScs6qrLm+71S7TgXa5VwqdUlkunOh05NodId/r0AP6LefDhXt2U+Zxl5HtpkO6CLPkGgDTa47Fw3mcsavhsp6z9k2Ip/vQ0I6odOg+bJFMxnoqIx6kocVNTqqWhj0gL4qH8Aa4K/aKdcePrXxTMnUl4BCuTKnttPYB7rVei0HR09OCQJx36xP1+p666B9BkqD4jno0ANkeCkleb68/mJSY8VMZjVwNTIpJSX8owRONAFnJf5BS6LYQEc8/YErIWMARQo6sii2LCklemMcoqORNbtlzfqnYG/fviMA9EqvuX/fvnmrz18+6cp/D2j/TBrx/QRYEz4wYhIyugwuen5CIIg9x0QD8wPQBW7ry/QRbKFR0vLW7Ps8f8+C4zYg0fz3IQT/ucy9G1pr++JQaryle1t0BNxMbczU3xu/HzJNkjqUUB3DaCUYSyoQJasUBVDap6Z70DAHeza8e+NZeXMbz+OgmVPjzc2W9zvA/A48P3e0GXmGjtg4d4zeJHmtKjUzMCqbVm7/clEGSu5UuM9KXanyfOy53xwYqQRDeqCaT328y7PvxSp53YQWutmnBGUA7VNu1GzXuHzzh3ejn/0DY/S+ZfA4WMs7xjIylsWfxgaPa+AdG3KWRZ/lzGdY0UdmrDkvY0uYWICs9s5OSqlSTvI4esbjv+/Tvtl0op7gTwsC9VFvPTq6oh/6bL7lPoIePQYCWJvNjrnYMW8NxpgHGtswA6Tsq8yzDegrGB+vVj39ruOdVClXbColY2OmRQGcTBs/wp/1wKPn/qzHHuUfPfDogX+vB/zioAfeEbyU/XaYeKdMcJwanmLz6fIRtKojxoEcQ94CCxzXLbTrFvoI+6VJMStJbCp1fGVMpGwrjwHWH0puc1cQDklt8FHll6XLPqw5CGRo44lqCbO+t/wuJzEGxZUQT4oiGwEdX+7X5QWb/qsg+kpow2EkiJaO+5pNPq5uQkuOwDhp9PogCDDwaZ7/9sotAR3jDQdm80Y2QZbxzFiXezUtB2cIEm0i2HDNhvFKGzaOUSYIMcw/CxvYtBgOeqTM+rEuD8MAoxllW1id7u8ORG2z13MXxePMylBiXZnJyBy2cs7KbHxMV8oH8GaoUlcUPA5kvaF0fArZqXJgvg99V6kzdKrspCv69npzQRd95Sx/m6D1a96sf5bNcbiFj31CdoEgsd1p4QXW8TVqZA2HD70ZZRM77n18wyeaBDY2N2wKr5mDa+biG4exb7r+din/nZ+rb18JBH3TzfWVtre37VNNfC3mwb1kssy92HWFzWGn9clJ/NHn09NznV2c6XR9qtVqrVI7ZY8nJ2ZJXAkgse5aUAI6EhozELSzieUyYedW1xHw+KKPHz7Of1D2nXyg3NxutGOtTNg1a+VcPAGjJpQ7sLPYa40pJaW0AJzU+psQtK8G+2k74JON2nreaEtw02t6R91IPyhGJetq9gNalKCtKaWkPIPAUtJyucWInIRkTuRJvkIl8zSFdxIHrsqGe6XS9UqsRYUOZMek3W7SDWP+dnnN4fmL3r3/EPCV4NiVA0C3gyaCSsKPrC5ZJW5gHUDib3HljK6clcCkZkeWMoVaaqzlwnx5o18LWuBTSUtkIm+Z1Rla6ThHGUXnBjqgdJTcCBgZ8ziO2EbBhkIfpGhJirbGUWEPmpjlIXO2fVnt8NTohafvrsQwktplpQs0TsvRQafOBXbALLAr6RZrbalLAaEBG3xv96zzdb+WD2x9HEjxpf1Zq5L9yTMgcz/XkuK5sOorQSDfM6c6Pz8nWHqq9m2gFfNP266q64qqoR5h6FKwkH5TUqwOLRcuguUvCTWgsMgYZzJStKGKVjSINdlwMoLr1OoVsrp3HYkpBEIpLUitDNs8SdxarNtR1zznv3z5ovcO4joQ9Op1fCPo8+dP8XfGbm42cTi9uww8TpTMKeqYh1aEIDV6ydtdZHYDZoxGyzpb8DDzWHxqQHv86SkPoNhSBi2A6Dz7aIX67ZyGbtAgCt9ni2bjpda0YSkLg+6WDzV75W2wR8Uj2xhrGyO8Izp4jGKvDR0kiq23AuW+A81ye/8R/PCz0kGRjT80CLjm/XGtS55NV8x1BIAIlmy2O/k/CtjRpgVDmpk2JdTS6cgzC0QxAe45M+ok5aKUq0rtVIHegZ+u399jfd9zr6yoq0BRzpU2AEbnAOcQpMzCbIBIlMkiZXJ8Q88jz6QWwCHAxXN/431KwDbeQ4PfNZNlaaJMf0U1l8AZLHh7aANC0HIZuaqeMdS6ksfREVhZdSfc4yven2vwWqvVCWPr5YDPmiBxBHvWK8bYBdRa6avpI6e3rH1/UAyBaR25j4Z4h7W5uVWbi9vgxRhwvs1zk8y6z9ie0d3Xqho+tS0N7OOu6+R6yxX3mjNNC/CY/lUP2JP/qo7H9o8eePTAowf+Wg/wkhCbQ78oeC+aRH9s/Y4w5HfJMobvKtCGGit0lXeGC96LJ/klZvb3QN33zN+Qf0h45i02UHzoAXxUjYTTpB32TgQ9dmwAfGD0YGy2rTJY6s/BQz3f1/C9Jfcl/lg58doWmweAjZDzYMjXKB+gTd0HW5iRz1QYQCSPeoo22y0H5O0tAQIfmK/j0DywYdo52EAQyG1ir5DH6G6E57otAQV/9f/GPzkieOSNijdbAxvGgSDFOG7YyOyYW4/fbcGhDMtRaBJDSBPLZULOgLwn5QhoRT3VzmM9m0OzSGghNadkEMDhKgM1NmpFuWdD5E0RvAO/U416cN+gB/fwjmEvUxcdDWcOgdn62HS1zWOSyzVnNom2oUErl8ajLkvhw8x8YCwJuZzAja/58jBHsgB8aX8OEVi7YQN4y0b2NvDmZg78XH1j436lKwI/3wj6fAUi+HN1FYGhgTneTc23OfpLBClyQBeH1F5d36tf9VoR8On9k69SVRijuDCFCWCe7HoDvEjZeSIzuJAZGXqz23ZiqeiGdXJ5eRnfcnnz+k0cHh3s8M++vJGlMSkpJQDqOJmT4UtJ+yUhKSfhM/dTVHKGLkBWiFLvZ92ObOBT3vZtoEFbAp2m3afxbjdqCQZ7aYVSJVovkBudZnyn7iBjd/A4UcpFpfRs/Nc6PT/Xk6dPdXHxTOdnF1FeEVhwvX3pQ1f7BhB++fgJn3zGP58JCH1lHpljbLXcSMBIHmz0jTnuzGX6SipUZYm6fOSDzJx1QKxdByyQbfX2E/IkcVkVaE4ez0weI8ty3x+z7tAoGfFzAwr7yiRMUjRXu0wHhXz4m4J5x7YttKIlAozN+X3I9kHUJaqA4/JCLxiJSIt5xiNzDygMsV+4r73+/QzgsBaHNugafiyq+LFyz6ecVROAT7u+cOjrdYK8vyV3cX4WQaCT8xOtTtZacS/53qqhI6t06DHd+d6gXLIyNhpSSm00vJ/CJi+ooHkmkpIkRJSV+Kc9TlIEifb3BrLiCj7YybTxArNIFKfQZomHICOTkJgxBkwEL7cEA66vblivH/X8+Qv9+vy5Xrx4pZfc2w4ObTh0jwQKhJU5F3QwInxudxsoBa9l1t2ou/l0txgl5oz5GvkAYgCMRw7zI0pdE3qhQ9SZVS/g8n3AJtTRjNa0Cz3/Ej50YNVN9z3eoUg1/ZI7BVDXOOTYEbzAlCl8Z1/Ih/mRtfpBe0wQfHsE5vvZ12BHgGHLO2QTcMM72wGGK4L0V8ztgm9ut+wHttptBo1De/7bJMyhz+bckXn2XAeKzPyEdZ77qsQayJl3bDH06utKfT8D947peFbx7q21ck/kPUjWhSpWoQL0wIW8uXY6zxaP0+ti4L25YVwbgpIbglkbf5OJ9RLf/AlZdGfa8q7KgSnTX176sQzlZgNyft4ylsI4urJS1/eM40T9uo9nvsfhwLEh/pYRY4znyDxGB5Y9vv2HRaEbw/0MoM8M2Lcx29w/G+z3nBg8H8a3zIffYzvuw7jnaZOxKeO32lfssU1rnfDsOeEZ1PPOsV0dQaqKjEfRxsP0xfi8J8CGx/QveSD/S60fGz964H/cA48d/m/xgF8q4sWoeGNMbdjeXM5kY7S8sVoe74fGnvPGnwtNnQuzYDwELQLMLLV+LTS/dkLItAlDq/uXc6vaH1SW3jEkFLsyyUMeOfTtgAkwYwqfIJQS2ZKWdktZvGb1/XXc5Pta9kiLHvf/gMCeNS1bgT3ntwn0tUQ7iCPhKSbbjNEZ9YHuZBnL3MogHzRoMxIUc0DH/0PT9fUVn/ReEUz4pu3mJjaK3lR581A4wBRvOGaNE0GFgQ1/bLAIGg3Ib4DBGy/AmzAW4w3mAAAQAElEQVSDN2Te2LiZ+w0gI2FjAvQ7VxuPc8w9kjXHxaZJock0PKMcVrOhTEABKJsXUFQZS2UD1jBlxld/A2KzRZuGmy6UkkxrxqYrtCGb+QDo6ELmqCQPcD7geLNu3w0E4wLCx4fgzw0BoBsH4Dxn15f69u2b/JOvb1eXBBIM33R9eyNvGq1HrPeUkooPtPigsCksfDLog2rf91oR/FmxcVxBFw7ADiYwEFoxe7g6TJNYQWRxV6TINfs9mY0/7R/71Ovm9najy6/f9OHjR71+81b+CZi/+XNzzdrigIJy0QQ9CVCAzBRXklJKSvLV7id7K6VEG/s5q+QCZKWcRQZwr9N+xybZ3/jZDjvGPwBbeVNtnw4EhhwQm+I5oDvj0Xwx3JlKygkLZsi2JlOmv9E0QZpRUi2dVnzie3p+oWdP/6b/+vv/C/yXfvr7f+kpZX+rqut6JJM2tzvm6lpf8cunT1/18ePngPfvP+nLl2/M3YaA7I7bcxIjpJcMdp8JnKMs2xOHEurwgQ8W1XPpgxS4MscZGz1/otUoxkk2+pN6YB403Psp7xkx39FmRBxiqQmRJOGHvAfbUemuAIvgEc6I72WhZXkAEduZo54s+DAfTK5vFZZH1IoaY85DIrKZoTQTPPk87qNGMT5Ghmci2fBmS1alA69/Pw8C40/Tyc+HrsrzXftOq5NeJ6dr+e9nnZ2dBna5P+GQu+pUmYvCfVYrOrtCGShVtWQVeDllZfyS5Is17hcVMNkusFczy7mNAqGUkkgN3ARIwEPpR3x6scpostAH7B6XlsaJvjJQeDRNBJ93cvDy/bsP+vVXgj+/vtALAkFvuLc/f/5CQGGL5WPzcs70kQDci7P9PABRH6yjzHJHxSAn8gN49bX2I3YAHObvlJH+YbJ6AwJ4m7wltKDryDYO3nd0Yuy+/IO6w2CwEPlZIezQjnL6Mn/POea7upXdDyI0P5TNG2g70rexwbz7YL6fa/6p04Z3hIMFDa55lizg58oCl8G/iffHtRq+Bd/ybNpqIAC9I9A3HQV9GJ2NZTBGntMjYP3meBZ1rOkDdH2nvq7Ucw/Et2YIilSgB6JMXeZ+yqwTg2LV0AWdMWx8Af17CcGBZ/zIpw0Da8KwiT3JlrXIeNiHbIDtbiuPyb60n70cshLaDQWcuQ9B2JB5pmuus0yt3MdA1zEWbF876OOfcpkGezxr4/gD1msCMU2ujwAM5bj/q/yM9jjpSb4YJmP0nd7Adtm+NgbsJ3DlebzlQxSDxzHEnHiNCHuzKs+QZl+vvq61WoHpd7U60SpgjT09shUoNNLyZ7PoW4/XX+CB/Bfo+J9V8djbowcePfB/vQfG2OaNfq/EWCe/cbynitLd7Afsu0IuzYJT6DajgVUbNPNnsVaZjhAv+1Zy7kenwfSfg+O+Di3hkg7lRrE/gRg5UO146Y0N7Aw22FT8uWRz5/H8uYZ/tfQPjGBDFBMeQb/FGW02OAKFER6CITTgh9EBIIIMG38N/OqbrgkgXINd3sEXmytPWy1sYkpWCodOGtl4Obiw3XqjtQAblwgC3WhgI+bNjDdnwp59/xkzUEgS+y0KfybN8+dx/rCZO5grg4xMGbsPAC8vgCxk2PIbOMQfEIVFWkYHadsMkA8mfCHq20Z+R5DNMIS/NvjbG70Nm7/Nhs054E19fNuHzf1C38yBn2/+1s/lJUGWr7omABR/6Jmgz8CcioUQw/HfMGGjXZi7Cu66qm7VacVGdrVis0rgx5vbyiFX3vjSKO+dkSRor6CJe5vlYrXwnCyYWQ85eK7bsUHd8mmrv+HjYNTnT5/l4M8X8Jcvn1lb1xGMGfFBfAsPnU5a7sUZJ9SnlJRSgtK+GgYJ65iMwno05FxUcoaflLBV5Na9ow9/4mtfeJ0OBJwWvONQNdLXGJ2LKwFOxscAL9YN+q07ZRiH+om+NCUVbFmfnMa3QJ48e6a//z//r/7+X8DfCAL99DednT9R160ZSNaGA9bVtyt9+XqpT/jlEwGgDx8+yfDl8yUHsRvdIoOJUioS4zNk989BSylBYQd2CciFmlJUmNsa0ClzMMgZvuuzfuNKUWcRpNVwsOaMZwhrlaVEeZzrk1ANZA41hgoGYp2hxZVaLtrPZOimrtnVmEFb6z1+qz3O3dpl4wb0BMM0aJ/MNc+gZrbmMTbWXnJkXO3ANWpw0JUDpJ9pwaelxW1fxZc+vPX41lB8oOuKakkqpWNeO63WndZna11cnMca8E/B1qcn6uFXZAttci1tjrqsSrkyZ7VkFeYIVWJa5ctrdyI4Odk+YOLGMi1wg6l98wfh9ADAkvnGP4Q/IjBJJHGbNIyyCWrHc/+W59Pl5Tf552CvXr2Svwn05tXr+HnnF9a0v0kyIDdyD46MgaaRmGbPNnQ+Asg5HVbLzNgjWyJmBQb6RqgFzHUfbksVAsfJ/RyX79O0cqJh6DMGDs9nuJRD/xGme3cLOtRTCN4xppaiO6BfEIWQCT76vi9TA//Q3w5Tphl2rNNGw0DPLIuf7euBQMeGd+4N798r3g9XV1c8S74R7DFcgxe4mWnzG+0PCm4J1t/yjtludryThgDfH5hDX9jPzI2Af1YZ2HRAlXJRAnLuWNszdGCg73uCECuga0Awpe+p8z2Qe+VcUd7maXERDJLHR9cwwwY4SxpjXU34Y4crRt6dA7BRvB/DD7fasEY3BE/imb+hnn2M24UO7rms5Z85iY6aDZr5vucztpa4x1fYvpYDPev+TGuCPev16Yx9n6+os4zH2qsy5rjHWfAZv4j+3AtDafbyrBkWwDbP2wG22L5l7jbxrtwwv83upMwzpBKIcnDn9PRMp2vDOfhUJ3x40xP86XinR988t3LO+LcEeFwBynq8/joPPHrzr/Plo6ZHDzx64C/xAK+alsSejZdOUzqBDKA/n/YNZwJEmvWYMrhoPMXe5u5ONO1fPX/JQ5PxaX9ZowGG+QbIfYfeMPhbAfPGeqLsja1FdGykTdePrzzLBs7I8YIl/4vT2Hz3G1pHJnVEKoYZmfaWicumgfZpKS84FgU6AuOLkcBD+xbQjW6uCTwQALq9vdaw3bB2/AedpcompjLe5dBi5WNsqthcsZnZsPEahls2YWxg0DcYoh5L2cGR3CQgz3ngyIJB5sEsQPFOMv/AsL6A2Q93a63UgLwRdrMLYv9DwTRsCiwPNkh/JnfbhyD0CUtm4kcIg20nCL/iF/w2AvaVgz8DG/i2icWPfEK7ISh3CP7caMOc3Gxv5D+qfM0cXRH0Wb7xc0PgbsPGf8ucTREAmmLIJRWVkgHjoq6rWrFB9YZxteqD7uHlGJcNPwpm4ZuUE8yEvYyPtRK3yP7bFCXqyNiMj9h3q28cPD5xCPz4/pPevH2nd+8+6PPnL3LQY0tgw9oKh9/Eim1+mDhkAi6wJhPK3GdOSSRKc+KGzSnHOLzB7ThcGAoHiZwZG/a7nla0SzRKoXfHPb/Fx1s22u7fvh7wz0h/E+ORmqyyMWOUr2meS/MyDHDUm0ZmhEVK9FlK5SBwysH/iZ4++ZuePf1JT579pGcEgv720096Svnk5EwVH0/0tduJjf2oHRGeHQGzDXZdXd9EQOgrQaHPXy51dXmt25uNRp5Zok1SVmKMyTZMiiuTZ/rP8IsPBuBc4JKkyDB0inlrg0m0AKzDgF5LGTTLe1gGBEmNijyEyKIdVXNy3diUoyHvYa6ea2btttUSxujJgWljtaaXRkeYKToqfU/SFKbzBVyEJkEdEv2J8S5gvZ7/Bn5+7TjwAg4E8czSfGGWKn6t9m9XVVlzXnvFZdZd3xVVwPfRKQcw/xTs7PxEp+dnOj1dx71VkC0lq5aiYqDcdUUduLpMJxn7skRgB48S6Jkw0CCvT68B1j6LWdweDSRkAeloVIorRf6jzLUNpsT9cad14wtedAfWBI/1FuXASSM2+T5ykNfBy5cEfn795Rf98vy5Xr14Gff7JUHpDc+ygftOcXmePcIGGZQZM8shap0xcsWCMbGAK46AZq0U9aw8/ESiWaOtYITh6oNgo477mjkgNLYEfUhuj8amd84ZOOqpsf4jWPjR7xH/uOwAo8G8BZs23C+b1wCH0x2dkiBI7qsh39cLjDx7WcOs3fb+4P1LIOfGQBDkBri6uiagYLjRDe+VBpt4Xnsuhwj6MGJe9a3v1qX2Tks4J1EqytlzaQzUTmWG2neqnWGlniDFEvip/UpRV3tVZDM454qeKjJSFgReBrXBeZgBcEj4gdxVIPhzOXzNuIcN9y5jYf/hNbdhvEvgZwtvMDiIwvOWJlYhRhA4MRb3HYXImi3LGEup6rG5Zwzx8y4CLBH86U8I+JwCxg0s06CjTVHl/s4B7s166QAD4htbxtwbA/fIBvtt9w12bgDPl8EBOZcH3g8DttNafhZ12GMbTh2EOj3nOXOqk7PTCFCtCP70+LfWFX7tAkpx3wDJOr6HH1Z8L/rI+c4Dj977ziWPjEcPPHrg/5QHeI3zknTvvDJ50Uh+YS5g/gxUm/In4SHiwo/Azee6hZzmRkt5rr6D9nVsNu9UUPjLH5zLeGa76GJOOTYXozfW0047fDLFJr9Zl2apPWrsffFANMnIMT6zQc6Hyj9N/WbbeSxWupDGAZFRE9jGAqZheT9jEJvrDOE+wl7qWkI2vNFKLZ84aI4aOJlu2YzcEnTwhvGaQNDt7Y12bEq8oKyvsqHxJs4bvRK0e2CFcULwZt8wxmZrRxNWIpuckY0pBbqykQbISMe0GcflptfcAzzEo9bNmFP3MYIDGCO9kysAqQeSJVq9VTwg8CDr2Ipj+r7wXic22TZD2IZPBtafAxH+dC8AH3uz1+CWIJqBTS2b2RvmwBBBHwI8twRYrq4vdX3zjWDdN11fG64IKtwyh4Mm5lHcA5k1UDhges66ruoAnVarnnKv2Kh3nUqtSvn+aCiTJGeGxBANGe2QR8kb1M3tDltu9IXD38f42zYf44/EfvzwQV++fKHumoAiJwzfN7lIKXGmnRrgo4k1JK6UElUzYBNFhuN1K/hSKVkVezvsNphOlstFxmSSknyhlrW908CaHPC7Dzv+2xheoztXuk+GllOTdxsPzmxjoSfLAs6zUk5MYwYmQMr062/GrVYnBIAu4m//PCP489OTn/TTs7/r2d/+TjDoGZ/OnmJ3h7rC82fSNoJSU9Ce/6urW30l8GPwz8C+OgB0O1AveQFnxhZAcZ8y/WNbxqbKvZhLpSqFvI2LtbZfhPAtn9s4IodmALShgryJOl8AJslioBB1O9O2yT7cA74czYzKJUMPSQQMzHEvGWXZ9uaqmtG2gAUAy4DuJFSj2YrusH9QmDUQoBzxDQ1nOfPpb1+Cpm8XR+zzQeyKgOoXApefPn3SJev1hueg78eRe9WimTno8fOaddf3HfcPY6Bc+qLSFXWrTv16xVyvdUbw5/TkRGvwGp7rKjK1ZtYB8sW4QTVNBxm/GBJG7DtcvgAAEABJREFUJWdegLyzYkK9IA3mGSaEnGYc4pQXDPmjdJf/wwatwuon7gFFIKjxPB9b7qfN7UYOWL4jyPvy5SsZXoDfvn2rjw74EnTYcMD1syHGQM85i3WUoAxihtKebnPleT4Ck0g40dQImAJcNWKMQcYoMG1+KyP2QMr0Oqej2lm7G7MeBIwzmDYsZbpiOAiaAMaHwLYY7tUNvAtDngP9CL0v7+Umje5XxtxRwac765oBAajGCzpkRp5xg/ws8VqOv3njd8c+2HPD8/dG/lDn9vYWvOF9sVUESJjLER2hNDxiX9hLYBITRqoNeO5WAhAVXMAdULtevQM+BgIkPcGSnjXfEyQJuvaqyPnbNDlX9Fip7Y/O9oR7lFxnaHVhV5DLnBuPGnmWGxwcibEevT+9j9ktY8KPbm6NC7gcwBROMQ8Q9jnIPmhyRSkX1dzJtvfY3zBjyRW+IcVYstxChwtdgwEbBmBj2/gwbIPNG98PM2zgO+hzE/N0Owfobnn3b7WbP6AQujP99Txvet4xKz5IOPU3fwLO52/+nKpfrbVarVRrj00dz5i8B+sQz5jAWMmWgNypOHuEf9ED92b/X9T22PzRA48eePTAP+uB+UW+A/vlOfIi8itzUZeSqTS/FidN1JtzAASOGxwqfoN6oMHMQhvbR+c0nxHUUfJb96j4EInIrO6h2gd4D3bEmCe/30M+hh0baoqz+Ixg3E3f921Jw125f7bE8O42/Y5xVB11HgeboBjEfv90JJS1fyntifHAQ9LsBShq4qCxY5PizeMNG8QrggobH4AIPgxsRtxLZveea1XfN6jsJDKHFrcf2cxOBNe84RkIIg1sdgY2PyOHJ6/BkfXozephAmIgNJ0AUqZsgyCXlCk3YDwmogJmYFt0H/AJHUROf+7T4H6Ng09bekIKItJScu19fYdyiB5ltsJglrHBtGHRaHqB4GHTYMAvA5u/Df7e8Cnthg2gN4PG/tQ2aPNvt7rd3mpL/Zagz43/1k984+cbgZ+r9pMvNvhbZCfmyL4WqzwxJ4W56boqQ8/mcUXAZ4G+6+W/8VO7jg0j63jvW6xlTTVfCR9hNQdpeeUgk3OVIUGnXDSNSbth4mCxiT9g/PbdW716+UbPf3mpX359odev3siH6W9fCU4x3uQnAQ8gZlOYSIn+sNf5MUwLL0mLXyffq0n0X1TZjHd9p67vAyqBD6/NlCydZlV+xhmkHW13BMUGg30P9vNxYqyTEn0s7ZIQpffJS0auV1xplrGcQRIH4owPutprfXqqs/MzXZxdEAR6yuH/on0ie8Ins+vz+JS4YvNEm5HAz8ChYwvYBor4cORAttXVtxt9vbzS5ddLfbtkjpn3wX+LAzvpURnfSdlkgP0oeImggoM/OSfluXr07LHWYi6ZRsXlSggLGUIXPNMgamilO2CeoYkk9EevyEz4iF7oY+BeH7n/YVKve1eTa0zaho2sI54j2RA2tNpjcuYcEGOgN3dx4N2hPAAD9iMbVYHNo99gOGtl97VwR+bC9+IV99jnz5/1meDl5bevHMiuNHBvjTzD3NIBq55116879dw7xqUryiWplqIO3mrVacXhd32y1sn5iU7mANB6xVrtikrJyDb5QvCoHkOmHkcXZDLzatByTZO0QPBcDgI+mGL8D2CBJyXLwm5paugHOcvyqCZBAyQp3fsnxQRYNypd65+qbbcDa/da79+/16+//qqff/6VZ8DP0M+Dd8Va3txsIkDBckEHjVG1pPwdsTCMPYmjp8uFGdKMG2prfGQ9DoDxPWhiLd935iKFSJHRRxbup6LphwuP4neJNa0JLsC9OQZQbIMzwRixm/JoYH15jd0B1tQY7dB1B7d2DAQ9SzIPGmT/G0U9BCOFRe5+Qs+An3fAEMGgFvAm0LPdEli4BYw31BsDvINGnokj7emBZB80aM6AVpFyophUclFizZbaqbLe+27FfmCBtXrWvqE6CAQY+9nnwETN3Pd58aqx8FMkiDnN7LkUKGxjrK2APLaaN8Q+gzFwjzqIsuFdObB32XlMs0y0cWa9BtPocvvRnlvmwXNEG1d7rAk7/V453J+d+tqr8syqjD/jB+WK+Kw0dNq2SX7Hj+iL4BTBng1ww17KsOE9aHDgZxP8W54zt7q6uuEdcKtr7N8yVwPvVZyOzzut12uteJecnZ7zfrmY4YnOLs51cnZK3YlW9QRzbE9RKRm7nBYsz2BkrW7mz8iSj/DPe+DRjf+87x5bPnrg0QN/oQd21sWpIl5wvNDGaX4zmc92LpAzNgvex4HYV04ATPYz5KQE/NFEIycUoSW2RS1ze+sxKHo+PCixSbwseQGDjlLjHzFCYox8Ir9Xf1DYmszlQJE1tntqA2y2LNyGMb4RB7OhRjtn5hu55wm+acNDmjDQVQE535Vw+6iI7I5xwXHmOTNuYLs88rstYyz3Wa3BPo+eU5Z7Mb1g2X7aZuMwdiJ3PwtYxaTJwQQOngPYB2fbZR19X9jssRHqDSvonkPPSl3p2HRUKXoUe9MJwHYOhW4bQJ8jawQuApGQP07u4bj8PZ33IiYMxzJoZmzRh/s5gsH00n9s+JBl5KPvjz2gCxrDMS4U3cGtBSyLzQDaJ1pAkz+gAy4N0WA72Gz7wBwwbwY3gW+1YQPrT9WNtwR/tmxsN2wSNwThboD4pg+H1OtLAgRXl7oi+HN9e62tN4wcwpY1m5n7kjPzUpifyieDHdCrX/VaxSeFnXrmrG1kq5LXKrCsgglfTYzDjw75os4yqSaVWpSzocrXQL+317fxE6/3b9/r5atXev7iOQfA5/L/+vXxwyddfrvSZjNInDQTaySlxPMgS+RaOk2UAPkyDxwS8EiUJmXalZLlTXjPZnzFAaN3MIvDSM5FKbWV7Vu3qZgDOvY7sOO5OBD8GcERUGpCkpISbY3FxdB5XIyyP2kGRxoJdo1CH1hgcZWuan1yoicXT9mMP2Vjfq7T0xNVAlM5V2X+jaPbigPXqA331IZgycDhYIcNrhO6Rvyy203awr+93YS/Ljk0X327lr+N53ZNVnFN495wMc30Qk85Rd1I3eA15r5YF5vdlr4NvBlCSZOt+KvitwYFPZ1yzC31aAxlZJhPfjdZ/831tb59u9THTx/1/sN7+RtfX75+1eXltRzUHOmLFA1zzmCAZNUzMilnLiOAoyI3qxH3cxsDkLh7F/HZXitxP8Chv2Ci5RhTjJTEoKFcB8LYzXYjB76/Xn6Jb7b4j5Vfcd9tuD9ZAIgn1b4CnfolCMSzsOLHQnCnZz2sVr38jZ/16UonJwCHtzXBIN97tetU8LEhcy/VklUJ3lUfKgkgmS45q+QcfWXWe07i8nwfgz0wl42QWFKKG2ouRV1kM+PHiCWoYxDrUnElpZSUAQntVgfAVUpJDmJu8c837vH3bz/ol18IAP3jZ/38j1/0nGDQh3cf9JV1csOzbGDt24+2Xg9c+Q7vSOqIPIgkibUeoEkjdIMRGvAKYU6jqXEQh9Z4WKLDHL6mNGMc7wQkhA2g30gHtdhwxw7K2CQO8s2uHXY13ri8g7ALJuNAC/RstS0/APwoLDZgMw2W0h4zgrDZQZbKGvM67cFdt1LHujP0fcd6O4Yyl40rtDGQgXqQK31VR7mL5+1K626tNe+RtX+C5PVtvgM/fY+OQ7vMum7+rdiG4SQbvB+nh23GHUDICfD8BES9hQE7A5+MsbfYzc+2jQaecw787Gbf2q97FZ5bFGXAScyTPDcAqqTIopM5o2VOiCaFP3Oz32MR3AZq7Wg7BjC3fu6yxr3ONwSnAgh8xgc7BPMD8z5vwR8Hrhq0b2TdRiDIgdINOlBJB/TvuVud8F45i5+Vnp9fgJ/wYQPvGj5cODu50Lpf835fqe3DsJ2WexuDdpYJArkOIIk5NvpezrKP8Gc80Pz4Z1o8yj564NEDjx74Szzgl+JdRY3Da9ZvEWD0C28vkvaU4PPaitz0vgKRLLI94y5xqJk4KLmOHeGCeKmaNGRnhmTKrYzNMDQr/T536Ycwi2HkLLIwXEzxOtbx5S4Mx7zZvGPWj+hj0QNtagHhGcbCmBKbBD103e//vszv1d+XX8rHQw8edsDzl2eiGN6At+gP+5ZCk4gjMm0832M43wXDpOyPkJk/b2h2bKgmAkDeaIlNlTc/lQ1dz6ayZ8MXh5zY9LHhY+OX2VCkRN90MxpCz6SRTZH1BSz86JdCpNYmSNnWBRrnbp7FXk6LWI7CIuF2jW79Mzqv/Rm8KTuAN44ANg4Gb9Kxc1iA8Q4BRzo4nI/emBli8zlqmHXH2IIWIztqEzzK1hv6Btrs2G+6b8BBAHw8TIMGoi0jtljDFO2odxvmYcsnmv6UPYJxBDBcn1mOhSF3+L3r2KCvOq3Y4K88N0H38mHU0He9uq5Txya+74oycxhgd2VnCySIBTLr3P5O+Lzuwb7d4Yvbm638bZVPn74QAPigt2/e6dWr13r96q3evXsXPP+RY/+dEAeoPLaUsqRFv+R7mmGAnB/xqXoopZRUGMOK9VYZa2VMudi2pteBH3FZG2if7Fb3v8Of9uGAD3cEXBzgEfakRN9xryTmT3FZ3mDGGAsu2Ptsol2l79XpmS6ePNGTsws25hc6YVPeczjKHBqUbZc0MJ/+yYzncLtl3XjOPfc4c5q4Izl5254tQZvr642+fb0ikHKlaz4V3lxvtSOQ4zmXmr69ES66D9setFhbYxyGYs143XA4H+hvnPtz2yx8xr1c8WVlLTRcVdGVc6EblEHr/jWzN6znaz7R/vzliz59+Kh3zP2H9+8JAn7W5XzYH/G1mNmmIoUraK64rNsQhYezjH/v1+AuT4cic2ERyJiMb/IeGB/6XXbNAeamzMe+qeWAij9En/6fgnwguyTI+unjR339/Fk3t1ca8KW46eyvHp/1fafqINBqpRMCPD4Qr064zwgA9V1Vx9rsuO96yvEzsJDpFe1oXwj4lJJVwLVmVe5L2+D6rqtqOgqHugalJKUESEoS4BU4SfaxF/4eYEWaQibqo/xHMmtucou6aD+Zl9AnYYKCMi9gYg8wxXP+6voq1oC/CfTq9Wu9eP5cL1++0JtXb/Tx/UddfrnUDetm4BA8sIZG2x4gZk5xMRWBW+ZJNrRS2LKQMx5ZDCPzaQzJ+scol2lmPgyzkUYC/lyg7D4z/cbiYX1C0zl50FHrKu6tvAAjzwGuDRUKffR1wBSin4abDQNmuH9jg+nvASH0tXZ7eu7mIYRksBeb4/5lbcU6qh1rbVlvnSrlQtC/67pYmxW5Hp5xnnGpVQV+AkouMt1BV9pV2vUGv/OB9v4/UQ8dwHvHz+S+9qq1yoGTnLEsV5yVsTPvXRQEGR6Af5RCnjKYSWBuoJ3c3DjArQB87PfxwPt44B05sZ5MN3/jGdqEGtsfkFAJ6HCFLHYsHJpEnwte+HQV8+LAvftwQDiAd+ANgR2Dv8Fzw9o2RKBn5rt8FfQ1a0wp3HsAABAASURBVP9Wrtuw/jc8l/283/FsHkbuH0zGQOXaqa8rgshrnZ2d6+L8XE+ePNWT86d8wPBM5xdPdHZyytyu1fHscRsVW2xr7+OFd59fXPEIf5EHFu/+Reoe1Tx64NEDjx74Zz2wY+9gaC9JtkPyHmvigJmyQmmKXLz6qPVOjxfQzDqgRejAOVA0+0HhwDbFk5HUXqreObpgPuD3HSjSMY3xwbufMRobjM2uudPCjACrz9Gbi4cBWNpgbmYDZ2yYTE9iA+vSAWDdKbg84acJP4UeVO/1eFwHae27h3ewJVP6PoWu+2x2GzFW8x8UcIW7QbvVsjm9K2ZrXd/kHs6RYSw6hr0gmxHWyg4YqTe4Kqes6o1U37P5WGAFbWDT0lfqbVOSmKUx2o9x+B3YnI0eVwC1dw1G3m1AfyjRx5GTc7YTDg1DtfvBhgHcAjk77Jg4xIGxxfY0GOANGgnoDEcwEuBosKPdMUzIAnPAaOSQ6z4OYxtbPTfcOPuuYfihk7YcxCPY4yAE7XfYMy2AvROA6eihjWWo8wF+t9uErTvsHKedRLAu5qSrbOirVn2nFYfNkxMwm3LTHeXY8Htu2LxXg+cwl9mDmcmQJmxlurRcidqEX7PlvCEtHRv6Ipdt283tVv7D0/7fvV69faPnz19y0DO80ru37+Q/DOsghr/N4vFLmTsNSAAUt5JGsslA35qvlJJSShJJx5fLQC6Z9dapPz1hzB373hxSO3y25SCww58D+lDLDCTJupSUUgrafNszMgc7fDvi25FA0EQABgHFBb1Dh2Fgzm45+G83t7r1pp1Pc413tEmMpetWOluf6eLiqdYEgvp+rcp8FMZrP420bz8D4JNefLYxEMzZwg876GfiVpzoc6KNcfSJ3M31ra45OFxzqLjdDhpsL0pHIOy8l+W5PDKRI/7w2AZ8MmD/jnEO+Gakv8zzInsNeF57fNmvVDm09dA+fORcFTLoGwEnY4O7HtE9MIbrKwepLuMbQG9YA+/iW0Af5W/NOOjncVvW7fNinNq966JBlF0fuk3sIQXVZIJ0142Asg/utrEkukGZzgJCt3kwZzoULA3BWYmxIoM/cu7ky/6yzy+/fm3farr8quvra/mbVK6vPtziq9pX1uKKg1qvNQex1elaPbjnHuvivqvqkFmv1zqhbsU92RlWrFtkSsnyei4Ef0opqtjQ90Vdh16CQUHDq11WLSnWOlOnxH2fWN2avHBGJfyhPcAzzRqQZYAkIWO+/uRFG/ogLarQk5SdozSBff8KnH1/gUfuq+3tJtaA/w7QC54Lv/zyXD//8g+9ePErgeH3+kIQyN9cHIYNQSNmkvXUOhC6DfhFxmTHKeTMwC7G5TajiwtQQFuURtcjD0uxBk0DrhztHxNH4B4DvHaYj5yrKrgFMaqy+QZ4jU5STmhI1KmBvr/cv7kLNv1XQdPZcmW0Ajljt6F2qrFGwdB938v3d9+vZtyxzlbqVjPuGq7gPgA549IpeH1Hux6dK3Cj+wpdoWsvPz+q7wsgG3INp9inWPZdstUxHRCeD9AdGYbSyhAkaCTiUy4w8+c5HXme+Vk/EvzZ8Ywbxi1zvWvA/DNdSmSGknPQ+7lDI4LOH4D0AA8r6Xr0uzeeqYM2vA9uNjcEdYCrW/A9MO/qWg7+tL+7tNHt1rCNb+xu/UwPXewJeB+4U/ur5qKK71fLt35OLyL48+TJMz29ONfZ6blOCACtVit5fVbGJhU3nyHP2OgHNGNxrXRc3ziP+Z/3wKMX/7zPHlv8H/HAY6f/13sgHu6jvBkbecuObPpHXoht3IltWmqkeeylvImLJtBzBTIztYjOxTvI8oY7zKVwVDFvlJYa4+jPBHBM826HQ8JucpJrJ00um7TAkWoEfpj2D+Vo50ZJKSXkF4DcJ9fvC0EsnMDOFgh9iISa3F6hMUZ4c8pyZSvkhu7k3/MWpfII91lwI7vT/PvCXuEsPCOzDUuDg1Uzh7UxcViYYpc/N8J2t0leH4iZFuPL/skCm72+VjaCbAzZ/NXYWPbzpnAFXskbwcwmJqfDJ34j8zf4EMqGZ2QT5cPo4CAK/S+95ug3qWHFRTP2aeOD0BwVYsqxCVJgt4egIgNOifa4FGVogibHhrCJTeQYdu1k+0yP2GU6bJzrRzZoDQbkZkDH4PF484mO1nanvZzrDcjsdU0D/e9Yz21N2wasYSjOsdEUDiFBTQCU7Q7wWKTEXBQOjIV56Axd1arrtVqt5U3hKrDLAPweqN7I18LcFCXaJPvLoLuX+SlXKRdlNpUZmZyqMmWlYgPj79Vc397EQe7Dh4/xjZ+XL14RADK81lsCQB8/ftHlNw7NBDJwoRLdpJSVrQPa621i7gOz9khK/FNK1CaQAZI1OAUoeLlU1liv9claXd8r4Qffln7WbZmDgQNo86loZchuKAmsJPezQ2YX/hzj5yu2AQHhbBAy5LbNcoM/nWWjfrsZ+OR2oxsOtxs+uXWQJeObjk24/wbD+ZMn8k+/Vv1amXtEua1923PL/N84cOSgCYeGDfrMHz1+92W7AAVk7Qgu3dLftds4AHR7KwfSdoxvpI7bVXcv1kiMFi4kidLIOhs12H4CRwPrdwKQIFX54NDXTg5YGdbrE2jDSpV14rE1nyFOsvfsH9tsXbc31/r27UpfP38hSPJZ79+9l78B9u7NGw75b+F/1tX1jZYgEDPPDJCHIhRGsqWGKNzLPKvzlNyraXahKzRWXA2dq2pXOdT2DVa9KtADfh4ZPKacK82bEe7ZYPXm9z1rq1RV/JJT0pZ58/+wd8MhLgJABOIG7nX7genFhwVZ2vQrgn9rnXMo8yfzZ2dncUA7IUh5gl/j20EnJ1oTCDL0q5VWHLwL9lYCCrVklZIAY+tM6DUu6piLrqsyVOhqeTq3fTlJmCmvWEi1q/ntUG7clre6Rv8ovysTJTLS3CAppaSspLioIB5FKQHMF2ttwzp38MyB4OfPn8v/O5h/DuZg0Pv3rI2vX3SFT9vaGELN/YwhBiuTN5hnivuWhe0UEJmrDMh6blj5GELi/nK9q0a3o36PLUiZgciQ6XABH6gbzdqyvw0Z+kiGRUezDAJi5EkwnKz1LwePYa90X9gTUdVszoo1UiuYtcla7vuOextYd6xBsNcrgcjlGzxr1miDldr/cgVGtt/LuLxCh6FDb4MI9NAPTtDh8mwdSouFxgbNHsKVrVmI58YNuknFHB7Nkce2aI2pbBmTzPs05FiIgZvUomoKnrWhd99mlkWI1BrcyVv9yPoZeXn5HT9sdgR8tgHx8y2ey/FNnht4Bj/XeS9s9jDIz4qB+2HnZ3DsKUZ4AqaApt99pflZ4rkhWOznCEGe8/MLnce3fp7I3wQ6OXPgByAw1PcnyrXHh1UqnUrYf380x+VjukmHa6LdY/aveuDYu/+qrn9v+0ftjx549MD/Mg/45deGPPFSmzgeKKDx5A2M30P65670R5rFEzIytbf9UaOZHZxjOhh3M0YSjAVH4Q9kDw2v8Zo3mjsa5766tGe4foGE19J+KL9pds57Of2JK/Yri/z9AXv3H51Gtkh9j4/bBW37LUYhTpJgOhoBbwhiVItKqmQm4t6A+dBY2fBVNpTGfd+rjw0m2DQbyxp1nbw5lG2krejHB+aBPoZ5IzRyuHKfsJYukKTjbDCZyJxG7+EB4wWOmgj5ALEZMk0b62B27HXbDSeSR44pmMOc+z5gczYBu2nHoRvdBAYGA0GaARjZuBkG8MCnjAfYaaDdsAVzKN8EbBUbPg6IDbe6gbrWbtBIm537ZdAxdlsFHS6+42uPBWAMkTOeyuHPB8au67XCzysOk3G4PPWG8UQrNusrDruGDtz3nWpXgaLMAcZ+yKHPnaotd8jo1vOUi1JF3vPZ0Rac6VM5aWD8N9tbPtX/pncEfF5yyH/+60v99z9+1S8/v4jAz+s3b/Xp01f5mx9bNssj4xT9TQGivyRBi8NjSrbEZT18RVWijZprHLVB0u1qKYypU9+t5DE5eGP7Nvh9wyY8PlVlDt3/bIJEn4aUctPJIhiR2REQ2RkzB5afRH92COC2lhmYP+u07hv0387fBNoRiCnY0jEf6/UpwZ9T9eCMz0vOaDJY36gNa33DweCWQI6xAws79HotRD9IO01KEjbusGlDAOiW/m44aDiQ4r+xMrB+JmzV0cWq5d44YsQIp+ANKI9+6Mtrb+Des0Ptt8rc1trHoa4d/hygOFEPz/yca1OKjkYcxmOfOCDlQ/znL1/16eMHAkDv9P7tW71hHfjg/+XzZ93eXMWBKYyxkqZCCoyTzbNBMaalHMw5m2b8PbIKu9ljydjalaqO9Wu6zmPowIbKHGXqXTd3jkJrAEW3WT70V9Z87Xv5/inoss/8938c/PE3gq7n+RsJ6tpscVXuj77vdMoh+vScdXB+pnN/Sn9xxqHtTKeU19yja+7XFUGgCAZR7lf003XyPZ1LVkZPJgjUIKsQbO88R31ljrqAVddx7/fquqpKm2LIubVNEiqUkqSACTRJXg++fwJcnHnmUwzRIwz543S3KfqllFKA5iuHPVlwNbFeNwRMv375onesjRcvXxAM+lX/+MfPevn8hV6/faNPHz7JfyB68LeBWAcZPdkDEeMCKP4geeIMS/URDTmiq90bGG16Bku7bpk/l92T8QHgZIPwLRg7lnFFKeqgAtMqMGVGLWw3RUsq5sSgGm8u/5OIYT3Q0pqPoEJzP9TKuqm9jGsP3a+4twHjfrnvW7kFgr6ne9Z1BIGizUprB4Wibd/00sfeL/jAY7aNe5h9bn/HXOydjkPUIIPnpjG21tZ5FB/IXGdtOx4rBsp+RoGa8IhGFwwTrIn3/djAa56Azri3g2rMcP8g2nkE8EgjOifbzxr2tx03PItbwOeWDwJu5efyHvxcIOg5bDfaOLjvfQGw4zlOQptTirWkO1eCV8KXHUGdEwI/Fzw74udez37SkyeGZzLP75gTZGpdyXur8LstLkXt8ghM3cfHPEkuPsJf7oHF63+54keFjx549MCjB37bAz9+/PAO40Xp1rz2eKnFhpCiX42g30l/TOp3lByqMTN7kwTkA9evsaMSpCsNkMdpjBe4eH1jl9/vx5W/Q6eop11goQmaNMbGmE2COZTnaixUgB662ORFZdhozUF8P46H2v5h3pExtHHp7pDNoaJ1DWE7QPeS24x4zCM+VJm7lKzH4LKxwTQQup3Nuhm3Nx6FkXa5qgCVTWDPwamPTWIv/zHC2DQSkOhjs9gpDl+polAaOXwPbMJ8GB04GA8cpnxQDRNDwll21uDI1FjLjRv5URXluU3OWCfZTmEvFHUkqhPoOLl96DTh+ef+mLBtCjxpB34YdtTNwAZxN8MAPgYfIKOOA/gE7OhsZLwjWAscGxQ0hspAIcaC1Ywjp6LKgbDvq1YrB30MK/lQucLX/vsjhn61Ut/1DdjAV+am5oI/kshi2aI5UtgRlJSgaTsNAAAQAElEQVToy3Ltm0K9atfJNI20I3Bwe7PRVw77H99/0OuXb/Tr85cc5H7Rr7++0PMXrzjMvdOnz18IALFBZl49PLRK/mmTlxRYKZEy7HQAQbteiAL7BNu0qwwWS/YDG95aaxyClTLBqZ1u2XxHsITDpr994DnYMXcODsXtHY1RmACUsQRx/8gcjhGUG9mlW3ZE2Nj9Cto6dgSJHLCJAwAbfAc+3MeI/pyxozQ/VfxcMmsP2IUCxZIeccSAjoEg2oZDwcYHBNbCAN/9GehKk22knTGqw74tcu5rHzhyW9bYaAF8ET2YFgchejPfSzmjq2TbkpTAybIpS06sBa+jWpnjvtOqrvFlrxVrqiMoUblnXZ+RMwhdc0P5Grg/mk0b+Y9A315d6+r6mnm/0uW3S339+iX+Boz/GPS3qyvd3t5oEwFBLGPM1oGpgX4vo0UTMWGIEuOasVQxLauUqrw/+PaqrI/a1Yahuxlyl5Vzg1BBtqht/Kq+AqVj7ReWwITtjJMx3Fzf6JZxbgiE2gcjMxZtLI/PIshzehIBn9PzU53zab3/hx7/z3Anp6daEQBan661OlnrBLpf9er6ZmMu2FSSCvNUjAOyioNAXSH4U4FO/Qrgvux4DlSgZGTcxpg2IMYn+Sdiwj5DC6NOMr0HF+FEOUEcQTI9t6XmkPZtDiyLZiX+CQDTOLHIai6CoR331YbD8ReeGw4KvuI58Uv8geh/8Mx4rtevX+v9x4+6vPy2/6YYzWMMHkvQZBkQkEXuCsA0RdLIcppncVlfcAU3Ery4L7hPxqCRNabSLUNPoYEBdDdFLZ02bsYGJ4PpbDuOgTVYo5wYgwEpl1sDeK0MgU50Uxe0/thlcatyGzSBslp/lOg7GxCyXVQqLpfdaO7OdV47mTkymD6GzLqq6Km17u+fDJ3h5cx9hr5FL57Ei/a0PdnApah3Rp8hA3YxwHQAmXUZBB2VP8pCSzwTB96fA8F+f4A0xHtmhw2t3n2HpsisCz5JzL0h5h9pyzWwDFNhtG9DgfXRxHbxjhh4Dg/zB0B+9nlN37CuN7dbuTwQ3HeAfodcg0E7bBt47keftgG1UmFaElSDPI+9lE7+5tXpKcHj86cR+Hn25JmePnXw5xmB5Kc6OTlT9TPbc1GqRBuVYo0BCh9mdD+m/xMeePT8/wmvP/b56IFHD/zQA+29453bFFu6EHQxCB14c/kY7cX2xHHtj+n046pWs39SsmnhBdhegorXVxP4A3kbGIJ7Avp30izqA97okXPqsldcNrDbbwoYb2rUD/P9ECzhgiHohXDBcL9s3p+Fib2IjTcI+vfaH/psLY7lGdxxMfwAw4I+FeMTSkedHHvioJddjFSYPwMbkrYx6dX3K/V8Er5en2odeA3vBFgps7EUs2wLJvracSAeOMzGJsmbJTZpI6Pz3itsQFY+ReSlX3AkMh1dtn1fxCbTtLEUCFOTvIGtuYCLCvYWH9axp3gDFZCUOEglDlwJftAuLyDZkgAdXzb2CCboGJ/xDALbRINphnis4S7dhOAFER7I+NiBmK7v4qDedb1qX9tmsKzUsxGsjMeQa1HOhiyIGZLEOAQLxSQTKcbbZE1XxItyytR7+icNBFX8bZ6vXy/b33h5844D2xu9IPjz/OUrvXz1Wq9ev9Hbd+/jJ0Bfv34jCHCrLUGOHQc/BzaEx8IfZMvSUkqSAPpKCSxfCzZ9FyYaGlJKLLmsUgpjZ/yMW1zenG/YgN8GzJ/AeiNuv+NGukYqSdGfvwGUZNt2rLed1x+27pC1ze5HXDTTRP008wfWp/uIDT/9DARiEFMuRZUDed938j2Qc4XdfLgEgVAvHwI22LTlEGE9Duy4b9uxAMPkbky0l0zbnh1tLH/LYeOWT6C32LvDrnFeRCNdmbb+icCMabkONTkObFnZviYX2HT2Gon10qvWteqq5/4EVzDl3nXZdVU5Z5HR2noU18ihxoedDfbc3NzK34yJT8Zt49WNvl06CPRV31g3pm+urzgk3eKDHYBnSdk2hrY5oxs6mgsN4foYyiJKM8ohiAD2YJvt8zd/jHNmTRg67DaYLozDYwmoctA6F+qpizZCD9pagg6dRaVW1lkD3xMTk3h7c6MIaDFGj9trAoO0PFcyOiu+7QN6OdhzfnbGp/cX8s8Dnzx9sv9m0MnZqU4ICp2enyC30orAjtvmkhTBmyQvVyCpcO+WnFWZzw7oIyDUacWaW6DvK8+Gqr6CWZO2oYOu0CUgq5QApjMBEmoDkpbLdwrgxcdKjEUIXuoTdPBcH7C0O2DLZhTnUtCdlfg3sV63rBWvhU+fPso/EXz54oUcDHrNc+T9u7f6+NlBINbJzbWGzaCRgDOLxe7dK8+mcpaxwcW9QCyOxmk5DFLoYAGNy2LCFtOtiADJ8tZqnbm4pHt9RE1jUp2pDZjZdma2XQGVIrXMU41yQTrBM8CnZEUHSu1CthE/zheRaJvRAqP1m5R5b2WMb0DZcyAuy4HcbWtHnht4PR2gso4Brxkgz1CNLc94MpiBuGPASnGeHRlAmSKuhnByYZ4dbDDnGKzrWJ3tW3SbH+W5QZuvUQPPnSGCPztthg2whbfTMO002YZZ3n+kXV6reXkaGjfQwcBZ2nYudY1lzkIFje6JdiNrJ4L2lBfslhM2RX3I0JJ6EkuPe4kibHL73P7tuE99v59EQOeMIPHFxRMCPs9m+Enn5094ZjxR+7nXWqvVSst82G8qWSX+GefQPU8I9JLMf4guMA0gUs7HcjAe0z/tgUdP/tOue2z46IFHD/xbPeB3UbzN/Kpywb0lMgNoTqNfnAEzYxGdiw+iuyoeFLnP/OMPyzB6br4Y8z0Oqchm0YfQQ516Ixuy93UG8+EstQFbXYYOHJKmgvjD2cMtPJCx7RvQ5M0EaE6LnXNxQXcUub2OZ1F7ZYt84GNdpg1Rsc+sNmfGC2QK3jBkaAtkdmkuxwGs9qp9r75fB6z7E7UA0Kn69Qpep7aZRBeNR2+mONzufGjlUDswyDGAyu+MpU2mc6rcJ0h0HWiftSHviyFNG8vbxorNmQ1y+wmbbSnYs2DoXFXTArRKR2CttBeHGR1f2LsU3f0C7PxiBFFGxuMyL2Bp8FuYhqTQIcZQOVAGdPi3W6mu8KcxgYfwaWzSixLjO0CSHrLZ/cLP6DUU2hYf+Amm+LAodGAyB/Yh/nev9x8+RdAnfu713//Qf//jF/nnG/6Dz29fv4vAz+XllW4Jiux2PFtYQhN+miaOi2OSgxs75trYfhhNA5PtCGCmUsb2RMkA2qdJE4HCaQKzmnNKKmFvVcoFzqQd9Rs+Dd5sORAQlPG3a7YEa7asrcHAwd1ryzZM7nfpGPs0X41PH/QT9oFRju3cNsiPFOyTfZ3bpaRcKpv5jrXdK8922afKWZJBonuNNDbsOMDssGnHmt9ho3mYxBgRR5+AlJKUMrxJ9ueA/Abf3t54fFvtGOPA/eLFkRBVXJNGDkGhD92iv2ArKWeEcgY3UK7QVV43lXnvukY7WNDVHn7PmHpVggsZHwcwloweg/t1/5vNrTb+VgxBkQhOzd+88s/j/D/hXF9+IxDUwD+f2iI/xJhxKEq8vrW/mq/2RRN3BWhhZgNGwhjIs8dibGAcLnOPFLADPR6T14t/klcZp+fI0FXkC33mGUItfgosZfi1og//5JI5byUNTOQNwS7/5M1/vHjDuAfWnZsU9HW06WqW+6z2Y9/F8+/8yUUEf3zIOz8/j28FnZ6d84n+mc7OTzkEnsp/PLpDvnRFhQAQ0yb/T4wpSxm/m1ewo5aiWqo6ngc941n1vVbrXv2q14r2q66T+b1xnem+zrwa7eqsJ+eslLLkRZQm0KS4QCSxAFn1pgxSoqS4KMf9seBgRpbIs+3NGTtz9Of1ZSg5K1PnwOm3b5f68PGD3r59o5cvXuoFwaA3L1/qzZtX8v8c9uXTJ10RRLzBxyOHa69rzSsAi7VcptEaxeyCKYhGkpMEWAZEbctDFfeI9S76Rz6MGJljg+8f1w3R90BxgRF6BpTcWaKoJrk7MVASvdqWO5DgHwMtlnq5WSsj5MIePFcBaM+5Ur3oTtAGl4/4sh7RPkFBk1OI1LLGC51L/3uMxIO0+zBQr7sXHglvHHCbrTv+WZq0rlsp6ASdwkLtL/qZOdZptufDczXE85BnIc9E0wMBdfPl9UnAJ5qFXmFTtCSzJYYdPJ6Vlg2gyrKglizToOVwIUZk3f/EmpkITO6wYeI5a/CzfOQhbkA5aWSN0HfwjNGBUTGiXLi/uR/rSt4bnToAfHpB4MfwFPxMT/ff+OEZcXKmnn1UPE887+hRySgsgDHIPCMD88aCgFrqII/rXTyCbPmj8iP5r3ng2Ov/mqbH1o8eePTAowf+Eg/wBkMPryVyNm3kLR3Tfgk37pJPvPScWuuF2/C/8qDb95TQQmoaH8pdaaDORvDytT2U5mTmTB4j2KRjDvS+V+g5hdDBB97T8s5ulQ+It4qW76vZ0AYnXqRZgcw4MpstgDl71Ap381n8LtP2AaPHzbbC6ViAquPigUaZR9Xme2GbA3BYXjiBYRkbhb7I4JgBEtv+BpqvNvIwadlYeNBAKYyfw0kctmpV5XDSOxjkbwGxiVmvz9j0cNihvCKA0XXtkFkIPCiVWT9uYhKsf4GlItsW+gknG9N/nmGRCR9FQzgeiwEyByBNu8ycBXCIyjmrBYTYPLt8BBW65kJ9kQ/6ERwq6OAQVuAX9CRkAnJWyVl5BnFlIBI8zAzyT2W23UA/mf6qfWroO1UOdxkoQIKXcpUBA+jCPTdI0XGjtdCBXcLeVFQNhfliLKEXewfWyZaAg3+W8fHjR71+9Va//Ppc//3//Uzw5x/6x8+/xM++Xr95RwDoi775Dz2zId957mLt+LiYYjo4U80b4pFgyKQIBHGzkSTPaUpKKUHmhsVlHRaYYQosJWzL2FmYA+EXutNAUMVBn9sNhwKCQFsO5RsCDQ4A+dsyAxv1XQSmuCPQQ+JsS39SPE5cDptQ5n5cZvjIILAk7FnqgkXzlLIc+OxWvcp84K7Mhdd/xk7FlSP3NA7oHzlQ7gjebLFvxzrFLPpBOVKoVEqRK/HPdtiuHYeNLUEfB1k2BFkGH1QZ0xjW05CEKnyNb+G7fnBj+LiIXLiqzXXORQX/xdquPQf0Xj5clMz6Lw1KB6bO/D5wWxuKMWX6wW906IP8rX/+cEsgCN+PjGtvEv17fA7K+Q8oO2jin09tWCMDY2/PtDBtn2Gh8r50l7D/GsdSjWJUQZTiVvBtH+MoeaZDGzS4ZGSAjGxWlQJaXdNjGgqHZeQ81hx0UclZKRFsZFF4jd3cXMvfiruJcW81Mq/RGrloR3+BKde+coBb6fR0zaf6pzrjk/7zJ+c6v+BwZyAgdHZxptMzguUnK61WncL/BIGS+08SSF4WKStwoa6Uospa67qqlaGv6rtOnTHPhx5e0ODe/K4w18wjpdk7uwAAEABJREFUc9y5bcmq6MFE9CcdX5MnkbEGNk2l+we15OXK/CKiibEL2pDEPwQzUHJSPDvpr69VfaXvWqKvHffnt2/f5J+Rvn3zRq9evtDL58/14tUrnjMv9f7dO33+/EmXBIA2BNxG1gtOlhdebhZEHjQZSTn+ibyB8wPfVOM0ys0n1AEc5kfW8sgzJLDpGQbu1T3P9Qu4ntauW+yyxoBwKNaAyZWNgUpgcKEzdIXXygmZBQp0xm+03NcflWmX7UN8m/ff9jmSFWN0uz2mDnpJeSYQoR/Lzow98l1mMMPYYLePHi1DBXvsBjiWMjQpUw8BtccdQnvc9B4aUIVe5oF1hiS81sdAhf0fwPxv/L9s8ey4YT34/tsQTPazxIH/HfPkdRjzgQnLOCFjPRgfg+sNx7w7gvcqsQgb8QNr3X2M9NcwNdgZlVhufSPjMLa+7HkCaqx939cr7tUVe6C11v6ZqH/qdUpw+NzwVOfnT3g+nOv09Jyg8BnPjTPVulbHPqmUTiWgqP3L0Y39GESmbIgCGUVy0p6AdirOAto8BPmY/UUeuO/tv0jto5pHDzx64NEDf84DfqH68OV3k19Ybm2eDzJaXlTfYUsdg3d7x+Xfp1OItDzIoyy4ZInNYmMnkAHkt6bRj8AvuEX0BzKjB2vgxbyMeS/60NP5/vCO9R/TeyVHBBvdKPGSD9GH9IfAktn7C/3bGPM9CoSO29w3VrMMYkvChuMWIeGd+lIvCZEohc1QTR7dJIrfpxjnIu1qazAc05SZn5KzSq6xaVmtevUrNjsEgdb7n4Odyp989QSE+n6l0q2UcwEyyjhcYkyMPTAZ3OOUWTfHIMq6c+1XwJFvsmJpGQXk2GR7E17d97ypruADVGSA2Lz5ANOp9kW1duqByoGqsiHrA6pqRz3QcbgqhlqUgJJzjC3nOuMwQBQAPXh51IZ95b6QYN2FifFPcO8DLLU+shI2pFzAgG0CFnv7vlMf387q5bHlXLXZbuWfcr15/4HD2Rv9/Mtzgj3P+aSeA9rbt/r46TMBnyttOPz7Hss5oZt+EvqTcRYMybZhWJwPmdQd0Y4IaHgjDZMq7a+EjkQJTB5PJdcvoOBIuWTWln1dlVIO7kBAxDY7CBSBHwIRAw++IYIhYwSIXN5F/4smcSUKyWdXYAIk23f8fMRM5BT9mBj3VFIuRT6sr7pePWvZh/2MfTlnSUBgxTq0nwwDNgzYN2LzDhsn/NL6SJLHHoi2anaNyFvO43MAyEGXHQei1m5ZGPbSKOs3TIx75JCisDUr7GGOsoFDpNd8C+40P2bmPJeKnCGz7oFaCUb0qqwP3xMhk7ELGLF5iKDUVv62zy2Hso0DQPDky+bQ9zTttCVIcvXtStfL3wEiQOe21hGOsfyfBuyQQdhs3MaYPQ5BA9REnUsQcLJKzpBtjPZJybQFSFgAjZTbCd9nQ6oqzElObpfCv8OwkcfrufC3mvx3P2Isy2CYEpJE2ZiWqviy+hnIp/3nTy50cfGUT/qf6An46VMwQaBzgkBn/knYyRq/d6xx+mauMnOmZIcC+NN6F/A3hErB4pJVgIp8x73toFDfV9Yk93bfB16BV8ylcQ/ueFb5+VWRLyWpZEacJIYL0Jdp5tBdQ+oh8N2XJbU2CR1StR2lqKtVXVe1wo7VqtOKgP8qbMAe951L+Nb3we3tTfxU8BPPmzdv3so/CfO3gl69eqm3r9/o3dv3+vTJAaGvurm5UVtrA24Y5S98eNqylmuh7H14RgZIyy0opFjH3DXM6wQMGpcAj7HrDKYN3E++pxrQynUBmMFcOxmocRcN8KkAEij/QSjIpQegyPdtRlllnnOulA86aUCiLAUmg6CwpNyIWYKCGQtQ/GGy8+6Cx9jAY6ehJ2FRFdgZfCdIUjMH223/XcMshJ7wJVrpijzmY8DvA8+6jQM/gIOBEfzheeNA7Jb31I7n6Oj3iZ3fVEUefQZ1P0swjsCCcJwwT4oyXqJAMnsGrMLGgb4a7DRQHgOwHylMJ2/J46y1U8d7oetWrP8TAjtr4Aw41/npBQEfwxM9JfBzQWD47OycwM95yNba47OsUsKgpjRyl48gSGdRSWb6GGBFKuQGUFQ7g35Mf6kHHr36l7rzUdmjBx498Fd5YOJlpWlq6iaQASQ2eoH+aJb+qOADcrTNImupvW+PxfJxYaFhklopHbXZM3V8Hb+ID3wG+13FdGfkKaVZdxKkpKSHL/NT1CYEUrQypb/48qYDlcwb6d4WB/7vJcZLinZo2kub5wIeMWowM43cV2Me5/b1Ags/h+6WmUc9u6a8h6qOjUxHIKj2bPw5BEWwYX2iNZ+AreMbQSfy3wuq/erosIkvUSX8GvaATe8B/cFyl0fgMVr+iBVkE880uQ81NlkVgfgWkDfVHFy8wa65qHI4ugsdNjZ+z+au712u8LoICplX4btNLlU10R+HocIhLgUwKPoixxabBkXZ1ALNfs/MhFsbtDpkoxU42oCjTO2YhHADik7WoHmFZsaSM/aETdhcurA3bA2/rzgkrlRrVUb3djPo8uulPrz7oJd8Kv8rAaBffn0J/VpvXvsw9kVXV7facuD3WrHugu4FUip0nbm3AAwZiXAQx5C/lbKjwcgm2uBAS/wKyzfbAuJiOOQtmTa4BC74s+t7VQ6RpdgHk6zThwEfFLbbnQYCK96c7zF97giK7NwvtkS/1jcDJmKrCABNmixjMHOuXxBs0ZxiUkpZBVscAOoIcvbYU2sn+yIry6YVJJc0YoNh4CAZ30rCdzvoHXZNTJ5tsiyajdRwCnqk4x3yG+ZlGLbaOYAUwQCMtAuQmhjBhC4fqC1jesAPI3IjfdMFUtmWyWsz56Kce+UKZOadGgE5Z+Sq/POpSn07iCDDvZBpYxkEOKCN2tmW7Sgf0vyzNM9zSlmeSinJvnRA7pZDuw9ut7cbbTm82b6RMeFxhV1t0Wu58kLscdpTx0QOWxkTeKFLcWt4jEUBJXJZBsqljEyey5a0XLZiZ0ABsuu5Z40TdEpey5O2Poj62wceE4GLjf8YNIdUD2FxM27HPyg0g7YZ3/V9R+D7tB36npxHEMh/E+j84kIXBIEuCAKdnZ1wAFxrverVdUU1vuWRZH9OOCqA+ZwioD8GP2Gjx1xLQb6or8xdV2hf1XdVK/pdcb8s0FPuuz7qOuQq7UrGCwSBUkpaLmZPLCmKk4KGcrUljCmSJjk45TLNWfNZFV2V8XZdpY8OoC+eMStsWBsYm+kVuMeWTOMd6/nm5kpfv3zWOwI+L1++IuD8q577W4bPfyXw/EL+ptCnj591+eWLNlfXseZG+1cS1jtrGD+F810HjC4HIDiGGESagYmGZ/mB9eh17Ptz5L4MTABi9D0VMMkyI3LBi7qRpgMwUtfw6D5n0NIvlslAd15PARHEwfJcw2d7nvnM4fH7KFPO5uNby1kXqhhDS3RHV7blPsBuIveIGDQ1C4YkhR7wbyW3ONQvJVtzDLOEWR53FKMQlDO3DCCzzxYeziQt4xiY5x0AjvtuE/fflsCPA+Ejz8QADCfhbZRZUUAiN4COk804huO6sJVKUpCuMw22fjo4so2+vBZc5wqwU85JnqPMPVCYt0rwZ73mnuZDlvX6nH2PA0AXOiXo85Sgz8XTZzq9eKaLs6c6O7vgGXGiFe+Tjvun8J6WihqAjo2yXTkyV8zg8kzu0aG9xcO2vZ690CPxF3ngoRn4i1Q/qnn0wF/hgUcd/7s8wMvUL6h4gx1GPsXujg3cgXWH+nHNHbEHCukB3jFrqedRycvSNQvH9B8DtwBQIbaneuDi9RxcD3uhg3GcRfvGQNtMJKWUGv27OXKWBQnIzni5ZuDHTX9ozQ+btBZL/sdn5o4kze+X9x1SR2KVIEEyf0aQDCzGBTljy7q0QCvnVhwzeky6vEBVZkOTa0+gwZuhUzY6Zzo9P4sD0ekpNLAmMNRzWKiG3LORqnjS3mw63U+sZiaVRD/TDN7futb9ijZ3oXHv5pYe2ehbD0ruVlpDxvZjQAIONdgD3xspDCSVBvNhrbLxi827ce1UM/WFTX6iHYetxJpPtBeQ0RkJOjBZ4yWoY6AYybXHYCa+of1IP0K3PEfgRP/Zhws2kRmoHbZwAOv7Tj2bUfvYvu6x0dAO+kW+NpsdAZ5rffj0WR/ff9JbPoF/x6fzHz9+0dfLb9QR/CEY0TbuiaFkpZRlnyRsMS3l9oRhIbFPjiBN+zbL1GgiKeZTLSXFlRIEaYIxwYngENhpQltKSQVfdn2v2rE26GuEP3LidqDBEMEVygOHSh/YBiZ44AA3wBt9eKbTib5loB/5gp7gO4DhOvdltteIsW0xDkDOOOPjgs87/NqvVqzrlXJtNpWcETGASPYTZsRBxoGcHQGD+OkCNo7oc5+IzSkppSSRxOW+LePD6dbfnuET753HQjuvejF+eQG7A3gxVvQ7yDKN2/nAYi0oIyVsq6yNiq0dkHNVydgKlsCqIOYSP9faRyDBshUZuCERXWHDQLBtZ3t8EKNv+7Rge05FBZwYhA9oN7e3urm+jW/ObAgCDdthtmvE8sXLGHc/5fuMQ7lVZZWwKFORY/1BgCN3NkNBqigqGEdgOHts2pKYYkmTDTIoBWTGgrEeouz/LYfQW8Z0c7NRBB65Z3Y8TxgY8qTop5pgenJg3x9+Nvhvo52enxIEOo/n3/nFuc4uCASBz5/wLDw71SkB8hX3adcXlZIDMmsuZSnlSfFHorXTxNqepkGCTl4LaRJiKmQ5Z2VwyVkO9HgeO+be4DXQ1SqD6ZKzoh/kU0roN0hJ7bJu0w23PhCjryTPdSngkuknqysloO+qDCv6WXUddKdV13OvGHdRzlbCgvK6uPz6VR+Xvwv08oV+9c/Cnr+Ivw/09s1rffjwTp8/f9Xl1SU+v+V+2uDuUb78JZTAzgywR/Qi4MQcmNmAoeKXRrsixCKgs9M4TOidAo/41joMA0LGB0CGNT8AY7Qd6ecIWCw0cb50RJ95DxDK+6BOldeFIedZxnWAeQvs65AR68CKGSZDOOqXTm0jxgRftg8rKJAj50YPAM2CG/qCejibu/2+0hV7gLCNs5EjtPXuAcI2BoRVtg6VGEGVQPh/ZB52wMBcb+Vn+47nzBDPzBGZiZZzO5q2lOEZGj90UXEHUwj9R5hGSLU2QThz/YyNYiiMw3NWa1GtnWrfsZZXWrFvWa1PdcJ9e3JyRiDnnIDOhfwH3589e6onT4BnPwU+J/Bzccr9fnKunjYO9qy6lXLtWRKVe7BKudClAT+2jnnmmIYdZTD7LPKjtNSb5baA9ZgNZADFrgyIYlCP2V/pgf98v/6Vo33U9eiBRw/853tg/zLzS7O9PG305GyGY3pmyfvJPf1PEOl+G2/2zMtpeY0piB8+NTFcy2Wh1DakkLEZQp9fbKbVarS/aOoX/b5sgnZGD0KSUkoBSuKK7AhD/iBlGuQYiGR7GpkflMYs+LinP7QAABAASURBVC2H+O0UYpEte5Qj+cY3I/YC97uLsmd1AUt6/hs211TTQolDsDuZYtIpg51bRozPKVSaiAFmDvLaX03PUmybsCjhEM9Pl3t1q14rPt1an5xywDnXmo3Q6elFBIJOOfCs2RD1/al6NkPeYGWCKuHQ6DiyUDl6UxsgNoL07IkG2f4QmDP3G4C9h9ZUhvzS4Bgzf1Rb9jtgHM0Wambaun0wblCVOehkb9q9QWTzlY3hVXDQOSu+FcT6T+KijDaIu8m8YxD2j0CTSqAF7OcmGesvVyX6S7lTTgCHrrZJ7dT3PbBSz2a178EzVHBlI5uxUUIf7vAm+/rmlkDPtb5d3+gKuPXB3ZtvojIpZSXGl1JVgna7BhwPqZ+U9jaO0P7CAtPFehk1UNhR2BFAGFlzDn6AkCcltwOz9hTQ8sksA/W5ZPUeF+NUpj/mcgcM2LabdQo5iTrRHuVeLzuwD2vGdN+0JwRIVMngzHWubH0iMOtCLNIYeVJi/KWr6ro+oPZVFf+LOVUOIY7k2i9JnrqxVgfs3EaAZuBws4O3o9uJLluPrSX6rSQliowD40bGuCXYMvgQFIGsHW2XNhP9GHaaOLS6j5BDdkd5pK19bdsy9mXszPjPQdnOtCr9kKgjl9dShu/x5eyDSVFmvGSuZlD0haN2u4mDyY7DGkA/rswpKzEvadY1YPOGAJB/vuGf+tzGN2a2tBmwH2/aNqxHKc0pkztlZwH2QRCRBf+QSUXK9GWACtpYIUNltFqyAjur5Bxy5G4eXbeec9Digeo6xGa5tCig3mMetSWIdX17I98XDgANA8EIAgGLIJqiLR0uLMpFvs/6fs3z70zn8U2gc134b4BctIDQBfj8/IRD5FonBID6VafaZZWSlUsKSDYHYBa4pwbmAMD/E+uCBSCxmgzczUFnykyJaK6Ss0op8t+uqtzzXUCVcaWPwvOrIJjpJGUJJFbgESiGFD8/o7IYSmLt5wboq6UowH3NkHNSATLyNeeo75AzxDNRXKwF/6+Dm5sbXRFo/kIA2n8P6NXLV3pOIOiX//5FP//jv/X851/18tcXevP6rT59+ISsA0IbsaBQkrEPcB8AFGXYXmPobwjPsX5pQAWDJHdyddPh1TAGGfeOKwwItRqIpihUjPh3RN+ITAB1kM7nerdymwWaVc7DOJswQ7bNR+B684zVsqYElSM92Ejj6JdO72DbZWlkjRa4V7SKpeo7bLPuMzFPx9DMsuQCbjHTFnRxBkzEaizGiMVWGFELq/kLocHA/TQQWB14Xu4INg88Owfz8HU0iGzuJ+glW3gLXvgPY/c7cs8HRoSuF5MCmx++z4lxF6Cq9p26vldH8GbNnub05IR7mn3N+blOz31vP4mAz5MnBH6e/U1Pnz7TU3/jBzg9O2/BotWZ+rpSrejJVaV0ktAfDs3QBtCcdsF3YeEbL2C+oTj7MTzW/Fs94Nn4t3bwqPzRA48eePTAH/NAe3XFW5VXGa9dyPnQsFRZ0cwyGeCyIQp/IEv3Zb5j0Ps9GZ6UOV5oEPeq7hctYQg+G4poB8M4Jwi2p7BDW8hE5gEYovBwtveB7QXYnCZ0BUAr4Lip9RnMS1IkMpsA2AZ9dy3y31X8gIGio5pmIjo4BMZOrTHCnyMbvEU02A8bMIugI6gFR4vgmDJM1gfh/ZU3QS6GQGSMc/Zw9sDNi/4ylEEceBuGEQlVmDzOtgaLLKuw2fHhs3J4rmyieg5EfX8qfzLe+9ATsFZfAQcoYpPUqdaqnNl81aKaC3QCssgCvFHOorwHPXDZKtgeoMkFw/q9dKx5ofdtYNgd7j/swNYKIxPEytjq4IBxhqdk4bR4MayV+XtlC4Gca5c6NqAuypl56M0zCJ8k0wk/FfsIXA0rVXzYG/Crv2W1jq+kn6hSrvg/swHNuaI2M1+Kw+2NA0DfruU/3nt15YPuloAFDvPySQVzGyRoGmJwYrlkIDU6uWzgkQNnZP3uWFhjBA1YE/jdBwDYtLFShI5S47Q82KhFpbwGur5TKVUpEYREwcDBd8fhYBeHYNogSBwq9NKldpYhOBT9u1/KSIVaCcXiMg8QrZzgSOghk2QZg+LK8IsPr/ZvV9VjT4UWh2cL7JztgbFyB4zjgP92+BY/EjzwN0h28OyXCIIhHza5mxlSSvTcwDIjgwl5fGg8MhaatTO/+0CBeRN+GKbW3zBsmdMdtVJGOKeCD4FclHMVmThzyEEPC1kls2xJqljNrDPLNcjwE4A4giP9CJ/ZluDSvyuTrZ5tt84dgaj4w9ybW/lbM9vNJnzh9qPHxKFuDH3u2WAthiT3KK4FQ5IoOWGbQoICmClpddAQ95JlFtYD9HG3i9gRzozJRYt5vIPHtBm08beyoIdhws8Tz0Cp5Cyc14B2bmM/uH2mrrJe1gRi45uP56c6Ay4uLnT65FQXFwSEnpzLh8j16Vrt52BVXV9UO4A1lksK9cyCJtZQA1Ydc6FYvJ6IBnnmMR3RpuSkjvYVPR0O62pVrdYLpuxnVslZ0QeNEkMBKfSiKzGQRB8JDqpEE5Z9RkdWh85awIBxAEIFqEBGmemSsyoNDSUXlZzxkjRyj47cG7cOAH37ps/+Sdi7d3r9igDQr8/1868/EwD6Wc9//UUvXvyqd2/e6vPnjwSArrRhbY2soSzJYzAwCqG6rQYmwfUGJorOEIRHPicXRkZHFWTIRWmuNkK/kQGRqHULywbgl9HrGblxAUsh3OTc8o9AWI7dDR9aoIiCdQ/Wz33TcFt7Y/R9oN01o6HFkktR+I0sL3UQ9h1GhA+N9zDLjDCaRQib5wZABsR8B8TMerWkcLvFJMaFTM6sOZ6bvh8q7/jefxeQ+8L7AH8Y1DD3ALwVAZbV6lQnfHh0Au5jz9Crr70yOjLtG+6w9xhKK4cM/FqRfwiKKmux5k5+ljdY8WxfacX70nCCDdH/WbPj9IxADwGfcwdwj+HJU537mz4GAj4XZ+cEh54Q9DnH/gutTs7Qy/sX2zugdJ1UOuy0XyouyjOAxDtud7dsruC3+W2llpeGHsyt48GKR+Zf6IFHL/+FznxU9eiBRw/8SQ/86AnkN/V00DWxWTmU/ioq/aaiu7WUjm0NGiNJP1KSkSHJewpvMjKbjICU5c0lmVz/EOi3LkxxdSBnseNNdJPM/m1AJCGZgSaILRAZ+K30G8PcNwsZMvZ6wYMMfJwd84J2x0DQCMbGk52Cy6a9BAxUwXW+gCW8UXStofFb3yhsRXLTQAYoHVIrH39KZZo9vRaIQ6bbASVXdWzGHATquzUbol49G6010PenWgIWgXvqgMomboHstoZcYuOWWQsyzAblZs5camOLAQcZGcVlnJRJHr3RPwU0sq9A6J27BXk17E0JIqnxKGBvsqEAJbU1Ta3L+CdXaA5nhTEWxp7gJTaKZQE2joVPILvVSiv7cIUf7b/1qdZsmtdBr+SNdE+wx75s/usV/kNfBbL4lw0FG4qUssR6ngBjcXH2U4BpBhljnbH5I7Kjoy7oEvQCkxRPmhHCB5QdDXfTyJpgNcL0YdrtqQ45qzBNs1aO3KWEWVm5FNXaqzD35u4IhgwssCECQGPYqJSo4sAhAOXuw32O0fckl2FLIScMhEc/5gVAw42RGO/FXLAAviq2A/93HWuTObA/S8ZvJItxHDfag/seCMrsCMj4G0D+BoltdhDE4zVYeMGmk/jHGgHFuCbst56RwMuI7yxjy+UVZ7vAI8GwgfqdgxLTNgIt/taVaGv5jI22NeeqoGWDMy2pHQGnBcsyBvyOvGwI4q62nSPz2OygZKa4IDNyJblNkg3f0ffAp/i3N1vdbq7lbwQ5MGWeYSSIMSLTAB2RUljWMnHlBtgPQXJZijGYDD4EiUpSkQeFWqMApIOfQ6kFDbD2aYwAjhvGcCLbV0KkaCkW6YRi+3jkED6y9sJ2+Vp0zph5ct1AVVNnPhZgr9fxul/J3x44OVvr4vxMp+cEhC5OdXHB4RI4A/wHok/994HiHu606jvVLsv3QNdVRSClJLWfhTEBXgvMjQCvB+MGUhL12JIN2FBKVhdQ1HFP1VpCX9OZlVn8DQS9QFKhv8LzqZSiCl7kq3Vm6mmXJPozuM9JOfqeZh58ZBDdl4Xd9tXotUsgaHu7IWB4o2/fLuPvA3368FHvCAi9IfDj/5XwzetXevf6bfyvYV8+fiIQ9E3+9tBAgHGecPr0SAVuIF8jGfNHvuczUheBqAS3dLcEzwzQQylsR+84zzkkt92IKYbW4jeah4DtaBZH8ZDNDUeUNthpiH52rQ/z557cWwA8WAcdf5TCANthj93Fi4KMWoSWojHzbk72bDKpOcqZGgN3VNifKDfIuSjzTqs8y2vlvUVAZ22Id9ep1ry/Tk9PCJyc63R9ofPTc4IqhifcI+cEUk61Wp2o493XdT1ruANWDXgedwHwAq9Yr90MPfh76Ar1IdvJbVe8S1cn6+jn9IR+Ccw+efJEhmfPnunZs5+Av+nJ3/wNnxmePNNTg4M+wJrAzwnjCV3Y2dcV90rlmdWg5E4Yg09yg9EYcp9czojMcLRam0gBHQNFUmul76Spekz/Zg/Y9//mLh7VP3rg0QOPHviDHuDFy/mIF/aRPBvDQ2k6kHvKvAXMNG38ZyF93wAW+4Pv+fG6usfG9rscHq85K6Egp6LMhjU2Ei4bUpbyAkmCd2ifDqQphkQyJW88G+F8lpuROQvs5fcbWQsZkKBbKUf3xnBa+m4Mjf1wnh5gWwHbOW/mYhahj6WiX7czuCIYEAdrKZDulUNsmjVSTfKBDhSjs0/cs8uBOfSM3twxRvMU2EoWMNe0ONzzqZWLo7PGM3X/UGwdJWcV5rFjE1cNbLz6dU8AaB1QHfjpV6p9F+W+79lE9Xzy14ELUPF5lg8eGZsyc27Q/goj5tJMB7rnD0sE38TvgOfityC8io7M2J3A2XZhn5OBIsiVCa8CObOuj6AmlVwARsUhK5eiyibVAZzsjTP+qGwoe3CPf3oOh2s2zQtEMI1PVNdA1Nc1vgLYZNeKD9l8Wk+7f4qk5sfMXCy8lLNwrpQSCVrJy0IjB7Udh48dPtgFnhSPFNaIgAk50WaSr9aGJnjFcpPGaMM6Bo/osL4ma/kGU5o00YikqENfxp6CfbWrsm3m7xw84AC+4yG36EmJPu1gVHlKiRHJ9QN92d6Rfq17VtyQlQUVBC1TA3RJMy0eFdDuuzAHHbZ0Heuwr6oZ/wkfuUPkxGgZITkFeO7b34LxN3+G7QZ7toAPb4yTfiNnzEhTEmMHKLhn0Wf4AdNs+47CjiCPxyvGouMrGtAhPU8cpHf4ZkKGplJOqj7gx9xjb65igdEau8mjFYcQYzEW3A03swSabEaeErwk9xt6PfEoJ6kZTjX2phkab9KOANB2e8uB/lZbxj/sthGcGj2OAPd6gNa3dQFzoVkp7GlQijkNnOuQ0Uh4INARMZcfQNGzM1qxlGgTBbE+9B5sAAAQAElEQVRkZul0B8cc7AbZvwNCI0DTWSYMQUckdEzACLRyZjyVtdMzF75PT89PdH52qjPAQSBjB30u/O0CDp7nYB+G1ycrrXg2dj3rjfZdV1TQYcisdy9VVr4Uc0J/xjEBjAV6AmygA0WIs2bF9GdVni0dehpUGZecVUqDjOKcNPs9BS4wasmqDv7kgg7oaJNUqKMJK2AEvDIA1qxwUJIvytgVdCNFURk6U21wncH8ifW73Wx1c31DkOdSnwn2vH/7Rm9evtHz+DtBv8o/E3v/9l37SdgVgaDNDf4e0SbFuwHbssGcTGba0BYNDEHlPQRjziw+kxbakwvhXjz/xuY1epnzkUANc8H6MB8XhF1wIGlBglAAjc0HfZ8wwqJRga6Qn7HbRJ2zYwhhZ2YaN0BVI+YcN8ScRpFKe8E0ZIw3sBl4JxhWt0DwlyypKXILwIqjjZ8faKWcs2nA76AA3vO880+A1fztnhMCLqfAev1Eawd/zi8IBF0QAGpw6p+NA+v1OfVnwIl8H30H8e6jjvdjew82Ot6H8I5x3ZeRiQ9OTgg8ndHv6dzvU/mPtj8h8OOfdT179nc9/elv+gkw9h9zfvb0mS4IDpk+u3iqs5MLrU/O2Lecqdae+wqYg0yFd7kKPlLFecZtCYx+/gI4Ev6SXL+AeYXMAHpM/1Ee8Cz9Rxn0aMyjBx498OgBsZPyO9v7MPZZOKTlEH8iHbVJf6LZkWhmSyjDD9rbRvnaExSyIcXeIrO5zDkrGSfzsjIb0AaUzbN+ZcVltEAwlqyNZcQvjTL/YNSBMv8BsE7YRpk+E/0lF8S1YMjfS8fDtOzdpnPtjFzfyJa7vIcfGfydKKOdO5lRqIAb2OvEm8so0zYwGWSrdz/4vxWs4RjMdXnGd+TME8GhYxgpz+Bqmmba1FLZMAEEe3oCFmvwGuwNWwtwrOTN3ro/ZXO1QrZTzhVAgQwow2BvuGOPPNOuCXDGGskByNJnNDOm+LvJcvm3pI4rj2hIjy/nhK1FuWTVxDiNS1ENIKBAUKFngxhl6Fo79UDtqat9G7M3rAR9+tjkroNn/xxgLf/X07Xvwb2y21b63ENlyFnCb8rGSRK8uJeylIocZE34SClTTgFTSvIzxMGHkYPZRIEUvGmizvJC3tjtAsP3Gpom7aYxDkA7JiZoeNZhfYhwN7IC6Urz5TrzQw1+K9jXMZaCr5hWDZzWBwIIOwIdYY/b5db/ZFspj/Q1YOsOPCI/YgPdUjN3RAfux+s+DJhraO5uKS2pyRfbQf8R/PE8MTeZgF0M26I2zMpmzIgZ807+tst2t5H/ALT/ns8Ou8OW6BQjaOvctkzBg7G3AA5GT7bd4zBNe0vgMVkMsw4mMN4xgLAr8uLiSamMb2qt2ges3AIR+WcGBuT2plNn+ZxZF143tJVpyxg8PgDLwoTJNgGxGFxvo5rLNMIf/JMpfwPK3+4gODUSFLJPRuwbGQtIQdMWteQteTYVWSsrCo2RQbbRPI9vkbAu08d6XI6mELlEQ2nGGUWG+JYi9U6tLXlLMcaYFsqyb4ksjuC9v1BZMhnjLkD2hIAVYP4C4oLOWTEX87289jcOztY6PTvR+nQNXuss8IlOwCfc7+vVSqtVrzUQmIBQv+o4XDKnJcf8ovaoR68ocYXRjAHMXMAImZIUbQpt6wLMdQfUXFRLUYFfGEtJWYFpFIEf6jrAdOCSlem83Tdzv+6LNasAeOAEL9kAMAYxJRPBH+qC50zwGrh+YjKH+KPb1/p2OQeA3r3X6zev4n8I898EevP6td69favPn/xNoCv57zJ5fWXU2aaKXTWXsA8rD/oz/VBnGfMRj7TQVEf5D2XYORosHHjSyPoYTRtYKEGDnQIsu8DYiBm1wr28tde+qZ8trWDqe1gk2ziWUd1TOhdxA9QiadI00CrCZ3BbdyaAcQlWjAk+smE8+LiOljneLT3rvedddSq/u9er0/iGzcma97iDOX6fEwRyYOeE8tnZuS4ungDP9ITgypNz8JO/yQGYAzSeAzIBT/6uZwE/6dmzv+3hSdDP9uWl7gn6FvoZdJP7Sc/8t3ueWPdPBH6e6sn5U53T/8XZE51h0wm2nWL3CTafOHgFVENdqeYV66wGkHHPZBXeEzLgC+ELVp0agCJlcgNon1w2mFHIFqAl7GXNZnQeA7XIIgD/QMN6TP92D9jr//ZOHjt49MCjBx498Ec84C3BsgkQmxHFDvaBlrH/iuyBysaK2tTofX6/TEXIgeP9Y/wALA/KBbN7eEBKs4o04+PXXFZiY5JS4R2bEaSOsl+KSoInLvhqkCjJFd6gACRcgaUmYiMqLsrkTRbigWTxPduCVm+G6egrCHO+gzttv6tdFN2tOLSBIt2tvVe61/VenHk3rf0477VzMQQgmgsg1KYkyktlsBs/xkoZnzfS9s9gHlWRoN16RKhhxSeigzfEMJYNbcgiU3JWqVVdV7XqevUcdHo2Vj2HozWfzDU4ZQO5Us/ByZ+s9Q5y1I45z0DThGoGQE4/Cmj8lluuwdKAEr3rD0NIYmu0n4fdGrsQta2rJUc2s/68PuPw7U/Oa2FDbOjAAIGN3sBYqjHj6wN6gjirGG/PIbDxTg5l/NKzGe0jSLYOvtvXviijK2dwzrKtHifEYhU+OpBhf2TITlQBEza3R0ZSSlmF+y2hK4syMNHcyyrwHTpRMuQZgxCyrOfchzrj0WsT2AcPEHMrzbpF5wlGou8YR1fwVVUu1jtpIPCzI6jTgkmjpiSpNRDdBTj4EIEfDuw7DNjRH4m6KW6JkCMjwZO7JHOyMuN7gA9qqapdr/Az85hzRcg/jRi5PwCWnqBgRhpZg0MEP/zNl622HGgjaDWN0Wf0TXdYFGXbbJ+4cdSRWTLs9zgYt8sj7aMrC85gz5iMOgdW0IhqZeatYmtlTZSMlMGCst3NWsThUAdPM5SS5TVryDkJRfIV+tHdhonl+HayY10JpJTkfxk8MX7/9O3WfxCasQ8b+2HHrTkGkJHujQQzctiglh+XTWeyViMVOgzaY4lCMwv2Pa1wWj0EKdPKeiCXRAPMxSEmQB5jgAWSM42eA4Q8r0hZCH5CV8E9WYIyWHtgbM2GmU/TkMk5qa+Ve7bXmnvbQSAHf05OVzJen63BqwgAxU9SzPezEHwCPvPPZMBrAkEdz4yO+fW9kQnSWHdKiTlg8ZBwMOt9p4lJniYwa0eMKxuQKzmrltIAPV1X1VVs64o6AtFdX9SDDV3t1PWVMnXIFp5nmbH4j0Mn9Mnejz6ILkY/I3ZImX5ykqJP5Ja/USSuO4Eh1tLotQQk6krKKrnIPhSaJu55/89h375e6tOnj3rz+o1exreBnuvF85d6/fIVAaH3UXd5+VVXV1e6ubmOn4htNhstgUdx5RkwyonSH0+jRSMzMQOTa9YY2Ot7wvXGgP1C5b6OcuPCdPNAkbl0B8JOMtIdfhQeboL2qI2stXP+Y3BNE95TUVR4Bt7cj9EYvJjpWcY0MvDHCAyZnZkzno25qtYe4P3E+3wFnMQ761S9A0GrM4JBFzrpjc90dvY0wAGXJQh0cfGMYNATPQU/ffpMT5/+TT/99F96RnDnCUGfAH9DJ+DvevLM8FPgZ0v9HfwTbakn2PMsZAkeuS0yT3/6e3zD56m/4UNf/laP7XDwx4GpMwJVK6BfnfAOABz4CeDdxD2Tc8VlVaV0EveU1PzSsP1i+CO8gqABNKfsZqFvZjyi/xgPxNT8x1jzaMijBx498L/MAw8/gsZJR5uB6Td98lu1v1V3rPS35FJOiCZlNoOK62Gbo4qs1WblTDsKxt4IZjaCOUspUWdd1GcluU6UXZf10IV13sFEFbQxG85GtZy9qbk/BCw51Lkj3eEc6v4I9aCRGEgSG2Bvq6xmCqNgklz+oxDiMayHbKSCjeqiK2SXQuDWq0nXHZlj1gNgqXvsB8e3jOqhSnj41PPYgQsbqo4NVceBJBc2kvByZc6NmXMJebrMQUOQGgfigeS6+7Bswm39Ag803bPutscWbGj5Yk3DlmNBUks5I+FDTE2qHJoCOFRFEIHDW8+hynRvuu9VwYY+gkAd5ZVMVwd8IthzQtnQ+D0HyIps7Xv0L1CVK5AbhCGM4u4Yw0q44Aywll3PypgnKcFJyik3kGVmIOLCraMALVeCALgH5TmhnaBDhmwEdqy5CNxwGB2nkfasM/ixxGm9pLCBQkJPLlmVsRT8lEoJ0Z3bA9aHBsVFXxL9S6F3RO+OPnYs3pGD48jh3QEJ2KEDNpIkd+aBQ2puf8DaXxk7CnZ4PXalhE0ZvzG1e5n7hA98DvrcxrdfHPwYZN7eZhokQPTrwI9NMdgc24mHNGHo5HH4bwkxZrdnhNLRk13ztBihSh5g0NiXMDBn7h9sNy5iPgEVkecAlB0Snce4ljaVFtCWFPNum2Qjo0VSSkkiictkDpxgJeyY4udSu2EHHjQyDgMEUppHQIcuzWhmmjODNWq20zSWGMEpwCz0AMpHvIWmLW1wixWa2su07scwbTwMcF9vYmRSRoJwO2PG1NpQg/rmMwi0ig5cjk7mMlL7oWX7E7/GPc/9u16faMX97eCOg0D+5s/pGUEggjyn8ROwdQSD1sicnkLDP4G/jgAQc0uwxs+Vwv2SDMm9GRgJPp+47ybWjoEFJYNFMhOWsbXkrA57fJ91tbYATwR9THfq+sozp2oFXnXuD7B8ySo5yaNGKYn+6Mf6hY/CjWkS3cj9yZf5YJdb0IiCeazzMezEq5QTa62kLH+Dx0FIy/s+2BJMvPr2TZ8+ftLbN28J/DzXr7/+qpcvftWrFy/07s0bfXz/UV8+ftHll0v5fxZrQaBbLUEg0Y/mK2yPbGY8hI7ksW6WGGM+XT6AeQAMcrqZACjakyNPbnoGGCR45HOadTd0MAuKOco5Ked8B/QXXvY/pmGzAprq1reY5SzeJ8Z+pvAAyblXBmo94FrXctnQ875yuSfws5rp2lHfnajLK+VcJaETbDpD14yuulKtJ1oBHcGWFYGiCLz05/I3hQxn/lbO78HFkwgeOYhzgGfwGliH+Qs+PT0nAAWcnMs/STsh2LMiUNXHN25PVMGreqJu1avrGpRSVfaQVXg32FceV8PiykcAGekhXqHGANqnh+T2lY/Ef4AHPEP/AWY8mvDogfseeCz/7/AAO455oH6Bm2wv81ETG7IRJvsrs49ggmaDwmZrAmKzBuc4TWYmcyxrDEQZ/KN0MOVHEuLN/+O6B2qyeMTGxifR9EBToqaVxRYTSgLD1MPXJG/iPVybeTQqmfdwm8Y9lm2c38/dx29K2eAF7gm6reEe+wfF35NMd9t9J36vfi/NqI9kj8hZ4nvOXAFiYCSIlpg/E8esH7eOGW9z7UZAyJJ5Lcvr0jtm+EsKvWRtgyzaNnA9bKM9WIdB3BeGcRykgJHiDOinu32bWFNW5HHM0PrCVsoLvXQcZQ5TGagBPZvaBn2/Ut93EdQ75wAAEABJREFUDTgANtq8Y3D9Gple1fIEQCptvLG2vpwrXVUGaYxhUQbrPngIxzyGatY9GMOnMGPQCSIppSxyCQwhtUwCm29QXClywTeklJRSUrs45rGMJh5AIzBxIDU2THHTTXPPyJNaG0V7+7CUKm+qHXjJ6PT960P4gK7RutAtrpRoTHLRaq3b0GQmjTA9NJCiQwRNm0dzEo3JpQUrLtcjqpQSduTY+Ld5qOoISCr8rQeuUSNryt/42frv3/inT7utdjyPbVczws3wD8h9mG87jSeMND16jA46ACOBrMll5JfE0sMC1iD5wms4wQEKdT6s16qML5u9WQ0XMBQy5EG3LCvHeqJNYMsn7ghqcciE7zFPiaJTSkkpNYBQVqPt34nx7nYEfxwwMVBGhZsdwPehtVsvXDxHfpQytAHUku0zA7ADGvOQLx0s+FAjBkYpq2DlQsMgTcyXsALMZExhPGzLMTZTHrcDmMN2Jwe1/I2mMWzOVAPY0tnP4TP7LtMFfOugjkLrH1amnJHzvez7f+2feRHYWa16rbpeXu+rvsrfhlzDOyHY42/+OFDUQ5vf9cgaVh1tOnU8HzoHaJjvUpJSykopYRtjYsK8libWTwAjFXSmNqUk21NLVleKPIZai2pX1XVFHbShGodMjnsh54R+SUlcOI0+IOY0yX93yFUpJegkxPeQJC2guCYpfD7d4e9lqBuHSfb9hiDQzdWVvn75ovfvP+z/SPRbgj/v370lAPRBHz9+1Gfg0+evuvx6qSv/jaCbaw2bDfM8BkS3d7J5wRgZ7tTJHrvHuVec26Ad/ZaHYn2MrO8BMG4VTZBaio1umo5pc3LMS84N18ApeGTyRQ3IswjaJ5cNe8ZvEu41gGxvY7RYdBS6M6SGRa+5Kt5tYAdtau21QH8U7FkdBX96gjmdAyjI5lwlGTKOmkHgPOumPgPW3fBKK9qfnJzo5OQMuCBYA5w0OAEf4Jz634JT6g3nWhHgOZkDPaZrXavWE2DFWIEK5Bq2FmXwApB3ygWG4VCfqf8xiFpDAS/gcoOWu3WjUP6Y/kM9kP9D7ZIeDXv0wKMH/i/3gN/avEMZJVTkfokP/p9KvOlgkzexeRKbM/Yi1Ldk2Qme6wyubzXk6QATZKS0p6L4ffaDejZ/8s7PDeJJGZlLUpBkpGDM2LZhOhsub5EEjtqWeYPgLaIxkFKS9bSmLXdbCzN0I0apPchtdXRhdrgHCUgqpiZhvZRamkD2FmhOCRy9RUbhd9NDgh7p/YbuC74ny+Bqs4zvgJkGMxfdtqr5rDltpi0SsMi54LYAXbn0EDQ/IhOVCDYGJWhy3M9BCjrUguEd0lyOOnmK2FBRcCPQQU4ciheGscG1YMtGS8qo87r2iGyGacUgp0UiMK3A3jgZWr+0Pkpj0CO+/R5284YcGVLTH0S0scbQT5ZZ0/dBD/AqPB+cGnTq+07eKPcc3HoHdhaIQNCK+j6gsom2bMjUXhV5t6u1KrsM5Ay9gDDqDoTJZOaDSEFlRgFQJAUHzBhJvl882wax/lNKUsoil+bcOCU48AWGMmsPsJT8DyKFPeLOmoEbzT6fmMAG3FPRmeYriabylbCx5KzCodNjLow7cTh13Q5D4zDLHLZnl7kz7PWha6ajT/q2LIhz5tyv62fApIOdqLIcLoFqKTPeQv+5FOVsqIJwUl7+ZctGxjpS+9kjQQ//9KRBW1+2w5ILpIWYsU0ascY+GjFsB4wETnaAy1bO0Gfp1l8UWGuB7Xt8Z5tta83LOkGWZJmsIidO8i7OkOOOciHTvitul5fRma1p6dgOgpOYsJTIk5BLlGDOfXjWbbuDJjFnR/YjpegMJ5Oi+FDWVDnPmJvpA8A2yxq5xrQh9ETmksG1BtMH8NhUrEfM31w/t8PVjHG0i8M8t0oxqqSRMe+Yzx3BvI1/0gY98p61TOizv4DSobsCYeCsPywPyX2Wqa+V5wHPhH7dyYGeNQfmblXlQE636tWtOq0I+KzXPviudcpzYr1a8YxYcXjtwQt00J067peuVpVYp0lMjZQkBhUw+t5hkMYwXCHLZLKSswp2+1llHR26aq2KcsmqQDZYDnm3yehOrNUGEkVgEtUKGsIyOXAKf6eUlFID27C0tadgmwVMwuHyeh8JIE4OgLJ+PI4kRfuJgOhu2Gpzcxvf9Pn0+Ys+fvik9+/ey8GgNwSE3r5+qXdv3sH7oE8Eg/yzsM3mpv0cjHmkA/rRfOU2SzbEMHONbEeTZaHYf2YeAdz4U1LGjd0oVhLryGOBot0AWNdI34GX8n1MK1o0VeQZn+M8km1MYAHNyJbr6HLfhiNWkOYtEAzG2zDdzcTiDmtN9FG0f374nRProWdNzMB7qrJO+26tANZv7XrW5lqd6+patTtRJXjT0b4COVcpwH34mdMwTBmyOgXkFf1XoJfbNThD9xEQDPK3gxzEOcCFTuA3MN2gh9fgQn0EjM5CbuVvGGHfaoa47xhPxzhyqdxLBmyEVgFjne1UXIXcANrzM9SxXKHyR0DVPh3amNqz/1nisd3/iAce5+p/xM2PnTx64NEDD3nAr/Q9n8LdjcXEu31i38QmhI2a5UwZey/PnlYLzNWuOoImHXk6Ys9k8N0wiMjmmnso+TFpWDYYh/rM61IL5CMZxoLxsyD8qEsSOOckGeTWSeZJSe1KsVdr9JK7ziBbG8wJeY/djIan4DujN6PfAHQtQgs+lrbtx2XoO2KuDzj0yR4w7D5gtoAu0JZhag8uG5amyYUjYDC0FHt9yZPsqrEJjYzZRURk1aMHH2DuASy9tzcERyoP4G0bDIVN+0k61NMx1S6DrAjIe2DOKJDPlSCLAiQKc6JfHyDH7cCGfQOA4++IbBQbaB/AkBmj/9kZ9BE2BSZraVa4IGTdbhxmPTN2edzSz47D+xb/7EKzx4KaWGLZP+XKhU0x1nNYykdQGZMhB66qbJYz4A10jYMe7QJ31AFLUGfBlq3e7LquUw7aenrkDRUekLFmBqxgUJTJdRg4JfMMkN/x/3/2/kU9bpxZ00Q/ACQzlZJda9//JXbP3rvnmZ7pXiWR834BgIdUpiy7XP/yX04WAnEOBIIgBcKyy7JPQHyNYRc4QbgZJ6WUYDpArq3LwLQQU24fHMysRR9+dGza6zAg4oV1XY34plJUyqBCXcZxoP4pdD5QmPkY7Ped8ORTfd0vwm4Rth0v3Mslnod1TAwX24EPaw4eR/cOoLYAlKj3wAdxAQZyyqyDQ+2zXehopgwza+zNv/Xj9csH7BtgmXVi7MQcjcW1kYtEQRYeXn+kz64ZcWY+dgPg9/nu6Z5rTSFFvbwWcx5UcpVKHWt3FWgDiFawqX7ZVABiRXzSi/xCQDQmkXNRSlmCpsOOWlPEN+dK7p73G89qPQRyAIUN/dowi/CebyO4Z5jtJ1gwj3lklcJ4ZCYV+oJC4EC7DuceeCfdyLyRUHVs+5Bj+IEjmR6bFYfc9+GVexmHeuYBTrGJUFsW9fYaoe6ZfHPDCtpjGogJP7C2p2nUeTrpcrnodDnrxEf06enMgc6kE7qJQ58TB0Sn0ylktp+modKnUZM/wHmHTLYFD+OgcSwaeH5ifO5L/KhM4pq5M8yRNeb1JTjrMl3JWUMust/IOg8oWSNQeM+VnDUEJBXbJykTO6XErTdISjTzklJKKvAZKFnVB6Y0eZKw0XolJWVAvij9TF39nL957UMv4IU1ZTuDn5FX1tX//t//S//zf/5P/Z//43/Iv/nzf/z3/67//t/+u/yPRBv+23//b/r//v/+D/2f////of/rf/7fHBj5Hf+frK+53V0PuEEmC62wyTtF9ToZOPgcZHTBQ/XodR4L410DFszLh4iv8bOn8c7KQQDUkQnhWD4MQv2zwXWCXZUbYVNHCLx1BNuYlQopXc0RIjQOnDQMg/IwgSdNHOZMHOb4H3Kezhedny7yP4Qc4H8U+XzWE/ITdk/w1f5JE4cqIzHGPJA/EIc7hWwrSIURC/lWrNkYERYK2NuNKPINsNx+e7DsaFv8XAZkRj3qFGNZNhDfYHpv53gF3R4sq3bxD+qvMTALutuavwXNN2xNY9MQVEiNNyK4R/eLVWB3y36xzB7pPCrwqMA/ugLeIEhvzNE/vNlAQLmZWtjcLRj4h7tl3jPYyjT7K9ASmxLxseGN4Ix916O8aokf0l2UOvH9uL8tO24R8hVf87GyZmrKUO1s3MCo/4RcafvMkW9MzY4NrBGFWACmK1+LO8DYAHm7rcVh/jQxbiZOvm29k37boho7Z8D3jOyvc7dN/tR4WLJRdg2haAlozRP0PKznI6DXwCJbZHd7iCSs9Vp5RWMwD0mOArzNYSFBIif3PZ3hHdNgu0LNSs6xASvZWNCO1QB72haCTf8rf1oa4MOf//zP+DX+Vx/UxKaZfDwX3H0olQOLUTogqS1kqCNPqswYbxX4U+SIx8fEbCC2MSdB2L6xcSUWuWY+XvwBlPkYGtgc14OdQUGbBzJQ+YLcMCoPBcAuT+AJ+R5bPiK3TcN5YMwMDEIB5EgbAmy6A+khoer0XWYMG7M13SA3jMr2M3pj2NqaOsEl0+CF9bFw/2duiPES/IJGrMIKQahf1u3BckdULDPc+U72OlpWbJmtwgAieEIkkiglq4xFhfoVPmZTciz8yanngilebtZ12HjHI33NEG+sk9kATWtDVp9FCR56ESva0PhcY2XGTuQ0kEfOSTn3eyQpbMBrqwKP9fo6Kw5AODCYSWRhfI9dTZMIKyVdXYtsE7b4zPj4Izg+gMnvYMxNnCNAD+KxM/k1jC5naPJFeHDFitTpUUN40hWwQirbV18bIKRCs/NxDkAidkoJs6ySsjn5munq/ZkV9uGzQC9aTBuw8WC2NZjGoEmDC7pTObgcacZ0oCoXik931af2eyfn6fFnHyw6P9aYfBNILjNvAQv3YV7euJ+vevM7o/0WUF1XEq6snZqpyK8U1ohhZDzq7/dFFrKYAHY5Kcf7YtJ0ftIZuPjD+vmFj2n/doI/oE8ax1EjdoU4ZSoap1ETBz1Twyfw6Txp4oDofJrkfxvoxIHS6TTKMHEgFO8k1m7JmXslMbSyuGKe7B+YlwzMoK78WfFXuDDi1qrggLtySQEDB6AjuUzToPPJMMa4T+Thf5/oiQOs56eTjJ/ir+1wQICs6iadONRyns53Iv+JXEdjcnW+I3jkuffzNpaswriGsRQOpAD0tjMMw4A+K0nys/Yn9+U/ORT6X4b/5//R//5f/0t//m9+bnDPFu6tJ56jo6ceOaAo5wa833PIshBWsD3xZ2DfgsdsL9vTdV2xNhi30v2ZsGxhyRmajHfFa/xMazz3AqvoHdPDOK+eU2bGzMCqll2Qaxe5BbdRwUa3l200aYbW4+S2Zodh0sngg8kOHPRMcdBz0RSyZ9baE/cb/ARw8HNCPuI3DCdSBspJKhng55rAK3jIzDyrbI5/TLrSkm07ZBX7r34Zx2dGvUEAABAASURBVA6bjVb9iN5QwHuwrPvtseV7u05bvre7Q/MYMRDNcwEd2i2fnUFXW2Ta2LCnzT/gl6vA4xb9crfkkdCjAr9DBbYf3Nts2Tzw0ezNRoA3rihnMEjsGaS4Fi1saJdllj+OFm92Q/6+Y69/FP6lN14ilqEHMX0NmERb2BQEsesym4kdGz/szTuGcYXYyLTyzEx6Rsx06bfmeRksWaI+cDTz11Drg5JmnbM3mL4JHykjuZ2Xk+ssOu4I9yT6LgUzb/re7GKItLuwYcsD3DVZRbVGEZl5rGoT8Pti1/QtBCic15LIzTZVN1N5gyM7wAazXhFWPsZiU2vfuj/qPphEq9GCjK7z9kfAmB77lYMZb44rvMl/aqr44lps1AB0sxGTdlAxJ+c0+8OcD5/Ab3/qlZgxFh8Ls208YRz5HlD2hwEwZO4FH0AZGPgwGnJhTQJD0RAwKg8DsgF+A8sG5N2mY8tznpSzfcDYVJpx8h6ETSab3jba1drAG9CuM25gJHeGHsO48mkjoRaW1iK/G+a4B4v8DNDzNKEmTkrhYaaB70WHKqom2CH2K8bvnDfivb0tNTZCWjVukRdGTikpl0HT4PoV6CyG1GJfwDj8iIu5ViBGMuCfUpKgbTJzL99weDUGaLikCsmxq61raB+tF3LiJN8H8knc30xO3BVp/RhZjY8EwVyzN96xtJqjLUgo/kYtmAQsEWkqrkTPeMLAdTDMbb5v5B/L0R9IhqUoCzBtML1EAIJk5ViXgyCwAyF1I60ahj6eTwtvABEOUj9z/u0XbhxzWSJmSkkFSFmqc+iTApPvzMQXYOa5Cogx0UlQBmjm5zm+gg1hxw2yDBFGztLZeJCsEiMTIG9zgkSw8TgFX7u5ou4XXPcIJjqPIgaceR8YO0Yiy4Q2+UYxj6XN4/XtVf/JO2nm3RZ1sR92tRGb9SKg5AziuS5gAEbiOaeDHFhChQOdSRMHNufLRf6HaF+eL3p+5iOaQ5ITch+MFA6BBtbfOE4ahxEf4DRqCpjkgx4fppxOk84cDpmewNOE3TRoHAcNjJ9zVuKdJc+HuQXmPol6m04hm+XDH5v5//BVsoQbkMTSB8BjAQ8RN8Yk17N/C4RDngv4An66+ECgH/x0uuJLHFadyJ/cyfE8TnKuhhO8cQADjgbmPjCHkXEN0zDoNE46R5zuWzSWxC1YNDOfxfsg3u9iTjX/rDJk3imjBvyHwbjCNAxNBs6WlZhvzoV4GdoIDOpt7sQeZzXbLvS7uNPOpAPeNFKjOV/kXkPIvJ7qczAzD3yR0WNH32iGgdlaiN1dASEjxjWuwezvSBWyBnIfA4Zhoh5n1lWFiYPJiUOf+leTz5o43PF9P1H/cThha3sgG1xDwxix5Lgli8q8g+wbYz3PZq0ufcgwXVv1LaXiW3GqzA63bAYU1/IRWdmB+Wsb87d8LTfg7lY3NlDI3gAo8ZbabsVxDYS6dzY3dL7jW7Kue+BfqgKPW/VL3Y5HMt+owEP9m1Rg5qe+N+DyBq/Pmf22SYuW2sVWMLqms/77IEnR6OSrY9MdkHlHaRbSyD8gjVdY36RsQ1GSflVZbmCTUAWJjUUGWiBtF1umdW9DiE3R5rY4UaQd28bw4fwXHN41xvZ8Dnk1o5A1GmT2ek8TY6LbN8/X+YvNa4fZNEaOIc8/wURzBEMwW2eRA/nexqQ21Uoxn9k6Yi8G0wFYoFuHgHWbo6IOjLLRNZ+qZeu6bndmH/4w/uwPoz9f5b++NTdeyDi6kXl7buBohi4xDTAkDXvkxAiCfANHHsgDz1QmLBHcw6gISYNww86x7N9jm144vGpQ52JbEV8auInZEAc/eeOzgl71tmnAIsWZtUoE+8prRjlkdAo42CKyPgCaNJ0WlMvM1C0IrnXECttrbPUms5erZOldSFhx8KBYCwtmFdxbVrEpVLT6/oBY7auu2tEn6yosPHdeki75mw9/IFx2ywzVCv+lQkpZ3vBnPvwKf+pffPDCPGfGWvhAr2NjDN99pT7gNu8FGd/t9TeO+CD02CAxPGVNWhhH1N92zF7Gi8gBmBN6/OV7Rg7ZOZQRc+Ljg0lr8DJUdqUI6I85zgx4BS9A1dcs3RuQeUCPAynGdCgji/GSnxfnPVM3kpYhK2FWJHVI0pLhK2TkXm8B2KogP+S8frXg43bkS87EF4Cf58HNmqm7f8Ni8YSolL3Qyrkm+T9nbCkA6XvlSc/c4AXwwd9M4QnnKcS86Nqh68zr4VWv8dt+c8Nv4DebqHbE9YBkxU2AKUAIwFuzxLBJrqhVuRIYkJXn6LkZvGiMI9M3RpzlQxGvCHnu2Aqd0Yx3r94clo67gbMsufKZ+5CxyXz0Kg8K8L3yB7d/o+J80fnyVZcvXzgE+qqnl4v8GzQjBztlLBrGrAKMHGScpkHn+KthEx/kEx/rIzBADxpPRafzINvE4VDYjRyYjMgADlMmYCDOQE6lKJZI4QBlhHd8w2kqmoARmKYc409jkXmDY08n4gFnw3nS9DTpDJxOYIPHDph0Qn9CNgUeFYdV0BOyM3DiQGGasBtHOb8TczwxduBh0DgC08gcBk3EtI9jnCzDZ8Cm8LzmLO6XuBaqLWUWqeVTHmUbH3BMw7DSwzRBGwZl5Dl3nFlqiTgE1B4QXTfUWCOFsG0cysLSZoDl4iWzwszisRyEbGGJG3gOEITuFbFpfEEwEGvzGI3ZkU3yTeRxI5+wJGvmq1z4OeaauA5nnU4T9/4ccIoDn7NOgZ90Gk4ahifsbQtQ+zyelI2pcQ4grgwM4oOR/pDA5mJ5gwzegfDZQ4E37GXfTw8e9Qos65CvdJ1HvDbLOpP1Rl4d1nyK9dGZ+GuwH+6vRXp4/40V+De7TX9jJR6hHxV4VOBfWIH+6vEPnE734eNHfGd2mE3Gnltg2JwHgvSG3ehzkDAzgNTwdRqhQoecXvzMdLNU+V6K1mK/GkbspI2ve6GZjwmb1jDMoBIWHeGGPNkiOhOfhY8cnPBn43zb7kbKd5x2lpC0sKMaWr9TQrJ1oWNHyW2vwhBU8tjPWrDrgeag+wjGNwCbmT8dD+DAZzYEP7PBxR59HcN0pXqfucEVusQ2ADvV2qtR1jvpKv3+ytvPMYhHPrM/9AJ4NsDmDYr1NZMV9gzCHpUNb1KGeA8K+YDOEPqB2cCbRokBvkQLumP0KHQEWFobOeZMmmCENxvJOd5Bdy2DZxoHE5gqcg8sCIDFCweoWPXp4wMqpSTBYUIuMxYCsGIh0cvcERDZBdQbpqwpaaa2/sZewASR/JsrDgzYJuOX+SAppSgn6ggvRhXKhRMcHygoAvTIIjNDGEKnAEW8hfGkVw5Q/sTXf7r+xrj1YEI2kbBeyIEqeBQgqV5JKcbPci5DJh+gZGvdGUwbTG8QschxaTcvEV8+pDEWccmtDW5nubwJKiX3EDTP0/AWcZgHPlno4+MyQRUlx4vfBkrSDJgnRiZPg2KNEcyt0GWANvMJoxUQtJZLM1DHhKV2y+tcD3SpoagfI4VH4OiCpSNJTwwbz32JZwrfZdHcahEYS+M4JMPGhz9zHAC9yn91zvepA6bRMjk5P+MQRFfzrH0Ioqt/7u67EOyuw5K2E2i1ivz4UuW9FZ941N1xEhbGmXllaPsuzM9+FcLaYtV6e4AGrf6F3A0Y0AaOfdrHZ55U+KAegYkDoMvlRS8vX3V5fgG+6HR+0ngaVTj8KKVo4P6UsWgETsjP56I4fDkNfKwDY9ZknQGZD4n8160u55OeOGwJuJx0gX4GzthMqw++HLhYduYAaQJOxDcEbdunQSfwyTh08NhZH4BumgZNHEKNxBqHog0yBwfo0J9OI3MbdX46AVMFZGcf7ABPHCI57yfnfTnpAjxjW3PGL2IUPTHO89OoZ/RfXk7648tFX4E/vl70x9cXfeEw7evLs768uJ5n4jzpfHli7Iueni46PZ2ZD9AxhxwT9Hk6a1rhRN6j8gDkwi0egFyB+woVvdrlvU1utJF5Y2G1QrZFQrwDnuvZNl5UaGI5mgZobeXZD6XteAMosPkrwCwzRs4DJsGseJUJOStRxMnY5WHSMJw1jueKTVOPYXjSMJ00DSfkk8IuD/KBz1hGFdO5VaEQcw+Cly8wB0EZIBHhFGD/oMMOmx0uQRecPwOjsnP4DlDEz8T/DGDW7OMXy3hNHP7tH6cYtbRdB8ft9K+AHzn87Ao87vDPrugj3qMCjwr8QAW2V5E3DhHAuwYTi7sGptmMC1jY0JptmkDdJRh3yd1tqKrai01EBXF1GSStZpb48VkpfeOylUERU+1yzCptOyG+TJwtHxfN4oiuZ2btLZnld8BDhqoRoEROsdEIecsn6J/TeUbfFenWlNYgKPlQiXjIaNRM4rsmRNHxsSjmpLhYEWFvPwsqDj+K7g82vuJMVfBCA97M8dE0+7DHmI/FV7A/6laI3wia9YbO35CObnAFMyvD9AqOyQYLxHDc30qsarV8j37Ocg+6fzkeOVOJsLGXgoc1Y4CMRoK0IN2ZZo/JZlMrVAJtKCwPKwRu0Jxo0JsBOrXhOeZvns/L+AjA7MNWbRlpZ3VPhkmbz3wnttUL74JaA1MLTrRkiE7yOjGg4tUhH0wsy4xXFdhLwVVKceFLMxk+DPQGsQA+gHHJIe1GvARAWsA4JWcNfPCW0ucllIznMQ1tLIQottaGQwBFar7VM2v6DfDBwtvrUn8jiFxoYTcLW2Dh8GQxRmoMKZFL9v3LhducRSe6uGMQ99uMyrCQIQCnFP/l6EVfQVyrQZMmZLVZs3AAw3TlesmHSFglPjYy+QqcnA33Vsbwfi6SBthMuhUgQiuuMCXYbKgFwna2CdqtWcUDSJv1yleP4Q0s6h8QSYlDqCViUypwUkppi7WoXhHM5OyOmAsACTujm31/Ar8iBzgM8oHQjAyr9w2/TZijNvSMrwDrOm86IFsSpsE6hMHMzFyWhZeO5+aDMXACG3gqqerCnPpkOrZnB2K3+FsG6GbAGaE2VVjPxfemQ+FDuvBRPU6Kj+zzRWcOgS4vL3p6ftb5+YkDiidNHI6MHK4UYDwVjRyAmB/92y8cmJzgTxy4TOOgaSzYF1n2hP7pNOmJAxXD5XySD1GeOEw5nziEsQ+HNCd8RujTlDWBzxzwnDnYsY3hBD0hm8CnOPgpMj0xrvGJHIwndAHEG4gzGHPAVAyMMyIb7cPYPuA5TaOeOIgymA9Mrv7tnidjwAc/L5ezLuT8FLb4UIcTsT3u02niAAh4PusLhz9fvzyDX/SFA6CvX8AvX+S/Wne5PDPWRU9PZ52B0/nMXDtMK32azjqdfDh00XQ6a4KfJu7PMGgAst8H3NMMKICe+5xVMSjakTeXJPvmosyKyvS5r4PAVSLoOR5SVh5x/QgcAL85QOIRpssVMrhBzoMy9TYMw0kBxvnEOh6xL0ASRsCEzPM7axzO2E4Vj08asPech2ybQZncchklv5vhZCBHtXzNZ2RjaGz1AAAQAElEQVQGrRd5rXQliup/5oIinpCZ36BUsqHKuM/uyFkHUPjb+Bpsbp8jZNg92GoDlMxDB6jawjNsuVM2uBaKsavefcZvjbASaPY07KP9e1fAt/PfewaP7B8VeFTgH1MB/yyuk1m8pa37g6CqVNC2MZi2dF4WSNubgzYKSPJ/Qd7qEkIgsanBEGbX6gBNbKOu++wrMyl+OF//IJWvGjwyNQnQrLgBS6vBDVUXkV7E6jxZI1q5SlhiqJzIq1N/Fdfca//tZNtozVyrw3EGzWpF/sCxaeCQ3rd36LDjoyziG4dw1uzTm74bJeAbtD/SLDeuf2r/qlc+4F5f/1MzENgHQrbt/vhGGvUmc6+9ZQpJ62JAPgYbbtIoO0soN7/gu26HMQmVcYg9NvOYAfMNmQw7E9W2jud5Z54Vyz8CW1/rb8livTjng3EdcRV1x45XxZ648tmrVvpjm3fh9wLTfh84Vl8iyUyDRndVSJHRgty6btE1DSOO8MY27tg0kOLZYy2krMR7JXF3MljciwWQnQMUF+5WBV27FKj31seBEzfca9Xr863RXgssC0cNCMdDlyKblIoSkEtRXXdZEAdLl20VcI4g1nf8lkgkIA5JspL61SjruhRRMmRswGoZxVTpnKtsOyfluQBZ4qMjUx/Bm1boqlzULHIVPA1jbTnPHG0owPJD7hZ0oDg0nmHs/3yLZ3qZ3+KZdE3Xe9HsPUyiK55IkwWi3oFjvkFFNxOcNwpxBUBxOPcaMAfve8VgbtgT2HMJgKXhHpw1sFtjQteysmqtycIEiWmQm4NZyvwytC06pDwzzkz1F+W82HoHxMhAAfg4pshRVy8Bw2o4m7INYNsySAZ8ZkBAAfIwxge4/2Hoy8uLnp+/6IUDjMsLB0KXCwcTk8ZxVOHwo5SkcUwyLhzcjBz++IDlNA0a+fgfsRnAE3iais7joPNpIMaoJw5snjhQuVzOHI48cWBy0R8vz3Fo8uUL+OWC/KzL80mn50lPT2P4Os7AAVQZsgKmBG5AHUJmnXMwMKbz6DlM08iByg5OE/ygCbuJuGGH/+T5GAMjMBg4RJoM0BNz8lwuzOfCIdHlcuKAaNITB0QX5mX8zCHPGd0J2fl8YhzGwv40DBrBwzhQC2jwOE7IJg0DNgOHIBz4TOAThz8jh0DDiAzdgG/OA+sgSX7GBFKuPYcgpmBq6/ecusi24KxB4RExHOcIanrb+BCIpciqzBKxVyBCbV6hqZMVK5OboYAHeT7XkLPHnLBvuTBmzpOy5+e5Mu/Bhz/wlpVyYo2NGyir4CMwQWgZeN8y+grVMqyK8KWzOYKc6UwDBXEJbe0R7VqG7iBVv853jMnNRmDivld1v4qPMd9bMypC24pa9JjGiFtzDANT1wpN90D/vArU1fDPm9djRo8KPCrwi1fg+uUT+w22C+wW6qbZAjbfsWWlo7UZmVqEij18pZf44DDdTEAJuNmsMKA0ch4G2KtmreFKDOvUQFt7J9hUip+ke54ZemcUcz3mvLdySIOYW53fXvsNOj5iUhhFzwRpwUeHsPMdh/y/uqsTjsr0VJqosw0zgUZVtOPtQFmNvEZEtPhYo+Yd/wn95598tHGgs/1bP/Ac9MwdrvyEDxZIJdzqsPT56v6+oezjiARMOwdMo72r95XgisXHMwHFyI7E5Bpt7gi2uwf2u6Xb4leq9rcsq8wb90r1ntKsGelQj/ez6T4VW7+HKv2+vubrZyTA0+TQocYIppK9TxAdIGvrdh1Xae1tXKnobRKEeDIbsUMpJSU+DHIuYqffNClw5IfXdgBRY0RI52wIS+QWAiwheQ29UWSvrde3N72xxszPy6zFBs1HfOZXUL34cBOQh0QqWRm9e/kiR6P3MMsho6omyIGUtcRv7NR5iDjaX7axUciCCQqnwAsih4qYIWlxOPSRY4UiiyRpZJj9kVeCRmisuHL0dHboALs2ZG7UiibXbeFQ5NU14xDoLf7x43YIZAPqR6W5X3IWSikFkRJY9SIccTY6KAshHEJt5VM17OiZKH2jMbrbCEKz2tOq8MY98tGLsTWCr3ilmk+X1vERMk/eTIhnJY5x/JQmcqt4Ic6CHLVbDEbH2oi4XgvAGxC8bQCWGe+6Gaq3AeIaGMF/NcYf4cDgv25zftbl8sLhz1c9cyDzzEHQ09OTTnGQMWrk0GLgi7kAI4ci5kcOTaaxaODQZ+SQZAAsM57GQdNp0Hka9RQwxWGJD0m+PD8xzoVDoOf461Nfvph/0uXlrCcOVp44/JkMHBo5xsgYI2MOPnxi/oWDqAwUZKUUFcYvHtsQv/EzamTM0f7nQVODcRp04tBnJLfBdsQdmMPoODxvA1AMWXxwL0IMlgbinsZBT6dRZw53LpdJPvB5Op10Js+RWCdiFfIbSg77TJzc7w04Zz8f3AfjAdoAPRK3jJNGH/iAh9NZE4dBJ2CCHoZJhvBX5r8EKEBxWVZ5j5epz5CLhlzHGBjH8Rxj4nCpw3m6cG+u4HzW+Xxh/LP8DzBX8PjweeKZJqbjEj+vkJAzHuN4DIPzXqGNaXmOGC0O9qU43qQynpSJqzyqlFFSbjA0bB4ymv/6YxCtsy5z3GKMqByhoEFCyEzU3EhjA2y5AYjcmoXJO2ALwx11jH1rgB+ReQqZOh3h3sgP+T+zAh+ttn/mjB+zelTgUYFfugLbprptPJeWLpimtmdX/d5A4q+LZvJZlNgKp3j7JVwqsNeBvtWst7Hxpnd2HTapqZ2d3QwWN6jzk/hOkGl/LKhORuzXm5URc+tys4DHE7kHeBigyvTuQiX5QwaCFnRKCRGgdjk34F6MZvXzEWN+JmjkFZ2tXQ/jDgnCAIpW6bzGtiPVpchzHOos+hP8Z/x1rldq/8qf1APWv1Y+6m83xwPTTGHrWwNH44soZNedVTOxLDc+wkIMLNDT26SCGWSVud/PrIMwc2ef+6abZq3DJrpLEZN2V31LYfsA53RtYMW1jC3zO9FdwXXydw2rIh4mk9drxLIPwEsm4WP8gdmqwnSlbxAOwyOmzMskpSSQUvZccHSO3EfF+wpevhoOmfkOjiRbh/mM3gc+Bh9mvHKQYfqNmNbNYKn6KC7TBiknNvlAcjLOxemEzb7bbthbiOF50TIs4y+RR3Skm9ZxUljWDoWJG7V0fiKW1fF8BeFun4hjGSSyVU5JmVw7yNfe3PwK5LrSO4J1Ob/OeuUUY+H5fuPZd+36IZAP4Ty/NSfGtHda52euw4IZc2xDNdSV6Fby28SnneudeBcw6hDdO1WsA9c61sOizE0LS7qUUthDBnY3uwvo0mus+OwMk9bVe2LGtu2jupjOKjlz3wYNHKL4g3/iwOdyuejl+Vn+v4MZLs8XPT2ddXqaNJ5GDRxOjHzAjyN+06CRA5AC78OPkrNKSRVMc3hSGkzY+uDkmfhfiPnHlxcOgF7it4CeX57jUOj55UmX5yd5vPPlpIkDluk0yjDif/KhjnnwCf4c9ImDi0kTuU8c0Jyf4A0nsKHT6CZynzgQOp0GTfj7YGcai0bnGHmL3AHKk4BShC5hWzg8Gttv/Zx0uZzkuZyJcybOQA0mjEfXkdoOzH0YpAwO4M4GzgOyBsOkDAwYDsOJOk6MNWkYzxqQj8BQ4POAtyE7oPRuvWf0hrTGtv8GZ00+iOFA6SngolPcT+Md+K+hBZyZawPnMjpPxifPbCAfEq9jmQ8gz9Mk//aS8z4x3olDphPx4nCLuYQvtiwgfImZDSP0wLxG0V0B7FXbP2GFWRf0BuXCun8PqCNsDmLrcgjcddjpiGspSLYzbNpblK33cMvmtsyxr+GWpdfOLflD9ntVwKvs95rxY7aPCjwq8OtWIHaks2Y2sXPsztl0s4ldE24b2ypdFJt49BWvVt8gUtMnZZMd1C9H7zTYepB+wtuSbxIizVo8D2D2p0PMGfF1cxqGaz350L4vHTsc4r8THLQ/xESe7gw/FMHVuO0Y0ns57+WmDThQO38QeR3NFP6VD8DZH4R8DL52CFk7BMLG98PgROos3BuId7eFx6r1WIRSxehgTIugEYn7HsbBBIUGbZPvxDulSWIZdXhn2BSsU1owHQdzryNORAbXRO4ZdrkNTYNppsi+ouhXIdyehv27G/dc8d7YD5T4xElN0HFj7yHHuadDzpunDmM7A7KUiA2klJWBUsDxgkGpxFuKKpGbzUEW1hhBfdThgcMS6+hNcxz+vOntDRqZ331Hb/KwIFBi5KScCzAA5FSyIHS8kHGr6jqYxeuX9cssGdfPjyJ78jg63RV3M3ssrGtCS2DLG1IOIeNa2CCRLcVT/MZBfBii9xeNcw6bcArq2O3ls/y80VdMverBz6t8+GN6cd0AMT/F3GJk5Rh/H5kZ0ELSh+g4hIpHppErylBUOnoRFeK7mv3t0LHpDa6kzsdFNYSRE16YybKObA9DqN3N7gyWGjpd57OqLd5F8a0IEbIMY5D44IZXyagA5AMf5tMw6nx+0vnyrJevL3r58kVfvnzVc//rYOezThyyjOOowuFPwd70AD1yiFIGr9ck8UyJKxEatLYhF00cyDw/X/SFA5/nLx4DIP4L/IVDJ8Pzy0WXLxw6YfdMLhew4Rn9E4dHF/ALPs9fv5DnF30Ff/n6h778x1f98R9/6MsfX1f66x9fOGTCjrGeYwxiO94T+OlJT8CZw5AzeY3Mo7gmTGHxAxXrTMq8Ezy/E4dHI4chthtKm6u4kpRTUebwxzAMowwlF5XsVZUxwM6NG+VlHIsQOjBHF1ZlcMZ+BBzfz9QYNR1k2joi2XQF8wYpkaftcrM1DQyTBublnEfTzGEKOGvikOY2XEI3NPuRHIaROJl45JbNQ+cdON8R3nkO9hvOCsxYAzDa3/Jc4+x9pUEuUCkVm66AeNe237ETlWqKLOZdlGFJDdr8HjI6azG4akd77BC4xjgQ4Mr4u9jb430cwj4VnMM1fOz70P4uFfAK+V3m+pjnowKPCvxKFbh++/DHMW/sYGJDE3n6AyQI1X6piH5h427wngoSCW1Tw/RmoaHzYmsjKTaVSVKK//Tuso+hKvhZXonv6tsEvTHDr85r4aPEcf15YiFw1aztItN4yPO0zBGTiYBKWRbsja7qEnuQFPPMzDvnJARCEEjtijSja4JPo084JQcjG8bXOqp5wKoGR64JA6Xob3X2SZ5MkpIZSZ5iZ5zdTAH9URiHQNwI03vAhcamTUBmMz5kDUDO0AGWG4hdsmiKi+A0cVNhgwJft5oUw6LwHQWxznGinz92tWlAs2s0jlD3xkP1He0YhXHsexRacgTrDUfp38y9H9CSDuIeO4FeYdPfhPTewu+TWzG6LHB09m1EoKTEAsw5K5eikrJSKsopYRgGYJoHAH2m2dN2ftctfOD736p6m334w32CX/iwXHq8MI5OijFTjJ1zUgKMc5ZoAbp1Ucz+XCws2JmxHN9wy/ybMnKz7+Lfwol8XQeD6hJu/Roni123NQAAEABJREFUUTuSjBp2jLIAn2rxM6Ra9nlEzTgseyOHmA/zipzIrVpKSe+vhfVEOVDUfCE+0VzdzezINflNYdPdRfedao6upynn2qEGS2mb3a0o9qqW7/t93auv+wbcHwH1Xvk9ibxkFT68C+/M0R/2fKz3Q6DL5UUvzxXi8OXpuf1myKiJQ6BxHFTwqYdB0DxDCWDpqt8gz6RDQfc0nXTxAQwHMl8DvioOfziceeFg54Ls8vKiyxPAYc8TcLGcg5on45fnyOkZm5cvL/Xw58tX1YOehv/4Q185EPr69ateoF++fGGMF/kw6eWlHvxcXp7I40lPzyf5N4amE3OaOLjJRSlzb3hO6eW5JNeIeU7nSeMJYO7DMCpz4CNhDOSclamh5YPjYD9w4GG5SrWZ/e/qaLt4I8TTxPIObE1WIWTGJSuPADEDx8824vjmr2DC5knZ+oABetAAPYyDRkPLxfkEMIcTBzInDr0MTyfqAG18gj5ZfzprAsKeeYyOQaxsnJ0XwBi50UzeiYCQW1bAwFgG+VAo/BhzwN90QZ7zqIIN5uGndxfz1QbloLccQS0BxK/WnN/3wK+W/yOfX7ECXlG/Yl6PnB4V2FfgQf9DK+AXkKFOr//0XfgoBkLobU0QW+f9rTnwzCbdpFZcuZt9Okq9GeuSFDvMpEA6XkhDEHhLNmQfd8yHJrZjgYy9OzMmdyYJ5XmaOUbiW+kgmLE8CFJkw3bG2HDQvmds8i73d4LqV5Ot9L6/J9/bfEAfR4NzTt2+3wzEXWRsNjZ0ZoB8uEGumwEFreqScsrS3o68149BCutDIP8GkH8bqN4DcYswAmUGq8DGN2+bzdw2pyqOjWFrcV/intYQfGc2TUdZ1aP2XWqXOqIlnoMBehPGHTc7s7Ztr8CzmAK6Zo/Lz2wez/EYxegT0D1suqfN/1zIvjeEvKqkoiBUBBU9daGZFvWquPfbgguKZyjwfq3EocAaoDsGrrZBtq7a1b6KvPS8/pxr4gM1s663fGfFwQOmxjBQN9o+YFNbtCwzUwVYDD4E8mHGmxdD5CxmkQBwAqSgxUUK6jk5L+WaUe0xuNFm4vo3fxZi9zeUc7hh+qHIMebImyhgcYe8SpjCTT/nlMgvt3/zxPkabho3oX0auSEOgjyGa/TKIZYPfwwzwg6bMQULpmOxcjxbIOaPEpL++9tVclcs1VDANwPjSFN/mxzt65qIQNR45t6tet98M6x1mfYUHciyvwC+J84lMB/h8SGeeV9Ch6wM8jrLuYD8LuUwZDppupx18aHLlz/0B4cpXzhUeeZg6Hx50shBQcG/8NwEcEBgnInl9StWtG/D4nkAqWQVDk/G6aTTdNbpfNETBzxPl+c4nDkT9xne8S8vFz1z+HR5edEF+eXlaxzivDx/1eXrS+heXr6Q2xc9k9/TBRm2xk8R49JiGz8HfUZ+Op+hn3WJsZ+IDc34T+cn8jlpmJh3pgbUPztn8EDeA3ObyH0CD+BcsGkwTIMKtfBff/JvOE3Mz3+dLmNroKDql58l0xXnWALmDVXGbRCxuTfZwM8x/2ZNzln+z1rbbpAgs3zIUsF0lg9e7DfgN3CPAsjnNFL74cQ8T5o42JmGs6ZpAow7PKE7cY8A5nUaJ9k/DoHKwHQAYuYMNiAr2dlloVQumR+75GCd7UbWGbT9C7Gcmw+BMj4yMF998irYGUCP9qjAb1cBnrB/hzk/cnxU4FGB36UC7NFjqgtE3cS499YvxHVzHiwdDYECqvpdb5ODMEn9xcd+TIpO7UoVv3Oq4u/tnbmBLzfNzEds0RY26KZnJ+1xgLD5VnCMaN+yktoU1K4rNqR5rUCthHtDUwb66V0bgH3wOvo6xmFiB2Y1iZyJkWKT18TUTq5jY1FD1RlvNPFolL7eA9NYzSGQwo6Y3kAegQ0pG+bY9LLh9EbU+rrJJEBrDuf72dhAjul8CcsAUAjC9/rm2Dk8ehcTgrGigRG51jGsDwE2n28M/wnjb8Q9qA/MJ2L/LJPbM/GjNftj3eD1EFiHavfHPKleHZtzVRf8jEGIggLX1n0rZ0tWHSYMU0UESykpJaAklZJVcg6+rpckHnvOfPBtTrjr3uWDl6pLIAOIZlfrDJGnBV1tbMBubebJI/PQ5ZQR57beIaNZFgRdPBHyOqvwVvN9azm/S9gCA7WIZAghD2hcwXk61uIbhChQLJ3qFyRyt8jEeRIjZ/KELjVbq3ew99qJD6RtmA8Deuyew1JvwpqtuF91iF3ednV6AK1FtbCRueFrtDPZq6o589kLr+g7rkerAkswGsTWmGIwM7Pi/CdoyIqjT0rg6meK0SqD9MdbvUd8jPujHBg4AMiAP+5zvC+HeAZsZ9k0jTqffUDyopevX/Qff/x/9PXLVz1/edH56UnT6aR4x3IAMPgjvxT5rwKVTLK5xJTInISTlAq2gwp2I34nwDFOxHl64oCGw54X4OnphQMaDnMuX3R+rmNfXl446DF80TOHPgFfvnAg9IUDnBc9+R+sxvdEHIPjnZ4uCjgZP0W+5xjrKf7a14kDrDM2Txz8PJk2+HDofNLAgUgayDcDJZN6VmFuiZol8s/ggs04nnXyb8wQ58IB1As5XV5edL58kWMOHHLlPMm1lQbVK4M6SKYQiB8XIHNA1E8qOSszfm5YxqgxPLTQhw57cCkY0cIIXjFKvnPMMsfQvk+Glki4rl3Eiq6GKqsGonpFELhDw4XGuJnUAfLI5NMBoSUgWx08v4vpz9N3OT2M/8YKPEL/XRX4a0/K35XVI+6jAo8K/AYVuPH6iZ//bCL6T2Fv2EPWyuEduYHtoL99mnSH0o4WVgdWsRN2lza7oEglpcQGQlwhAbvFYCZ2sNfvxCvZfCJvumh06D2tOXbp2JiJnQ66kGGwa0jhag/xvn0jjU1tqgHzVKKrrcWEaVQrQOd+Gt6NQExyoUG8a7Pvd0j388aYj0Hnltxx/xKgdtmST9SopMWentgYqvkE3Wz3eXgLaV3fQHY8+NCHTXlgf8iMWBaAmEWZDWgL1pETaHQpImRWJkaFIn/8DPEBgDwbElF0+3LOaNaQEDPrZKYuc2DVeWLzr2ykwbj1uay084Anic5D/o0t347twUPD8xRYPPONBnldWJKazutDKdESEgNo3/AJtmFbGEIWXVMEii6kvUvJ9zfzsVVUWAwD6yC1exo2Ld+9Z6eNDWHXOwandQ7MjPziA6DgW9uP0URGiZWWRB/rTgJFl5G7aXfV1LinrDNOgfTGO2me6yEQRd1ZHsnIg8RJqSpMQ/nwJ4B4M8qZNex7IVYSalodEYKc3EdWQedIFFkBnGg2dm7GVxC66HR4OB0e8LgxPm7OlfSgakugTH3cIKNV/UKWlXK+hAnddbfKV6Jb5E5oTX+TfJPq4TquDruYVbD2VEbiftHJNTe2MtHVpQHFuoel7eMcR0B5v4VbZg11GDRwn3LJGkcOJkbzA3po3p85Q5dBJY8Kepg0DKOG6aT618IuHLgAHLQ8AXH4cTpr5DCnjCeVcVThvZkcKzE4+bOM5CtDZ8b2AdHAuBM+/m2cC4cyFx/0xCHOs56NfQhE/JfzC+M9N3jRM4csz1/A2IQdhz5P9sX24kMYw/miiYOciYMdwxn6jKznekJ+9pgcDMVvAT1fOKx5BurB0MQBkP/a1FCKyliUyqAcUOS8h0I9mGdgDoEmxz+9KObA4c+Fwx//RtJELidqk12LPEiZKjB/+mhmg7jumiKr4JIr4Fey6WtjwmYDOuuBUhBULxSbvaXBrURwVx1ri8aDVOWmK0VEE5msjA0oeU+E7Rs0oujdQW/DFPKAI7e8ByLlkpVzwVoqBZugPups02Fv97ZnHvSjAv/YCnj1/2Mn95jYowKPCvziFXj3BuInPs1Ze9NuvBy+PvqmvGrcV0gVRW/aEMz9LtnGYJOK29AWvIdq8l7+TmLDJfYy7mbnT2B/iCx8BMU+hw6Rv7M2bwQ0+D7HyiForcsb+xnkOTod2wZO+28dtZ2Ytf8CSAy33fCNEhdzozYQx5ZT8NHHXBKbPDiaDjPB33VWvXrsjqt06/N+82jaG2sDHxM5NuhZQ8nKI5gNd85ZJWfGVrtaZO6jfJOb1MibT9sPxFuBGAMfM5bbxoFaBNiYjEXQokaBIqzXzEz8mXFm18cfeV4WAK0Z/ivQbjRyIaXIL3AbfmfRJEbbLM39HeA771tv7A/EAAYyr1gjSbcuSw2hq8ZBfqZbGLCOg6MJOxGsLlHWSQFYLylt8/eHOdbxgd5pu92DiKWkirFKgFvHWglL78Oagu1XBvs9DevGTay3d9byyixZc5Erc6TZ4gZ4VtdifBEtrNc3As7ghQCQ+yWDxa5FOtQtngAw9aOXCjYtLy+6959n4ahww9TmIMaZeb/iyNhiHvLgLdWUkqJ8IMUF0cKIexum5Gs61L3rNh13+afwDzlF5GtPShNyZgemr40peoIGxG6epyd6HQB7qyscmCq66nMUl544mcEz7zO/G8s4aOQ9l/Mo45GDoDjwGCYNQPZvrGBTclHOHH4A8VeL4iBo0nR+1pmDjhcOXp7ATxcOUDgEOZ0mjdOkMk4aOCBJpUieC7cpcM6gQYl3dQFGxj3HYcxFFw58Lk/P4K86B/Zv0TzrROwT452wOzHGxEHONJ01jQCHK5Pp6Ymc4NH7N26G00nTiGw0PmlgnIF8hmnUMA3KzKOkouR3uwF6ALsuzn2cppjHgH3BdhiLCvXyIdeJsc4c7Dxx8PTy5au+/vGHXvxbUf8B/vofenn5Q0+XZ/nfzhmHSQwmOsCt/XWvbLrQ7QG2t/2ttW12ZyV4pc0bkClznyqUUnHG7hpUsEdO35p9G2nkB2gdeyWsuQ1XJm88vbcNj9IYlTycXyF3NyZwNLrJ5ZvSLnT6nX7gRwX+qRX4+Cn4p876Ma9HBR4V+AUrwIadrKKPn8D1IwIRH01sxdnE163twvagUtZ1SJ34FsaQpgC/AVMKWtEnMVID0Geb4xiu7GNfw1zmDvExwgyZyxwfGGIueyc8YmpgNyAm30xiCKfY+NsoMZN0UDFFZAqofUTSj11O6sc89177KKYN1s/UZi2KaQvZ2TljQ7D7Dhua+G5TYHQ9FiSe9G2T6I1iHjJ7RAA8sBnPwIB+KMjAuQFG+DIifMno4ARYT0TafhTYMKXDpm+eHd8fBDFGjFMImzF265ioOSEwaJs6E2KlyPWYvX7QBB9yzO82xzXcNfg+RS8qXnV853g1d3Rb+4ljb0HvU36mrI3nJjpzd8A1NqBuCKq2cHVnqKJ9b2mAu1BA0IKkSzxdKWWVDJSiAnit1L96hYEb9n7sF+6h2Xvg51UiYopeKSXFf2BLBKYpu1NSlgD3EO9aUiKnLP67Z3Lw4S5zz2fq+gb2wU1Nl+R3dub20FWWBQ0Rc/Xa5U/1vYa9ckTM0Pduv5Scn3PNydlKWbp3FSy6Qb4y2odcaRulpJQS1kn+D5O5HYQAABAASURBVEKCt0pcYUveqhMWjxzSzzRqtpqlSvWg5kx3MB9gQRDvu0jkvXiTNF9q6xxn59vrim9MAeOspORapopFbRH/UMt4xXomhnHJo3IH3qVB+x3HYYUPQPo7L2cOSoCSi0rO8gFIweY0nTSdT7pwMHN5eeHA5jkOPPxXrUZ04zjG4clYRhWepaR26AEW88klK5ei+O0ZH9CcnuTfzjn3eC+X+KtewXPQcj5d1GGC9sHKhM/EYc/EYczkAyDoAdowkcM0TRoCThp8gMNBjg+2YkzzQDaUQSkXZQ5/cnFOEwc3o4bTpAGfEZvCfApzGcZBI/Lp6Un+jaOX5696+cqBD/D1P4z/0Jevf+iZA6Hz84vGp7PyOCnnLF/cXsWzFESRLLbOUBnMLAS5YUc7rGWb2sIxg/YawTZ4YpSSY7ycB+W4t40XGLvScHA5eqStxWCNDpSjx6Vi+moyKw5zeTcgima5oTIr5SUeIlWPRl+hGOYqlyuTlQ3blXsQjwr8lhV4PAa/5W1/TPpRgV+vArEPaBva2MDGz38o2j7bLt7LKp1ABtCdZq2hbkZMpUaaVqX1o9f165TE2ZQ73xm8MDfj2Kyj8q4maBswZENQ+7bYbC+4nWPqJivRBTtsHTnWtpP/ZPL2RI6DeP4BM5tZVPbhg3OmRnDMeeHcy0LJWa+T9kY1IQHLF6SRYfZHELBQawJYBDBZIrhnR0srij+BZmNrnNm8Bi5sHKFp2CiGQxJEIUo0BzEE877L4YULNplA8Y9mDpOmgBLjWt7t3kfYSZiDa2FwgWZ4pmaybeRrbXYeN8hUZeRTib/QM9zsewOuSTiNYCDAtMO8fsaYke7HHcOGgZeSXCBzPnUwhq9ya1otQk7XWTANwa3GGlzFRysPYbC6j8Eyk5dmSkmJ+58KFUlJWUn9qhHxoJEeYhOgfcNH3ceuwatdqWp2shSa2qtqtV48J7kzK9EFV5hi+h4H8DKe21//mpnomjcufSTI2m5MwRU3LDzTi/0B845lp73LnnaKAdSPwtk0ID4Ug6IjT3WljRHdb2Hc1Dmqk1JSBgSklJS0v5yNAVlzbUjK0VB81FbrO0YEuaO59XF7bR28a7OLMftlR8rGM/WevbDgN5MEWSH84TwXow+Bqax1t2OMy5rm3bkdEISCcJYbCu/PId51ow8tePcNQD3AGKRc+ITPMeyfxM/w1g/nJw5rLvJvwjxdnnTicGQ8neRDoDKNGsZBGSgcrijZP0UM5aIaY9Q0TZqIE78JdH6uh0HGHAhNgV90DvoSuonDngpP+J0BMIc/U8Bp4zmkmjgcco5T0w3TiZyAgdymUZmDr1wGJfKLfMaiMk7kD5yqzeDDIQ5TfAg0cmDlOcZvK718kf8h6i8vf8jw/OUPPXMo9HR+oQ5nuT45D2KivtP99VvpqEIOupHYBSULKXFj9ihXpqHVAZ7WWN/LCv7DkZyhBYBVsKIplxrnZo+BbUG4tZg3DHcJVrL2zv2GdRW1n0O2NGQPwDg0U9XGvQXG9+Bb+nt+D/mjAv+QCjwegX/IjXxM41GBf9cK+If4PvfZP/35YKh4r7mi2ya3oSvlR2yqyoZ09QkgrkPM/Vsyku3ajnG41cIWhTcszGlmTt6VxQcWvOlAmHym9XD3bdcJfWgS03GXq733aXuHb4+zt/4+Ou6pP1DCrXIKfqOjTj0J7G5V2ekfd3sY0hYflIDlwvYYTDMz15zZKnZgIx78OCiPlg/sa7MKQQ3KWZDBm4CLqB0Hs+9sD59xirjwjjsSe+DjIDbx4Nw28piuDdOV7kSkzrqZmc9s7A87sFqtut3fjyMTV/M4lHNBRTvK/8u4ukp82MDJYc3CIkPlok/uo4MIHB1MbX5EAyob/SGEGRvEffDdsCDM4i2S6FPJKsCQshLrTrnqfYji/AzVs/k2VK3o9/yedmzUKSVCAuCID9Z6MQo+tJDE0CmHfQigKr7fe70t3HHnuSxvlHNpcN/nlsY5uFQRh3qZtp3lxrF2ojMXmUp+GNb5NFk/hei2iEtzgTRVoem7uYVVRP5mDL4fSfIQIB2uaszMu7RnCp8OIyH4oDXTHLU2Y9jblz0D3QaGOrQr8bXXaht2dLSQ8a7w+pKYIRP1lJ3B4TfR9K2rBzvaZe6P13bOziaiSsiqVVYuAIcfeZjkd97IIUgcjuQB3YBZ9eF8sR1kIB98eHPmcOZZL19fdLm86Mzhz8QhyTCOHKIMKtgYchmVGMPZzdQ3M8fMwcqAfvABEAczJw5pnjgIOp190PPEYc8zcNGE7BwHQeYrTNOzpgkdPvVw5wm7EwC2DJ+QxyEQcuIPwAQEJs9hnFTHH5TJI5USeOJnyzhN5A+cRhX45J8B1Gc4TYzhOZPjyxc9X77o/OWL/NfBnsh7OJ1lm5wnajYAinr5tWvGczc2uBbGNwEHP8/iMDfs4ImEaQ7ImfsFWXGSgrfsBpB/KVklZ8wAInAL3F+BRwJirCvVyqJf6UqQBkTtGeZ2aCy+t/l90OF7fR/2jwr8kytQn7Z/8gwfc3tU4FGBf5sK1M2KDwPYIMyLPkp8Qdk/KiC/2dLOIrFxNOSU1Hca7Gt2FpVcsKsU/QJ8snnvwwz4mPBcpNiTm0MxO2l/2K+x3ge2/cxHk1uYORhERSmySvCfb1jTwj6bMIiptx8BDYX+b+hq3lvgmVp0zvd8ph4CXBqFrtbk2q/7iAqkBor5qLoZUTz7za14basqTzFzkw+AfTFYCb7dHK1qNqry1/1enxnRY5VMcDfnCe6JzjFPuL1TD4iMFkrXJmjPpxLd6iaOIW5q0k3pR0IPZ1Abe/b6xaHKIG61+wncsv6Lsi2TumIiU9V1dCM0JaCJpaPrq/tXeed2uJM2YICFddZGsyQgpaQC5FSUSq4fSr7/4mJ9hz1xcEdAg6avbU9XSfRVTNZuAUkpCUgVVK9YT9W4CtxjGLcjmfkWRIRYlTO5zm+LjD3Pxfc/4F6MbeB1KIuY6Bxf+zDEXFg/ct2Mr0KlViejTEcTFVyt/BFnpiB1M91hXQXdyIouNPaYlnkOpBLkrrPJjm0kM+GZdQ65SVaEAw2WngZxu71zvG32eemtgAv3Sdw3Y2AXjBnA0TMPCBo0/Y+0w8jcHJq2+4C2OCoYYVZh7Q8BpYA5+FDmIMOghKHpLAxU0A0clExTOxDh8GMEymnSCBj7t2kKh0FlGMOHAGD6mFch9KhhOGkcODiZThqINXGAc+IA58ThzZlDlTOHPz4EsrzjM/p6AHRRlZ8qxnfCL+zwnXxIZNsAx3/SFONMjMvY5BaHQBxGZebjOQ/MaZgGOe+RwyzjXKgM+uk06fxEjMszhz/Al69x+DM9XTQYyD/nSTkPniT3NoN9j+szamZddithG4O1hqpwb/AiCWwVEJZ0OWfG2aAU0xjIOMt8Kcxjb8f9bTfAhvdhHZCBrqxW1U5uK0OIGC/wze6W903Dg3D/ejgoHsyjAr9hBdZn7Tec+2PKv34FHhn+BhXYXkL1x3N8G9Dx7cDsvVs3QK5t4RvCsgZG6JBK1QmOlhRbzUQf+8QktjTIkg5Xsh4JQ9K3YFBbc4ZJSsa6f9UA7/V8+IgtXFfcj1LHvrm1wSmTp2PMfMRUS3M7IMVmshPeJjNiA+jb7WZC33Z7b1Gz7uECR21qdeao0eJ9KjNEFrrqU2N5glDeGAaZlbmxmUlnxG4+XPNH67YOYhRhGJCHrJIBNrmxsYVGgasjAMHDXrUWhaSuFB+xDseK86Y/ExcWrjrMXivAHDOtc7Q+tDEYnZvBQttCm/wvgf3Y5PIuhzX5lcBkT8N+V9sP+IEjZr2W8nrx81/LiZOJCu4RXLUEbwDdbXv9wrK6Ham6Y5uSUkry2vI9h9H+WsiPKCJQiG9Hs9TQzLpPeNQupaTr2OJqXs1RwkriGaFT5j99cFFKtPTcX9fUhzWRL+OjiJVq/BGkrqyJME1mi388l/F8dwMwQ9EfWva8yJPH5SCvzKz6E6Jy7/v5MMLsjFkT2zBQtM2vZttSxRqKtul/gLpa8mYNYk7fjObcDB8ZEox2sKgu9Nw3brziOVgt0krJq+HaWfeuTxtuAdabU33JCB2rjkOM3GAoHCQMk+SDEnG4ETc6r3YDuiEOVk6axklDwMhB0MDhzqgyFuVSuFfMa07c7yxPy13OyDK8Qb78V6PgY5yinA2jYgyPw4FR5kBpAIwzspwn9VyNJeePn/PNQ9NNGqYCnAL6QdEwwhuIM0yjfOAzlFHDOCiNjpMUucYaL1KucTVOUgHyIAFIwTlgZvxeR9MIVcE9MeCiVaMge2eRQX5qWBtxe6JrFiUTHcgNzEFXrWWK95iQZWAAjLMPf6AxdwuoPnf6msSq9HnwynSC6UYg4+LOIA+NRaUhfrA5gQ4/GOLh9qjAP7ACf/XJ+ptL8gj/qMCjAr9HBfgB7cZGhR2sArHNM2YPfyzBYpaODwthY1gCW25At+eTZQ1i84XA2BA7sqYDkQI9zSFA71q8MfEPRccwqyP0fmyzDVYTu0WcpgCtuiDcLbEfcnqZLlcOS1rLrSEEwsJBxbVJg6JG/ohDQYSklJJyylLSes1QUWcwO2r3K1i3MrcIQq3iTnccisgiKI9hIjfRwcwDM5g/PH0/1f7EvvrgEASYAE7d9cgm9hNB974xSm3ynlWC6RtMyM2ewSOH2dvlTfxZKvKzMXFopq7B4pkx6hxNYbH6Qa9twcqM54uXkVmgeUH9Hc1VjQq5Su8GmPfrmrRoaomutq6xy1ojreK/nYhcGKWWyr1BkXGlUO5aYt2kHX9NJvRdljoR2NEMwRw6Hq3w8vOVUlJKiTq6GuLinnY38HLIDAEW+8ZjKz+3tltc5CpYTYiuBJeih4h4e2zakNxV6KlU7nbPB2KsT1Lyoc3VsOtou6i34zTpQl41DgEt27/MWz6OZbDa4DUkV86EbYqlFXZkFez6w6PUmLouZirI+DDOJ+oKa5r0iGAGgFonCJF4wSRjy+8BMe+pfrrctbgO6nkCM3V1Ku21iVWbj33aPFzOhEbMSX/5ck23IB7b3Mz68Qt05v7JBwWBcxwkZA7fNQzKZVDJPuxIuGTMI0lldD6M8eHJNI4aTwCHJwUY4IfToHEY5edLyvXWEcG0Uo2hmFvmfgMWYafM+IyXDYyRHQMYfFAD+OBnBBf0HYSPNBB6g5xHZR8EOQYHRYNjTJN8YFUPgc6appMiV2Pryb2UQQOgVERAcgMlMUSGGABjYCZntXpQUG4rOjd0oIwOL1oBRgB5to9qTHyCANPwuG6WGnBFRZTIIeeh4az+H2oa8aNHapKxxKGVwMFijZpmDnS3MaYnA6omK1HZNU5jjdaQK2FpTM9ERHBMmONKRNBbGHXmgf/9KvDI+O+uwPHp+rtHe8R/VOBRgUcFblSALcb2w50f7DPbuxks8A3zENkmPlC6zWJrtvXgMIgusSUEEgAVotbFyy/BGED2DrT1oWi+AAAQAElEQVTbOKyqUNzpdvZ3LBDHaKp7nQSfKqnjFamv8dJmQ/7BeMLyFZYmZJUISQu+zmPTN2Gg3D4G5GC55RSaXbeOX2VXbBXuekfx/QuImJZUA/saKrf1tg2OfAJHutFpiY+ZhUPAynsZVCosd12S5x2gOxcmMRZ5ZQx99pNX041aRX+J2M3UJECT/wqM1/LseTGZmZUOOo6EIU2yTdMEb5o5GBk+nzHeu1jXvmjJwlJ5JVRi339rIPS01Tnovf9Pp53xdVBXsq6ThT9WfuPrMz7ud2YpJe66oQr9+Cy8L67thCwB1ar3qRN3sPWGndosazo3OBZ38e19N4q9l5Cyyp2gBQHmZ1kEhYV7MR9p7TxeA89JXB1Dri23G9TQKr9HzKyOyInBI14MXQdKdfDWu3IVbsbCb+FUIp5pYr27i07IcHCOJ7ZJqrLA+dkFRbPUEIy79YFihNosDVisQ7bOp0pJ2hInGIKtY810Jps2xGwTVekaMDHp/4XtMOP341JfRYbMaafdvBJSw1GP8PvaFvDKryoOZWHh5ThgmDg3mDRwcBK8sEUu13XvYHsOWYZp1DBhb1yKEocnKdknKcUhRJKMlSQg4yfi5Tic4UCjGCZly9qYhUOecQfmDZaFHYc1gfEp+BRwbjDC54jtmIWhiA8/+JCHwx4f/Ew935bzwKFVQp8NzCEzL2XyzVkirpx/hlaFKANdXa6W1buJsQIQZXwy9hk/45CjNcY17r5xiHadz+VCuZPJMQ4wOEwAYqsBRmFcCFoBUGeChIFpGBopITw257GHmI0n182sNF3c9SA5QgUXlHVHOMzF8RwHoL2b4tEzqxwFD+5Rgd+6An7OfusCPCb/qMCjAr9OBfrPc2/aFza0NJK73rCycUdBe6+7Mk0JEwObRLH5SikZKZuX6K30xt5Y8teWNxJQtCaD8n4HROuyjhEd2lI3IVmMYTCRZCbTBVh08KlMHbf5h2hPI6gGpLgA8LUAEKnNA7K1Xga7uI5MTBhJ7hg/Abp3HXSOcG14MKjKnWhHVp0r0hNqklsoRooObcd8PEbuPsxY54vebT9QsqAB97lRUXG6ymLv+pvZ7qc5ifMD/iQaXNmrHscryU225dyQZy2xoN+gZnAHWNyxYk4Q0WY+74Nwh639TL6Hz+VCdIah9xgg7SZs9hD3EBKGpla0IA/GR6bq3RuOur+H69nPUaL51fhNb28G04v8GyfyOk9ZPO6KK6lW2GvIYGHgpcrNA5jJALm249K1tsIae++BMKWkxNj+SINSv531Oez5J+IDNAgl/jM21PF6XsmiA1Q9omSq6U0ietdQk85OjGDHVbI/FV7/ruGshXXzRuJQ1QQ3GrTzqoPVXnL8qms11naFdatzSHmeZ2IHfaNbM4n1mq8sdvyOZKE3O2pLa4yi8E4ScO0NMTT5GJv3zfccnefqZ8LvkHVizG433kxdbPJpwJf2afPbhuWmeD/dbsD0mHtqTzC5C/Bc9LOueSv5LqRz2YMiA/LmsCMDow9YOIDJHJyocNiA76zdb7BA28d6H6ZM/utU46ici/KQwFlKBlBKSikpfhsoIwsbDmUysBtnGCcN5sHZ4IOcFbB1HkA2ZPiwHdR9RnwM9jUu5J4zdh4vMLbIfBCUfdDDIU/ugM0APXD4Y78yDhqZz0RM8+HTYshzkGth4PbJwLyQuc3EmlWou2Uo982+q9h3YK+sNHdBjqNiQwAfepSZoQGUiFRCz9iE8TL3Wjf2szRzwF5p3Mik9hiauAE1/g1FF+0MTHboalJaySDWoUzUNWiKbMkGyskBUGF+7Bz9KHlwjwr87hV4PBW/+wp4zP9RgV+qAvxgj905P9Zv/yT3nr1mzE6XJrlbQKsGplq0Pondouil6KHYPCo2+fr4wrS/JL1BCtqdwZ7ONcZd2IQYLJRCHV2jLU7uDCg6DWlJQJ+vYwLsZTypUPUuPlqC2cYK9m7nWhjEzJNi2kpSgOq1jlvZW32Y7HO9YZQpUN7H3dlwV7e5rMN74ylqlaVkOglGcSEK3LoYv9FHlGA7QNLCNSVCWa7ANbfQIKi49tquGCS6TbandqrqW/u9SaVjtuyZZ/359qrX1w3muK/1fsjrj5rZJ5s2sYOInl0XhDCQEN/RdvkevVB4cQU0DfHVIYgmP9BNRiI2rSryC6bpGmKERv08NDvfFi5IOsveOL3zAZDphQOGZhIrMbU+ZH5PQBgtdAvPrfG2MFF+q6VqwPKCSERPYFpDGUVKSV5vQqu4XA1G494zLMO1+48u3LCH3BpGtI3fU5trldYAlb7uuS85crCRIavfszB1WkHQcU/pxUss1q1rOb/VnOP9GsqPutSU+FDXxihIJuNDuYX5r0MyHtlUM+SVqH2TR6qmi8UmjJHiGtTWrVFDFE+f10bjahLB0C1yLl0W5ezjkycGjKAVRP3WoVXlvYe92fb2e9uYx02PJrSjobFH9CbfmwAU+1ier+/X4jm3OfSKRLiEw89oDgaQSY0GXYld74ENiIz8HGQOLnIcdEwcMPjwZBIPCBYDUKcVhDtiDrnIv/0znUclDlcSByg5FSknGSImdOZQSNjmgEGB44Bp0ojf2OjsAx/o+O0jDmHyHqzLA3HtPykHX/FgnxWsB4ptSRKfOh4y27Tf/vEh0MDYOaAocwCUx6KBMf3XwIoPf8ZRw3RCNwGelw99OrQizNkE4EMfbKCkKpsDQ2cA2n2oP+qwLc0WEgpjiFIyBA1aBsg+ju+M361eW69eW4DiEIgV55tr3vZBm3gPjt4htOsYwW1DNXaPHHbPr/S6ALFwA/xcrOLVsBPOQOpVrFKcaJU+9jmXrRRH1YN7VOAfVYH8j5rNYzKPCjwq8G9cgfYTmY3FXL8cpN0HXZ3YgowGqvy3+3svuRSutb9ls8rCxJ1BdfMUvp/oHARI3RS6khBshuiD7bjOd/Z+hgrwsUI/A8wYWZ107PFNGkIXIcS3ir59kUnKN+bQan8zwE63JnptaAVAi+Bs0FeL1X0lQhUm5GJ7u4WQLsVEElRt1SsmK77ethmj2PvVOPZr80OZPUg2D2ODYtpxzRvvgYC0Limd+AgTu6vDlbUbPPiNw5/4DRUOgObXtzgI8mY69OTiDHLk55yrNGJUMnrbBIF9xd/uIwYdjTVzw96KvRg+34y/jb43r1J7QNH2OtOEA9Ue4gfbR251UI/ges58lLzxnnh7e5P5vkAStU0pifY+mJeT4b1mJ8GAZkFFCRJwQIAGX1tSkkJQcUoJNinKSqIL+YnE/Ow6VhL/YYMTlNqVGt6jnQxHGkp6GsSu7exWKbJaqkijkatWt1cH4jnquJDsEnmLHIklMQM62n54awybFoO1LVqIQ4car3bYUu2rEdJKuHeSOTpF0pY1CKm7xhvxmBm9g/gYpO7Wg2I+ziFyYRaBY+DoJPJq1C5WYt6wjEmDcNuoyG/HWnu7pBjRFA5h1brILOhQB/XJruzsIozvGTNgHjMQWq+vFNTaYbHS10TUrAtduE5fJeehLTJ0k8DOIwh3mdnaAvD95KNalmQOTOAzWOCAqLIPQKqfZZmDk2EYNbSDFPEsi/lkJaWUlEtBBCDPxMmBiV0GjXnQwEHLwGHOyOHMOJ11Ag9xSHPWMOxhgq+QbdMhbJHjG37hA4/e/4eycWAsA/PKAAlJYs45g4qqDD6RC3Yj+ZxOJz2dz3p6uugMPXEI5PxyJlb45YhBRwz3xV0D6xoJ8u0xQNI23eEeKvOfQxVsrhouNPKUSskrZOfRTB1/pvMhUPw2IHQcBPl3ZaHjdm9d84qojb6HbKPI7Z7Ft+TbsKYMu5mT246Lg59yHdAuNx7WnN9ZXns++EcF/jEVqE/iP2Y6j4k8KvCowL9tBfih7A1H5A/NPj3I9g0SdO0+2sZWi0OfDpyu2Hd8WNuIt2OObUoSe84Qf3+XcCEQcdzXPYcn18Fq2wgLaJr377MnDSxsZvxx0muB+kYurR4N2cZwxVok9smBvfOLfCpHf+QQHNrH2pb7apS0knXC+tSFU9SbJDMRMlgpJEd312SVbLPMSnKzm7I5+CwiqV57ukpav7sXITEfxIcd4aqesSrBdySE1zCfYzJ+nV/j4Md45qDCMluFL36enaFn2eXOX54INsYh9+QcH+ityju3x54DcKjVXv+edizDew0SKzrAyjS4ImYAkcmVEZH2duS69K9hD1QjuJav1NQHPwbz/rDnyEGtVErJZFJSvbxa4jwCNmy7AD5aNzRjXX/wgrZQESvM6Gp8rVdKiVtncE3IVb7bC2sBHAO3QPjKkQKLayUUQzYzFFjtdFaiW4xR7jWw71rC2/eFpHS8Zzo8mcWe3C7XcHZscvV6Nana2QLoI0OuLVWKuVeCvokIA1MjEJ5IJB8SDFgvQd7oqor60RSJQ1Thau14Zjo2HbAKGtFQ6NYuVaqnExxMTzh4OoalP7SrNA66A/Npw4PXgdmn/na4Yz2xhbU1owEvtmAOhwhtnlS+xsLuoHccQxXG/b/xzshxD6rNzT6CR7dT97jGRMgjy3DgsGEgWubDPAd2Xz05BILweh04/MnAUPDxYY+BeiaAAErwhcOeAk6p1LhxkEJsDlwyBzXDaVIcBI3g01njyEEQ9Ih8RH8Ay6wzvKPxtQwY8JuAIeJNcgzn6znkzNgBWSREM04qngdxT09Penq+AM86Xy7tH4yeVMYBe3wVUQQDFEDcVyPiUJdgjC0Kxnrfe4S0EO86vAhFTwtxxytjQY48G1U1ZoIiNmvhlZ9h85+z/vzzVW+m/QcavHf7WjkOfeQiTO9876DLGl8q8DsWrrdNavtMbdy69ufhY75M9+eFfkR6VOAXr8D2lP3iiT7Se1TgUYF/dgX6j2JvLNh6sMVx7w2toc19RzbJDqVGd9zYG6hbdKyVwHj/VoSmIdRu/9ElIf6gS5vPBy57Va0Bk+QUaG7gb5LZOxPEOlwIaOztkZoAfdRioHS0sMxwlN7naoKb/prfZryjNnPVZPeCRifsSYRDj8xGMSX4oBVXbjeoD+eV4VjmPSNDGLrLIhZEYDrIKjCxgX3N7f+0MGTR+d9DsdZQBe49rrGlByDnPe8/NfVv/8Rf/2Kz/Br/Vg2evo+g1dbpAXb3vOU5o0Qkb3oz8zYGIa0tV3S3/5b+ruMPKpz7D7p+l1vUB4/D/Kinnw3Xe+HAdOaZ6UssYSvWkYIwcwtuPDdhv5P7AWyuoXIH0Jq0osRAMRxdSs4yhSIOc0lqIc4uqjBDn5ToazNlMNcsG2tksNRx/NsstjJ4JOMDYBzyGAQmlElRQxR9CXo96+qipHGo4HEqiBx7DLXLmQh5A9Q03bp8SyJfAtOqCTlUovbXxxJi9VfNlWEV8rOhETtq80HHQHWO7g3HEaIsmMUEuDd+l5h9D9v4G1WtKl/7Kqm9RzNljZ+NYuYuhFXT7i17lKa6h5rZ7PlS6IVnIObisDuferdqH+LmF/Ta7WSSVAAAEABJREFUHYVHbjXSWvIwoGPsTdjs1r/C1BOpONaf760PStrBh1nVG6F65Vints1D0pAHJQqZeDeqmE+gopwLt9yQwRk+q+SsrEEFEJDxXaEfDOVJ68EQBzNBWxb6gTgnDUODbDyQAz4c/PTDI+cUcX0IlQfhVCHmkaXAFpHPUDROo04cGj09PevyxOHP+Unj01nDNCl73IxPHqU+J/ULOSU2ZxRA55L7nse9gLfeP8eKCQAvYkG0Frxpj6PGgYLtcpgMmDU4foc4BOLg55VDoD/fOAzyQRA/1+L9QTKB7XQTPFBVQAWRew4rDnHrqlXt96ImKU0WyDLDQRiaH+tcxR/zfHg9KvDvVgE/Of9uOT/y/edX4DHD36UCbfPSp2vWwBeIFja0XZ46Aa7b2NrD0vZa2N4Sclpn1TZlur5Wm5XAwrQB0htPb1S8OfrGG9PqHOM0X9zfNU9wTb/a5ZTlIfa2c59/krwxy8wnpayUkujkq4fi29LsBthgtfFqXJY8jaqA6fIquNPb7o7qhvhofeTiW+udT6o55aSUoA1BZ0oCD63d5TmvcdY6YpAAbJOScHRDQLtKAQktooBpJgEazLtPmZDVbrPolEN3qDYcHLFBntkUe9McB0BsnOfYML+yrPuHqOdmz0i1u9acmYML4vsU9x2zsAZXg9X8A8LGH6j/7VR1Pq6Ja9PT9+1fWPzL8sb7grsSH8BoUdAgtpYgDV4ekH9bSx7A6abdED0Z5+rFCzZaLWxrsCBwdOaAJUx7CAQSz4jianYNhehGF3W7Ib8l8tp1Gf36mWNk0e9H39OOcGfwVbzPn3uEi8sDutFuaBDRbtjuRHcMPFrAIeWWWENWGZjkLuDHZJad/VRil4Hrti946Olo12bf5PnIto3nUHGnzKl+/9cbxfpnFqZR9aEqJldUiJtDUHQtf6hPN95rmy250Mw3ZBKoox5liOPlVXh8GZf6+N1WSkYB0CBozQs+8x7M2bZJA4coORUNrPuUi1SSDDllZdvF/cCd1iJA9VYgirJKYNn/FogDGMBjCusN8MM+a1DOg3xg5N/8GeLgBlnJqrZGGZsEiCvJROQ4jBz24DudwNARr/sZY96a8w/wIZqJJq9WtW+iA/K/FnQQwNiajKBai/tXg1pHgjQsYDJQrVaisjbHb/Zqa7T/Fhg/zOp6qlbWNuqz6Gqc7rYXFws3QaWyKrbuZ4An9TPiPGI8KvDvVYGf+xz9tLk/Aj0q8KjA71SB+iOYno0GO1nNfCAZIGoZUkXRYxb4w27vsDdEzoYx9ouQe02lU2wurGKviZkpeR8nX8etR91VOx2D9cJD7YqXa3RN0HSbbVd2XO3i42v3NZIQp5SUSiKPCilpd9U8dOUTBl0V9okMEuJEHMakiashqM82bwV74OZDEFpjPkKMf+0ajq4swC40e3NcTCclaPotIOtCwMxc27dO1fmettkJHJC0Xv6oFWtrbocz5t/8p5nA/PaqV2A2HQc1M6bcJdobPmuQTiDvZMUxAWpaOfeOX2GJWDPJHkJlBzHYeg/MGzZ7Ppm4tC2wGZTf037A5XvC/ytsowwxD3e9PqYZnYdlprDz26I3aszSsLAB6EbbLYuqfSeo4u/pe4iON9+a58J69bqNZ/Rq/W+2UD1Ax4iieWLdL1nZIbQ3Ouur2PWTyINWJbu+LcH6595zrNWqtcIQGVeR59Cov4pqZKKsBLQbOeZY+2QMbdFNuPa7MnqvdvEMNuzY9A7Sjr5Ffkt/y8d1D7ip/JxwncxKvPOL9dU/wb1WuoVr2envwPdH6kHqiulcH1pXc+XRZE3Vv9pVbbmpeeCV1sE8gNJjGhzCT3nO9IYBzJrPQ1LyQVD8HMxKOSkDqg7yxevdKM4nTMxx6AOVDcTJHfr4e1x1Ec8xr4GfRTlj74OfEWyaeFL9DaCeL0l5sFaSBFuUS5H/Ott0Gutf/RomRSz8GVVqecb84eTDH+MDVMuDCKbeidUTSRbBwR+37oE1hrWH+LDxhoh5Gddx34L/0OmgLDuuZ7ATfYr06DtDpw6skff0zuweWedxT/uQ/+sr8BjxX1UBHpV/1VCPcR4VeFTgUYH7FfB2oELdzoqtxXIwX5oEKe2gSgfuHRPq6LrKDBBvQHAXBz7yRy4MnFojPo/m9QOqJe/Jru77UZq+69jk5pKVEuANI1gpEa35hPkC3x12uJkk8V9CDtAgassVfdB/y+IwCZFei4UfrTHvUeS8ie3HNPFPqgddGboopyQIIEXN7TbzoS8Dq2GLkJTlC7vaYKqkm80QM18kM18Jb3/CmQZegZAbW44+eOwJEuMKXbDH6aJmDBpEbewm7RtM+GzjzOQMFyp3PZSxwbIKNWDmnmUKUzGTQmka9Fs2SqF6k3OdP/WNmrqu/Z75QIgPYFq12T0VXjtNWFECGUDf3+44er0SrGUItTU/oTWHTlVus+hUjV37LhMz2dmHks7jAVCb4Y66lcdOfSDXNei6MtRCXf3bVfXgqpoirsRnexLbfKBoR9d3glD3vDsO4fd2zKM+t7fH6OFIsZPvcB2/9qHckcH/Eh13jilyu+IV9T0p4fkp8/W9dWf+t8SZQwzLK9S+Pr8MWYBgLBcUmGZpgGkD70AZoJNxQMY+AQjp4+eDscEi3bq6wtiwtzF/Ddd68x63MAqYl1GJAyAfBGWObzIGCcihl3ts/P5Ww6ZzHCJh22S2wymWqXHw1K3S+x6fxm6UBb6DBtMVut6ZVEnrD2YHphnY09DYFbW7313iuarKLvr2wqtxV/vqfrvfSavXTnBNXhsEH93OEp56+z6swP2xAT+ujR7wqMBvWQGejN9y3o9JPyrwqMAvWQE2G94lsMngW44M2dnSRzPZvuxsEjJ3yZ1ia6jd1cQ7CeRNIfJ33pY1SH5NJrYMxmqXk2nkR6gn2nGzvWKbdI+Scq5QUlHJWaUYFyVwTumYsdMxaHflHR1kqnPISX/P1eKmLBpDND5D7lqfe8dVhS151Q0yc8xFOSXlDIDRssfEI9YFH9DMlSZ/FtO1ZqtKhi464QfgR9Mb3Z/A6/yqAP/1LCD+qlbIvP6AfqCA91uA2p8qk0Md4k5f9TNjmCLSHbuduBryEWACeZay/8vuEzUQF3QCfXcj2Hf7fI/D3x3/mAtVEKXhjnBP6V3nZXnjvnKXXHN/Bcd9Z43g6teFDzEqh+CntnSMBpt4KjPrVSkyrXrnFLnCkpDz4TRnd66SUAjPinX32vSmEt03q08eIrLbTdsmLNour8KZBCNPcnc5DbZgSFDtIT5sYRWO0e1sPQJsQ1Bra+ms/C3ihttqVj/oqoX7DmFghnm5Bb92yeVZuWtin1O+ZRlxr73+FbwHnllZ9VkQ98pg6U8d/Tpg3ke/VlZd9kMa5M6Y95mQW1eMg0fScJhLOuAsxRLG3qXPSTKWiQBHU7swVgfXpOzk5nOrVRPvbC3xTDaw7RZLtg2Wjp9NwZesTO4BxXQ9DBL6jDxs7BeQGAJfegXvfIIhp6O8Svd912+yvaRs4h+k9tFuhfiWHp9PmGBF2z+hsMze/QF4j3fe92OrVJPWEI2pKIaPmlf+0T8q8KjAtysQz823zR4Wjwo8KvCowN9cAX7w07TQzezSDaB1UG8G/Cnhfa72itViI1Ij77/gbNGhGsf+waLKvu/XYM4EdUNQn2sk7w/Wagxza/NTlW2LmNj8ZvaTWYU/bSwlKw8FOimnrNgISxHl+IGbkPbWaBAeXYh/EtF0uLrBZ+Z1yyb8ozuE3TO33ORMcMuZjJjXkItySkrGyKp/rijuu6NQPxZCo5quoxTETGUMYj0ZZttDzxz4zIHRgtffAPI/1By6V8zRcQhEiIh1q/PYUf1KNJOaZ8yF3DP3zbTnNHDvTCNutiDGjxjXA9UwUhjD0GBw+F2bC2BoVaBuNA7xZvkf2Pb/BcwQ95U1EocXHLas1WK5rPTfRiTVZxKsejljD+1cRT40I9UOGytBqTrSJ7jbzZprwKEap66p7KFHlcMwIzaAPmisfPEAiMeFSopUW5IRozsStJOBO29sCGHtwj26yn/cf1t7eN6kOiN62uocBYeLSczyzxRmEg3p55vrGnHdGT7v+lctr6ZJuOP4fYrx6sCYWWLjVmudTAKBo4Pp7RiqS1d8T13lDLZafoawl8G2xgXC2Khj6A9aambibmfWYcI2A8aCF3I3rZfHMGMr4z3Uwx3PYg8RI4JsPtaHPETREShjBfBuV4MMru/2fgiUsDNI3asSK4d+35q8DrhTNPlO0sn7mt2Y3fgu/jlR7oa/q3g30bDcpI06HPbMsdTDMLqaO3cCrtIQtcwmVmixOn/FdvEDPyrwu1Vge2p+t5k/5vuowKMCv14FYlfLD3pjvpbm+gmyy7NubrsgdeIutgVAs0lDJmPbGMSOqjx9GPJ6DAz/A23dZzCXha3LDDiMv0mMj7CfF4PmpNhQJrY3pgsYuvBBksAC686FN5raQ2Ca5P9EbyCS4mJ6N3ZLobrX2eWersurTe277BqvtbEiuatZZc8V8IGJ6cRcjXuert3sdQExv1sbjnMFDGQ7kOJwgHvRcfwG0MxhD4c+/TeAZvPNBgfumD2vYr5jm41RUU9VOWcNMRc+CoYcfOZQq1rU+thl9lyA+nVqieqFCS3ojoP5R3ffMTlqNr++6e3tVf43nN7mN24Z9eP++QCIZaKKF1bK/vn6jjFumKYuM2Ewz/MYJNgLICs4axrUHJxF5BTS4II6dLg6zEF2zdgAwPRas/FN2ZAir1zVDVVm18+seDdnJuoZubqQUUFL0876I9J2hqPNTBzHP0rN3cvIuh1we3ccJH48ZxDvG+tgNSd12nubv1VCbn9rfLHePYBnaYB3fS0y9OE73stMfwP2btem1nUInZkg3B0YCxrwDjTF/coAL0SWpG0NVuzBsm5f5faxW7LKSysIdPCWi2gF9nbD6LaiSb+hr+VttiAGtEdhTOcl+IB47rOlGNXWXVmO3K95W/5dUc1+qM94GUDRKt0Ddxyqu93nrO66/yWFz3f6+LUyvfdarpqwieJdDVUn+4FwZ9D9a8jms9M3yQM9KvA7VeDxBPxOd/sx10cFfuEK1J/NbAD8w5qPjoUPvHfphhFbeVrXJQgD6HYLZWJTprjMGoJp3TUvb+RCGJ1WZ33fNbMhd8qz52TiM+68lWlKKbGnzOACJMA4KyOHExp9dCWU2R1YxgCuClq3r2+l+JE+E9L7YJJ2q4BMZGpdkPvO99B/z8/YcicLzglrAmUnC7Y/4tYWNtF2IJNYI4jBijov9PCtN7WC68/WG68Qxf0whYBmSgR2A+YKtn+rNMpq85menP1REDAM8v8tpkLhQIj7lxMVUb3WwWGhaRDv2z35e8ujhEpqG+yo+/fmlrhHPvR5e3vTKwdB/redfF/bcmB6rBMahOqSWEBdENIf7tItT4SJh8sQNec+26znVPOq48fBipV7SJVpCIQpBKcAABAASURBVGajYERoxYWYFqQQJkBXVwo+KUUOrAJaiO50/shiucvgfGfevc5Rfj6p2h230HhGhm6TgthLQqAwhoy1HB3MjdwtvQer2z2DaznPvX+OzB6clGjXFke+Jl9le7pK/mX998yTKfq2iQdCYpF5vhDkmqhuahj0k9q2lGqW/n2aGnrTVP7YVy3vP4v9joyHxIyhakNkEqDJvHEHWxocJQXhvmrdyw4BoXR3BdXqKPxY5lka7DOvseGYg4p9nY1U0FlUOfTRUvS+R/UmwRIseJPQoL/cMhEMoNZ+UuAW7R06DvZOfRDsbHfkweQm06fQ8c7INXYsY8oug/mdyX3ShgYsCvBojwr8rhVoj8HvOv3HvB8VeFTgv64CVz/ZZyk2Rv74sMofH2xot/z8AcfWdrEkOhNAagDqzSK2v25dpJUJpXz5BWgwfQusq5u6vdbSPX+PJkfPg/n4+8MfIf6wkneClq9uB6ZmmRiDluAyH3E5Z9HwSFIySAIF6N7VDRL7o/SBKQPp5101WiKgqcTY4oK2yIWAixpQhzpz+tCJOWIX801BZ+gWQL6ifqyJ/ltA/uBxXb1UrJfjU/agCRuYLkh3LLAZQCSGD1S7OVj31ldAYx+jwO7ID743SzrdcSm+VzkOfqZh0jCN0GDo3P4aGJOr0zqG0/W1xifnmUnOnt+1UedXYwQRNzqYn9XSzwr0A3E8OUN1pRx8787yoc8bh3Q+BPJh0GIFNYo3RV8H1UWIG3WtaOJPI+pAW813dEow0egw2DJmTNZtPVSJ7NDeaNUNxUpAXzd0jJM+eKIPHiwDViTrDeKguGZ6tmDWmrN0vgY/Z7a2zPgepHeKOu94uKwjtFG9GStTRbf6b6XcfGxmMOuoHcwHWBAL4HoG7zMO+6su9+BX8s+yf9F9HWaL4wntgJ8xM+trNexrY52eCcNmcZfaBuFQA6uV93jw0fa0WFuGueEwoLPjFRTE3Yr3pL0s6dCj2ivMrEh0FgAJWOWI3SwyvoZNvh1RXdvoOtjBYIsQ4pZcRZ5IDu9q5b6B0U7T1z5vq/rOineUgo640RGVFuShuyk8WFwzMfxB+P0xDu4fMO/H+sD4Z6kKgTywH0rjXa2DRX233TBwuLv2D8WjAv/gCtx4HP7Bs31M7VevwCO/37AC2/YktkixX6rUcqMall1v4q/Mknk6mqkfhe3l6EAbdz+e7XZaJuZ5OOPZHx+x8UO4M1nJMEJHM2lzF8Iznb25x9d44cMsPsZsZFgDQPThO0YUrfMcpmQDHwc59/l0HJYfdh9Z5nUT9pFVD88kO3nA9k1EIppzJldxZfIFsWN2NURpwNQkZHAr3n8A7YdodEPVnH52gVcIgTYWbdQczAED2tauo2wue83+EGj97R//NlAe5Npnzy3nGrOhvX8oQsD4kVRIorNkGzVEv103c29e5/qbP3/6r4C9vsqHQP4I3i+DfWH8uFhnvJf/VdpL1TE2XG9o560jXVaqRwZognOz7kPAlraa9piB6VKiYzh6mbyOlZV4ntBmCaJ1ZiCvmpeb15ZzdX19uFbr6QyqcaroqrfecCVu7H1NMwDdjrvl6dww+45WPXwg6Lms9b6bzO0MvmPAn2RabsbZKnFDzbvQ9423ojzfo8U2rxqj8x0fresaQVaNIa5aXRxXwlssAeotuFIi30uu2L1qo23U8zUGLAJom9kVdXP4g81H3gfDYCJedMHWzu9whzHcvnX17c2Lp5ZugedumakRhKBTn8IeqsJ1Mp9y/26jnzvKsUhH7jo1z/JaZr7K3WcWbMXIfS9AW/tW5t/Sb5Ee1KMC/8QK+Nn5heb1SOVRgUcFfo8KeBN03Pv0H8exYWdTG2cdFrJ5+rgmbAg/NqjabmZsqNKbfebDSYasT17vAzr12Nyx2fOcAvgAmZnbdVCq0UQ2MBneFAjM/H3wsyxvMp4pzNI+CZ2ezxKcqr3uQhg1rZ0aGeiaDyHjBv5k5xgGm4Pf7cUs7+DQAGVhfsy3yV3BhC97OiQmpLz7qsUFeyoVjqIWS5S3drjsm90Ne9kV7c0jI2jFtjdgF0PQMVr8SW18DJNA/FUZ9J5fM4U7Nscz+BCoZKgVsAun6GA8uiEp5wryxTieUx0bAeulrhkrzAM/0rZhf8T7l/OZuT9vy2s9+OEwyPxCrVgZ0daEWWK0lW2Pzsb/LCpJua3X+GuMLW6k5EHjOXZqZEMz1Ux+CPXbmeLhT7djNHGSrb0W1S7zjdyjWGIz2S7xfNFFmgu5I9xb7mgmQ9sJVnIvblFX3d9KeB6sjz4Gs4F0NgbIT7YUtf2k8d9o5uncDI+CJr8vAsLo3hxTaL+3u7NSIsz2uzWRRcii62zHIWwdAXP8bhFEE71DTZXBNOVvpG4bqfbvYv0MQZtHoLnPuo/XMQM54UMevhczt8aeYK/JDv6DBdNo8aTNeFa7ekMR0TzaHqrOdnXGHn0PuFSTIPZd9dlLOm2NofMd35J13V/BmZne8/dc7um6PPxdaxvnIi8nkx+E7a4P/MtW4JHYv7oC8cz8qwd9jPeowKMCjwrcqoA/4rx7qRuPBRMDqLe7HyKpW7zD1hisaN9nJvWX9/a8PWueYt+xANpdzpsNH5s79+IrcI4vKMu3Ge4csOzcErQ/umbm67/a8spmsf5VF6J404i8WxunDyeTbAKA1wJk8k2AAvQ913zbmHJwkGFdcneEGyJRj0OoZpO82yeYf1PmGIS6MG/XxGB/1zXw0XDlDvFXaSM8xkZCuSZdOMc9cOdyV+7DaPhLkTMhXFTTuRCTjapFaKtN9OaQojPVRCuK8TxcrJsqdh7OJzjrgviZHfn8zHB/S6yojPyeWCiI/xHo5e2NQyDk5inQ4mchefDotLKSydbpJ18eyyDl9RnrQyxxjjKz3v1ML118F6crDR6sewuhjBQT6WbGH9y6HGss6QMT7a/Za45a9lyN93oPt+c/pEmY2WMCQV/bjn6XFNHfyarXu/4bz4DVrrnBvtuoG8VoVt0HDFKiw+KzaWFa23c7VLfonXwQYkU3wsj3MuJGh64aeo5BeWoG265Q81/Zm4Tj7eHaKKIfhFn1ONxeB8W16TXfVmLpTiuhpmmK3BxjgD4pYwM6mi1DDdExZGvNgCo1AajLIA9y87egR+242uQ1001uqoNn4luleFCb1GkzJo+WfO0zMd/B1pWe11Eq/63eEQ17u2t+r3tPh7UTAIJ+b/LDEkJ+7LvT3rRtwuKqUFzfgwri/Cdv3mUjH9SjAo8K3K/A7qm5b/TQPCrwqMCjAn9vBdhucMjhMWKDtMBff/TAI/VnlOKLysY3IDXZ/Zdbt8DQpA0NsGu75kNh4yAO3S1T59mNfFgxs/ETc5pjcl3zHq9+8RHGh+0MvPm3HADTAYtmYlVv51QhxWYzITaAdi2hSyufOahYmW8St+b3TacPDDzHmbt426SOlsn3tr5Ll06AE9ZJig81sAyKK0fvzvZ1ZHMBsDR5P7mBPTqIuzYr7hmGlN6CcI0OM1qQ1x0VDhFu4WO8xiFqKDuOIO7sZYx1NO6z1wtAFtXlN+8py1oBPwNvPCc+GJ05BPKB0PtllVb7oOhoq+xDwkvmQ4NN2WPGEtzEO2r24096i3ygwqtsp+tki2Jk6OKG8dS2tJuBl4sUyxd0o6WQ8b0U+G7nwtbvedY7Vsx9praRK1kjoUdo4gpuSzGqQwvHutI9xuG9hU20btixJ9XpMKid/Sv1yR4HWozfxjVr/hDAwx0EvyZT7qQ1836IOYFZZXesPi9ey7ESe19XsEOXz7H+bO4zG+OuucYxB7s3xd62ibZYXVBXz8oFsYuh1WNPhdVP7o7Z5sOxg3UGDwmmXWfje8MjhcHCjDwBA6xb/HAxUcHuBmFZJd/T9/tRcfXcjVUFt3sGteXe87bhR1JHuKMnfvb9Au8tPvDYmdmzRFnD3V0u7GVyyGTasXceR3IbBQ98osekY8hHe1TgN6rAY+X/Rjf7MdVHBX75CniHxNfRwo7WGyZvgNIh6WXlTFWo/arYEXvfPb0z+Q7S4zTz9uZsqAmt72CRNxzmwYfNObzVH4DnPlOL+W2p/9DtKwdBgH/jIT52HRZ/zymlpJQS3O2WqGXXJPm/zv0gPk56C3JPvlk0qibfqxC4ipq+o9QJMBXBhh46CC+N2O7Fxy1j05idlJMCS5aoXjFIuMSWmttR5WufsTZUr/C0DzDjMYcDDPTq0gjbGhpLnEbZnEPN1/lVr6+vfFiDTRNr9r1tZvb1HAwW2U2+Z7ZjvBls1jrBV/z5PrdqfOhRBw2THP3P6L430i6Jq+FdAkMX+56Y9iGQ62MchxW8OywXc/YjYVC/YFKjOxZ2W221uzaLTci625gjhTnhJRZfAnSYOtkyNecXY0WOS5D7IAkmkU8KLCjdvmxgTeDozN2EgzZyyv1/XCSvtxDtPF1Lr7GZ9el8FzAnVm47q/fksTJHbrNe6upd1YfRV7OjFI7aWdmQyQ+gWlFxT4PxzBs+cLGKYYz+reAwLTMurGtc8bu5HBbDlfbd/JugobD2EEF80O3tr83s3w4Zr1UH/m4MBzDU+dnMsPp2pqySHWG/zu7pLvsIE5hmi7x/sJtMe5lp5Dme3mwXJClw7cjdwxtCYGLGxsy94tjG+o/g2mbP34t7Fa+mi3AloP+G1sLXWtb+e0axeyn2AwqejYZqDQtaK2qTbciqe9wmf1CPCvzzK3B8Fv75833M8FGBRwV+qQq0zQnojS88b9wNfC1fZblU3ogPKKNvfpVUj9iK7bdgevfpFdGatZH5Dub34I3VvNtbmN/rTaedXivtl63BkooVF9MOLH9sVUp8uUj8qfXMnwz6NxzeOEB4e3uT+QW5qEHqtguEAaQ22/gYVb02VeKjj5H9gart2sbfZBt1nJ8/GjcdFOHWCcK6WWRcoY9+jFN1xz4s10ld6cI9Onn6m7Y69DE7tn5Pm78JYRSdKA4NOiYJxmF2cVZQ3BbErWETto29Ql7Hsabx933zIdCrD/G4p45ruHJZWc/U/tqviXfrdjX/gEihI9PAn+2qvbPYPCwzbJI9da255m17jGfJBvd0WZTvvRnmIadbeBYWDkpBYee171mnlEQTvejUr9SIhDD1Rddx071HYdDEe7qJGkoNi9hqD0Zdr/jQfAuX0CWt145cZTcIm+1BxDGvjy4/6y4CuWTsj6YZ1gCKRlHBdcnNpGp+kesrODfUHZm8A87KcEcd4oXe8UFrs2xlvk3sU79nTcioP3j2AgHfM/1Yznw83gfP+z1/u93TfZ98H2lXO54Bc4Yab7l6T1Xp7X7z2uvrSLUP+cHMTAd+cIfBsdt5VoXNK/W+vx3ivd0PST4a+F5AZ2+4p9/Lm91umMyzJgOq7PViHM8gftjN/e5Am0SNojcXo4H1XWxDaNveAlRrs35lGmGZobE71AZxnjvpv5JsGdwY0hrDlSqXKG8pJX4HCy747JpyVWODAAAQAElEQVRjWoAQBL7udvF25LXVg39U4HeoQP4dJvmY46MCjwr82hXwlicy9A9lNrRBt01PfHxUAb138IA383Chg0YS3N0u3nTftFrd5/6Z43xCOrftRdtahDw6tB1DHloM2iRLw81/5SwH6leX4ms35l8z8MeXD34M8ds/2IWaOfcUa6gEAghV5dCx6QRbBqrZJPmbUP4YrAJ935UVbtF9n2e3ziRgd0OXzY1wqiajouRs7Ep0WDx/JmieYmFaPRLzMajhDBZXbqAY07lnDblCPvxfuQZZq9arXfZfl2GT1XHN1OxMhcx//8HG4dSlM7d0Axg3wL7V5th3OZgWcZlvxdVyDY+eVoUrUdmt52MQXawZcJU7QocqqX036NhSaDuDFHlY5ioZOwbYug6wXRvkpzo7f8rwaOS1gOtszPNAa/okee2DICCT/J/iShI6mrYLmZlYSqYNFryHa82Rh3NgICXovXvEXnYV3Cuhr8yR3Gg2agCi3bCxKAYzEbC3K+2WheLQUciVn8nTMciXogblDulqYiJkJtoIK29Zg6bqw2bHsKwLmtkPo3txYjpOyATz8LgxiGVB1M65VOoT/XcZR7x76YXye7tbwfxsOg7PACd1vFeYn6ds2U+HTwa+lWfLZf05bx6mp2/2Y/DYzM330U6sS/ld251iTDre7V20x2hgHQP06Va9qvmerpJb/WoFkdXXS26mnTfrXAzQDXUrJG1qLlBw0R30IendzE+tTr/HR782WENHa1sajtK/l+uJdFxH65xvdStGVbQ+c/QTk3a63PMcDMoC/MVWx/yLQR7ujwr8G1TAj8+/QZqPFB8VeFTgn1yBOreZDaxhAS/yXq/KpfiT+tj0qckX9ru2AWxoA++vDJjwvU/v1gQmV6g+8TFi3xVsUHWmAvLC1sIyc7O7Crw5aZWOftN1ubHBavYoxDF1GzbvpveQ3tQDM3+Evf4myRuW8L0UWjw/A372iU2n+Q7I15aUUoLLcj4Q71rPd69gxD0rO2clXU/oeuOUjl5wy7ULMjcnPkNUiCll1e19w44d4IkbZB9caH0cTCO+MeKgjUWulhl8+MPs5cOfnKHywIEQhz9Bw+NVe0GJyxxo5UxfgQPvRDELDoP8m1szSVdgPr6XoXTXHCBpjWkIuzr5BWQtEDIwEsXcPX8AuaXNkyydDGAhwPCoHEfh6dmgRXajYd+lPIWQCGqARoN27Wac+aZ050XMHVezOgi+wTi+oXr6gNTLwRBl4V4nR4jOxIJ4BqgVvVawbg+OuTo1RfPxu8USY8CP0LWl1TW2egYSlMEljEjRqZkltAnGAFqbjVamEbYxVNaUoXLd3rhD1SRWgzqwvlfa98i3waDt4nMTxrWaef8Cfs+4XltxzWFDi4c0MZcGzEYBalc6cCF0iYPYd8ecV81N21Xb/vnhja/U0cnTm7eMMfFYoA9butIe+eMIV6a32A8dPlRu0e6YzfFEi/79vLpL5gdhp7eA96m9bblp5qqiaAjq+5t9DZ/1tG2bYkPM2fPest2ozwW1fYW5PyE38HvdITp50UjEdwKoD1CYOLaJzFOQTUR0TIP+RhdBu00NWmN02V/Eu/gruRJ/MfZ3ubdBvae59msqi+daAsgq7LXI1LQCKrdQRGfuL8A64F+I8XB9VODXr8DPeFp+/Vk+MvzVK/DI73erQP1Zvps1AlpskYz5+BAftyk+PjazHPwiTn8Q+uMOtGv77brpAHe28Zcb2C89A+TaiMim0r1BbC1Q8RFPH22z3+nR5E0hAiCpbS+udEKRfHaielVppeljzqrjth6pYp6eM1+Rdbb0TsEQBnR7GpY9p/t9FPiklBLjV9CVVu+ufX5O7soANW0ntE2H64SQW2ToHnyYdFJKmpOE1Q4WaIA1wNY6aDiwueXwWacbV88tNogwFdNzw/KQOfQx9IOfhqkJpqqXKezN2AdsCai1Y7Y1+6a6hbh/JH/UOIQlO9zJNZ4FBuxyBHARLeiAImoEbu2QJ2YxdHTN4CbCMOTGDfAxteYSelElE4dRLNigOm38d1OfCGATgBTXR0SsoyQppaSk6wvjWDWu3x42u4SXYZWklZJPoJP9LTNIYhhLArReVdlWTpW24fwYm5SSUkqSDKpXVVT6ug+dbQ07JYdRDpHTnblhXh+zxD2DERem9fOmriYkQgn4fvJsUdCZL655qX/dNO494ySrU1jvOguSUgIiCBXqB0NhlXRVnJAq1rHJmJgJgMToYxzwt1q5aVBj1PimDebAPCNHF3LbCzCpbMupqT1tqTH63FV9FBWJ3sl24SHEOuhB+o5pZvW+HbWhovMh87LWtdukSjSkNg/MtV4+DFyZn0FsE92oXdwYPLo7h3ibbbWqvGmWpm/mcUlZUU0+1Tsnw9H4Ooh5w9Gqc9Z0iISssADcENTHzXOp97N7NNxQ93auhspfKavwu3ovxbsOfz383dC3FIfhzDQwemdvoQFFQ1DfaM2w1rnZNlnj7iLfn7vKh+JRgX9IBbZ3y3/phB6DPyrwqMDvWwF+Ktcm/+B9v5G9V5m6WV/YEq57XEwPL7W9At395lgGW3SsuomPgJbNbQttmw1CHey8s7dgdncFtk5HWZhFd5CvVny8LPH1yEyNm9Wyfmytlk0j5frlF/wSvTvGTgBkRZWG3bW0o++Ttzz31tkGhr2w0avYOcL0mRsbxP30OvBvPjFjLTF/Pk59KIguwmyTCrZ3zp6QwW44c1+AXFTyoBHIwBAHQe3wh4RzeNHxUWS6An4C0INQ/mALf7Jz0AgEgazOV7HumSHBPbFVuuMtsw7RoVmOgBrRHxsqfxgGvBIdm6jr0WrH2aHmsn1LIusWpHyD7CLwzgDuftvFXI0s67AKbxIeJSzpYm7ghdLQpKtnwjKvoRqochhpk1nDfXn3ZNvWug6N92EI5px5hKJjx2sWyDGIeGRKbjOjza79miQm0Zpd5GxBj9CxZQbbgfd2iDx2Jh8fTgXETWPAwNjTEnmwzKDcyKevPbMrWF6ZGd95fuWZqwdAS3vmPBahqlH0iT4ppQTOSvynBp6mfF1NI1uW3Bk8EtgLEuS0/Dow2aGEQ+fuYE8XlVEPBbs1C6m973kFKaU1CcWFs++fzfYph1Xk0KUL1cED+5l7ClV5E55A4NqF2yozxztk5avN7b5+rm73zFZVFi8Js4xvFABNC3KXDHzSVk/PxKD16j5zd+qC1eIe4bnsdWXPfAftObVBjQzde0932R6j73dkL9aa2koc1EeGIAfBNX9Qrsxq1Qmwl9hqsBJZcQ+dCoRRqGyMT6Wj/0TnWnWz7tz5T+Dvcfke2xi6bGUP/vu665nFerzxG0G8je4HzqgAmv9iGAztu+eBz65xy3bcg/x7K/CI/l9VAT8z/1VjP8Z9VOBRgUcFdhXwT22DRWzx+JKgN3OEa+Fxb9tsu1HHFu9p84BFHtIA+5lWNwefdPCG713QPuhe0V/FWSnv5T9I79NjuKQk79QSOJkIENeNwW6IMNTqEkzrajEa8xEiiZvqJFLSdvGRhak3gjMfWTMfKPMOL3ylLfBCvvncoGL+iZSJL8lpsiUH08OMY1YpHP6AB/iMJUpbmorwXZZDTww0JSzo1uaBgKiZMbDq3hOZGHn7MsMgHMGt4U6DiSJgDbmb7+73NqxoUD0aA0qyy+waoZrj8AcCjZosyJud7fZgo42PbKOzXNr9klwIdqrg73dbzMjpvuENDaPg7vktfEEsfk9QLnFAsrTFtOCF2L0UREgqT+9mifEKyVR0EB1DqlkiSoAldZgmDz00LcjNICiX3CnUXFs6a6Bq4t7r2mAaK9Ux+oCqV8yxkrXvg4IzQAIzIGiqJMVaM7UD1w5ASYgcH00FynmKw596WPVG2d4QYdgPmWwTkOgNNWaSsXn/BpDaZd4k2Gk5j3dzJrZd94soeEXE3lfcFKFpNO4egSQD9c7aSm8GMzcgzrKqQk4nSHKjRbmjCyY0Vx0Khzu8zy24MpNHN5A1KDe4ttp4xzBskg+p/fjhRhcTIz/fd+a5+SdIg+LVluBqw8cEuRm9g3vymJutMfDE9rzFKx/Mh11k4M6wtwye+JaZNjTaU5/rQ6F+z2frMJ/vjo3SNkB+ZxPeaHq75rv8CjezeX7TnxxWmHVuvIowZLx1cUEjuW5zJB9eQVV9tc38IUXle1+YK9DZm9i+OWZnajWpQ6zsLaJ67TQEoEWsnfT/Ze9cFCtHcW4tnDnv/77/JPb51hJgfNt7J5VU13TZg+5CCBk74Ep6tqwc0LwB5606NKPyMJ961coio7wBYRjxZPPqlwESZ5XtcIrSa2s60209bumuwN9YgXzS/saZ33O+K3BX4A+qAD+kaU6IDa1++C8WQJ2Br62rSlWcku51aj0qM1hLY2NPU1VdxO1v04WN3Rpl5dR9K0lT9z/hvW2L4fGMol0XozbzhmqU2QGjYtEar45RSfzaNa/d+Tij+yaFqZEk9rAQeQpg+5R7clICsmuDPOswg6CD20wc2AyCT7aL7O0YDqvZCqZ6WBFpfNQMNptY9zWKdmkUgU9QTWkqP4GFjkgVfuYf6wGvgtVH42N0yzzMnqDWR1QgF9395Cdq00CWBI2XXGA3h7u0ql/o3vhDkC1BaglVPCN0R50Y5uWmegle7vApx4zsrEAz8/KZl/KYOlaJLMHCRwwrQDhYKUpH83LDd1wtFoXo4ib/JT30IQSdvmM0UASDBhdgD3tHvbhTDEeaziVdFB+gpdMCaaBo4lGp2UdIIEUFiQZ8KUlxbvCNVreJXAxefBPaAcgLRTY/CF4tMfMRKP+bYxy2eBcrIw0lameGCeJugXludJGXfcOW4FrjVEO9D5hO26TnVCmfWlPpafjBEydA3z8qVdkLvo6ZSeC0tll5VPOqbdzQgVzGiM1DFJNIhSaJMguRt2p6iajD4Oj5hWcxaLvs2zQaKt+/RegOrEK1JmnzSSmoOGPTJCcR10CaBk0nKp1ohQuxl6AP2pnj5AglawNE+0g2L7QZZ+r1kEkzSXqN1SMhvRt/3SMtM/fDgNgo7Np6Xp0hdy0wsqcpUUKgc1v7wU3+CKRKvcnNkAjjw6axNIOMqWHk3qisktOanPCUd9w/4lYf6oFAk8sXQD0FtStJzEzCc5ZqbjZGfwMm/jFGQC4yN+j+VUGYyu0IBlp88MrK+UlKn7ddzNTm/Bq/Urxd/1WzctPK3txdgX9BBe4V/S+4ifcU7gr8L1dg8xLi5zaN6WiztBK4y1a0uS0hHJsL3UZG2IyF/LQRg/bUbeOQE+AglVuRjW0j1Dmi8/kM2hpbosb+AiU+LajMpBNrBJu8Ai5siUTjR646fR2pHL/JWY1VmkhB90MgR1vI1xS01A3jrEjsBDGhoRPzkf8WsPp0veRfwzBD2ymsaglBzJHa/i4l1LTkGRTeLTvAYuk84gtNBwL97oRdHdIIkVgtL6RHjena3HpaaEhhXIOyysQ0cQAAEABJREFUjaavDLG7agDlNMLO61T0MKeWvfJ1z33PX5E1NQGLgo8rS4aqJAXhncIfSKT/LGScorXY4RijcF9UjclrBm8niJ+o1yc8rQCBb9Qro0tYOUlFPnp2rS5SdZAkU/R85DSAEpF3zSW2q0WWCnIUILKGZgMrmK8Ki2IbQpl4qCU5cAEmQzgR5rsEV7FfBLT2DS5JawouCNrAy51CtilMwLWhoFVhT7YWRdx7KBG9P9Z5LBpm66b7QgrpI1MBjYBIm4FslRMRKI0KLnXlg5l5MMnx+FKYePJfxZm10E/CWM+94rYN1T5xbCoNJmiy40oh6MrK1OQ1scpWA+QNOH5wQOl2Fs2Gjp572JV7Ey5kCRMh/fBQfcWLDrll1EHhIFtZksAmo+xllnpoVlt7WhqWt741zLyozSOI8gOWHNUTqDWDa906nXWn6NsVZrKeZnfIsa1TZkGGCVY1tBmIhFhPM9DMJAa7cUKuTbm6llVuBPccUQplIRD/KhCgudauH5VOjKf35Js+/Oi3cd/QkMcElY9q61lWf/OKNWtuYkbAyfXcznj0EE94kRN4Q/cW1/YJ+93uCvy7KnCv6n/X/bxnc1fgf6oC2xfQzMZGP8gXDnT8uNfG/MlsymhvQqOj7bM8MWjZC4aWPJgMwU/a3mkvP+w+jvbQ8YGRXTNt4+BDWrDtQqvCC2DH9jDNM2PVabOWrLCgDS5+HOGcTy/1geMko5WQntIlJ3ySstRHwHFippA+4bcJDZtLKazHLt5/A9MiMLxY2/G3CwrJb9Bjk2XU1gBsRrMm60zsZXcji0dU+/tJYO7ECQ53o597G43axm/HmzlozKoncWbBOwd7UaD1OKeZh4YZIYi39ZdVmpGKF0j/g6AUVSLq41eF0dl4OFndqIUX0Cv+zaeEzqEdYr0ov6smz8sU7W4Pc88Qo3WXkZcyK1+1RZL4qS5lyfLaw8yKC4O/XDtRCmyqvFZ/RQsmutFKEMQL1yYFxnCXVzvbOdEmTqqMuz7nFK6+LQe0jrpyB6eXFTmwsEAFV9UFIeHlODg6ALQ2H3mNqqIRlQ+gRWihAfqTyOD+RL0mfyyRUIROwf03ll0CtqGbAM9FlCGb3jRlxRJU1Y5g8bsHurOEc864MYyRfNRL9gIPKBf9TJNK/m+oRUX2oOEE1nfGUkfKSyaBlTPRumCNUNPoO4S7oKBhciJJyU2SAEU2hMUcmA60fN6sGxGO9B814UzWTzGto2LIJpjwUXM/GQQWhIgpMsJoH/nRBz5/WQeHHgIevcfqOimuoDklzR/BZPuf/K2f/0D/H/BWPwRpLvZxOPr0WsBbt0c1n83HruqjLiM46WqDKPTEvwglRdHb2El8N9zMXYF/TQXulf2vuZX3RO4K/G9VYPPy4We4NlMB0kFVNGfDZulsAy91OhgX49j9eK9KSB+rILzaSu9Fj6GjckXzvJEk88nNGvxFh3GUkW/uvWdnmiVpz6wzqd/i4tpMmpMgdJ2NJv0GdgKT32n6vWKuNJ8CTrz2vbp86cthpjspVQGKwzTlV4OoRALcIs8TbDRhJu/wggtZcaos9s2VwbRrE3ID2OdNznj5z2fynzCRapONMStBqVlIgt20o65ObfAqzrh5NhpXFzeFxm1aAA7FqlcuytpjjKDRBNV0IMp7UI5dB3WyD43p8hI+iVNTZEZEWHhDCAKKeNpYFUq9wanPlZK+NkHV3/wOoS+sM0H47uzsfEjJDB/luOvTRIZt7IaWUZKTYNTJQSDdSQ2lbuCPCxRVC4W1sUD1IWGBD3JvbkmJuQiYy37IdNhgndGteJKCfYxedrR3Q+e9mJMdzhNlFrY+RDUwj+9Dt99t5ElmSM1PcxMg1jbOSx6p3vqk7gu41iM267wrM+A6aMrCZzrpD0As+TbodvQ8YxMftEp5Q1sANelFAbECWLUMMShQpiRL+Nu/Ir0hmrLeRXHrLT+74NA1+btaqr+0fnS6TdEFUogCagKp6htKfXkZB8NZm5nICUBjPAk3QNmaBhXfqPgO8h/Cdj1MmjrTRTRqe1m6EcbhrnxHn7HvyqvnFJN+44cPPvr4Mw30Df5tSp8I0bXnyr2tbC+gK4qkDCpcdR96R4yx1KHBxukW7gr8Kyug1f6vnNg9qbsCdwW+owK/J8bsf73hh7h+djPk7I3Swg90hF2rLl3bDxjSFKHvgwyXeBN1n0Q1nqvbxht67uDeU2gcgcUN6t0I0QzdE4ZGb+FmHWhT10JNmKZhc+XYRhgu2+gw8vsOM/dMdsGQ7N6tyvKqbOiWb2Q2+sGsJiDIt4hOwVVCbNRLoyx0ngEfVjGnqcSkObOh1AcgzRk2IsRV7Hio3DaCNULuI9ObpAo1UamrxuTDs59XzEEawTb7TgXeHPRJY4xZc1IA+IP362HoOnPeGCGIOgZ9EmwwDyxx/8lG/jR/n9AicK1+Uz66jRqq0kpiXJdRL33QbumZkmfS6vBpwmi0V7pp7eqjr++ZhQe9qKWs/u9ukWMINomWs+mpS4WNc9VdEWd0YkRPC57RzdnsxLOp7N6ETutkJCstgeYj+ZNwHv+TQV5xH1KW+zju+OqRzT8uzQTPcTLz5fw8+XTa4FKlcaSq6lGbfELdzejEeK7afiw599lqW3xyhZ30/pzElPA7XXyRHFxQcLB21lI2nQ07VL0qWY3zi0tvYqQ48Z2tX+Mlpx8Fx7IeBk/nl/FufvtwG3nnu8tS7ynnt+lzkcjbXl9j09fz3JstT4wITG/xNk3x//7ff2LiQ9B/RPnw4/8zBvR4RNgT0tvUuTOGYVELs8JoCCdtH+Nt8NnbBtPN3hX4l1bgXvX/0hv7bdO6A90V+OkKtB/Y+vnNJjY3Igs7WwD5peE56Bc7Jjb7FaQhN/228Q7mje8oeDJkv+2R2tWvv4C9sUWPgj0QDA0enG0bJnXgnh3zR7xu2OVbPA5ci93orueFeueVouakezazexQf+g0TM2lfY4kTcGsxyY0ChT/acIofunj7VyjE9FbCG/1CP6DoCFpCOA5XC0Ct8A6620W8mY6UaTjb7WY19elWg+06p1htdmy8qABl/e0f1USjBJOcgp5DQo0NsqDHaXM2NWT3I4xCZQdFlSKlxNIlF6tjzBRb8UQRGJUiya3HlyBQPIH4E7DJCGOjsL+5KW2WDKNqHnz+QxAX1Brlz7byKHypa7NsnZQfkGu9mjLhKmzJA9PWsUobf4bWY56JIMhnXXCSDrC+guesILnS4FXbwb2Ge6nO8hXQndcPq7EKyJetLalGLx1fNLBQFlY7xB0WZmSmoScpKe/m+tvpCzVo85r7i2yzEjJlO53o0/qH4DbZpEpZMCY3eUELl5jKW4RuDuuaFtKCYntNW/FMct00kuDM4VrXo4shnWvPZrkYww+fUbBUm3NSxW7gCUpI0zlmDNohzrnzoFWnJsKrLpCm+Rodc53y5zE3a/LHnjfkKd6midACkUbhr9pZTme6q/63/q7AXYFegfrEdfnA3Iq7AncF7gr8jgro57j2HcEmXby3rGI8uCSBhYp2u3dtCG3Z6a37JtTzuYo3971X25Rbo9R7387UICW2L2Llv9fF+cWcaRHqEvXSWLCVwNWmUyHOGmtiRNFq2RDZNopLQfNogJPZxfPXnPNeoqdprAaIQ2v+UimAaGFzCCjX6Q2ejNgoTs4f3pMdJxxaMqBsO0sw1TQYtzGgTnCODz7YON81c3uG5cq+SojpWFD3Z5jWdYLxxywnJAkFbXBBau1c26ydOoyRo3a9pFSvKkI6N80LXkTGvZt0u6KlaoenQ8e9QoPsOr0g7qOcd8nYKvMCqz9Xkp/XvJGk8EoJX8X4t6E+iZm32eJSL+LITR9WYD+ZynX+hNzFSt/C7HmEsBUgW08rxYopIBnOgJo+ELY/AXOexwFqvxfJOvyLHT7hpgk1aN1yOjx+i6fT1F+jLflGNdjXIj3rpbQPPhfD+XOBO3Bz9BBsOi7cNvQbXcu/KjdxHcgGcQILvxW1UaG07dC88/WyAUopMQkmKPIEjWAy2WJ7HQJtzG8b6RMCY7mv0ISg8Q2fiIGrnzfoWXucucZcezXfRlfLnhs9tjFWT7LCjYYq8a89ROM40/Cz/D/wb8Dkj0D6Dz8z4KFNB00qlBmZpvBrCdYYNzmrwK37d1fg6vn6d8/6nt1dgbsC/2wFDm+e/JHOrt3/SB55qiNHbWQFsLtWkIsPOcII39pKRjvNUyblK3oG69aEnbimxBal+TMXsYKzrk3ncY2qhn5w2to7JvzalCtAazofMufsI10pxVtUR9SmVb6i1sZL17OUc9byAmjPgy7UpXmpw0Q2gJIkt8kff0qU8hZFcpSYgPjSpfhkCNGHOQOjt48/sL5PFVk8G4YIVU2gynWCynYOZI7f5O4wJSfSIDXnWP15Dgh3YleAUY3sw1DVlaBW6Db1UkDsEPCmUV512Oj+VKHVY+ZBmLlT+pMlfQDymjcaMi/wRQi6qYXkT0ALQZeBRTpp3IeNjx5DktbjqDyj5yjDSX/mFYYzG7oavBJmNcZpfLNOUaYIUooJTzgCTMDYVllLw2uXHBcSVr6Lc9nHXfs3S9Ps5dIMppIEFh6iNatHbudenoe7wdFCc7H8K+i1vHOEiXqf55b2x/isZ+o0GfUVBbKF5hdaYzK9ABlr60j3rcISA5j+ANqFXnPaGerQsk8sZP1ceKs/GyYW9yQd1a5u30722SiP8HjJnQ2YfYQFeFQCpzeWyAbSLCyopoGtmhMyOA2s09t7j3bZevrNkHRCT5PHE2hejT5xx7zxzOHQ8hbXP8J4AcJbD7UFtGvz8PePdt3Z422vuOW7AncFziqweR7PHG7dXYG7AncFfrwC+kkOzBx4tZHV4QPRR4/92OtLq4TPNKELXuQXYXt4UUyADea4oVJe+2HWnKqlOlVipbc0owLtVpyYzoR2bIzfRbKjdbExpdCvIAkgbieO+IV2d4PbfjR3fQHN453xJHI87eE4a9UINlR+GLRqTOTSwAqhiXIXUp3ibdjol9JiNBr1Qu42VIgxysR3XqD54z3m/77Hf/87G97f32MG3meo7HTnNAWe2ahDwHQXAzRupcnhS1/993+0N/UBmn4Zp2IKPRlARFJbOUlbIBwRMnrsa93U2y5BBzTkAs4uM3UMg1SCaoW9CHKW1JmOCP9oU/qCRVkIAfpoIeLJw8gUhf9FrMuhxE9e0zoQw7QcZjJa+O6TCcPBNxtun2k1/UqCQEPvXUyctOZ4kPCRAFHjfk5tVSgl6UQNM8uIDPUQ611MTRlEHtdgn2tzBGMbYr3IYRWO3N68l1uPK32zMxka8+EOqCF00+vMOsrKvd77K566Fef9TjLgZdH9uWezJ6reu/Uw3IPuL7dLiItyneTwIMaXTGcJ8mxp5ALSc1bMSGAECPgH2zgAPE2DVSIW2Eoosm3mshHSrv8CdXLG9jCyWNFFbFsPztYatW6sEcLX3V0AABAASURBVMsdZR+/H6xL2ezFXU/bd+EcTz8rP8hNtIFkwXb14Z8tE4BPpnkNima46V2BuwIPK9BeDw+dbuNdgbsCdwV+qgIzGw79+BaFpS0Ao7GZ7XtZxEPTuUJKNobReMnPYPAd2GOvavz0S1KTIfGFjY22J57XMbpMZ9qdjk08bac8ijXXraHWEaX2ypDIUpWYptMO8fjyxLrLKImfdWj0nZs1++53xbg81X/0mUhymnRELRxToeIn5cudMA2uKkfhf4hq3Yaf5AozY8wMpk3l/D7Hf+FnffDhw4/07+hE5aePj5h7T7rCe3bQsyZb1cNmHGTz3GIo0qZNZDxtNKuQ/5e7VVbfNZmqvCbdXczoNtYP/WpeOdS9XeUW3I0XnLrLTzK+V9ycRSuN98TstacHRfBNI382VDkfV1XWb9KQqtoGzns81p4Oc5qrPIvvGksgfHFz38wIIdDECVRT5aolpw/xMx92sr6yBqtWoJixXvhIOB1ehgbqJmjyAzo5YzlM/GP+kKBUA2wtW6m5zaq2khOIb4aROi+jUfuH8G9DHts5+l41K/PzGpMMLyLwYyGmz50YNKseIQV/ZP9BWw4N1kLs45RcFV7I3CvoxPteU5lsgZuA+H2XhwNpVMFXRp55h+kfDfxz5ywAZUh1ZxBHHtHtTGdDRzmW/ARdvWMe2XauvyBqlFkT5x7P9bd/ZvgP/mHG8kcEasqCJ02u2+FwkF712xpu6a7AXYEXK/DV99aL4W+3uwJ3Be4KvFIBfpq7GUX+y7Z2sgtbV9HwNi98DIloJPhY0ITvfJmViDoejNsavXNsWA77D9K3e0Ndzjk09SUtWACPAUVaW49VVcydFns3imeH7YglSinoBZDWPFATPk97CWpuItK1uki+isreGZMSSBAmSXRrO/TnRDOzItocm+duVk1NGlSBINpcvpPYf+uHH/3mzzu8wB+DsLHbrP3UAdZkRp2gPxcLIqLGuDas7E+FE+hQveTJ+LjqkKKPWrCRC8uztWjURHWxQmghjqhGTfoYayyBgiiXnbfHMHJcee08NmIK6Z/8OZaHwQgfUcjPNTJXA1TrhTWhw2/COmopJcoqDpy0gkH1Sfa8d4lSSkwATPSL/MRnfguvNt0jafZQ9oqXZQ05OivSehvEeQWGsP2kMiOkQooK4PmgFuTc863PW89awXHVt5+uQ9636hYBMw438q1/0zUa7XprzJGSaVce+rHC9cw7daMFjdzbiOL3QKJ7VZMfmJrLSo/ZrLYLbpzMqctVzNax0X3nR/Pd+z6Sr+I/6vPM9jxme4vl7CeWUgn92VeZggs0cWMgCG4Da1noTCf9r0DGrItTgqCKjsvUaGY3SEqDUFpWLuXER62GEIRRep1i7BOfTmN662ZHA/HZpOuOP1VwcHACyCt/QEcl0nwPtJ+1UP1M1XMq+EDO+608GjCk0lmngoKmuUlPviao7nZX4K7A5ypwPzufq9ftfVfgrsBPVICf9/7h3yjb9c9tXdkIsj1U+1R66nbWoeo/94JMb6ZA9i0os0BBa4pqQ981ybSN1sSmJjWPcE1QLgOrDBRZhzefexLJCyAyG+b8EIEnDeWuqbez3elPxO4mRoCPScbQpg5Nna+4PZC4cmiAWSyktq0kpcPDaARINuYU3PijNxocZ2owk8XMoXZmk/nOhx//2Zd+A0iATnr5rJtijYQG26qL4cKODQ/MYPH+J0tEeWEWEZCFiEG1t2xk1RGpL0C6aYNPJnET9yE8B/LQhy6BZeaevRKrj9aZaaq+iBXhi11/sRtTrBGou75CIGm9J7swY246OjeWGEvD7GeQup35X+mDQcaKNL7dw9nJKS+AFsO1EwfLGVsz2H/xGVztUe1FeZXIN0pLqvkOMpVk4bKyaAsFdhXJWXVt7iP9TM6FHAJIGudXaWqSokVm3JSfp8xDnRY/98yOufDljbUh7WegBKnHb7tq3qfjvZ1qY2aRtfsh/txr0DKGSzyotiwOW8VOembfuX9FJMHHoxR/mMCNlTKZj3pJV9lvJMpG47TojWqIkZd8BFaglYpiRkjC9ouMtAPIIcXnI6RfYrxpyb8lAbccYB82/3ygP+2h31eMLQfNjNcMaxcNzAzwAqoykeUAWRvZZON+vwHRwUyi1f3m7grcFXhagempx+1wV+CuwF9YgZ+e8tWrh62smjYAghe27IVUBblRN4fmm9ppOCcW2z3H2Xx0/Hich3sJFSH5FiGgUdja6qhVipyu8dE3+iVbIVWgDRER2uRBXm5t7EZPO3oTx83DibZx2cprIhP5Nwj4GC62hqtEgKwm8X2Y83ZxtVeuVHog5KZNpv4ETLR/IJGeQ6KiqQ/DQDQygE16+QvE+7/zY39Jdg3v4f3xhz6yuR822gS4iRFIoPiNlbv5HFhWQxMVqvE2jMgfvqqiOi06DM5kCfVHBweoRrl6sMZUoZJglcgislfZhpLWXEw7aoau+FnGMzLiPmg9+D3B2rgatmAQQH606cPLbhzdAo2pNAXiPw3ELAVUO65cVZwSvGih5+qF+6Ny5grmSVtmKko91YBol+M1YaSj06jf8uOS3Vq+V9JcOE1qcWwDv5Zm9qFmPKrJN4yusb+V7sfVBHnG9f5wHvAzYP4lNARUrNZHvKDJfyhds99zq/z9qdfC1CHeoJNelh4IQbQSsY9AkfSEbXyk3Cj2ghwEe/1WPk+h9tPLqLLbXqsklyadx2rWz1IGzsZz+cHPzZnlCzDgB6A//cqI6JJ5gsmOFtwDkyfet/muwF2BbQXu52Zbj1tqFbjpXYF/oALsD7wpCI4fCSQhZSfbHXxBf2inytHrqcPgjG958Jrcm5pccx4CXbCF7Uv0q3XviocMuXX7yHflylTzGN/8szxl38MatXPs3zp/znCoxKBQEOasrbMyAFRf5SeQEWh+M4ENOjkDiw6mPuiwDmheI02m3+OmjWWLrM4Aw499uljdPDY5hFZl1Y3+0uugKZN8xVuHf/cjKI05d80nGHJ8wVsz08efd/1Hrt+ptX7LyZDZKIRyEI1XMpGzIDsM+ER5OCUP7j/GasYRi+6N1wV1ov3YcA8Cl53N8qZMC3mS65fyKzF894nCWAJIjHrJj6EmVMmlrxcyufJMLarr8B7WuGURvuxdDetE7S0kqNbvIutUVm6MXadC7an/aDjwj5NTdHuIOfT9LoU/I18Ee9vpNbOmEi9oMpR7B/62pkfs24J9MdB2hrobuhmCFrDylTTtz1AGoYXeo8OtsaoPuM24qy+Y5t1oum0jpu4RXnurZ4NoP4v0jxR0zzcnzK7lfc4YiXvPnecvigzk+MrHzBoP0ypQX81hUNzsXYG7At9Ygcvn6xvHuEPdFbgrcFfgYQW0D9AB2gc6NrA0/EtwBoFGLFIIkORboKUIw6gNrM8s0o2wsS9siTikEJwGXx0VuLKvkfr6HA/AjiHENoshMjiMVJugY0LBVkfGIgRACT0FFInZ5/w1MUJZ9QCpVynCJ07kSjsxnKuUtuDcWrXVwWRF1QjRfZO+ASo3cpwECBMVEAQUMVS3thmc6U81+bbCfTMvOrsmiKqKQeFPyyODgpqq79Frwi6A9Da3JEhkBpxUO6fZ2QHTH7v8pRGk8mQc90vrBltvtFG/JmhEzYsMKMi8vMeij0ACzWEIohprlL4GJAz2l9iv9Hkp8CMnDSqoPppyZVXlhQd5YRVAAlItSYpJYrPfiohL86PKWhYbFqJfzslJkSntkGD3vGJKRizYBZDe9nI3JDPpRg9lS+0JVj3bGhYlaVoI9t45ZOK97SX5UT62EVtU4ICdsbRHtgpprt3oQneJl0fld/qqfUzIZ+OgwTaKbxJ8E4ZYb8lvhuMZRyvcvDWjua0vqPS4bBq3dCMfhLNO47tj81+nP/R+TbGZR+1yOm61XZKFzNRRcOn03PAL3cep6Bmrd+o45jiGb4Lu1uoms76DMCGU7YeLtIipFHMC1aeSE4dT1eq+csE4+fMNzmpQttMY36KkFgyhkXk0KydSg28e5apLclnpNN/4WypwB/k7KjC+x/6OGd+zvCtwV+CPqUD/ma9dkAQ2BgsQbGRbkv5TFvZNtOB829ThUxGHLtNol7waL1qilCIGgGL2ZpmTjanGgcdIwygZLgLfCDYo0sG05jemUdWMvPwBklw0F3ojGVfnDR91jNDVhmHnQ+MzyBqXcKGTWB5y5SxQhwrOX7z0ylsAb4Le9ohSChBcii0owUBq6LJNUWAmIFvmkrzxaopNR82M+zZDIbG9Ue45oAIvgLiNvBVG41ALRch1oPnYHPrFoeR2eOwoE7Jvh/gdYArN0XOR0O1rj8blJnkO/7o6k/xgruZZu5o3IvPGm9bDtJimRh4q7cw7VYidgc/GEMkYH+2txvZjzHkho/kj3t+TKl/XzA4KQgxaT0C81BVSTFxVfzhZXHKtDS3xBNaHsq5ErIBKs7KFJf0CXITo6tK4Vkclws0RAWj9DSP+LBPNozudOaBro8A+bcrEa7zf+LMuXsGsX7WlDp8Znucjm+As1lan8QvVfzi87NtuSOoJ+XSj3q1PX/tSvJavPM/gS9l8qdPZ6A90w3TTi3nyvkx+j7fOW0m+R420PwfreI2bvFDOCtc8Xs3mLMarfZ/7KbrAnp2xtEOP8p7jbcLe+8Pvel+Lq+/KyRtJ8Rq4nhHt85I8GvhnBO5JeQfwvMzzzHvVyub2gGqQB+bBRMRo43yQjHgGsgc/tkz3SH1SB+fGzzYUsHQF0xDvdlfgrsAXKvD60/uF4HeXuwJ3Be4KvFoBth+5QaDD/ue6jyScRHTY4yc/HjpSCGDdinGeXJbkOVTkeaza0Dqu4ugLjdz6RlkCDhdtfVGunFy3kjSMQNMxir0U80FXQ0tGWlvvnEximcWR81RyquCFnPURyJCTlKOh1cZCR/QXz9i2izegJ24eCKXQWNBK4I4Nm/1F91Z0TaX5CZp8Thn/1DDqCUqr+1amzCR0n1zXbWe5bTRjGOqWNnUEqnMlhJdzk9Jzi7UipYEyMW1Y3/VnVf99j/8C83/n8J9cSSc7482A7z33iBHVOcGCUcqMrpq2w86YRfeyUjnWLvQJIPtoJMbnY88Hu+ePj/+GPvy8s7OeqdU763shJy3AYzwFLkSKzZV+iTeGh4JiMWO6aThP/6H/9xn1SGiujsgSMQVJD+EOCAuK0AqD76pcudLsu27dQ/p8sXRVY2RSYbMqTRvksuQ6rqo2RBU7ablLsfqsnPSGi/Fta6gnkYzWWyi5Zj+ljEUL1tAiUEKCU9/PKjOPz/X6TJ9Z/99Ha3gvyGBJLoZltZxy5VTblC2PRpv+M/R5Xx6jDNiZFM+xnCow11mrbLxXdcLSr/3HHEZ+9YhInjO6ipfCb8D7bFZZc9Q9DM2QpZkyN5WsxEN+Y8u8wHqgBB4b2XRAD1PbGbl/Q8+VPQm7GsURx32hLgj0aR/1G4E+iB/8Q4ZHM4kBAAAQAElEQVRgJp6hxhOP+ddbDkNUfcSZQ3EFH4wXaFdoQ2UH+fAjjg9YyLSQIIqbiRHC3e4K3BX4VAU+/ar4VPTb+a7AXYG7Ai9UwD/D2QjMbPE4KbEXsKb2ZCfLxrZ/BMFH559JiI88YYjtRZfc0BcfecQX+gWAiSEWuPC2I3RJaQ3CODSivV56U9KRthDVv3nheCiQHQakMALYTZOXFJPmMsEpYYiaDmKqi1NEQSnCoTvfLCjUTwC7tmpXvabiesSXLiW27dg02qSF56lMZ3Nbz89Jk+owdJn1QaNGnbqeidK6CLOKdc61DyZarTIBaPGwEHagC/1Zln2zqv+I9Ls/+LzzweU95ncoDp4/FHc1dXwIGR6sAwTkzHlVl25uOg/FAV3jznz00ccf0QWDamU9i6TO+NA/FYomSOkxJpKb0VPXxw6vW5lOdWZcOJULUhs61sXMA7Ew16pcCfpUt7WAySxoY0O2I5SGV21r3a3g+Smsy1LAJQISkNhehWUlrSB8zbpPjEfr7x1ZBUGQUkoUe0bARruarsmdjoYxX8qhaYwqB/QtNuoh9oy6ssjVYmEFnz3Biqs6ax5jf+lHuacnRhMSMDxtdLvgC/ULrte8cext08MTyjeSamKnfaJWPkNj1JF/1q/Z6UNr0rdT5knjjhG5zQ/adaj7/MULfjIfxX8JlOHR0akZrbZTT5Q0r9fVs3FvjfnNdJf4bnTlu6pWX767rOqRs8u212je892zM3uP8G+75jvUwe2gd2x++OHnGT/b/ss/bHxISRwRO30L4q1CQM13hurmoYlAIfHpEHyR/MiVjisC+G53Be4KfL0C61vg6zHunncF7grcFfh6Bdho5GaADTs7AW0K2MOyW1FIHzn4sS9N8tJGlPDF4aJUXmGsG1ARP77ldHrhQCZ1eGeccS0PrGWhM5309Zgi0sOTwKyYzEEuIqjEAjOuC7S23qnKjaBXzg0Q06K8ib3GQ21dm8UQGxNloSqFHthtKowv6BFjvdpooqv2GTcRMQzpOVNXHca5WSiUqQeG3zflAAxm123nlvF3yiqutsI8U0lEM40yc8u6D2ZOkfKshs52ZjDMLFGBNslzfvxhs/xO8BmKkWmrn6B2uyRkmM0e61wsBoEqU9iwpxX32F4LQ86x8K+h+vjzzkcgbdrn9w90FFb3gtxw2nQbs0s+cToln/wn8Be7vT7COAD1yBMMU9P8matX+TaatNI0Kj7q85LusghsSTSKJVUNSxQE672w4iaglBKQ0DV2lWw9aesW6MP1ArPkwNHyKDiVUiIEAY28dmIqG17dmqZT5SDoCmI6Tyhpr+oH3Mzim8lVqRb1w1cxVTrPQwZ0bsU45yMnxFQlRnQrJbOwUNFU6dYzepqyC5qCUtYe10Q+7VgoXhDMxz00ATNHVKQSEogf5yjZiYiJlk4KwrYZSdoCahp9pu1vJm29nkqKcerEBGlMkeKP8ysRekT41p/dvKCSNXYnfBB67COD9Rdaj3cRgxtV07hwOFEzx7o06x3KCFqzJ97fqsqRhkkN7KOBst/q0eXOrDZu5Cq8GH/tkNw+rMIIZH17ExY0jXgBFaSweu4T+BnnjzKKJkgf4T3sI8mutSc6whoFjti8vGmzvv20J7S6jxEb32h12ZMn5r37Ld8VuCuQFbgfnazDje8K3BX4JyrARrAPq02I9rLsEaxrNMogLmz+5ARIa2Ik6XNQ4297byUF7BtpCS+Awmoj5Q0d4SS/0O3UJfsSpFrXF7bqgJJNMQUJQ6JarawZHtmqmP2FBWna4Qtx4iBzYULNrWMjl9nOygOWbxBYtu2wOWRq9mt0dB8K75jNpgMN6Q/mZtlQUkAWBjwIYmv0b6xzxyXlzqRYcbuforN/6+c9PwLB67eCpGdHSw3UgclAhiHQzwDK3rghOBzq0e0wuIBjU3j6SJc5z/HOZnrmI9AHH35mAetBuQjsZ7QotUik3JQL1EFSfTprKRsozm4GUtV0xG6hxt4qv0+aWWMegvkuCxK0RdfyKE0YqZULPcPQTKlp0kDlL+iqEhlbtEIUWxPDqiBlQjtF1AWqPDXiPk+c1AyJ6L9r3KWdpuBaAhR57T2WaEsdrwgtMGByhyfPMAG9bgiwqEITitoswy/UWXyBL44Jc9ZIS/ZSStgNYhoRQ1gktSKUIJZ8U3iMtTTl0eh2eVatiRGuJKV5wfXm8aLmJHu3JFOSnOI6kUoOLvtqb/xaSpteGw8s4w9HxE81JZ7gqEYZ4DBL13twSDc+WqGjWWzUQqJc18mf4pM+3e+tcytjf6N6P1aT7q1KJqtn5WdLknwaFf+ToAzW+G3U6Zjt6rTnCEFLbWdSXLHuu2DV/CTHvx2Envv39zkS+ADEz7UPij7e4zbflstebvpTSiBaENJjzTA5fWEBpiR0V2RBtNcXOtob0NtG6NqbuStwV+D1CuRT9rr/7XlX4K7Av7oC/8zktN3Jn//CbFE5aGwzKasosyRosKG3q3iB9N8I+YJMvA2rPNFAaDC1jYJ5kjINtjzVR6TqxG5Ahy9si+YlA3zo5MRBqjQKH/UieuUekyKzNs30pXljZZXQATzoQftYQSaX3Tw63RuFddvWVelZbdRsSSfN3foRTV3YR26Gy5TssNR7Iq8GNpxu6bVJbsAulr65jV1x9n2Ke9pizjOXZSILQUAVUzrRXElzLKyVmY8/+u2fd1EehMwv5+XfxqKDZhasJ1NQ34jXGQRU8xHBfWjriF1J/87XvFa5cRunpvwBulAD6sC8HwYvWAFWKMxZwziqd6JMUhn08Iwg4wATtlIKz5e8g0u1UI4R+ngCRhd1NeNDi36dZMjcaPaQq6B2tu6AHMIIU3nomvdb91iAuxYGMPNBjeWCorUaj0RonkLVNIeHNLMoFz6MTZOxErGfB5W59uosyYpnStQeI0mjgnml4azOJ65jniMfFFRjqYu/qYh5BGP8Gkj/j1LXXcYOGg1PvQMgvVFmjV1KYQ1GTCW4SkxaCWWKq0sW9TuzH/SbNFJI3HorWjDmW6jvJLWRmJp3slRMzNC7+3XGHQYPOvBWLIBcBGjU7GMk6fuhhW5UI7xpfEDzZMJSnQAOXaveI0Q4hu3N783SiNRDcqPiPZ66CKw4IvkLjpa9Rl4zPwYqyKxNmajhOIh6NNNqXTnbGnKBmsAtpfMHDws/thgz9TuXVArjKyLYV+ZiNLnecFfgrsCTCtzPz5MC/XXme8J3BX5zBbzPYDOgncCsDa1458AmXBtX84lm7+DRQ70vgA1OKybp8jp+5e1XWrjONMWBOh9tacltb0xbYG3c3kO2BGNNiFqYt6vGL9tqaBz8KgnKEFuHURz7lsiLAtCyI4EcIC2fw9dzWuMMY65Kc06BA0s4+eYXeaXRfPGOd2ePvPgUAKM5QGrThtLdq/x7yDaHNuZE7ptcLKhu6S+u+eIaoeSlsJ+YYO1AcdTjMYNmHdRRrQ1jFzJuaA3JFwjA/Uz5V15sKfdO18wY+sRrSPPE+n2qPg75OHetWfg84TOO1pEAtlYAbm2pS7xqQ1EMXVciFAYSgpAQeZVSEKcoEo3ERJRSQv+bOHVPU/Rb2KPrQY3AByhABDxMBDQOV3W3fsw4e1hdc27WhTUiXoBdjsoFNteUmAi9b1kCKQi/CSVIX3ujUABIazIoKdHTjJvjSgt+lKUOXzBQGEsx1Ae1GrmadISP+Aa6z43f0L0hZWPla9+l1iqokRVGxfhrSDPZ9PSAG80qaEGs0oGb9Ps2h4AHt52iDsh7YK6zy/kkDmpvGOLWHq5B40NXy2/wlfoAm04H65cUWnOHjoc86sDoc5lojgi9Y9oTd+X3MTWw3jl9BXn4t7aauYNtuOrcxD09mKeoQQbPt4FXh5l7ltTj02VwOLKDq/03Hs24KnUP2txEDYy4euw4vUR2KqdktDMgNrW6afTMSZwAh9q0DNO36iGaeTUnkQMwHYuW9obp29hzqmya5alzc7zpXYF/TQV4jLZzuaW7AncF7gr8vgroB68gtwTec3DAmDmcQhAXb2PHfJYmsLnXtj5l4QoizeeHqTcn7J4a1dCajfK3zuNLa+YCuQc2/BSLuc+izG8G6t4+XIgSETpRRVQ1feCzyZjciKWtXaLk7hlzye2Tho5fuz4fQhkNYyIefhChCzKUvpSIqcCplYjC/+LZhe8zl7SP9UtNYulPYEJ3GRtbdn6Aj9tWrxPutz7QqGPzmLQb3s3VvvXOy3dmrYgGT0rSip1Kerf7I9+ZcfxbQ6Lv2N1ftPb7w0mbS0+Tea7vALR+XlDC9jJJFEhnKMbfiUopQYvCPXsrb1He3mKCbu5hWUdUOgbyFdVzDst3LGaTTE0fKy17tgAlSiou8Gqd7CE8hbDFC5S1ZTDWxAJEzeDC/QU1eagVI/tTnsjk0cXZlVkaGx19xmPb0Zqz0DqP+kzoN6/afNJ67HXQUAbuRLgEm05j3koQoMWhulnvtzEwfrRRAy+NAHbf2riiel7rxEdvmdytM8XipJqbi5pZqVLUqkjMTmu8yb6+RzIbVqtFUPaCqW0vV/VjUueydcqxEmNpjKkRStpUQs/VJOqMI68vJZJdP4VPxhmya69xQp44olWTRdD6mYJoMn8R9kWVLFC4OdqferGUpBhAmQhYGxhnLXro4PAye57/XstYNH+JPos8uMvtiUua6UNLfsRXAaqPprnCE+fa599M7rn9XRU4fWb+rhLcs70rcFfgn67AXH8XWBt3b0A2CZXc5rEpD13QhU2KIKBS/QqsW+MhyoM3o7YJgsE7+q667Saq8eBX9TmhFNRF/UV1EJz1L7oIqoX1dY6Fk1MpwupXhF4D+gR9p5KTmpLEmEP4KsZxNFT9r5OsBzeQUOIFsSghAcpDK2gSJuYQgim4pIO4NhlP0vfARTyPqxHO7Gc6+T4GbnN3cC2q5KOYDjjcM/NVLzKzKLT2Zx/SUyN8AAcUogcDzRtYOKjot4BYunIh5qH/H6rwPMjX30m4/3MycOs9SG7xB5U+DStZNzQtI0M3/iJDzMK9enubogATD1kBpoKhhx55KcnPxInBrTQtYKtANBwOLSOCp2qCTa5EUwW6zke9DgrpWSeQxAzodYECFrw24knYq6UbYZ16IYUSMZXR/JBvQ585vZ0pL3QL6+TCdKI+yU+qsVadl+EkxKji/odg1MVnst90TOFQmJ2CmzJRbTkXUde8hNjwhb+el11dDllNdo5KUvgSPkR+HuVQs9qF1KNOpAyJrawcBO2jR/zcpWFadcYpWs879XRkbs6u7nKb3H9q0aR6CprzCGuHk7krJ8HZ2ApSO88xw5EjPydgvtCGYJe9T/Lb+a7DO+lqHfmq2hOGn9rzBd8L2rt2Zt/zlu8K/JUV0GPyV078nvRdgbsCf1YFdPDQhn1hB7DwEYQT3TFB9ichg+loropKRstjns3xxmGQvXkeje11ud1IrFIOnnLiONl0jRGTij6VlAAAEABJREFU96xxnUNznznYz8xfNVg013SqWPkJom2Fo1+pjmoIX+hKKXHYU7epRLtwbOwv0TbviyDVXImdRt6KinqKMAXYzKv6rES1b9C0zEkd1bepOh1Hbf0a7U4PGPk+MHdTHafm4PsAqmJ6VRcJkyaJPVh7U/C/Ca1Aelg3+QssRF0hdqqaJHJhGQXLCUXLt1KeMdnD6zM5nL7c9hH28pcDX3X0AHPMzEPnWT8ndWr7LqOaFVHNK1cVLxEepVO/wv0pBcx6e5umePNv/xR8p0CE0pSoCOCbRmILuhUikscBm31gTxtjHfSTxgNoLJ0047dZGW+pPsWqKfXUkljXjCub7sQlnHlY02fIfupEEuap07M+Pfe9IzH2qlNZ85Ch0U0hVVgZG2RW52mVc3Xr+g9RT0v3SeNL8M0yg2aYX0EcWpZPWAZRgRwaFV9B4Sr7OjmJ83rnJ55KSHB0O2ofLfJj/1/XPJv3kOHAbsZtIaA0TM8/lODUW/aJ+uioryD0KOPDexK8tjEJeg7lGi3yxyqyvsMk4USDExbA1pHFXQLBhqFqbmfeLSb5s871jrdzTumsw0Y3jtENa8hVdaLrxpu5K/AXVIBH8i+Y5T3FuwJ3Bf7YCvAz3gc5Uw5EwYZ29qZ93MyW6Ltx1O2gJHdOTWH3+L7r7MWo8xVZXGx15sj8yUH5a3Oh5ERRqekgOO16zyTufqCP5SPe549YPgBkbXzahyDNkWkrTLgOOlQZEEmKFv2yo5CgafFgAvrNhCCHs/k1z1+hw3TPw2wGfurtGFmzAg+80h83nB+0Nm6jD1xl0pgC8Z+A2btWdajjnMZIG7dbjsGtYbNdAGaNPzgm3Wf40MXaEtlCM67axWMrtgAJ4vWES6NxGguH/4Gm2s7KX88Yz1Btn8y8fNL/3F23J0ClTPE2TTG9AVPhvk1RpujXoiSrlE8m2PlX5SXBr9qcsVFEqTR8IXCPNdwU8NIx+CTaQZIABb7gtUmu0uw8a7YMrWjFMQseAsjDRqdmx51Gb3BNuCA180iHFEb1J/ghglkQLQMMOaXiHJdVvbJwLpvR6vBPcW1OlVYyZHM1V+YxeF2x/V105fCP6rdz63PvzA8l9+jW82FCw0P81n2YAe+HZn8UMn0UMbmfw8r8LHrVP0/yrPMD3VvaiEtL/gR7Db46/Zqqw9Tw5oXGQUY/2W64K/CXV2B8PP7yUtzTvytwV+B3VyB/xs+5ceJAN/OTXx89dDhtP685Szmt9rLyFlBof3iSzp6fQC3oocuwWcan5ZBuU6BKtmLSrlxLos6pajtRx74JxJeO8pz58GP4mPkIBEA/PhY+BmGlLnAZgrQUopQSpQBRUj9gotYjXFXiF0Ap8i2RwytK+Gp1tvCr6CyYhqogcjWEugqcvJxI13+2RvEnkqZFUeXRw8TzS5UI9Ti4epy99jI5eTcYO2X8y6+PdOH2Zgf4XOQpnuFxePGac2juOGvFaf6Sw8Z1XsX2sDozYjDaYTwCuGulQWy69rZl5DloduJg+Q3sxeDMUfP1x+C+aK7TKdUkKqjip4n6CsaOKmUpJQrMW+Fuvb2Zj3Gh6n0FtGdZuQeX8oecNHkItqaCKIBctrVicBPekEtnG3jPQCmpl/OiXx1jaBrabEQJTcf0UO/Vc+XCV/pHKAVKY53ieKyUjGU3Y09JgtS8gh3PSN45H08GHa9QKZ9CGT3q8E1XxdFjwzPMRm7Cs37N7/O0jTjHwgQNBGla2LVxU/AKvRNaPo2uTjaP4g/xpxkOY1V7Jcp5MJplOlDhdBIWoPztbW4JOgEhYPPifyUl+nS33BV18ceYcUzxrZ7iXxlUK0jwiu/qM/n5Rn4DHjXsm+jI0fqO/TZOo+Hm7wrcFXhUgfvReVSd23ZX4K7Ab6qAtlEAGydtP7QVWQcuK1u59OEoNRyoqumbicYWnIUlC1qQs6wLG0GLUMkj5Is24ySPFWcam/eP0Meed33w0Yeg+htAIV4HLeaYIakKTYcnetOIR4N50ORQ6FLYOgEluHoG8L39KKMRJzJ4OgjzU03Sz8m611TEC2QRxVHsBWi8NNVoqyLVI5ZNMOo6X/tfyhd57Lu1/ugvh+LDTDBb10n8VCI/AqFxJ2Ts8inc0bC9RIg3yGnNh6E2JzpZ1Se4FJeo0QDVH96cfc2RmbkJMV89H7I0Kn4AVcii15A4aQTiX4fe/bRLCW4HQFwY1TW4dBshEeRGM6tHOhlh8hcBFL+UErSIElxG0GxbSbqjRtqEautl60yaTzH15EWj95i+/0gicXs6GogWmVvUa80/FcjZUpQznSZPSjlISJOk5AZ8qoy4UA8dM1thfop0/SqTFB9JtrXvbg+YstpIgrbK/yCneZ0PX+fZjHZE1yeOYphSc/tdnxzaeOeU3M4NW63cAP/Yhern70/fl9P4TqCl5kSa8Bp1UKMH/uOdGfkHXb7D9CStJ+bTDNzH6NR8rsSfFtsXwNu57629K3BX4FMV8LP1qR63812BuwL/wgr8s1Pyb/6wodK/YoY36uOm9ZjbwoZ24USVVMcU+R/9tppXfNYepbJJT16V7PloHJkCIDb5hwEZ0XyN0cikA1EVdFDRfGc+/Mx87FkAfQT6YP76LaiZ+c3wmmMwXx0i3VWxYXSmUm6ia1hpMA7NGqNBOVW+UcWvqp8hfaBdWVZ9jlsnV0kwsTw8ligF3xLeC5Yo8dpFn9Fx0h0bFY/4z/ju4+z77uW9/7U8ecZgfU2YSkwAKESCa9IUBfBqLBmICiiApdkn5JRxJjpPKYbV+PzpzfkqSUq58MTpmfAzxNpdZyqHB1BW28Cuylc4dRR031EoMemBpLZUOnTVVwKP77LJVDkLtJQzQuJAUQA18fHpq2x6kMpGPhMoqdW8ckKlncmUhEPEhhbS1MjqPfJ83Ck5eU45kYhp9V7ZNnLaVn3KX8WOKiR4GqQcPXaq78rrONDXNZranDeLIFlvmGyIvpfcC/mlcsXb+Zx5rL6/navpVPLy8Ns5vdztlxw/+JntAJ9Mtuf65t7/ABoS5rvSIL2cS5/Dyz32jl+I8IUu+1Fv+a7AXYGswP04ZR1ufFfgrsA/UQFOR5vNB//0vLCp9caWTWx7QY37cX0Y8eFE+eKznlKk+AqM0cf+V/ogw4TEJFHnMXvDrRmhI5RkyLHJBZiZ70zfj4+PmD9mPo5A2VTOnOJnYnmehFrgIcRJ3DOrTOGQ1WqF07ZxIJVdHw0E/SC99ULK2DC/2JjYEGEaTn7d0hkcC/Aof/rnb6wUODkL4vnFvLdO46DNcqaT7Uov22fgGOeo2cfbeXBjpzplWGqgiop743ZOEaXK9ikhX0cwinqV0H13HZNB/g+gTvSXLv68a58Ws/Wzp0x1wDVonmJ4RsIg6wqHVa0pr+Zv4VrIUqYokQCJvMiA/PQMp3yCCVAMJUopODSADfGiccrF5hp9C/4FK/fXGPSoqY7Y23uHrF1NUdRRSgn9T/zLUPBUvwoEQDEBV+3cVlO76pR6DrJm5AzkPGBUewDO5teRkm/eI990jZ7n3Ky/Ss/zXrWznoh2k6xe0Egh2I1eU7UbJlEB7EV7bL3o9HNq0pm9KmE0ykAqK+1vht3IO/E6mXozrh2qRQtbUMVfIi8ndz3Kq2lfRaC/3khvV/aDng4H3a24K3BX4Fcr0J+sXw10978rcFfgrsCXKsAHj/DHj5mNKxsUNuswa6izt5R8xv2teaO137dxJ5t/0uzhG6+cxCsNKC08DzPd28zMJla/wTS/68+/Zn/8eacO0vmjj70KXmIISJNedoWTKEtC5id9yluc1vDZK/nC2fSsqPGDl0YWDEPMmUPiQT+w+gBQ+KIhIOkI+HjUoVZMIbZutTqVyH4NLzlddz9YWjzusxfExbLgQ6AszXsbpkT+95CYlRp1KBRngk7cWdXHNM6ukkr5ThHuM00DTfP/BCZ/59keAD6U+rmQEh0NrgDbJr1gq/1OiTFpjqgcBdxI3VKnCNLrQWCfhkhK3YruIR9JAmoocX5VvV01hhjAasmsf/NCkqHc6owlOblTPNOXL9BagpSUxHqy8IzROhGysS/QEsXjFvuy6sKipYaIb/ZosfpLSMXXVBbNSsyXojjZTVob4Wsxv7MX01S4JKrjUt8w0lZIYxVWUl+/q+K3cBfJvDC2egp0Q/1cgbxmX+j7/S7zWmeSouUQMLTkn+LXPZ+G+h9x2D895++D3WT2nXbmW/z1CtwR/s4K3I/W33nf71nfFfijKuCtkBDAvo7ccjML4yNRIkmpTxwcVBJk+Rl48ookX42rfEQlzuxQZ20PJUi5A6uZpP7sa+aQJfrOh6Cl/ykYHewEpYkVwHq+hBf7BFpG6TZx+I+iQ5ggdcYtsOnOZofvRVM8GKOl7FzauFMydPMckKoG7nlLX2HBc//QfXvF7ZnPbjivh94nJ5guiWWSlmXBGZxD3Pt7zO9QFDMge4Op1lCb5+CEOk3VIiqo4kjkK5Oo+9Av3DG1o++fxitNwTavWhsehhnQg+Hls6LubpV8DF39vUyp4VTOen90P4MxlwY86/YioYJPgVoG6dEsBa0hsCbEeJVRCO5gscIYRLOszgVrcE0SoNmmJHusXy7QGiNhWswLmA9Wyl113bozCi02ceN4MTe5CQLfwtCT3kHQTE2MR4jAHlypgaGt/Mqh3rStZZVmnmFmQNXBNCYET0LUH7yJ8UjI3OWxxpb0R4DnNWbCrJmc1KP2yK9zWbnBaxdgJw6O38E+iK71OA4hV4F1YpiseNZqvh+lk+Kn4LRaHixHpv6suzBYfUTpGNMh1KjQw3js+uuaOvh5oAut+gguzF9S6ycQ86X5PfBGEPGQfePfwwbV1klZNRicbvauwF2BT1Rg+1R9ouPtelfgrsBdgW+rgH6as3ma+8HjQWTt/QxG9fjwwP/bTHpdrseCFtapIyQF0xBpyk9bwq5Apzb7QDKzyV3Y5bx/fMTHMv7p194/x8zSKKZAcRqkvUl7OungVZWTpyBUFXvywLR3/Yw8pEC3Xb7jdIapt1T8Z0u+y5P3jAR40Mp2g92CxCsXg8tfIHdRgfhPAXFO/Lu2M6OTlBSCmzyzLt6h7/N7zFAQT8YSYlsPV4LcplqXnPSEWQBROEhvVoPUGmCEBavB0cT9yUBpeKBm6qEsmSQl02/FBU+UmqlMr8JuKb7a7eBHHjn+aJlTRdIzHx9SGO0tWyWRwPefrYMlBTdTUfqmIF6c6AjBs1ICBHBj/eDLrwKqykFm19OYRbaQqIGcPbJReKWV+OTFhEpRr0IqWrXJBxd3D/wdbTOZCJ2ha3DNyWydw2dH20X+bPdv8teErkIxO+7ZxvporrhvfC00dG5k+TaHP4DOrM6aBon1jMUgp+VRvdLjK3hcCxouY6yc1t0gpfkEH32OmpNuX1S9EvsVny8Of9lN1RTIYU+lq/BSag+cHpjqCDe5K/DXVqA9eX9tAe6J36Zm7f4AABAASURBVBW4K/AnVGCOWRs4/kUPhk3euItdDw2cSZzsaMXZutARRa4xXHt5ML3E9jfks0DsNJQ/JHSc6ptyK4ahyFwq5qlDof67Pwv95nfNn2MXZjsz7sTBqZTCwSn6pT468Caglv/4qwSoxja1tHscHcLw8IGQQWDP2yPbrofms1M9FpX04NFyHFSN7Vk4X2nlLBB/Dk5ndOlBzv1PtV/pcxroQqkkBTYnwzJg6bMO3vUxkI8/jWrR95IpMSBbaMkHFyJ43zLuXhteUSVM6EhL/uj4h2mcqZ4uHjHqxPQWJD0L+Q7oRSLvkUfct4JCAGltJ0bGbNZGD17VsI6XWVY1N1XPrGItRvgpRIPq1u5jE5Piqz4prFh9qzSwVXNOWk79Mepuc0Tng2oiOOeov/yjHNA5QUbjPRLmo17oKtdJ69L98KF1sTq2nHLQqmykG5viEWUhdHPjoczDar1rqaPTMrL2RaTEX3T9ottnpsqqH0ZhjkjCs3/eaHJaZaIYDq3NRT8DPjNqDaSBKvuT5HoY5iUjc519T59lIednPr9gZ33RCLAfhzzR7tu5du/1u+V97p8f/3wljdo2ButO6rfwj57jSM1vsMh/EJNtH/hO/NPhxncF7gq8UIHTx+uFfrfLXYG7AncFfqECww9v7aIMCrcE+7t2+vCZoaAWQELnj9xIgceDMSKd3OTXwfomlZgUID5xtTQfvilxomXUziCOPCKHEGlmUSa5zDrozzF/fHDYmg3y6rAfk/ku9M0DryYmKb0XFUiQ4gZryjZNxrbtQ1tpNFoa36gdHiDNDnMlcE/a6rgdYY5RFi/QPKJPoTN9DEeTY9fsmYfGvfOvyxfDOU/u42aSGo1nYG5rQn/+xSHn3X8WOMeMDRQG+8KKAlO9r+tw0y70grNGFdDBJ27p4OcIMHbjU6RegthFPXX+TcrMZ6EczINaJh4HL11ITrhB9GUkTXA1CvuwveS3c+I2ZoY8vy34zqWpH1DNcDXrWSilRjGt/OpSOa2Kre2tWjbE60sa1hrE7xiyVkPsbRsJtRQNEE8b9qnlSDq0U7fvU+YctEZUe9E19raOWgiX+TjnOK760w7bUdbxfoJbx1o5xpGwmR7PR72BMkXlw8+/NDmRxPR/1l52fBboE3aleenOZFm3Mz9Lu1tnLjt92vDStNu4jW5GOUbYuB3Nm96vCe2jyOi9GWU0/PM8c56Ak6frQW7u8MB+m+4K3BX4TAXuJ+oz1bp97wrcFfieCrS9CRs4B7TMxt3yon15TGzsom9a5VVAxTaYbByqaHw8WYCI2UKajrigKvRPiLnQAZX6QCZbwhv+gpzNiaVfKiKmEjE14Uj3pi4rFAd8vvjEzDxn5jdDw3NcaqB5DS1/tCZL9YKiyh4176qSOmZZillQteggg85pi8+dV3igacKPJiPkO1uf9yZozYlMrdb8m8qKTKuyO1KQG8CettGuDARbR9dzq/pGaRtdf74WWejLMdRDZUg6h/57UO/Lu+nsPwObc730CPLsQjIlScd92lncfY+97H57ZY8h60aQ4hL2YS4dv2zIERad7pmeHwOonhAT4mY5hAEpBeizoYNp2L9At7FjfNDUT3DmUniHjHoecUSCkyRYTyfydcPN7zFT3EQhT1u7O3q8QzmIKbFZefnYN8/gyjrCuLHKWGcBKNPZuYqzUajGLOaFHkH2dBchXIuHpjcNMduYgu2p/jxeA62comQe4sIzSm6Dx3w2hkFwbjiaDvrfxO6P93N/fzI/PQcstJn5LUBfQCoEZs8be6YqZXLn+Jl93+u8IFO87R1/UfZEmPUC1FCoPptt7flJcj7HHoQkNvcHudvMHBTWNvQkenPr9LP+veNauVX1gPv6OBdBHXBiZZjBqVHYu90VuCvw2ytwP4G/veT3gHcF/qQK/JO51G3Txxwf2pzotOOTsHZ2QE1t0qYWnu03WE22xVp1CW1uUyUjkRDUBNJ4/0VvmkQDNotQyToEStYLsVHHlfEL0A5biqdTmCmZ6YOPDq6zNu0L84dKl2MtOrqtozE5muUFbB6GhpTNPAZVQyCtdaqOBhV4QmIAmnzm4YPP1EadZElwycR2JsheCkA6AWxvyDTExM07Q0qnrAS41Eiz7pvECvL9D0gfTSDhg4zXAw4OsURhrkhurftiSZMsmrWl0JwcJNZrL6+WLaexGmwtSM+CbO1Kn06nTUOsBs1irpVZtVJ0vxqsEpaV5py+u1FTiUdlIIoPuHOLKCrA7KYoDawIh8jFnArz8knxH8FK2fNgiXDHF9ZEW/uI3PnitIQFFkDtGYetrbCeKvsCKfgIIG7iBRY2KLU82tZqnVJ5JbsCFtJGVuZYaai85EUN1hlZbCijN+lI9aEl7xCeYiBHr61GJU1NcouTXqhlaoUzzPiMSdsgrU1iYjF2Ll5IZVRFu1SBxitduzaFaeZk9iHCj5YuMJqDhYV0APN/MnrbJjftZL0MqofrNMj72UmmAvZu1EJDGeBY6mb/NsrPuC/E2ues+fQwuq+AddCm17+tNP7bqetllKFJkGY+aWIrXkBDpBe8R5fP1/O1zM68vp7lmHHjt9FSekvSXL5Gz1L/WqS7112Bv6oC3/H4/VUF+9dN9p7QXYHfXYF6eOOrDyPXn97SCXSC88ZW+qUfGLYvqsKGnq4LQBMxgPJQFY6AKRzOTPRY4YuDDP4+cWkoW4lrKgfxUAeE0uwGzbbNKHVb3DwazWSWmLVTBWbmuzhBJRIeufsyGC3URwfJlkZ6SpsgnLrEeaLNqHTOxlT8j/AODuoff+BPjgA5Lpj8FGCCFRVUldhYiywRJ5q48JzESVHzkmhAp2HtA68NPEEnJij1RBUm+4EwpxuMigBBi4fwCEywi+ILqSXN6fWI3eucwW8G3KnSvXzecadVX1Q1X7gaUfrJfPR7IOsKtu5txKExpzCs3kEtFDPCdYLE4NG+1chDfMbgI5OYwc/dLpF7h/NitNVN+hzN4WwQJ7DwBaS+ym+FHKGFkj01ePAcsc61Lvrk6z3vi73Kzlt8i1MpS5MWfgew/qoWYm3Sqs/eFROfhp2uxkJpCwxZK+lWyI9UW3/3EFrKJgUN2TJQhJGX/BkoUeq90/0SxPPLNR3cShDFKF66+NKWOSemZ5BEaA2O/fNujprkt/XTnU79iK9m4phCAneAoZnNdMy+jErznKhB41+nU3VttIqfJm9jD82nwaivvEzRs9UERlAmDaJfb5v3QUboxm9jzuKe6c4G1BxWfd7KcW28GmeN8Yh7/TOLxhUE76Ok13FX+8pde19ZfqXvVcx/Wr9/N3w6HxdF6/rTPe8OdwX+2gpMf+3M74nfFbgr8A9WQFssfmrT2DqRhzZzCDp8+AS05BYWFcaTNmwI7Y/LIuBQCOlnQvGOJP8CV9AIIHJqfSVWmDiQVTbJmMNmj4FAS6fEq8gYCFPd2VTCQY95fsyx1A8fAcWNvLJ/6KRklnlgo7E198SgGEqQNQg2OGymRTqBJBlW0F+5pVRwL9HDpzJlJ6csBBg0X4Gd9zrsl20dv/YaPAlYAGvSL31mRlmsFSogQfBRKP9U7gPCWnnHxzoc1BBFIuzt2iyVj82FPQfaaD8lKO0Gr3b0h6PROZMwdr2xKSbEyYtSidog9gwYW0ILQZz7yFbicKKWHZAV4laEjcRcgDo02LikUripJyU0KpqhUqcnn6dQO3SSPddapEG3PLnEOTS+av6IynOyyMZHFN//Nlkoz0cApRQRnAoPiQDWfUTpD3HTu4Cnq/P2ERKgpSuhAlIFiE1oaDJMiTBIEZ7OwiRoRM6xFnwEoWCBH22hh4eHSiWSgDEZcOsP29oUrnQTFafxRYEKDlJUIpanScS5mWmIJGfW2QLMNZmMV0Kh4uxKh50FfzSFzArjT3zQnDRX+BCgj3YNeUXQbwLi2fV26TCGY4n4sVGKgvNObbxGV69J+UgsJTOe4lPX5F7qJFDXRsVfwduFgdlwfyYgVxWyPJH5aSLOULXmg1puZGmHFAZWlgybHPjQE93ocpWn3b4PHZLch55ZxzVXUuKnxd7hZ+X2MNVRlE2yNacUjniY1+qZXOJjl1WzGxTD8z449bZ6r1w3/iyjeQO0p+O84vM0yO3wsAK38e+uwP2M/d33/579XYHfWwE2rIcBtQuRHtDho9sPu/aqEBHIsVKRBlKPoPAp7zb5dKD5YNbspW36rSjseHWwtFCRXpkCxErgNk3qBjKIFw3mx9cMYrJNXLRV1eg1O5wmjc2Q9jXSgQ8fDmPVi1xxoAWHkhCtfibIC//67t8CmiL6d6zmiw6XgNg9kTTJGbeBLOzRidEqcty7bmTZV8jx3XHIZV6nM9OZDz7zf6mRgA9m+g9lB3XAEuz4TYwU1kybB1TznRhF0G3oiUuz5stIAfxVjXjOeE/PIisX9MoHQMp5i0EtYeKwpo+Fpv/5T0xvU/znP28xTRMQXBoH8rCRHId3uch70q9uTaHwUkGxu3i9aNYbVZOXKIoZ77Fn1Pww0SZHgdk0hdgoLgRS2llqz0pWY1Os2XQN81z4WGyAX/uIY4QiagQjis73C9EN3WIGVJ8zuAiUNLMNSca9qL/WVokoBRSC6FdBllq0K4mnnNsIWsIKh6tdSimmieSVnLXYSjFnpfqpvwTxogfAQENNP00Zri4gcQ9BeeodNZPzwkA0+xMJClZgARIuwglNh0sqhBHUyL+UKQoAluEAhbUVMR30qTjXz/GW5j2Wu8B6zwhu4bYCcA9bOVpLlKNSmj4Ggh4aSGv5zOJAc5qizThSnm2JmeXoxNzqn39JK5DfnoafQnprfJ4F+YTz5fmk7rN55Q+4xtCIKAQqrS83Em9XX78FhMl87K4ZWQChqQcEz1UneYU5eHcDo2bllflVz9Fr5TPzVVaEIPdRE/ycoHIb1VeE/eeV80ylFdQRdA8au6MS9UyJrtDW4xBjNb7AKcussWr9uMPVGDPdZBPA0nT/Idm+o5gZacAaIQOLGwwX7IXXmvJFv1t9V+CuwLMKXDxdz7rd9rsCdwXuCnxHBbSR4ac5LfekMDrQ6fSx2fXVDZP0HlZGgYXc6iIWc+gK0Frt2sSRFjaRzXX/MrQM0oY5vFlvnmsEsl2FU656aE7YtU/0ZlBym0uj5MJweOXWVi4SjulnHo6crNwq7BVjb2wFaIPUHt9BZt88IrWkYbM5y2QHnCmMucmIrP4UaeYDmf5jyPP7RyzAjM4fB3GRp/pPHEDEh+659cwNfrY++TAfzu48k/CleGYuUcHSAPayyacZx6ilZhJc0gtgaW0eE4e0afpP/Mf0LaaCZZrsESJwp61NrFHWUejjD87uZoTgKkCbLOr46Gi9+2YwnJSPdfCmONPkb0AtiurF9shbtgYKJ14076Gw1oLW2ztrZeHg235bZax8sA6KgeSgUS8/avoyugRVWoCkwgmBN8aQ1OyBDigA4UqBCV3pJ09JCdg5gBVYAAAQAElEQVRcr5Rccg0qV0FVJ4uv5UYtgJD7GOGxo1/qKUCBGzhb57FRl1Syfmpv0k7VGX6TNevMY+bvrJq54Mx91TGWK5gapVDqeNKUgkQtCmtsMi2hkeKl64HnA9MxNDmq/hhyPsjwZ+0Qtpx57XVZt6adxiAWqsI1bl7QqoYbmpSCQbVhZ+qn8SrVfW4gv0VISStGwuL7If4tgnsgD4PCxNxeE6isGCgs7SOm+hlHMRL0ExuTl7YogU30TJoZLBk1MRlgFl8jiEXTmtZe4zu1j8aVppBN7C7m4PGWjb71aHRjrMKHjANIFuQgHrh6wtOCceRelZVg6InP7to+j8k/eD5aXWbztRuEnuDWRkl8g2bf0rSqooLVJn2TRr7pVrqzShSsDuEbv9fZfqxCUBubXkUKIXjVf/RzTqwhUxkIRBOXsBFSdeO7AncFDhW4n5RDSW7FXYG7Ar+7AjMbiJkNUp4+zNUUlkpXctSsNu93B1EhR9G8AxhZFNq/CMsmUFoTy/scur0z6df2KTkrxtWmHRNnV/7BfWHmCBWLi0PSBXWJhQNVCJDWmAgyQ9a2VUhSSoLVB84K8oF9rU3e4B58lYxgM4fRa45Zk90NNXEgmciBFswu7MJm+uPjI97/D/jv/8XHx3/jHVk6x4il5qBZNdBY4uOYgYLLLCoQfwYzSgHk2DL2Uf9co4ppWEEwyxgu2Zo4qRAIk2vyn5A8TW/MlbGn0RMnZulUQbl6wNRtpjYBPVZhJh7O6iof+k/mEzVLSg3LQ1DIQbQCucThIkI14xwbGHyby6AaWGKQ16CAlQ6yb6j1EWjhX/xnP0tLeFr4lQGi17uN3KxxeckjjcQ0IypA4N4UxwQXZLelDR3Bs1nwocFHv+Sx8BFCtCcqq/yjB+pxmqZgw0We2a2mIcdibaHUjQsuOQhgaZo1DkRBOGvW2cuc1s6se6A1pLoqlCCtxpqHGKuNJDXIXFLCiFhKibcyRSkIwTVVyjgT4qPWVv0zvzXGztPrJBgpKBn5qAGr/89xE/NUNpOQbsJnhnIndWwQRGAyNYbNnhW65R0td437tUSBB1zriTknv6iDdcj2wU2N7kGcyRAe4w29AOLzv6gsArkLUneOV7u4Ble+2DnHpxWejGetPSkkCshKosZXNcL5z8bBlTpZBTMaAYQ5CWt+SRtu9pQ1fIOj76ip/eqAItOsnlXPeNKtPZpe4yxYq+wP84uUQNVhRdhgyQnNZ42c+hG3O5Y69RCoIqkZcVpGzcrLJmiagR/YZm30gam5dJo16uIDhqieFnTv5SAYTffGJj80NqcNnfScbDS3cFfg312Bzz8l/+563LO7K3BX4DdWQD/evenTxg8Qv7ARdAptn4TA/jZChyjrjNDSikAIWpv3upXfEPq30F2vBBRO1EoJZoxK3YD+2otyyc0doWdykKR5Rmpje7VEGq3W7RSj74CjXrYbVcVApK4TSJJ48PgiqxwbEEIsJOfFZM2PKB00ujZboqPVB1A21frNn3c+/Pz3v+/xf8DHx3vMfAQKL4Lag5tcChMTjMVAVT1+gSjICJ8NRV8m5/0kNDgMrhGkGCX5SjeFa0KnCf8E9AU97lk5VXaOWXUQaP1Q5pnnJrSw9QXNlA6ihuzZfWRCRZQQG4qRzCcweYXgrMuVPn0Z+mJE+tEOYaWjq/pBmPsc78xXvw02UwN9kDBortRCPlugvlLItlRecgcZutAZeQq6AsYy680UubcaYqvPxBdyzQnjRFOfSsRGEC+4jrptNFzcDlopWC82gihJ6D0JGyGbCpqpiItHl2qsWqquek8RiKqumTWOV5hMGaoqPVRqOpZuYn6liCuh32gLrqnmA0tbhc51BrPbqHiLCZ1A+UYWF01rsqQ27ejFCGC/uymsYE1Dc22jZC5vSZryhLZPMJge+L4xSHrO1IBRvbYWJgtwp+hdG0FqzWcvAn1eH/OS2wxSP9EgHkA3gqGf4w08Nn3qiNkOqEUFsIeWb5aMmsa120abxoZHU9NdUK8fhi/UY3UZA4z86iGObiIvwnkc3YMeABfLLlDXVmYhw6xH+N2Mc7WspOlEq+9qrFzadG/EVeWO7O/YzjyKCiKQrlEylZikK636bpT3QFjwxehj15Efw/3sNMaRbv6uwP9kBa4enf/JydxJ3xW4K/A/VoH6Q9p7WZAOH96E+CQzzmWpW9ylK0vd3FpRjJ+i7J04akR1msVzstE+TSl5NL0diesNp5wuAUfauouWsHNmbnkYnEOHK4PmyJihCWvQXZeNSMqk4hlv9BsBJ+SZuSS3OKXsV6LwMSGYjLKbIvD8zjbXYNBsyJkFzHlTLoCTVB/qMX8s/tjzwYefd+CDDz/v73N8UD+tDeXe5hBRYrwIMYor706r+Hu4bW7hSZ6MTG40pjQlyI+aTAJ4tHQqAE0TpEZwrJg5VA+BZdnEGKj7Rh6FgScWZXWPn0OaXTCTT4ygLgYhPR3MVTMmWRrzRuZBXQxLLHqGALg6SIECtN0SSf1Rif68nYbYufqs3XQWMu+mIltyDJ7KhIZl9zcp95Ek0IiiI6DLNiqvZzHEy0zozHrSTUh5E0bqGH7dg0pnJVlFg+NWGgydZZQtTx7SlVJiEhMR+/ELo6FOQxEnD4H4I1xbjr6pmal7W/PP55B9GnZCh5yb9Yrq2eVhVsPlmPFWs0qz7pFHk04QXSLQtjElf3hQ/XgOQsBMQ6uCes/0nOEbhG6A4xNzDl8aQaAPS6E4aCVDNk2x6GWdeHXXc5hdznvwkNLs6X4tfhUGMvpUtVSVbaSNUqcQTQ7mnHWQpzoqQ/Et4+Q/gzNK5PSMpdlHkE6AHtJqmHmhQJ1NvKDFazR1zWeUpJs9rriE0T7yaU08+7PdWwobnFltVKOgm7kPupE3wtjzAf9qn+vc+LegB/FlGvs2vlHZb7grcFfgUQXup+VRdW7bXYF/bQX++YnlFoGtDj/pwd4wLmxkZzZ1aVtqklBacMhLQF0Skggj91bWDaJNdKaFr8Y0KmXyOeYqi1vBgVJ88NY8mBQUoNF3YVsHcPAO5iiY0ahh3LZMqeo2QtVdkeZbqdLW5p9DQS+Kd9ET4iHbY1C5NBisUjXRcwNt5lKHt49snnMwJpoC0MYYcp9171kL+RtAc3zoN3/e62//YFO9gnlkvxokGiWg2yAPrE1XiPyuTF/Xa0Zjbw0ineio12yGRCU2s/gKIk09e8O+8Lzozz8+YtZz4UW08Hgs5qLi0DrzkE2vKCiySYhQvOTA40iINFwdrVFULzdFE6x9xV11l+dq20h007wTmDMfBWfWysy60jtDlVXPpa4Hlom5obKnsvpcwb6v/Ead5D0oZz9eO8PCfVgOOilaRFGBdBfQzKIGoQtfq7ErIfNCCGfJySTQOhAoUa0pAXqJkKEdNYOxs4we0W4ET/6k91A8upTfYEccpGSbDkpDlximt62mSec5N2vvPDDOf+OwEQbPn2ZZ/ONvmCAG60kwc7/2M1tlzaDlLH6fpwIJgruDjVjgXWv9d2qJD0wyCzJ64nUKKcv+CrRhGi2nnRRTsDW2PlttbN5n6jXCua88dharjGzYjqW7kDbh2fdL3KrPLMBSC1pW/jMx9JIVVOARViT3PcgqXfhDkKQTsIORBsCh8nB1WOvXj2oYaKsXgtqbUIWDsepNHhrtMY2xrBmQuh/W5ZvX64SbAHJoV3qFOzjfirsCf2kFrp6Tv7Qcf9G076neFfinK8BPY5qz8EaWA4c3StojecNkU0VWrtoUsRUgInGs10ERva+6tu8J/WAmpXt3BqkFKVH0phSg1b5MZIQyCHYzSqXnyEHVc5TAhkbjo0qHim0S31NAs3eS/ZMwuTrKsEQ/hE1RL+kruyHdYdUOKjJb9Qg0F9j0rECrtzmfBct+7CXeP+b4WN7jgw8//+UD0Iflj5g58LM83DfUTwGAfQQ7DHla/u2o38AcmXuoughSkXjyNha+55uMcLNNMc5wobKKAtUaoiBaU4F20RgyEa43fGiypiqF5NEmk50Sp6abqrghONI2qmfCZ/0VbxICTAkwk5SBOWjO8/jxhzqo4oLoTzmdaamDOTTVtcHBuFXs3SRvPEreJdZjFGVcNtZdSjXFnc+2xyClX8kRBr3Y69lpaRVcCv38Gynwh6ZUq7Idzik1mtkfEmHIVWMANM1DxPqKRnnkq7kSshjGqkqTfR+5CZS/HTqytktHZmvfSngfFOh6K507MrIBD/sfezX3Ro8en9XoziT0w7nEGqaxjVZ1JeRvLql8vpbX0MuskSNfoaOHRr/ylv7YQ9pTyOmcmn6H0jMxejbazqlN0bTZGh1i2T7IZk/8rL9CQ5BDVxS0tScC79ehx2o64fDmrbw10H349wR5bO17afJgRnuTZUUQxGEkm2N8T1xHqb43uStwVyArUPH9zNRC3OSuwF2Bf6ACnDzyz3tmfsQD7CA43oYOG/tsMEVw0D2zBQed2FwlDipOG+re+i9i0ImELwkwkNI661CHKtvudZk7k7oH0ZFddqAUdNBolxyZG6J+W0MSE5GUBO604UiLnh95hfMqsV7iBavGnDuKw6Z8IGNGslzDueepto/j5AiZ84RZ22lHEmoexMhDPYwmy02a6xeyRuWqHhP3o1CDgsJhjRCGNmHnBlTNVOnvJ16vDKtZ+SZKAaSMgdQmAeyxzSGb9LiIJNBZtVr0tCiWagUEcgJu+Lh8sE2Hq6WGcIFNDLNrmxF3NkR3M0JQO/pLI5D1c6Dn6KSHJiCI95jndz4SzvHx8RELHwhnPgCF1o3pSd+qWir9EcIzdhXX4wo1uHK81Gu1Xxq7QeFTKDwBJdmKL6parUnaHW1xRAUqbXpssW2oRAW+B8hqpZQoBYhS13GJ/dXG2+slf2ntvMX62BNkG6OgeaUNfpsAg/6VMBufTaCNZS+sNWncyft032l3g9Qz78fB8VSR2c21dlAFsGdaqsGahqqliQO9tgxOsBpEADu03ruZoLTBY1xlUdfWxvx7BCXFu+eXB/OECSYq+OWABPhSnIWO/1Rj/k+H/tKknkb9Wx3ued8VUAXup0pVuOGuwF2B31sBPvzkgPWHvw53Ah3ifKAdNiS4pDTi7M35IjhnWCjgUoRh3OBpIfAmOftvt5BylB5gHLtJVcEvSMc0V7U70kwap/F2kQKGuDklxtBBnTlqqljcpDWzQQueWPBtaqTGvkjr+PYubJaBiCibHCMYCPS1lscTTVD9a4Ym6KSqMPHhprKQmpf9EJ0AAkXSx43ZlPn7KwZ6XByNbkWnEeXvSaCI7SXTqtlKq/4ZpzEFz/we2J0wpTWlSuMNV7dJuSl/UYCGtyyAO7kqmi4Kmh2gtXldZI5ET99qOpB0W9UZng8pOWIVV7u4UTnyHokRDzp12sMu5725y9d+GobRclQElXEGzawR/enXB3VYzPdgn2BU/0+4P3EtvGgKPsVrE6Y3reW8CYm74dPMPwurUwAAEABJREFUef9BW8iglxO+5dJ1cfEHIhS3ZdPYFha6+MUI03wuafMp9ihFtIQe/yLkdR/hcBpHgPgdzVM0OonWx2n5nficqBzOaDQeFKPxW/me9hA1dXoqUEow1HmJryzWrLMZEM8JOPbZq4v0eyrdBtzRaKPeCjWK3ARb40Gq3uf6Zqy0ku7bw3emm36cmcf/aJbfTgxZE9ymM94MfFrrf2/VFN9E2+CNnof9Nu1vGubb8r0D3RW4K7BW4H5+11rc3F2BuwK/tQJ1x6QDHeP6UCeePRMNjdqS2ysd9Dg19H/t51xBk0OCBB82InTOkLIIXYEGIOaV+dN6v0lLTCGYol2a4UzeC6D5CcR7Zy4jjps8yUv+lAFLNvkv+1zxk3UdSdI5lFKi2BFkpgyONdCgeZWt6ef9ATvnprwK0ob2fBgbf1roa0RSdLR99zw30pk2ucZ4wINfaNMLPj/lwqxolIcpziIeSBlpTgIWjZr1FMI+6lIVl2Sm4LM/kuFCzRBhtm2Z+x+MYPCoUFoboFGPiv6q2c+oe2ylrq6MxqrsSyT9E48dGIVG8WjUbxZQJf0WEPzC/BetJcPYr/LUpXI/T7Qe28uHNdoHrDlknhFKVTa5i+7BfhtlDYAu+yRGdCt1rGIpUipIFJMW/U/AvNiCS1pIbSpvu/1eU7yr9FGNTGkaWwCbkWuvSIlhwpfeUmY6aqZSxAmirvPSfUamp2flNsetZIffgLZ5bvP7ueFZ4efBfaOqybxQ3htpeRxEElY1MoJc4bI1vFb11NzcDvTtoHlN8blRxpiv9lxnNPb+Dn6NvM1lK52ONLr0MJ057fLPK6eLD8XfnNlYm28OfYe7K3BX4HEF/vS30OPsb+tdgbsC/9sVYANAC053asDCWYQNK00TS7JwJEFCoMFEP3x4i24Uw3VQDDZFaBD9MCbN4GQ2o5R6aInhcsaDXPCZokwRMAkF3o3INCaGRD/9KywEIeckRkBfmrigAFDmzElx4YAb6mNvdJXi8ImmZABaZOVivGo6VdWzsLyVrDoiAtDQz2S3kL4mjHjZ5JPGGe+cX8rGytMDg3SgFpB3HsBktNc5oksanvil0xP8bB5PumtuuGRtYGhKTwBLm1guAljmJzxC92Nhee6qQ1W6bt1ZeTboyrqOBrmxClbjNNVIla8BRPMsNN7mgFk7SF/ZTq5DK1p3OzBjP3kKNLjG0IcJTUh0nj9i4ZmYeT5m6AI1sPrGoKqIZTECC6+hcfWM/FXvUgp3sHA/S4TuU6yX5rH03GoilZTVrXLVsPfvMm5jp+aOWm3ayKujavtmhylC9ATmdoOJMTMe5MSrqhQaoFVFRNl3UE1woAVLmLIoi/ClmpjZINkbbAwWZDHzIjof48XOO7fPjp3dP9nrWxJeb4I4gcLqfmZOX8R1KiKCiMRrNMmCVTNyymGV583vz6z6T3Bl69s/cm7V3yTt5lWfkw9eTppXFT3WztO6FeluxKFyq/3m7grcFbgr8Psq8Ph99fvyuEe6K3BX4C+swMwmKj6EAX3sUA20q+IAIrYRfSRYumALqABqxYcvcR1K5bTnAmhVAdkJTWwUj6GNWie22nh70lYZbmJ7l9ASQMkcZx1UAWYpSdORYQPzMD9cdd7FvuCrHBYfelF8uimTiRNYUZX2CX862tBB5RAwo9oG43N2Vqfq5jCSa34iOkcrb9UzJJC/9JDa65rYT+bOSPgKZO2/0nPbJ2fYdDqwCDwvfZCxgWSrm1XMWT5osY4YUU2+LBQ/NuKlE6SruAEKPDCVgKGpqkD3TWYMg1Nt59q6QCvZ++zlGuqCaHT1aJBudYVIiSIPWuiQZyatj0CLqD4AYXfT7TKzRRfqrdMXpUJZ3VUU0Fwsd8To5CgRTuQAdDvoHik2/tRj9dUIaXUeWkN+YFL3tjpuuBbC7ym9hxQGoG38LBCKZlZo5CWru2lDLhBe5BLmm0FLZzeCk17tsZcH0yO2zSe0aHZDbPqR1kb+buGz+ffEX0+EJ6L+bHg00TjcltD7tg0zjvvZnFuMEzqG3Zi7oTMb86XwyP1qcV8G+4KhjS/aYKzjw5Bni+2zxW7+3zdZTeNh2hfGlsmF+VbfFbgr8IdX4H6G//AbdKd3V+DfXgFtQLRP14Z09kFJmmHW1iFrfyuAVStRIALIrhXbRiUfUBQHgIuAgtKBQ3Tujhdv5TSEII3CW0maFabQYX3icAMXHnZ8qzIV9dYm3WNqXHQau0S97G+EIr1ln0kq67IE51xsNJkhrzaP0Q5dOQT5VubVIPid95iplycDxUlsA8TTpvwFp8ZxFGUuwBHSLApPWVA+b3TbObUoO/W3imeTc9aHUZSN4GCw+2CBnSrEcCKeKYRdXf3kDrFGhWK4v1dqDVX50W/k9WwMcq5HKa7Gu9KrTwP5CJo80qaH0nyAZ3457lzFSnkoFp4nQYiOYTrPs4Otixvm7F5tHD4pFB7/ErXE7qspBDX0SMoDhmZb4B2+ivHnUe3HfXVfD2bOKYizyUjSi0CxqVo6kywt+YYPimYYKO+covlBpwbVXCoN7mtnK6NUtdYlPlmZchmANaH/rhw1IH30JKn1ARc8JwkIqMHHpoF3WudZJmYx7Sy/JpLirwUYejPrQWosk3TyTR4og9MGBexBge4b2yH8QfHKYNtO4x0Z+VcifYeP6i6Itoa96JSjYBhhJwarKbZPZ/zsdUjgOJxzP6ofa35P1X/PKI9nelvvCvxbK3A/X//WO3vP667AaQX+VCXbKQ5K2lCxfXWSjUqYH2ziizdV8iogAWTfdvsgiYLVjdFoqxwecZW33qteXH2NQo6j00/z4vA3s1nMIRJ7H0gfRWiAd3g/BqODbQMdcHcJtS6X1Lno8EV9SikMJ9gNGF+8yK/1dL7MrckhfrCveltGsfPKShDkOk0laMHZK86ui9BnrpExT02fVOqeCeh2GbTacXmpKY6gO9eZVZ0OwA3SJQ2JU9Nw9ixRSmmqA1UsFUT1jUlR9r72OPTT7VyVGkmwaq7vqlZ884XS1lgaf4wx8ji6qT/R4cFuwUNgLc+UfltFvcaPFZIFPG4icofqvghgv6Htq6aQpRSVNgKjqthnRyIemXyVp3nmEP2iQ+efMfjS7NWoBVAGhjk252J0tK0aiqwc+WgCR93IVrkDCNXtwSDVY0PIsRSQHmYbispj7hl6e+ZAkjS8EsO4dakzi9+nEpmefQ6oNE1nUrETU/knYD8B0Z8lTa6m1e9Qv28YPfFuyXVqfxYFZrO/CWk4gYfrjKUDemI++IdmxpRODL+kehSy5Vi/Pf7SOH9j51a/x3N/dAce97ytdwXuClxX4H6yrmvz77Tcs7or8IdU4KP/9GdDW3nOH6GPHRLLSZ7L5vCEw5kT6kOrb7p1G3zwqIorjxrAXgPfWB+oJRS2odukmB2HEOJqUoJ4fi3e3ct58YxncHInfbfDHR2aXVQpHjw0zkHJPJpOnQRNPqEOMZO1GeiJz0FVY+qAqPpBRUY3pbzK1JA6sEAyvsTVWLkaU9LASvxlUDz/R1Y08BkMI9g3XEOxg+WCVbydScXYdW5io2uPKb/prIrK5f2oAvlkT7zhV23jHtOMlbh5jtLIR96jM7dh5GbeUMJ4JUF5cDCJ2cZr1dIHUr0voq6LDcWJ1i0EcivGryD1fsWv+vCxYzr7xMFLLfOU34sx925D0skmVkTB3j2Uh1y0hlxv7rj5OL8oMS1tfDxwvq4cFVVwAdbLdxC2Y1MChUwAxi7T0cMaD4yR59/yI2Tf1aGJSYVXmJW/8wYxJ2YizdrZXDE+R49s5z0eaZnhI/O1zV/YNS9cKoGjIdA0rwRUY7Ntr6AWX05kjPVVviU1835o/Fdi/d5JrKMpZ6B98YGlDRPAk9YVI9+U1hk1zUO6jf/Q9evG3zKI0vv8QK9XSvFvuCtwV+CyAjvD/WztCnKLdwXuCvy+Cmg74P2ttoMw+SdgbFLhN1lIpU089HSzu3H+VUGDCDLOzBEmuTOcByu9SCf5cdDxecuuC7OCmRNElHtSdL1NnUsmx1YJ9I+3WZO0HPp/6oyyH6fFHOkxu9F6zme+5za0hGy/rRFZEZTZ1v/GTcrh4hWEzNWROUCrv+qhJeAQ6ELHOWLj/FLLiC+5fouTxzMKpyycxx4wk5kNDAUFu7XpqJvAyoeo9Wj02lm1lpUVKwKIy1ESo7psZ/HPdG2WQ6BhfoPWrB8XDS6wRv1hFJp+vUauIEo1QF7+SKEHxIuEPm4paJ3ILmo1a2UBkg89qaFLK03016FGYh6lVL4GVbrKShDKwUmlVF2kTRa1zSklbuEaTe3rmJxo1X/lqmJHZueiWjkPIXLaOV2Kdi1LqAQrKHGBxgZoPYCK0wUxMjaQfA5z+88Iqz/rxMujuuofFqTSx8PZhqVaRFZeGUmzgZ1SmfiVZCdL5n4UMScaQySGqU2yQGLOTNwjUB00Yz0m8mu9xXcYpyUHQTd+M7OPLVlwGKYpK63k4GbFOAErfghlzVXT8LpSUoAW3MMRdQeODnr3HbV/hualir7k9Ivz+R1j/GKK/0vd71zvCowVuB+vsRo3f1fgrsDvrQD7Jw2oTZXP9Bw/xAd0AUQjtCtnE6WGk88k4rHLEr4ah8Fyoi7VcVJbMbrtxxX0vUOLV3L/f/GmXNVw2SKyB5RGshpjIe9gF86QOSVM6Ucn80JFyGA/5tedidN56+32Eir8y/oEpDOH/sKYtJQ/gx91WiLv2+vxJt9X+ZMTvPCEKIDsmm6MYGb2ojvzRmx1FBVsjDvhfLSdU4y39GC7VGTsvJfh+uiDhhkfINQx5/Ja7Vok9dtCjpS6iVomJzwJkX6lE1RN6wFqo9FGsGaD5if2jfNRUOYNjtZBIydqM1doFqsltDSybNKwHiKh6RpNrX0SlSTCYgXiX4RTd4+VllJEW4K7oH5+d7oHosM+sNuk4QQWVuQM0IvqNgd3X231OHJZ38SuphNYXMHmvZWa9jGd6lrMPPCdgF3TUFILdqYuKjNBV5hJTcMfPER+vlg7AVjPO/eV0hfHe4D0znxgfmY6zu2oyRjOWumnOGD90kkXq5vkgUVUNSG97WUM2w4o9q05NLq3b2XNRLDVfo/0OIOLUS/UzzN6vaPuxWlumxCjx8g/z+TbPZRwxLeH/UrAn6zE21cSuvvcFfhLK7B5Xf2lNbinfVfgrsA/VgFtBwTaqHLsE8uxw5t2qZRX3Z3rAJIfU+DsIKOgOlQiDR6KEv7zkI2vrFtQTGk8NExZSj22IJy14a1JxvbIczUGGJ8D0eowsvhQ8sGZH0/l0QbBPjZ6+ow21ZGn0cghposOXrro+a0S80VodYMd26RTWA08ebTReuTXVBvX6OCr+SGeWNBetfSeuUP2UE4NND/xNiSyt5DmNdYizcYymTlBCic4Mb2m+qXOdQjqFBxKJWldbMB6TbCBvEYY9eJHm/hh9rrHUu3Bc8h10+696SOcFNIAABAASURBVCSDYN/hdfkso9d7bz1n1UIBK1iWrrvlHJoot8aL6hHr1TAjJAg/WUW4xNevXd+MvIbT8o39s9WdYGirtwTBqvkMV06d0WYSEb63ZZON77RR7K6s5KznC1bvz53DS2KxV1GVw2kw1mSmxFRic+XMGWyjrQL9QlDFRjbeG6F55FOWj1uunvB7JkdbvX4XdzKJF4f2HJrvONfhMN/UjTb3pHXOlcxzas99Zbu2yHoGnp2Q4Mzhl3Qtn0Yvgv3I2BdjPVPvUm2ibsHMOjxN9VT5bKDP2FsWL/bxe+NF39vtrsBdgf/ZCvz4q+d/tjJ34ncF7gr8vgqw280PMWyT9NsyOsmxYWoJaAO1oBOkHxpaRAmdLwyRl7c7sglSdYFXB5178qCwuhJ5FV7heJvS8CwAjUR0oFoI/j5/xKI5bg6z+PRW+1ge+TXHiNTnGOGLIUgbHxqMdSutoknrKyqw8ilyfHtVrg+esjHzYnJ4kYQVsGNTn+H0ly6J5aZsyslpj2gxXpLdS8xgsG6Qk/XnjXBYbWgFadhgpya00Uo4jyrLS0BNZgPepnN+BOz8gvwBSL9OSKkInLfXypAH60gSPeinPpKID5sczPDMYKmtVJokfcPRG2q69DjBa1Inxk+qngwmcwKYtkZ3El2klPBL6J2gmSMMDX2TRmMrRaPNp9PVeeVKffKi09hdev+kquR3lxgvcuHd5VvTgjZqt42ApsmNojpt5VQrZRkzLdJMEQMR20EfFKhz1nNcF+lB9sl8CmvQQhYle/nWVT4Xt/UMa9qQH1P7Nk2jzVPPTNOJpj6xZICJ5DMifgkem9jUHrVbTacSq47osfXov2pOp7GaP8W1+TW6dkajZSKQslF4LGC1QSlxn9jqKOsF7DuNbmkb8Wj9vXxm8VvGpG60OtTKVUUn15bu8hcyd1X+wpt+T/kPq8BvfFv+YTO/07krcFfgj6gA+/U8h4J1mPNmPZHzmzhGmGmHKGxirRPyHl2oAZt+fNqufzEvxzNom2MozR4K08a04gHa72P40OFDDF1mxp35mCXQvGadRDyGkT1AQ2Ng2nA+GmzJymyuM0HVgpEAhzWyy8pZjBZX+fnzyFT1kP00UD1ts26cRw9jjdfiDKEdZy+nX2I7GBXj15BGC89776+xMpJmKWnvcSLLTWDT7PlExVbt0D7znXkVqRHNkVSv+V0HWAFjvAM2Qu1Bt54D/EmbNWOto+YPP5tfjNVllo9BUtTbPkVKiZ0/Y8+9V+qb90rRjzmNPCa1VDmixApbOX2q6TBm04tyz3CmSRhgq8no4FwG69OqLzFl6CZWOlFAzyGEj0bCQPU1MUJHG98vVhOjFHEADZfalrC6Sjz+cHLIfFXfhXu0cD8WLGotdpOlOwfFkaV5Lh6rlAItMgygEbYrtgT/08NeV4CdKdmj8rMkInhngeyeqJgU4pl5EZVSIoBCUaaAj9eu6TW3wYtJ8RFLuTfQHFWRsdbL0OMVdlLOkzxfz13eXwfm8ZnO3T2ZNtdQ3rG/jrP31EY3wtBGzQv8EAWWNq62F/p/l4tG/q5Y53E2tbEAop17V+0ze3X7efLHJMJUeVjBve3Err+ZuwJ3BX60Aj//1vzR9O/gdwXuCvyvVuBtTJydOy30z7Uzh6XDdoX9q3R9U+/dLsq2NxdtUONirdw1SZ/EqxeBaNpHc3ZZ1butrQ70aVRmya0vVGJykJrndtiHMq8wpO8BM+bEGGsMPGaUkLUhc6ialJwBi2sBPWntwBsl8C4xlSkiAJopUm/rNLpKBykJZybpZXcddPMEnp+D26z5mKnIcTgQq1+CNdXaSPYvVbQEanKqt1LqBiwzfQbNlnWuUp2NL32FRzGqyyVhjJlJCsJ8pCRegBTU4jSDblefHKHFWeiHma7m0thwDSYiSPU6Cel0v9w/jSG+skRuXKNFqyWBMLqfkGjXyKdOIyS3x/KdTkYY/fy9wqNFxbJqVKgCQLLNoWW/eL3xrKHksfAah61N+mK+YDEDUj8IrQARpUBp0S/1Q6gEB4QCqRAFeWzpWIr0JTQHQeiiHLZ60MxW6ga2NeGKyglQ9GBs0QaxuXCiHgyZWjnBqWwC2Fp9PHTTIV5db8YgFOiVJctS7gZPy9wWFXIJQQkuI0aHNVYuEepbSoFmBomjX9Nwl7tyZEhpFJMfT4yKKJAF5/md9SzAh/cvk6Khx1wApya6AVkEG2VEVelngFjd0zZSo/HoesmpBcgcmySq8UTPofpXwiRxy5rD1KasKzuS3mdUfhPvORs9DvgrOWz6Xszx8ehft3ps/Syf67P0KNQLdXi2/h+F/wabp/MNce4QdwXuCvzvVeCVN9T/3qzujO8K3BXYVeDPE9miZ1IcOmjsYa82VdrYAjqVQHzyc8+6+eOAYbEh+TR+pLjTuqa5NdoNn2CuMtbGSgcpxfaBWzE5kEgWMFlpAHlCaOvLWJwAJS39Yc4axjxbwpzZz3Rr6BMrRtpmX7qm6LRlbh1Hk3Td1pmNlv5L3TiLCiIoi5wqjB3HuwVPm9qprHpvSa0Bflv9PyOttdEqQdL6JRVLLPgZWTyqqEUx25G62IAX/mJn6OwbztMDv3CinSsE8XpfM7Ue4olluymK9mGSGEiMP0djLT9EU+T6gMqvErGCnYhq1cx0VAoo3V4fcxySCLRg3moGRwOVOKyQYk2JzbUguY7QfcOWH04X95S5FPqrAZJXWGClFEQUvhaUss5X9ycYx+mGLvk7cwmXkNFkTs5xJAKloKPBbhrDUAriiyGFKarTNLrN7f8/izux1bMCwmvLyRJnNDtUIWIZtdFS2WjpSotAWVQLgXLwFw2UkZc59DJ7yF1GWu/pKYyjCOD/0yV1WFVoI7SWZozv/gjEbPChUZOIwv+iX86uSiVCkwhoHK9ifYngvh6tn9Hsku2TU4aCz8RirnYf+g2sTSCNOCn/B/PDbW2+P1U8iWfLBBZA1KhyJiP/CiKyNeju3aBeKfAWa24r3eWhnw+L72J16QGr/JtJZt4Gnfvz1DSfptuAa/cr/erxOvf2rGjfN9h4+15P8MrzWd5X/W79XYG7As8qcD9dzyr0b7Hf87gr8AdW4EO7dm+GtSkcN+Zrsrk1abZKK1m9Bq5E6MVWrBIGUBRthg02PEC74Oxo6H7qf6pXwoTIqcGc9jwq1S214qgHXRdtfDnQwaZJuAu2SjNAGfiVLcO8T3NeXf9hTnN/lEKf/COn1faPTlZzEbR0uKdeFJIXDqxVbjq7ZsJmde/lmgJPyRKLPvLgP0Nn2WWDxyhPNLU+0lvT0GyXWX3hRIN+iCFe1J7qJ7DQkHISVNns+e9u2FTd9mQTtg+4em36boSjz8xMZ/KnInCLV7fWeLFrYrErJ+kcSin0L+dGtJixwxjjJ4XERShBqlJkQx4/FuDjjyp6huGxbht6JrDVnUlD3zaM07Hvwh2VA9CKLKr31piLfVckl1WCQ6FIytcfwAiHNkphXlH4n6Q9lNga1EkgdYlSSkzkMEUJX5NxRauwctV0Qfi+g4VEmbFW4ERHGjq1ua5lZuH1RR6sEVna8LGrN+mlSelJkHMPiJK2joEg+2+Dngg1zEFXTfvuorkCh0VUc6WDOeY2aSIqXYYK/5BsfKW4w035UUO+I9Ah7bgMbXQRP5joMUrJ8+3ZzOx7RI8JsAZ0NgBqTW+9lRP3rEgLcI/BWQ0zP4+GdJ8ONoVrUC4dHwdrJTp0J+5BJwXhZt09qMTw6NVZRJCGHb402O9oZQCajQPSEhvEA3vsctS0Tn3MzjTLTe8K3BX4VAUunO9H66Iwt/quwF2Bn65A/vDXJkebQe3Ng3/u8yF3HBoDbdTs+NJlvdAEXSFmNQc7x9hc2j8KNspB4PCS3ROHN1SD/YSts8KS3KPwONHkt3pJQklbdQg0yQmzdsRoolMLF6ikvlAZWrwwh+zwSezYRK/0rLdMgjPbOpdWAc118ERcLQiD6SX2euAH3TVigwduJyYfuGqtvTEG0U48R5XGyrnlc7Fw1E3gdIvjjAxxk6/AglEx3iL1aF7mOUllbPzMQNXsZBTDILIAVQ+n1v+Ua6jpOLdBLXfDqNtGs3k7JA60NOyxDMDCuyL0YshyRT7b+wqUKAWI/ZWdSlM3JtVNm5T+gb2UErQoqU3c/aUt3G19lojhIlEkpQnpTd4vPbobp7Idu0eDqXks3X+sdsHhSSPNmb5+D+tO7BM+697DdgYvMqi5KNmJgpWCHRgzwtFtkhNVs8C4pJHsJT73mN6yg36jRHPQRywtbWkZHZIYpraWJCKmQh4FNvMRJ0CBPpzfFGbNx89fDHc2SJ99YxrdO5eIMoGUL7SFG2YdvmQQWHiA8KHhMMWbMag3JSHoCphJI0O3bdbHCd3ndnNkVleCT+QpEVakgjKe6SFRvCiwdUIxtofG0fEFnlg0OVYiNkF5J3eJs4/uQ0T/zuV+INppxyt9cyYojYBNMVKeAPrTRiW8elSYRFGd3iHp96//6j8GzWG4L6My+34W/3qEi1J8NpF/sf89tbsCZxWoT/aZ6dbdFbgrcFfgpyvwwZaQDR4bQm3chy3eYWCdSQRbQ/G+vGyUTYJm21i3Qo6oj04LB6CtbZCIM0gDu32Fzhyugzje1IBoEvHPcWAetNXH/aqntfuJW1kdXiSZ6eVEXoxy4ZbBI+omXl5NJf474HNTLjF5ZUzxfZfuiuBRRNmBOqz22voQpONQVa2dD4rVlB97JBNLHzr0fGi7rXXAGqMFohxeA8LMxHAfqHgDvTF5OJ7CShUaLQ0zusZIGmDIX/O0ZdRZAbLOiHuCTOv+8KQDfq0pEz2nCxNZqMUK9N8skILiO9vzeJPWvqDPkixJeBkmuEmR9J7JvErwai29S1EupY8SF5e8Aq+s/OBEToNk1iohw+JhczSb/SQlt8VKpXTV2CPoU6IUgBxKnFxKTHBiGlVKaZT5gTGIBKA1hdY0C7aKa0/fFrR9ZkOq6m670JBowUALq2BoRPippugC4lcCl20vp1YPKVyd4zAflJkzDOUXjtDc4LLVPil8AT9MyPGuPGzsaMijs6VaM4LUfnyMqumK8FHiyvTL+kxnF0bZoaoEjrYRkC8abrTVuBFW9ee48wJMU8RE/m9vQzTkQTplz6PJVT8pkgqfgW6X4Mz2sm7M90Gnw1QOigedb9Ndgb+4Avej8hff/HvqdwX+6Qpok6BN++xD7sLenZ0sB7vwESSzWzqPLVUdt+1iV3Tm2tJderjOMFLy+WI8iZGGGqIKc6Opdvps6Gai+TcUoNJl5PTZY9ytMjWq3u7Y+LEqdn8NaRo1xdc6vO7lsEbq0xkJA3hCVVYylR3IwoG+iVoTMchNv1LqQUjaqjrjSIcWgjPz79J5fKNxRLL//+y9i4KcONKtGyI9+7z/4/4zLjjfWiEJQUJmVrnKXW7DKO4XhQKRRrS7Jxc6Knf8zPOQnZjZQztjbBbW85eANWC5AAAQAElEQVSNG7NYnms/RaXLqeH0JcmCeLvmhLBoVt4CSo8mNGrlinotsZYoXQUdRlbnHaeU1CNSS8bBUorJhp6rmdrZCUedIeadQ4k2IXeKjXUrlGgnbrhoi26lBlf7UAV7Wu97ZmzzKV8MQol6qddNEF/V5ySrnakuuXdV47SKEEjw1P76AMeI1hQZT2HCq2AVQF4dWbC9X1qqPSvSVK6zyr9MVIHgo4kyNnHNMawvNU1Ru81zwANhky1ak/aE11XoaRjClz3MhXzi86+1dnGC7Rz5r/Gh0xcGnnW4Puw9fqyyva0z8jfAddsz4/qSOpP6z8BH0yiv6xIjeDxvpkgs7xUex61+v8qtc6/cUc4D61hiMzedqOAoVdVt2lR1F7k6cHXge3SgPdLfo5qriqsDVwf+ng7o5YE3hNnAJwB9BOKDh9T1TS900ONMEn7HdWfqy6D5Lbr7MSvhV8XgggUfjDUxcw12AvI9dJfVxaXfzpJK4zlm5aVUubM8a/foTsY/dTCMIIfiUxe9JU3eUgreKgZpta3cefVD4IYdawmOFC1Do2Xj/UiQZyGDaOSl5MDM/ZcCVrdd7ANQk07MragT8+erVbFgzay/+ROs0v/41bSsxgOOXeObrCwGId91GIZCvCdZm6jyF76mTAgTO910imDklNIpqIFyNKC7bV9K1VySomGIn/FzCQgzzKwgbMmjROeixTbA3thzqipXq9JKcl4xzmvGyCmNmI3fifTnN4NnpH1cud8NxbGfgZ5l0mpKkZegzlgLElnUx6r2b1rjO02vLm4Y2TaKh8JEHaondP9dDhIjnlzqvV14BhlmP44Ks0cU5mVEbsp4fNlx69Jrkrref7GZMLl34V0ryyvBU/M6KPCV+OazCd8IzeOcDmtPNvF9QFvgnu483zm9oz8S48AB1bL9OzKo/xy2LuBRwXuXg75t9nXLtY+z/kh5s+U9aOIBFEA0HocOU3b2YA36fvc40ZH1INGR26W7OnB14Ms7cD2NX97ia4KrA4cd+AuV7XWivTrU1yBOc3ohNOjgN5w+9Bq7cMgLHaCqfnOYal1s7+hNbrRg6NCUK1V+pc5DmaVqJK5y4aNMrFdbxqrpnE0VaT3B2lx792jM2U+vg+2U1YzY6kRaE9xYJeI6hvTpMygGdg34CNcSiQq2ObQSwVZ7LtXdgANrZmgrIGwH+oc5vdj7WrZJfp803ZWyV2g1DWpdEr0pzbCFWHQ1BXtx4kAqCPaA6GQa4Tf7qYT0IIvRr3XezJqGxjeqnosXMLGdZmqZMXgrm2JlhHh7wNmIklFVnawzN9W9hgwYh2CznhW9hhQCegGRZeFDkJ/b+rtAmXIE6AH4t406XSkwjClAdfJZRak+yq6qD5JtAs8AYgz5JAlSNZkkDu2GqfKV2NwQPTWrnopxzeucKydjEToGHGWtrcDHkmavPGQ/5HJU097vJVmJBK84a+JHfthfTXWXRoGCO8OnKNrt0h+NtDxz+hlM1tj3cP9kqaYG9vpjkVbh4u8Zq7836kX/w2W2nfTeMs7j9tvwvZkv/6sDVwd+Twe+y6/Q71ntt5rlKubqwN/XgfG1wfzbzDkzYZnfop0/1s4sHDMX9IAPU1j6Gy887+jreUsCujpKNbQfuVL1W6K8g2bMjdoxLQHy48GKePuZVacdlUwgAZvIIQwT4M7YeN1FcrpaI0pd5SbkTkj/cqfvimES+Qq67YyRkwB7JXD7MSSW6dSxrlr924UoLEGG6qceS0xDxw9W2H0eMwdJ7wL2Pnv5LqAqVLt8F/Z0Ve2IrHlkSwPtSKbiwiF+Kvyz3B+3+DHdQn8LCBThPVHi0ZW5TzwwMrIuMbiJzBQgGjppYkUUTrAwh3xwh6pyZFvFJ8g2CUVisxvkGVbnaqtasqGogqeUhnp8vgUtgLZDJML5947semLuTJ28rpW6Z+rqNWoLVI8kGZf8nTHVd5gYxp26KzCyH0IfAymDYUvSxFYcIFWg3+BFNQvU2wO/x6oS+l9QQylwqgOaMWuHdBtTl7iIPCrPNtBNjlugzanAHIIofiyiXVpY499FnYyUSd8V+onOXt+KnNki90jC4+U9tr6ysoOWa9oXIKuMzc1OnbDgNMkD41qzdw0pVg3CPzx2hVcxyXeq81fa9G9Zx6/04Iq9OvDRDnyPuOsp/h734ari6sBf2QG9FPlQB/K//sOBY+FlcdGLLYc82BD7a80pHAcKKQov8knD1+MXY7u8A2ktzX2m9kVrQjlDvY67hbSfX5xaoKjKIt6s+Ls4WQRaC3RLgsXG4dWmOzS+U3mXS4payLNUct34zNke2sDAwqK9figjuGsoPWw3srhBqS4b3dcJmq3B+SzySCscw3yjuWqr7hA+DNRuADQ40E5AiaIPPwX+B1BuyCX8IahMoY9Dsb/qf6Pqru0hTcFbFDIO7dkmwzP4wLMAVIWgPQ2xnDz3EAUj1mXhS47EME+G/YScpDpLrmwn6NSVmT2iDyv8ZPCELEB6aEXJfQ5+ng8PxlSEmJP7oCZQJjVRKSPgsIAl4CdfAUppIC+PDCOHIlIQdwi+syCG7Y1aGBB3L9THVFGRBIhk9Vh0C3V+lNUNLvjpQc+AiVJKTPCTaERoboEZ5Pthazo2o5rY+E7TL02qvBvM8BTEVMSmn7jfBl89pRZtMKrLgs9R5ZWM92bVJvdSqXLio3NGvBdT1BCylVbDmX71CH5SDlai2kan2ygc8Hv/A5fXVK9UrEznfp9Wiqb5o+C8J3/UMn612Cv+6sA36MDf+zv0DZp/lXB14K/vAIe92bDUwyQvehzs1Jf1VQEdRyfpxI1U/CMoUdIs0sCapWa0sOG3Qtof47VSvapqPQuvrKnNis0bnWdKs/wVTSYdwuSeKjgxkKOhtR3ppeMAJpIwxcMf/W6EYTimUQtb1LMxf54T5IywdbuT5HWnVON171lm9qJ5IDGaJLoTpfp24BpB2g9sBw32OPdVlbLnRe6BxaMkDMfkEUM3Tb3Wh56J0+0NmLiv4qdpijKVgIQuyaJnMNlQjDtqwV3B9NTIqDVz0JbAPRLJNTVdUutYJRIxrIDR0g1sU53Q9FSO7pAqMksjC6C/pkItC+APxzI1YGmMfPLFNP2ePrLtfZEfuaeteM7sLwFqFLdQNeojiijasFPUq0AFkNOhHMDeXrjn0jncSNIIqkQG0VF/xtNXnj9wLFB59Zrbb5GUA2RZ8kqura0U5mVEUzRqXZxe3uPa7KceW0PdGl15m+7XqsrST5yguj+ppZVcvV8i+9n38ktJulNW3cX6BPBkpmpjHtaV1g/i+4rvNaQ+VKJ/OjZFP/SeebYfOshY66hEGv/f1Jv5JihXnLiVlHSsOjUXPu/A7dx0Wa4OXB34QAeuX6APNO0KuTpwdeATOjDrvwU0+7C4cFhaOHQsvOSOr0ozL4E6ezTYzvrsDT6986BUDo8V27ni/upTPPip7Caqbwn1Pk7RDHJKgNyN5iyD+CFeKoNiBRa2SLUJtlqkAyUHMpe5IvzOhp3SOLCpuMfjmct8m15LEtyH3Gu4/811Zg8E953tANe0Jz24zxTrjab4cuTwO3TUzZqCFQi8pkF+VIF9HTd6sRCWo487gqDRBQjpuhs+8PkhRrMmJM6smDeZCZfqAbCOwarcM/cmuDkzmSyzrj1ViCONJL0GchfYuzOWVsTcmt8fVXjATFdrcmqFIKVz/IqPop/64cAInjPdE4UI1KP8Xav7Vz4yNCr+CdTIUNuba4li1tgoQlMXbqhplKjfh+Kla+w1EzKC1npO05eSVCfqKZofKFKpIOoKFSf5JVDA6tikx4fA9Jq08AmeEQKnWXI95o+Rax1MCpVOtKs3Qtdumec+W/+XpPUGiRMoTPfJj4OECofTtwCe2erWSTd1TcRNSQSD7tdZPQ2vZjmq6j5WJU66yWLuzf+g5rX6f1+B362e37fya6arA1cHjjvw7X42j8u8tFcHrg78GzvA2ZFl8XLif6IvyistA+UwpBAMqidsKTgIOITA3Q1nExI0K9ObdZw5UNHrZRxew6+nQ41IyKJm3spnn9jAqHySUhL0Ih0UM0I3KEiAwicweAZST2V+RJu6V8NQ5qrs3ElQt7/CPJ7h4MxxkpReuWfNrMY0/p62dtxbRs0716eljDCmeg9fS5+9FyJm7vtMI0yr7T4dK5JNsDOqpPBeLuGzLYfcCXmS4M0eeZFCjOYRZUoNCpC0SzxJF97fYgWp2WPivA6oTOKhOcfC2lgZOhhG+sySPXPKuHse0XNYfQ993MNcCjNyoF8ScPYjAj0aeG12VfqUJO/EGZW4h0oEiu5HV1ZGS1Jx9b5kIdXWyM6mPM20oQVpBOZDw2hKWA/JYkoU9of3CFSaOLnJKjNvmTgKYoSLNeNQcQILtolbNZI6FLgCAsC9UrQnQ17VdFKjrXubyrUBhM0fA5JlqcUQL13D/N2/6Ujcdb+HGZelva5ZpWu8ZINvmu6BwJpTpPjROMriBbY/Wu7NHg+R8oywd5YtdSuX8jH2Eo9Nl/YrOvDo/n/qfK/d/0+b8ret69MqvhJdHfjSDlyPxJe290p+deDqwOMO8ErLGx449K9y5CtBe5nlBVxsBxgdph4nHKzEMwbFIat594cdOw6/ju38ZP2IBh/VToUce4VxQjFzaIU7GBgPtFLJogwCxZsK6dDl9VuQ6xfDsLgnMz31HPpgXzfUHP0KQyJNxPrUBLEjSOc8YpoB38YO1JlfuPdDyKezM/taaxKd558h6pWiHFewnVgW1kSsnonR5jUZjdqBd28G2XtlkDkO30tjwpGPnXdGqjpz1Ke1iMzMO8O4XlEgfYw3aCLrdpaNuQrMwqjClkhP/qXOqb/9w1egSNi6PpSKrEIC8a/C1p875Y8bRZiPcspSWKPK1IcnCuNug+UYDy7byVLwMYAYSovmwZDTaK4yTS7AaAk/cxvNIKhi30G3Mn8TqXvwSNaFJiu8E6UKFd0//KgewSRtHF1TU6p/FoyCNlaLaqss5AZ4sA9MK3IUxofLrL4qpjT+EWUd8n3ksre5jr3ys2XWnnfrLPHR6rZ9PIv8HP06V+fENHhxkvev8cXEf6ub+j+ufS+PNvjfspeZ53MGD//nJLqyXB34KzrwZz3ff8UtuRZ5deBv6EC+2un9Q9zsA53WnccmcQ3WM4ZeagXVYtYIRaOwdYwavcfH+Ca/jNYYTjp1fv8yTnlm2rnivRt2Tp2KFegFHehKdFqr5D1g2qrohb71GAbLnd9g27I7TxafSxjq3AZ8UCIfw8Gi9eQl1joffcXt6mknOzuCamNM5AqjPaHIBqhgZYzMevdxA/NmlDZLPL+UvcFz71c8sn5h8s5v+fGH+9q3xEkSvL0+UYLwMgdd0Gv9AkQ2xyxQwtoLec54yXoO7Gl3hr6bnnvKIi9RQeM1j+ScqknURy2WhODlIzb9JL0D2mQHIcpJK1m95qQf/tuDB45f8N3XCQAAEABJREFUqmLeXX4/Y/qIIb2LDGpE4P70D1WI9oOO4z5bjL9W0S+e5cbf5yk5nyPvrRl31FgVm1Z//SHLIqDuqq2kVVlpJbhW+0o8uxCgnwXBan3EaX9GTLcHPlqC4MAl1VPobz0NrTrwbKrSmMeUxI/WMHTwcZ5fstZZ6rN1/ly1NTWqSdvNgmctYHokvEJVr4rN78O9dXAcWNUoGFRiNyqEtgbZnoL8RyfW8mo5Y9hv4Kn05VnulnCneDnVuxzfU+O7En+184v9edHtq6u98l8d+PYduJ6Vb3+LrgL/ZR24ltM7wKuIXgSBGVh4o/VByfZ8eeVVT1ogDDItOuD47T59QnIcXz6PNV9T+bU4+AVgUAm4zVGV1ggN/hKfgHIJwicjcqXwJKqZ8W9sozrtOldTPKBPSn3fD/628El3oCYwmbAzHlRzZ3LcnXZV6APGQQdWh3dyns/oHYFak+AdIUeubGm+4WhFWLmHySmxAN3mgIVsNUiB3G+4IKwZoDn0rNglRe7KHPobMQGXqtrBuhdy+RyK02h8eJiVY4fO4F95gsSh8EyuD+R6pASSn7sdFQMn8DpallXzOkduLR7Qb0WCopdYCuuua5bmt4KWxO+Lu+wfnTo7H1EWd2MJqotArpb3E9bGePBrV1NSCwOhcMgnYqwnHlz1Nvl7movFV3QPqHOwJmyMFEdML4orLWgFkD6qnEWiTbmLaD48hj0a/fkaKhzYp3OUpx6nDpSRts6k+G6se5L/qbzwNhJPEqkhkc8bi2JI/jxod6NRZR55yS8Cz+rq2SpHI3ZjQ/fu8cGa3jHP588wbqzPz36+NDX83HpvoTbGof5eeWmuDlwd+MM6cPh4/2Fr+MPKvcq9OnB1oHXgjbdajnSJORzpFUWg99mlHyD4mfLf2Cn4waNvPi1P0iVJw/U9q5KImkNyIUfKzRlz7OKZbbU+4VSQ/cUIai6xDpUsCM0c+ystq7bAFtVDT2AfDzl3j5ap0WbYODXlCVXRghOzbgGmSuBy7OXU7vHqtXL4uFyjJkA/No5Xupltl1i2CuOyR34X8VR0LIgvOHlIIwIRzPBnAmhwRNW8ZkE4MGB8sAtiQ3sKHQM12Acm+gRdgFk+qDEOowSJkUt+AJDgaYyqLfKSSpBSxVUhAvgMC61GZTM02ZRaQvvVQkPbwrZS8zmiw2SDWfGeBh2fHpiOPjCneagGpt8/6seOCXo4uQrXc6xycagEbh3SCVbNx7nWvZFqxzX5MDM1zjSw1aCeihfQ6G1IKvGWugmVoioV9EPnvSOFBPTRqHXx+KKm0SHrv6ESQO5GerDpsVQebhy7lKPpBf445wuBr7vcTZFffBLv09See1FGW4enPdZkgm3Yp0q1rEp66q28leR0r5H2BL54CSezVvV9pfea6trIP1pvK+LX6dlT+OuZW4Z/SaPaci56dSC+VwuuJ+x73Y+rmqsD//oOrC9IjRPVy6woxw1YnWsXDgsLR81lnjhsAAtgnd5sBfiqWzpc4ZFSRsla0OsvBcg0LUEkUD8CwUVe9kzWHpVVEOwMZF4zd8g/oLO8BJKmmMoUP37cgB9x+/Ejyq2gA2p+Hdx1rs8Dflhbol3J+QCmlKgpPUuAKfZGyZhYXxoQar3iRigliABRWpmgAWMa2wt1KuqkKQy46Y9o0zV3JWsgneYVvQd5dS3rW9fTtZ3Zz9INjTl12MzSvL+cqhyBJ/IegZNCAHs8lpjli8+8zPDhrdIY2Qzc71n3H98Zvnpxd3OtE3dd/xoMihA03hRbKkstYar0fURRghZFyY2FIjFUvAgKj5G34j2oBi/8ODCUOvJvAC3ugFN5D5l7Eb07INy+OLlo6diT9BrqSwUYR/B2nNRy51rCj/Cgb3N2lRh/famWSto+id01u5tSilMdFdhjlVt7jJt0EA/fA7iu09zIxY0SZvKCQkXDwp2OJ+aHcYrl1zd9JCQXa+G9wmZ5QlV0cxn5pvtkOtb8LLUegMGnPhqD5hFbovcpdL0wcXe5KQDoCviTsStqJ4Y+au11J5leUP+G+/NCFXcuuwX6kRycXuji4H2xawf+0M6tC7i4qwP/eAeup+gfvwVXAVcH/rYO6JChN6MEzrCcb9HxUsuZ10eRhcPDLPBHH334EejvxIxA3zig+A2/Ub/tK3rBmMOvhhIF5Cy8/gZUsPiDUEToS4l+DfliNAsiqEMBC1Q8it2YlIePU03tcCabplvcbrf4z39+xI//4DXdcCkAQwskbTs0hetFr6EDkqhgBuErP065CBE1AxSOHNGvJVR+oO4qmBRL6MPPFLeYyhQTc0zYNBoVH1plVXAnkOaYwALZ0qSi5L2A8NKNg9OY6uTMJnGAqfIlpl2vwteak4zsA2Yb8sqleYjXzKJNx5aJ5W2On8QstV/NJ1iBfBNaREorbvWtmle4V6Ke+WztC92mA6wj2BNwlKGatRpB2B7YYGKRHzBXWTqxBG1GoQfc8sirQLQHgn0AIDVs9hCpSmLIk74p9wSIDCLBKhcub6IYQVVWIk0C/skMOHUrFicYXBrL2sM3vylKY95Fs7PvCnnoXOpz0Jz0sU5zLMuy3p5SrY1alJeZQ9R+ptYk0WeaOjfmqMlFpin21+Z26CTeHGRQrUCfS2klo9AqXIvyAiOfKVDCFNVUIgoQgsjrvpLUGzfjQb22g5oLbB0quLIyChCTDBNrDei3o9kbvbdmnq3+vdJLOZ46DescWP8e+OFXVYeLlGED+6n28sa5ChufjVAd9mRTo4ypMDaS7gUYfF9b3Qs5P8FlKOtd2cK/o+8M+Yfcb2fzvnL/z2Iv/dWBqwPfpgPXo/xtbsVVyNWBf38HJv65n390eLvQS9Tsl1edQGaOF6lRFxadGny6kDefIfwh6IbPBBRcBPn660MJWkmFfGkJv2oVPFFhglsiinMWbMqLLrYXLqmopi6n9hyrdKwTdf/gAPPjxw8+AP0/PgT9ACZDTYlXzSrSoFY0raf19FNe+SAdjp2tlHUW+RfqmdCVUpihRIBBdUyVNjK7VU3aUP33fqzQhM1PVLINoJZvYpaCLIAgSSNuC82+hA7KmnzWoR6nxfcTZj84iDLQZqz89DdhFj7+iM58GGAoFT4nQz2lpkPrpDW8Brkm+R5melHpYtK3sV4AfVUvzKdZi7KIPteKDyNk6C4tSVWY1BorseplpHx7INiFiAIMpRbAupoxwopEvetTleU/QsshOkK6s9+Yd9a9pgcLG0EwbhVUEUZj1nNeu0jAY5JOFpK9xxhzYIIBj6O0JEWVDxbfI+RSAeLR9HUBMltfkcwNqspk9Su9n8ElvWYu1FGQIRv7fJNVhhV0n7qk3qqWNmmj3WHLyLzVrBI/N0yvKgQR01QG48puOdWXT5X1Es1s0Yl6dZqeeqy+TznVLXjqeOdwu9PE52rGm8fz4OQPbsqjrtg25nMyoVVpH6k+DOTij3qeYjLA50MN/5FR74nJtjKm+EjCD8VoFR8KVMkN3plAYe8Msft7ap02vxwO/1z0nmI+d+Yr29WBqwO1Ax/9LanhF7k6cHXg6sBHOqA3AMCHDl4J66ENjZPpfXbhJWThGBHQCH38Kdj0kzVxTOFTDx9zFjQZCpcMmpmopUI4uqAN/ANtvtxIkyBP6aNe+qhgKAuaGWhUPOJmjLrCQWeKMt3ix+0/8f/+8/8S+Bh0Ayb0MVyl88rfhWR0yLVaCPA0ihCkywajLgDLi37WsizEiqXkYDQ5KLHZO6SJjkCOS7TISS/vCAzWHB3g5FhB1kJMiVBhwTUHMnQc6CSq5+F1s15GVcsUiJrRwAnfupn7PbNRTIl70//bFrqQl6aWF2sWMZCQYXaDpGwgg2IbSH4AzW1DlavGNH0V6+Ll0EAWVsdzEFollAHLM6F1YHavUxl8KYuFtYrO6AR287rJg78HEzPM3iNZnPXedH93uk9GaQmzvZrcHcRoWaYw1OfaErl2mRoovvErPdJWHSlJwtJnerDE29sbHVscWoTNehcFBmkMsunZEJWiUfEjyGeUV75498purqwWcRaFBFJUYGtWLkkJ0eJc4gy+b+hIXkqxqiEtR2DZNuwMySK1K3zUDoPX3CbFONVnXg9n+8t3aqEg9ldTmoKoS3PIrVBxKQW2xAJdYAUBH+bRY83OZ8XG2GR3Hdh1U+bAQm7x0faFdLaDqBv8C4PfusNo5u36WpjkgZV4B9TD8H6/s/0GBXeCWRLDMFZ+5WLo4LhO3J8Mrc0uY7KuuFN+oA/3OZz+BfRKZLvbuY7E96mVqcG99b2a9oFJGR17Ni3G7gPfRronbrrvQY+q/R6V3Vcx1vode3lf8aW5OvDdOnA9Od/tjlz1XB34CzqQPzwzRwCAg+JiLl9edb4NnRwMHFT9t394U1/0EQjZemSoIgwcKma/Bi9og2sBGCICvS9Apzy54LPG4xUoYqkHGvFRL4VVNkkWnvwOT7KBfuhf//rBB6D/7/+L//znP8CP+HHjVZX8pb5Ca/YYLq0qhom9Fg5zC+sK6o56kaJye1KilFKzB1cBcpQifoqiA2GZUjl4VsUDogIAh9aOwDMi08Cx7ogSKQd3E11ITArLKMA6RoktoCCWyjyry8ChVy8GjVl0b8y2vC2xqF9kgNhUK8VqMaknSvkQt6BD4+tKrVrQ+jHRn4lw6dgJlYOMg7lnFw+jakVYT3eRbFj4CAKw9sCfzsg7vDRk++PHgJ1jzgcKXkPaBk0WbSBb4z+DPs6nfrRZVn7lmq1RrXH+ydr52JfPhlbfrOIFTQ7tyOgXG64AW2W3njIKCQUK8CqR/4OFa7iIieAZm6pWG7rdjjSe4+KYgoMguOt1HYgLIHOj4nGUU2ctb9CERCD1wDDyF2ZzeJULFr6tg7lPDB6i0Gbyt29KIEPUZUdICF2dQRj5cN0LWBzGKGVrl85A7rYtNa11mjiZO7z6VFNX5NMUocVUvtuYxDxUYebFVKC2EqUKe9JiFle1D91738vUwzPf9Yidf8gwE0MulYitkBqe6FWWCvAnuFpyNXILVsXU1mmVEEF+mKBeYY/qzA2uAezrQym79+Q708VDZrrX1hyVrBWq9MG72aP3+iDX4P+Pse0L7KaAL65V6QXM2fsE/9KocS/5/kFO/9Jl/UF34Cr1O3Xgeh6+0924ark68Nd1QK8mFXxa0hve+lIuKVuy6lIWlrVBk0WPQPElXyQJYfCCvPpZRmwU1sPnJ6H2gqlSbRHaCCh42cXXh30+At0A/atgt9t/4nb7Ebcft5h06ACivZDHek0ra25by1ayw4C0ukGsrLSCYF4g2gyNVreBbC2aUxChswJYSdZ3beLkr9Z4zQXF0cDB9mYb2iZWEBwaZwGCPoJAmveGznkHu05++vDzxseQN/aPYpWrO4iRk+gArhtZFLIdB/5bhxclrZv77LVPNAc5+j1Qjjq75hO0tbGOxjZaPQnS/cBZN4SPIO4Ha29+ODDkA3h0xEcAABAASURBVGGsnGI4zK6JsLaBrbGfTtcJeToOs68eq1m+2TdxQ9dY98KXg/zgN8eitTusGOe9z1W3jxjBPWBrraY0x9HVsuxt0uuxLQXOgAcseBgl7+5mQfS8zlfKPgADQ9qiGmN76YMP5gjixEeJehVYASIOBeJ/QxOehiBFTMSUUgth37U7LOqzaDXZOVKY2yZST8lVMJbQ/8w0BB1aWRBHQFytFjoiZbQpmlL1ND5prwIx64Lx2Pu2j1lR67dTQ3L2hExZaTMFawquAuRYuZQr7tMrgaDqT4kCGpw6PTZQN4OijfHNfghLI8jlmqOdoq22kSavlakix8iVjAQJA+kDw5BREOG9hOZsOF81ihdU8Y40m6hADusTnZx0G8gy6IG0+nDZIiWHH2W5CCygNg8dh3QC67Yp3A6pjsD+DfUETTHxvXSK/ts0/cDQssB6NFl+BY1kiPedZHjlFcA+Hi129VKYYL2Pq+19nLM4RFwDKx4hOT6yf7ltffK/fKprgqsD/+IO3P+6/IsXey3t6sA/2IFr6t6B+gZR/xzPl1sOSrzRrK+khXc7XpY4+Sy8OC3EztDokC+C0S5ck5WnOChDXDgmtlezkX9rqHmdTyh/IhPvPOcqN4qYL4bFL4g/plv80Eeg24/Qh6AfN14Ib9j0+lni4KpFVZKVIDDSGYaR/IqzNhkEq37lNJlAmqLZ49HV8q3LEgcwWtzEodKgj1pT2eTU94vw1ea08ADVxC7fqPtWi+VmkW5hdyQg6cCKrH41HwfkQmJT3FbYuFn4LMTcDO8D7jqzChdouB7Z4IItbyKGbxsQ1oNm1nrWRqJh4KC/zaOPXPPyxkc5fBlYcshf8tgEyUxCaPVhiuTAoyNiHw7q0nuZvrYeeK/pJjPqjRmQ+J1/E7WIClq/Pvz51pcIvneEr76kzli9R4RsVCXyfxslQgEwCZtonoRi2YaKSquzyisZaimrtnPSAaUIhe78HcRgw6uGlijmlL9B5B6TnucyeE6toDbd1QYyi7ddgkAK7aGaSh/QCvriWQqchn6XRQGrQAykOgjmpoBDYZNq2NiD3ZgQr17+YpXOLjHZiPrnRxOPqPyb3jUZRaid4bpKJSUiudhc9E3ydGSTocJUaSdVYXIzxnQDHo+x3mPP5x66b5pR4BwKESAUdpb1fo5Q+G6I7kD+gqp2TOXvycQWk4dgta6SuAT+SAyc7XQTnqYmSqrV6CYNk9siVNIuUwOpR9A0oyz+SCf9Ccg9YaiN+bqkRahuQM/PTfdXAawEt5q1QK1EC9v2jxy8n8VIfwyKbHDnoVDBneF2p5HCrkqGYB76bJz6ad/4Lsw8fnuvlNWWln/l02Y97EwOpXqDl0686Luhxr877gq4OnB1oP42XY34DR24prg6cHVg7IBfIfQnf4PRCK9XqOCF1f9UW++E6CQaxAvQLyg4cyAhGCd1LHIbma9JULsRrZeIyqOtA+/60lQVECnkDAthwKwjX3Ym3gkFJaYfU5Rp4uPPLW7lBi+YsJeY4tFFZoY9Wl1aYONtOEGU7eSi1aX0yYpNieLh1UL0opaOrSAkjBPrahDwMWlCDH65FY/fbgwZVktVJgEzVuMZ50akEfYshGrS5wg/NB4FvE/HXSZAGKA32SupkGOYfGCDl2I8Qh95RA9BiwX0yNhd+6I5Mk+m3vbfvvgQVjFNg1vHpohV/SLXokUFCsv1aq3hksw1oxzeBQQyWsis5x1BFBKIkBLtjAXX2NAlWfQe9n2Qx7F3QV0KiMzC8uyAgpFi0Uo3xVp/NJMNRiVKKRGM0AXVd2nFGCRLbwcEeGHBhK79jQ1TBWAP7wU8GBINk/C6CyTdgcx8BCp1X43ho++ieqVoDqICbkaWkJjyGBgYwYZVeoUdAwXKQdAcUJkddVZUVD8Cqeu3qpKrwKLWIaGWY52RC4pQfvVKuiI0gOKoPgzx2uV84bQO0G+jmfegmU7Jvy5OkmrpD7IE2RMseX0lFcKSZagxshRXJS7qVeepPlKqfNEj2Nueyc4hJ4GFFVlltOq0zCYNJVXVWreW1Zdnq2zbZPLRfvOS7XOOtG8E5x5bi2aabuDpB+mhNkMZgSbBSpCUgqZNflwrTh7VYj5RaoQThNPyFL/sqj2Q3brLuW8KbowsXYwDco920bpnqHmLNngW0+zy951tioteHfgDOvA9S3z5Z+J7ln9VdXXg6sCf3gH/jQbe+Ba9rOvNbrcgPtGgwSA7XHDIMAH5dQCTdDI7B/qzcfeD59hj78KLf+FwMEHDEHlRa/g1iJcnCmBUfRLhCWRoBwAJ6KLn6Yo4vWptPT+OVhkheGwEaz4brfOvnOeoS0gCZuj9V8R2o2L8FO1Sj/4yCcL3fV1v6tLTvDaAfVK3xbUqEcHW+LlSze9bLx6YEAzcf1jmQwluw/UjsKPA42gW6fQkLPmBiEP6zFrdjdFFbqctHxw1PXtb90shvwpK5xwwE0khYDRabBeQnwy5pkvjBqpcaQw/fl580AUpq3C49mrDbeUQPnPogwjg6VvJ5F+oTgBBYrxQgHIU9gnefSyls5Up9LcqNd8mb+qlDryi9k1HtWEH2BT1Sv1CWyvHs1Rk2+Sl11IKZBNtIHkPskmXhcB1Bv5k1FpXKzEMy1ma2YdIv8/4LsChX62r0OMJkE8ROoHpRP9YTdRt9ECWCGGIeyccLWbVtdu0zd20mup+hWoTN1zGJ1DnIfkN2DqjYDTdwFolWaBtaEVDVjZhoEzFGBTP2e7f9o5yN3gQrtsjaC6302YoWaRVLPPcponHCgEafAgKLxC5JUOe2Ft44VeAKeQjrERZc2IMeAs/AiJzHDthyyS3A/s6z974miW9ZhU+JtAPiuU5pzZfkb9GK05QdSZzOMybz4pIdu8nW9OJNpD+D4Sr5KsD37AD+tn4hmVdJV0duDrwV3TAf/rrD3dWy6E2+kkJmWHLglaAvOzsqBjVCJcDOZmHeCaX80OZwcMB+lUUFKR6SJ4kI2ooxiDklyIxs7moOPxKVOQevP0hkaCkGLwYhq+usDQirXOmrtYSrUggH9n0t6JmDmmSA7+kO9zTlz4jheycPkdUfyaSs8rQZOYlCOL4autJq3qYXOKtNXW5UnmqN0FzRP3Rz3zz2tJWgqhga/1KiS7QmAkI9hESW0EVwEEYdXJWRP1VSDI+F9I0F2iKMIctKjJ3wMt8oxY2aK1io/6QUMLZhLxm1hm6pBB9EXDPcOIrv4n0Yg4Xv3FLofnpqRE/Qno8x9ue7v0nbXiUptxnWIaLhDKYUntUgJSbWAx6kS1oLsFWK+nQXYY9tPBGsfdqJoQ+BsH7LQ3qlIt8OGF6ZcQx9vR8FButuq+jfM5z70ejShWMOu2220YR6zK0YsHWvpFc4EazFVqxbd5Gt16n0qT6Tq1HhrFeH5OPnKqu+T68SfZ9Z9nEtNzQtaHo2xgywjKawXQvS7nqGieqDiWVTwem7fwBM/O8zei1clHYYSjfrcuz/zyWV8JetmOaQq63xtuQSKro91L5gekW+beApjT1KZE3voUkU4C61vmEGshYQdHJrpzlJpru9gY6RuYX44B7tIvScjdOB+Vs7KuQXZSsGFE3Lxlw1e5rGWR5zN5b5og5G7JX28BWzUWuDlwd+IUODI/kL2S5Qq8OXB24OvCBDujPdL0IzByAxbcUU2k/TQsvKnrVa9A8RNHxEYTBJxDx6CRA2lAWvYI1uVPcxU9EigrG+SVHvlLBKgvkXUPZmESEFx2/MiHGMN9xOjulm1mjlA8Dqv3QNih1MC2D/A72bvWsiSUFN6ZmGTyYxx88PNegr54ihA+xaOoSrEd8aeDM6K41RZc70w5xXRH9rg6qz2eZl0HeifkACQbmp0dgxrY/egbUU+2VcW0kYeQK0waPw+K9BI/1fDQ7Ad2pdO7zGdY6JmWJjFFzwA+14cwYfCQJBhVNygg6oOddMJp3fP/wgr51w61D7lS8oXtYehWpQn3rMNV9roGqkyqZpuatpJpfIkch2zu4lZRUdYR2XjJipQYmugfZDFXJI6mHWr3UhKIbn2ANqbC5JH+K1YxmxLcMPWnqU9pqxmFgkR6NOfK/J8ITonXkktYA6qGMVf4A93otd8k/XeHl+UaQWhTyqyPX58ykahT2yXjVM/NHtK3Q5DBj9GQmmUe/lV85+fwa3I7C7yaQQiBnUYF4AHbKRRkjQsG1UXA4aaycpN8HPCO7yWpp1q68OIHUjYoX7GXpVni8MsUKIub9V6k1xcqlKzJZO494jasDVwd+qQM8Ub8UfwVfHbg6cHXgYx3gRX02RCz6+/rA3Z/vUrQX3EaH2boKZmlHFHi78NIf/NPCGC6lSzc5CdKYsatcapx+IAX26oylU8SSfMjy2uBmPm75P1hrGmgW4CRcBQoG85IFh8nBwWxw/VRWy20vssErrMqaWVzCT/5pO/ATqKvRi70+/hQ+cEy1f60gwho70LXfgzJZTeYFp7jB9DHlOdTX2hhUmS8xIjVMIv8A5Lx0TwyNgYtJfZmkoJtJsjKvtbFUX+WxZ6kCM2g8HcdPIZJFHwBdOrSOJRw6fFjp1bJjksI8yLQuYKxH+ygheyW+JXEEvxV+FIyaZU9rj1DrGbIrKgYaRmfgH4zywGaTHPxboxVIsDbvEXXGzOxMzkjDJ2LN1qD1uZiRNvqlypow8tKNZ7BsCfXKsAHyMazyWs2F15RBqai4FJzZ74XJJp5Dqyfj11F9Vs4CbrfV4j1Bx/VsSJsyXGfgTwe1ntreZ3jvEl/K/tIaaib73q/neV0OrEm+jmQdU/jW3pgnFTAPxoPSpv3eUs4HqTYm5RVslL8iTE+CV3vnGtPokwyfan5hzk9tz6cWfyW7OnB14Fc78MJPwK9OccVfHbg6cHXg/lWiHTzygwKHDh3sd4cJiVjae32e9WszffjQRwIzeDKUoprbq6HF/kqMj5K0ao4Ox6VG9h/HohRdkmDYa1ZZ2RcdR2LhFD/zj7lm/+Np6QUOP0VZ08LKAC2ImuHwhwG/d6x1KVKSQPw9qLqc/95mjdfDRx/oTwM1Qb1Y+qbMPqz7Dd8RkTZlxreqTKRileYrkmrrVaVKMpecUTDEzb1Hkr4bTDG5KdQlKjL2BllD6xZdoS1u1SS3ZAtkVt9R3seifO+otb037CX/uwJTMVM/Y5PCZWz6I41gcCNIyw/2ztIgFYOTWD+4YiocOlXbr5Ccp/DBg0eARCnrRqk+r9ZTSzKDD0MfSRxQ/VF9eNRclYTSTqoHmNy+KW6mcX/xQzzXZ0g/tO3nVP3tzq1EqFbQYONj5xKqocCXYhz+HiUZ+Mg4Lvu2TeU1hFrOEtRxgLF1ep+0mbe8L/bLvTdr0914PuO6nsItQcoBH1wI4NfGMLlYwSuBmkJgXzEjWLlBPOYbeSsoNjWTV7DKqf1C3KaCMtaJJAhWzR1Xoqw6+xqtuu/A1ZLe3NdPLujVvfLJ017prg5cHbiwil59AAAQAElEQVTvQH3U7w2X5urA1YGrA1/dgZm3PP23bCB+ec8jUr7Q5kEE3oeTtAQHvrEm+eiDhehqI2Z0Gt65xvevlkrpGz+Gza4owvbKBy9F+tEUhE5WQH8BRSl+Quc8XtQSip+ZYBaj0tpLULFXR03dFZ1RUBciWGz67vSDyyZ1FShv8HiRdZBRqAUzaGZd88+f8fPnW4jOrEt6Z/Tap2xzmax6H2JlOR6G5crB9CIdKw9J+Rtg9cIt0K4I75zktrWxXHpLB+lrLFD2Cm3GyRZssAxMYMagTvbZogtBx6OWd2z8Za3WkhWuqVLWUptu5KVrNek5UguluwP23MK9bxD0rLgNWmuDuygUdoJ+bCjzGNmyldzxvsey5yrhxNQ6KREFowC70fLs1IdiqXOZlEMXlO4i9cBWHNDUSncPulup1W+tOipp6dMUc9JtIb23uvDHn4iMKRF8iIpHlwoTNJ+Rb7q4dW5lRkdWwId2/x4tq8fIST1GUKDG6LLhp9h4b2zfS9DKXqvo/pn6yBq1sTVfo+Jfg9uU8wnfCBGFvDReX+VL6T7s1GtmLeaN2Obsl8puc7+/Tdv43ygd1v8b57+mujpwdeD3dOB61n9Pn69Z/t4OXCt/2AFe2jkBgvnQwuudXpQgGVIZHaB0eqpiO5pIFbJVPWyGdYyhVOHsl273f6/DuTLy8F3jRqLaLCuZIHjdQwHrw2pKKNbhdWl9JPaHrmoiJLl6UEphnXrW4ogJKKuAcMxigTrw2hfe9CVUqleftcrnxEu9O7TNfPCZ/eHnv3z8+fnzv/FzfkP+Gdw8ki10oMSkOEG8ds2s0Z6zMagz8BrqwKpb5M/6GdwqbDCrVf6Cg7VOe91eVtxnAlUx1owSBKuGBSCsOnMgBvrtaHcxtaw7mSe4cE9ic/2GVXtZ6xrgGGwS18HjALUCOgwVJkA1UXW7XVI1UJT2i54lPwtqg4AYjW2PpDmCFtDokc8z3RrrR5iJJ31KmILKiaVQfbDLOpFXdwRGATQaFX8Ia2B3FeNJDwNQFlUSPIjwFATOosTsgUJ9t9DDql59QAkVr6kFmMZR9PxZoSdxdID3V7gSKm8SKhGM0+mzOnkEPinF5jrSrQ6rVcWj1+YStDWhWkdZ2Ve5dYJXIz7Zj3U9yNitnXngPJr+4XXpz0tu+FrRO+t5p3uf56NxPcERww/VzYuZqpV9Bsuo8hFJa+Ij+3fX/bmVf/fOXvVdHfhdHbie4i/v9DXB1YGrA/sO6H115kXdVC/rOnAg7/2Cwz3Hisgzhw4cld05+jCYTgqxk+NGP97LRjHtia1XMWbO0fiDmbyPqhmAgnfB5MFO5/QgrQ+dC6t14m6NkH3F2Ia/+fQWXjVBt0apOj4hqvKJy6E5a1R1c+h++YPP/BP+f3z4eQN+wmNTtNxEPwAZyroYZ+Fz/SDmFnmv4OwhBOwDs/jUjvzmZT3NX4tzddw4DaD1S3rqhqRGDICH7rJqkiRqaGsw3W1mO9wju1q9chbdg+S+BtfKIQymAGsAbW0oh2HDRvYtrhpZBaGbT8sWerSwH8bnPl1f6csrPpntdUxOhv0bpUbL/g1bVLnFe8SC7pUf1NTJ2+2G6rANyXy3JA2rxwnagdRBkxd+qxZqdq+b4wHFu2rFCao4kGnz+Ue1CQYH2PzNnOCCXVlMO0p1F0dmNHkN9DspXqxjHjo+uQ70g07SY9jV0nNkFFMk86n4SVabjZg1e54YkbU1i6RnMD1z+AX7cW5pBS0xfN78pthRVsOwkmfddED97pBmUH8+qxoEY2bmvE3bhwnV6MFurGKP7Uyw0avxu5L9ar5rnVddVwe+cwe+d23XU/69789V3dWBf3cHeGNfDDog6VVWoCUXIV5pIQeHEXk5QjYBbhrSiRrkZGZF2x+86r3xQxichle2bRL5DDBNqrdBc114CVzC6/NKyMZo1juql1ymb662D2uz/FGk0mrspLor/5gs1J8eM/eog//2z+yPP/7XwKjbNrtqAWZOkBogSPPK7eOG49vqlEHgplrcLBQaTSm+w7DwrvtNjOsBaQjatPBqbCViQ4gWixgStQBRrUM3rvSzg6To175/1bBxQnj95tcE7yV1VSYzy4BhYWB45RInKhDfQHID6cSLKod4ATJjUSbozL3XhwqBrMvmgK5+NZC1gXSN/yA9SOG/7AIqmxqCZx+gTg1xOWOBCCBtLDACyNHYeR+5dF3e4kIlpe+V4OLug8dBE3eieiqVfnYelCOXXI6cBKnpuBTmL4hA/jTCID4bu4qquyrfHbalav9K2Ft1I/hNe02ghiO39dCMdDqoNQ0HuJfsyQ4cjlV77718H/Xc4z4m9BSgZpHgzeh1x+b+b3ya8LGpHX0ws/UPEfNNtykmNilsunYmReEP5Vbgl8FaUZbbMGtpc94as6WKnOvdGrdfZtj6fj/pcZVnVh7BL1rK2YxfNN2vpr3irw584w5cT9M3vjlXaVcH/u0d0MtRrhGOtyOwRc4PpsGLvP61BExwXVWZJLLJL+moKylUvPmx0wnHkykKkLzOcBRRdUky1+QX7KmeLqY0JVZugSXy+yOJhYdIh1u87aN1J2N8V11qn+OxC7x3Pw9oHqqfNzl/3Bnoz5+zP/7MXhOvtv4bQaKCFgxtC4GdqV7pYLejKQffjUOzb5TprPmlVp8W50+9dHvY3Ju98QvkVjZt49VfkoD6pPB8kmEso4fNAU9fk6+Y4hkpmAH5pub+s0HpBBZ2iJvOWJWEr8Lnci6hIhPSNxp0AvFw2EeIfiQRJsJESFBDYXXPg2eWbomEkXrCD0cpMIzqPZC9ci8PriM7uo386GMeY++tKpOSYiHan02DOIym3dPB5YBlptAy0yQpucRVNmkFNZoeWzz7b/Et3B9/rHZfs56F56r5Ol0T9jTd0eKl4eJK6H8BfjR7HF5T3G41CsK499ooWQP1C7OYgL33/yXNZrInmcpDe+6Ihy4745OIU/PjOnaT/IJ4WsCQM/s3Yr4C+c/PqHhw7vevZe7bS06jUKT4amhVtHlyFZZuYH5cJwAuVzKYM3LE8jqDIXB0OVGPLud8zr3a9/Jq+Rzuhfztg+27JvylJrxrpsv56sDf0oHrqfpb7vS1zqsD364DvCzowMeBF8I7O292jE2ZTeZQ4kOe6MZhJ1T/z3ov1A+k/wl2vtr1yaicl1QfN7JuDkpzBTnNaA0sbF7goKF12kcej2HGzx5eD4ih9Xte8TI2Kv4RFK0Ch0rgXhqaK2GOmfpn//d+3uD1r30tlcomHmCdNAU9hbFW8ZpIOUQNVajEqlN04OS0DmAO0abY+eqeTbpnXvNn7QZN+CrQF/aAekDr6AkyjMqcqRkWkyTyiaDT/XUIqjZUvkBL4RwdPmegmCw0r0bVE0GTRd0FMRmbnPGXINbCSusyECrHYp9O1+NojiOhGYcFfhaQb6ZXC8+H/uaPIMQr+37p0nUoUUoJUBT+B+MRL1/l1LMU2UqUSS4l2mFw1m8VoBoF8aGr3EVtNUgMOVUi1tvF5RhZFVaKHXXItBWsoa4vdJhGUrc0p4DLaLNotGpLKeE5PR/7sGATLwo7DqkfybLtfaRLmONNpQuxGHYLa0ic9jOsQgRn9l/Wk2BXtepEezSOTNLtz8sscQ2Xg1fbVLub0NQb2mpqdGP8RYGcDCdp1EJDN56PiNvEfpDqBi96Cl7gqTW8wdI8JfktOOcSFuSUN9XCulJ6HU+vu36J57MO30/6myv+zdPdr/fSXB34d3bgerT+nff1WtXVgW/egeG1gzfamUPcWcF5eHr8YutsPrTIT3CWTXrZG0gGCrAb/nEswmn0u51E+XlCGGrn/ZsDvviEGR2Dc+mCHvgJUNuiNdaPJKEg3A8HB1y5yqa+SBRvII9pQ1pG43c0q94p3yXO1L/CTxbV10b9iGRb8IFYEJ/+cCgZ9GnCF85LRjRroemr5mWiJF630cthv9VRNQJuC+ucuaHi1b+sY0YLhw84eTGHkJtu8oeLiWMGd3YKS1Gvmial3hb8UgMmoGOYLxl9YrJTEQvO9cKj6cOl7HRNVIwcRTtIsYI6p7x+FECM1bjh2voLvSq2JDab6E6R6sf4PkjfOoJZ9OEx+qVdzpPAA5y/YRhokaIFSHfDeTA2SsqND6awzkzcXVJnrDg1GtqLktxgDFXz6SqEUil6YbfKTrEipBAxSCWogliBxRHVmEKxZdQ/4f0bO/io2kEcWFkElGst9UO1L9g2TblSbB8dqilnekeGdwe8mpubZNdGLXwAfVmBp7XcumXiN4z51Vg4qZFE3g0fjXt1ovMuaw3h6lfu1ay/z++8/kc1fHVXmftjhRH4ynhev38jXkl1+Vwd+Bd34PmT8i9e/LW0qwNXB35zB4ZfHP0hnC/svA3wYYQxFFPWo0MJH0h00NMBRdSKwVtyO4iICkbzyDNbF0lt3nnNVaRTVD84oWuOsG2MeaSTrGPIrGQsrv/3KChYupkFui4jRTwGHxqr70wOeQ/tk/gQamj1GRcw8tV8QFgCWlYE4/pNJS/50UdWLZrPFzNrm23XrCgZmBmSI6Yuoxp5xO1If91P3fUqbVwULlBLZjmq39AFkFw23v+AoOKYdqYvAWRfpASoVTJmj1l2QALWyikKkEKGAbw2UB46YHhKBjNBkrJrPl9JBHLfyB+BkTLMVw1qZ9xnbxM32j2GTngfIVfqRcFr07l37DX9bSk9Hwbue08zMutyR23y2Mq+d2n5IC5xn44OMKLVpw0b77nI+dC92UUFzXnl1WZBs5xRl2mjniIqptbcRVKu+STdgzwFq6WUEqWUCIbRK0XEg+sg/k7FHvE6TOFcErT1v9MH8wym4uLLqrmbcDWt3Nbptho+n9PSPpJ1UyIC47U0cmzwWsTey9FCtTFi/RVl7zjI/BIM0hE7hf/W3fiDd+T2qs5FPXCW/QwIkwlyP+7u16nnfeyXa3bFPSntifnLq70muDpwdeDXO3A9x7/ewyvD1YGrAx/qAC8dPhBz6ICGDnb1CFz0y6R3b4FexHmZ92GPgwnHkxB//z5PHtnxlU/CtjBmrAoS+wMPVPmrNol0yamM5KJWhuQkQgLpk4qTkw6pP5e3mH++xfz2Fm/zWywcSmQj2qNFWGC6Pg8GBkvTIliPOK3JjiAOVVOFgAaxaNehsFXacXLuM1XbVk5JfjLz6k0xWk+CkqPwQqAMe3HfZupMHzjuJZjz+mxP+Wxe8pmEV3ar71Gd26T05c3kXH1VR5VgGTmPGNSVwP3C0Nr2cJqOBW1sdd3Ez9z3WbWbVj2+M3LQM9jI4s2BCAK3sUrMwYiphHsnvkQggHLIV5BS4iLih0mMwNFivgj2FTyYRmuwucaI0Bf1poGaYx4/mSE8SzwXPBP6DYALtdH3nMXqkQghgZwHwBwjOHCwP2QVeOJQShonZ5/wmkK3XPdVdVEqJYrDtB9SC/b6p3LOqSk149FaNufhazIfYgAAEABJREFUdFqz7mU1V4XKQ/RZTbLvQbFAbQdcsD1LqMYihBSPrvLIuNr2pcui8gWh/aPGS/kqPJh3XMur6b7Ozyv8pfStd43+UjKCVZEA9vnQhhQ898Tj5aybXfVZ66KA43EywYn6OMelvTpwdeDqwDfowPW79Q1uwlXCv7ID16Je6IBe8/rfHtExSYeKTVzx0cEHHB1MBh8f/kbfMXbkRx/x3VYihjf8ro7wS6V/HDlwW0C3DlUdOmsYut5qEIeQhY8/P/XxB9BHIK+R2uW7nyeiROwnwYk0oUNuOA4FXh6qGVBplo3SPst3LmgAq4xC3wC8Hiz3Y2sZJR2+g9Ps/PNniFdN23jWK4UM+OlDl/yCj0JSj6C8guhrPfgYUYJuSD+55vCVazCr9ZkZdSjq3ghT5DqmSt9PtK4dNPEwGTONdvoxDwdRxLDYGZLIH6LhntkmKUFnJbKmYFwlk0IXaVYMl3u+64t98WGzKB9BCAzprYDXoJasgTIrvytHXi8CCZR/742O0Uuwuf7VsOyV8ArBvV5rYF0IqlEeC3tN9t3tdsot2vVoa3wuDeFl4PeBE/0NHrJJC6xGukCJwtSuQiHVhL5zLzAKbLB1f1BSOroePU+DmOwxVrlY/NuqKeHfPwrPMFCKQyckM6AJiEGOzZX+G9U7Be0Nh9R1mP8oGsuhcEZm6kyKx/glp+PQA21f153t5CaNte9ibHpXea84v6fh7EcelO3f2nlljt1Cfrd4WOKohGdd4V84+Lv6Wo+ObHfO/7ji9g9W8Gd06B9s0DX11YFP6MD1nH1CE49TXNqrA1cH1g4c/NTofYhDHV8W8kBUD3VrzJbzq66QD1Ni0l6SvBsrbtJhRAyHzf3Hg55QdTLd1BT1JS9ljBqs4+f8Fv/lw8//3n7Gf//3v/jv//23/r9l4dBioZ4OKq2g50F3PxZVNqiLKjaEcYl2qS2Nf40Wv6oG19Q5C6DwbQFDZ4AGsMagGiTbxVcmv200Qa7mYaBaY6hWLVQQw7WXZZJOB2rFIPu7BlQf0SD3I6eJ+awBykdUJXDPRlZ873Wm33p2Lxh/sKBv6tlM7+yJ3hQ0s+fn2j2rjWK8G7biat3ER4agL5v7FbpqIL2onJRAAdpoUepEcb5E0edwLdQbvraZrALJPAKqw6HHRNCMmnXlx1qatlJNq75oEno2Qzv4g+rCvZ55XFlsDemrlMrQNXiMPKKGfEQ/APfZUtPwuGYthSXkLOmQ/AbfFzNqFFa45y1EfGmC6erduLQL03VG1BvtehxjpTnaC529BxwvJED74VE//kSlY0+iN+Qs+1qbPLaSNBVGgxcG0mDv5BwI1fWQlAhG+Kp1mv+DkFY47/o5tqUv5VDZrS8x2xRb6aUEp067XDvxNKwZ3uvf4t5L1ewhRr9gN+SpPluvlNH3W995LapREv7usVvX50//5RN8fslXxqsDv9SBPyP4H/zV+TMadFV5deDqwNd0YObIYeCFfeYl9ujMsb4wqYbFXvITSBOvvrhvE4XjFDvoBzbOrikKr3tTgBJC1xw+oP78GW/68GP4b/zf//4b//vfz1g4YckuzyIk8McKrWKhC1I0SJ0lpgnmSwhfKjkZY5cR9gkuxUKG4Wma7HxNOKKDAzUHlYno9c1gVOPEV/aO9EXeWVYFH3geuakSf+wQ46hcm+qx2Neckv+mFPto3820CpOIIe4xPFrY48i0Zjw7AlE8datoakPhIa2ZhlAwkBLD1EHBDN2HqoCU8GFaephHPdxni3YptvF1B2kO71FqVe3mu48YBQnEb4GQVYELY5XhKBN8POxrVO1O1iqnEsvcVehMD9+g+lcqZ74KLsiOUhPqg0G3rUqEwXpoKjpe9EsiZ0HXfozRFKUU7ksJSESUUD9DcxgQpUujBLQmpiqhQ2PSXLHyia20Eml6AgSFQnLQ9EJf5QpJ3R1uFvrN4EeMksVElFIMcLG/NvPYWIxXVD3aM96maQ7V3MRG927R92bzSJoVJi+sOJYLy1EcZmLeiBK69LuwsGdmYNGe4QexbRvZVzgpanV4F6eaHNAZSyeIFTH4uT2xx10nWA6+BDEybl9/wa7RCkgq96i9iQ9cyiLooUoo6IrnzLRJ8Nzfe/zQra3x0Pilyr4EMTemEl0J3Aujxrzg+b1dvnwd+wnU8O/dkrjKuzrwB3Rg/2T9ASVfJV4duDrwr+wAL+hn6+K9PWah7lBfeCvp6ncz9y+RnH0yy8akt1wU+sUEJr+Sw+Apy8yp4u3tLf/mz3/5+PN/fPz5v/+Lt7ef8dPrUqGCjCGMw5axkXPA5Ys9TJ1K7+qwqQDnSI35WqwyWzYapZHHqOkFsPuR6sSrjcpUlICTBlJAVvMJl1myzuTXOiTb4oPaQQI72KMal+EMQB5GNWyIvVQg9yLUuNClZKIC8RPl20mKTwTlbOmSV8sMTc3Mnd0z+zVR6t1BiX5JV9h7E/d9mugRNHwRYLqie41sxED8r1+QBzbvJyXPFDuCbe9FyuMYGK+XjziV5kQ2gmSH2BatEhiqZsiCEFPniZ5/xjy/xfxGzrcl9Huw6Deh9a7SRbvF+lRki0qmBKcWRn4ihlVrUUghAvEd7hRYpAM80VqwSohE0bdjrJfr7KLmF3TFY4bpNg6ah33vfvTJqMUNhHbn7PuokSm14hJKKc5SEGHhxSFsxqhb+bYKz8H8+Vu52jPFfsbUJn5kSw92Q2M61Z42aDcxOds5ZnrSPhjq42H4nmeFuPTYPXNUway8e8cHsmo5N+9n2MsZqRpvZsUB9NMiKCMSI0Z9lMziGS7XTLGuoe2+a9oz6gROdeghs2BjRMGQaqgOcSuheNc4ij7u8f7/OP9+muzpvf7jGhbMaPF3dCz+kd9dIIoxFvHfNU4W13vUmX/Xsq/VXB34Bh24nq5vcBOuEq4O/M0d8CuA3tZfacIiJ6NohytLOgDJ9AF4/CPo7MO79cTLcPHBVC+fAhlnDqc/f77Ff/n48z8BH3/+97//xU8+AHEKodbIS+/iBhAjzyPMQf0LH4p0qJWucOQKQH8LpnDQnziFlSCNXHHAHYnRGfg+5NmFZA5UaTjGvieDaZVXbjCvbG+m+hT0SiYpi5gOLKPzrzOvRtW5NO3rySOLfW/QyQRuk1CCsZDc2xSNohtYJJUijcCiS5Pkrk4ltO/EmyJHu0pjGt31jCSKsxXelA3MJxW2KVjPYa1zFm+H7mjpVaQ0AtIPIdIIpGI+kR2oPp1zBeGVR6/tp/6WHR+BlsN9XxOx5IVnxJJ5cTAQYYMQsgc8gwhha4xKx8lZPEE8njytaVTdmYn18QFCvOBhFjkIMsUdLqX0/KNRIepmo8EqZJ/wnoiZJIxwejZWrQDxvXfkCHJElPAlHpYRVonpoAoapFlY5nh03RWou/8gQIsVHLgoVT4PLccSs35TuQf6aKgtk/tmrTPTSE7uU/AUp2lcutGpSxqmW1Ltf22oVaocNfN8Mrjl8AyYaktSfJPg1RiIp6UXfh5TQLsOq1Zxx5GklbSzPBTPkpKuxQ1sU5n698frCkpuieaYSkQBrW0hAyN2V4vYqX9NrEkr6bk20yMwIowWFV/9UDCq0PWZK3G3fRmjAqYsrc0hVeMrbSpRQVX/GvESjZ7m8b4+8hqKOc+k37Gj4FWXe+e2Ki7u6sBf2IHhcfoLV38t+erA1YF/rgP6E1zwagW8S9m10Sbozd78gMrAf4TdxK8T+sXBthITL6Hha+Fb1MLHnv/F//733/i//wP++7/4Pz4Evf3vzTY87Jlo/7OLlRfzGViA1pJSSugD0MRhADbCiFq83qQzB7YwxPnlOl10aGbBkXObt9ukABhWNWphhyYyqx/FFEm1TszkuWO49DdwJFL/Wd2PJlJoLkXcAWjOA/UTFVGDx1ZaDegZqzxwY83mZw4tEX6RlWwm/dcUJfeQFKyJrgXtY5RYLxlXKehn7oni2Cnkm3yUKdo101tPqbmbck+rzcQoHWZV7uCU34/JoPgGygfMyFhIJyyA9aiTU762TECDdUaIsYPR7DUt9HSJhVw+zPtZiCiVxoNLO87mzkQozKIR8t4BuQDhPsfhVewAgplcN3WzJEqkYkL6JPJBfjRqHYcup+EEeY6F3tRIfHv7KKdqB+LdtsrUa6FSlhJastKEBDOR18APbNoalsEAYjS1eiKeikWAo+KaLotJHOwg3MfRDNYRc2NNE5RhFWjR7ymTLgI+BmnPqFURKgpgiE9d1GutTgpNQ7jYBCmSew0P9fSAJzmOQvr9rEkyBffc8rZmqw5Qes30MqMPurqN2heyl/FOVWLEOvZyVXcyxQ1+9Wr1oBzGzBNkSxY+WCpLAt3yKrGuxv0+Oo0FtGmpyyzFaw3mrTOKmNqCcJCxErHVQ+wnwXHGphVdlzAU0maXg/hGxQt0A0Vfhtn3p+Gne2+fdz8/9lat6Bxv/K9m3TywOF7j6sDVgbsOHDxSdz6X4urA1YGrA1/SAf3BrVOLXoeO/syWfuElsE0u2Xxl1hf3qrDxM1AhSeGYUCJ8qENkbGp08SjH4TKEAA4f0Wsv9tIPbgMrQJxLaMEC8GqUAtrCtCVKSQoT46XUc889Wh7xmln2RsX/KtRcJiDeJIv6BfWHiphiQs6X5LKZjA5t5M8UqISZmU/MexJ3/87UaGRGFcgdhiY36i3RhVzhRldt2Y8U6BAMyT2MSF7QtdF0UFRTlCh8FFR/aW6UMkWox9giSqzXcr9DNsUgaEOL+NV8MV7jjziqZbrRMlkmCUrtyVmbk0wzuY/gJ3o2e6xAIMNpQvkB0xIT64rNmpiBZ2Tmwc/D/MJHHCAeXXkf7GHWyOKvoDULPWdMmzqVGQ9qpVQEeN0NESQNQkSewt6v3M3TUgzJUamLUQqdjIfXrHsFqIuzarR3AQM5AhKlCKPWgLUIlShQvGiDwVRVuUdSmJIYj7wVL6KWb4obKSZWepuEEciwsCatR3vwzfeh+WPUuC8wtPz0yl4ap0IRQcqkL+Osxe5jHitWtDENIavHMZdxI977lSijKjejNRllFpRSYsT9cE23rpXYoCs3zD4TMqO5KLbxd3TwS5vvQrLc4+grmpDa6h5mjI9ev5L1Yey4xtO/lXdW9e3M8EBfqxERnHoORrEC+3bG0q+icfn3uXbWnbj3n/cP5RP/ffwlXx34WzvwuU/139rFa91XB64OfKADw5/UZpfgPT3zWBY7vvxJDr2jm1nfZYlDc+/ZXg4xvmsUv2IWHT455ehHUpAz87rBxDOH3LlXEvYPXSUimqT4GK8yCvCSVbWABWvxHI4lZYoSqmEiTykF/3HYa1Sc8j3SjNGpb+hlilIeOKwmmsIIfYiYKHiaIiZqnaYpCtRQpsAUr1ws/dztdLlliCnMG0+no6K4u1AyUi1GEEboGoWtQy0SWKxMJaMKXtrj4mlThBDpRRDwX8dEDzF1hXj1VjETtdkuH4G9irGRpjUD0io5xQ8AABAASURBVL6CtDHrHgNySQBrAMG+tp8mM3OMJuwNmkfLqz2Uzwcabup8Bq4BH2jL4ZwIWuePH6wSBQMNWamPVDA87zyD+QEo/BQed1hhWwuRUr4fhtYeBdOO4JYMpiVUqz5UqULKdZ3NoTRmT88M6BnpDeP5UkqMToz15o2kAqyFngz6urGo2Fbttn0bN7vYbtRtmrn4KSy0RFyJvIY61JxUDpj7PUhi96VJ1+DOpvTaLKLM7G1FaYv2tNYEH6JK0EoSP8BdzsHmtIN8xspPZdh+E5ZGVCf9BsiPJsMc+jsyLRTKsLYjrasLjdEiG7+j/A5oSsHW0jJjeQO2xp3UfHdqRK353IpDHzTl2TTd95jRPJqvWcloVvpfTO08ryD9ch35qYbQ/jMceUhXhAbIqFWRq0i8asV53Xt3Gd4DjjeqUdODatMvcXUX0VYWpUiGuBegBb3g+tRlmFW/JxKf7F+5tLTq4wp3q2tuF7068K/twLXr/7W39lrYP9SBa9oXO+A/jPmDW6+s4tu7+czJQrqeBmGjQ2Z08/uYFyN5M5g4xORr0cQUgvChzgcLNBqUD+FlrgCKMZSYkGE5q6OPCMTYXplP1SiH3uV1UNE6g/XLt+CiPKWU0P+kE/hQqUAJLwKpXvS8d2uxjd57pEa9EkSAWbwO8TEVaj+P1Nqzn94BbemZ8EVMe+49z6e89z3TOIdRRCXHrqpdlqTGRtIdQUtGnzB3XCJoGyBN80GHT8Ni5UNTUeFXABQFelzjXNvLhqHZs/aWqDac6cyeBqRPT01xB0wRgjvDgYK0qWUOZc4PQD+ZR4AGh9QlL2c4kQQmYsCvPUCoQ54z1bIe44UzPTyjOtyTZms/MDuPspPvRBwYW3XLKa2NQnkvpOqtZB/4eaVW63dIUVaJEVh4HXnvj3G0jNG3gviXs1Hr1ndc5GgZJxz1K++6VnHH3U20syO+q3D868iwxFUFYY+APzz26R4kWl2TS/wg4JnpWav4qNNSvDbXPmGLEhW0bGd0H3/mV/WHKd/8eOhTwGzuPudGg8CoCSP3dqmJK+nG38GMxZzMd1jWC3HbdOcBh/m3wU8kMjCymUeuMh7pa/83pnPf0c2rWdFo2vD88bCRJTybQWm1l0S1rxQT3lvJXfjqwNWB+w48e67uIy7Nkw5c5qsDVwcedUB/SPtf1uZPavM+ZwhVEOHApH/CD8lU1ontjIQKpdJPJkrLL2R718zsC68VvGrwlqJDrF8y8NHHjh+3W/znP/8P+E/Cj/8XBV0pJUPBXi+0DyuEyMsBdbPmUBygeEhYDl+LGoO/hadIwdMQ/TTgzmG600hB3mrQ3wIKPvbo4D6Z6jBcYpJdgGuIxnBp2Yh0M9ZzzO7+Vh/c3GpTkFIVViQa0FCPgktUALsZ6bhRHQlyE3SbBEFX7JixPpnYF61Qm4yaRg4VaAwjskEiBQNA72CGga5LrZBCWImC7xTwQACdZ86ZhqoUgWZXj2ftGRTatwn0Gjn4UBNQwsKXmQm2AezhaPZGcXIsMyqfeHLPemIsw80/MepDkACHqs/5kUnRRvanSaJzaMv7GSGvqMBKmYEyAOxmsNqN/BlCzgfWAJST28KK4ShW9SVIDt0BGIZ9jRA0xAvEvwbNe+LeO6JIU2FCo0L00IlHfD7U39m1u1cgxlqzEyi/mRVVpyJqrXxKlFIiGMHl3wfo3dje8lC5dz4Him3YVtosl/3FbXAGl1fMvoboX3P3XnwtCq9NBcifMDZL9EpqUuYabEhV/wIZ4o69M1tiebQ/sMN7ROECWUaQ/wijbeXXyJVbrZ5gEGO3Czemtsm2yu8hqRG9ksOVduvXMZpX8OoMrehGz+Pek7VnaUGmmkPQre9kSMLYBLFNGRvVKOzd49UfnTHJxV8dOOzAn6X8lSfvz1rpVe3VgasD36wD+qNYBw4o77Tgw/c8f+zYVV6Qfb4Qgo/PfAkk+US+wovBxCEg4DVcX3BxqMgDdNPoY8cUP378B/gRP/4j+H9x+wEttwjyhBIEV1sn7Dg4r0dwqCU17744MWwvQSQIHOOFnTFqznmFT+fmZrlzkUIgh0onrwUFMgMmQh+/xKSMxwRIYd/USlw5SQ1aD5tcaTu1VfGOFDQNKgsZBrNhb5UMht/KenVGR9PW6rzHwt3qXpSffLvLSiJIbWKc6DU3gAEvpYhAPDtJxHuK0KR63pZo+3ee9U/jpcMTB9xgjkZBKYCcjD5ttysvGbWvOcDNAvEdZiqUHYDT4CEgGrkmU4fa/sKAmX5g1gcubxFE65+gF92eZIn9U9gVxZYSean4WasFmJn16iNQIKV9wArpv2GDfsfKzSoYRoRjxAmCq1HYcaiUUYY/ULEfItuPPahXJFwv9eewqs3SqJVHqDvA1P1tN08OYlg+Qkc27vnoeuSS9nNL2l/H20ys45XQbdArEb/mo7I2c0rRoKWW3Pgn9LZJtjrv+r8aXuVO8p6G7ybciZswpRZY2RlLvwUd1dbLUO8Lz1ZzEhXwUH2ouNuHojTjYeCp4dB7q6SUvsyt5XOl3zLJJ5V8pbk68Ad14Hq0/qCbdZV6deDf1AG/ewhx4Jh5RdI/yZ85dCwCvR8J4DX6uq3rUmfyNauLyUiZ3PvxGGt+2h7Qh4z5I1pC//vBC/TtdovbjxLiC4efCRjcT1m1YjW6Cz6DrUteudXvGVeeOezsU2ih4KqHmwCUk6nN1SZShMK2MsXEWuUdopNkmaVJP0mG7WJRsV6+gkm98CECBUMSpI7t6ls+qNJXn+AuRDQF1AMUv/ui9r4O5kYE9zFW1PnG0LvuaGYXbB29LUG/AT4GTMT4HnjtJdyGuL+Uaf34M8eGtzs600dIhQoe+Yw2ZmXoEWdCiOZAoedeIA1iVOq2ITOkAcZc8sq9srBflv4VaLs7thG/QaIdjM1EWsdMfa6RdcJu7Clwr5KpeC9X9Y6cerEXvAXwb/WwUyJuKB4O+sdQs+lu6DdXYtYMx3gYvjMWyaBCEQxJ0eo6EKxKv8RWNKSN0PgHdGKCaReeZYMZWlNsHowS/5prWIp6LtBSd+04XO6xz17LTXgLbQ8AXpt7l00qLNjlt49vzngwLLUACy+gFrdxPZtn4/TbhJcmOlzHS5Hvd9rPNcoj//7M3yfiD9wC36d5VyV/cweuR+dvvvvX2q8O/GMdyLfJehTkjVFv6OMbycKLJCD1h2osev/9UGQocjdv/lCWCNk4ZTBivGyXWYcQgd7A5cTBfPTb8HdzOAG9iDyrcGhsB0gfIsdgXBmj5pR3bc0qQdDkQyqHhMQRWopdrTDqopkNkn2jeCywTm52+oiH004QqxaJ1o5g0ShCwEgLd6bQ+TAEfd9WsZXim14+xFJbr7YzKDXUGGiqS67ZNwcNh3+xcCGIinFn5JO2fvB541vMW+j/kcvnMCO7gbZDOZtm5KXby9J1yCKqqMIFiHUu1UIRDJ5zNoBlaADVE2eGBaO0EL/whOiZWND4I4U2Cq6/f5Rgq0VwJ4L+l1JC18zHqVCN1DpT4AIv2UQOAyhCMKjeya7RyQnT/KLdRCrYyiHcj+y79Iu6WctsDV16ySyj8/I+BKZ2C0AlSkxAUEdkk2KK3TUqRr655W1H4s8L8H0CKSs43siK/N2IaNTK96Ja933YOs9g+3X24QO1pu9tQdXu1NqbgjYQC1QA0X0QIbBX3phGsQ8s0tEgQVOzt9kwGmgGPVKObba3KtqTWFM5wjDEvQY1T3PeiU39++mDRaw1ihO0+yL+E0ttNTR6lFo2+r83Sb3Xfb38BbPevr7qa4arA/+GDnzyr8+/oSXXGq4OXB34PR3gD39G8DKycGBa9KauU4boUICOIIv0Auv7K6+l9m6bwjnWVOfWe0ubZeJVWkOg9/P80UzcoxAZMXFgMFDUZOgeZlrOw1omu4DwYq394KjecPRCW1+2g8y8QBYguCqBOxlFpce7LmqZABYUPVgyMyuPWTHAtNdNKOvg1lbuiKxdWLnmp9WKF723ymIY5nKd6gk6hs3fBr1SEMv0ZxrTWjl85eq9rwrytfsz1T13m9ipWn/BSDMQ13snuSWC6r4IlHT9AJC5FY0LEcIcoK3WfVj0qKbyDBPMCM1tuvPz+tAlFZbABDzzYPKjg3FNKhCeCnACm4fyLAT++huDropnxQ5CBSSoexLptwxPGdup9JuVoDUtKhcHVRyu7igmXrkcaNTvkcLUb1FZShN0I6QE/DfEbjAHw61WfymPSu0higgvDqK+G8QfgCb2yiJKKTEBMCG1oJUU9dJ0lV0JTlOADKt64yuzFAK7SGEm/Ded+pqp3nsD6rpF068kAa8cwiePoa4nmZ964tCXq1wIDLjEMLtR11XJzpjiWWhaO37q9tCBwpWpErF6glsIT0aqPogfLU8pN9NK8SWg1Yywn2Tdd3vLkaxMR/p36+4SSSF4kulLmnY/b/2k+6SYy3x14OrAV3XgSx71ryr2ynt14OrAH96B4T1ALwB6AZTKwMu6jhp6XZr56BHtpV0Kll1J+EQR61WkKKv8q5x/FA/yFR9KsHLAYIQPVGIiYuZAOlP/z59vYVjyb1hIH14HTgydiSAMrbitaIoyacISNR35Zg6MdONtjjfyIpBmcQVR8GXEuy4FTO+KWJ0Vl/HiIqvAnBKMx2wc1A6DMOtUCYvGOBGGZIxpm75BmI+hT125da9+IszNiCjhy6RUqViVzbRTyl+ND/Kfze5l0R/RWU1osVKoD6ZNeZaFozJ7obBp9B/ZndhD5uUuIFxkEoKPSGZm3qDBs0F7UGCHLUr3rc7SpjhrEtWASlL3CJOHWsCuJOjDrLUjhfQC8S3FJM8UcMWTuhmpGXEZhZWnV1F3SNxdLVGjdw4o7vOOmpGfKXBW/Ty7+RFo4REmNyNaDa4n+jXGszj0dk4WaR3Vs5JVL64pC7MUKbjr4w0ZeZnV0xWoMiiUkXPL4xCaudHq5BlBhdlD+7Fg0JQC6RDbsKoJpuxn0yN0O1KmzqYp1v+hrsm1Mvcf1X6otK5rQqM2bAQ0NSncVwxlb6D84kWPQSvDov6z1+AORstQ6E3k1VQpVXyorLYkmk2Q0mdhMuolQM847H1WlIyQ/d6409Q1VLIzfqmoEgVHk6icabfvj/y+XMdv0dkcZ7Wf+X8v/fS9yrmquTrwB3Xgenr+oJt1lXp14F/RAb306a1DLyWiesHTS6xeZrVADk0iUqdKGLB+ydcp3s1LKVFKsWtEo/G+651hOkznj6aOG1FfrGedV2NhPTMfft7efsabPgTx8WZhXV7iWVVKJsDOeYlVFLjwAUwHyLf5LRbyLuSxAST3iXVPeEeFjIrjS8YpTcUVVyHOrrVieRpAjBrQ7ElnjqjJybyAZm7dQk/QUjuCFoSM6XTgj03RkDoGiVRVeUfWuuSvxcoltYklvwaaRtC9JQi6YsfcTdAU7A9tluretFUM9cRp1R8pub8zfRT7EIZESq8PKGEyAAAQAElEQVSPkN4LE+tGMUELe2ICAj5icrrEZo08rQoQI/pkbrvZz+GvoYlZDbjDgoeRyWY1AtBeN496rr2YVRPyEASLQrdZNlF+ExYgJGPtg+cj+ZIEbG5FaD4wFC9o85kHab67NZJfa6E+10i9DJTDIDR0r+JuBamoASb4Mqp31DtLYB8lVEaUWgiEXRh2hO9uYpDppLh467/HiCj1IduTe1J0jcLux8ZUhRIl6ogQY4gXLwrbeVLSRmMPo406DtfZXPZJmr405pxOrf7p3OfQ8l7/oyRDjoE98gweo1WvddUA/wyslpe4GvqSr/v+mqf/DNCtmPmzcVPvUbwccTI5sr9n4sP4T1RSJGOT8F093EQ+F/ZzPY9Ij21clSpJjwtfHbg68Ld04Ct/o/6WHl7rvDqgDlzwcgfm0JlD7jrk5ceNhSMVwIFJ+oDmeSKxdUZ6s432Sh6+UmU2tpadFO+68hy1Sb6Nr7+e+f40x8zHGv3tH1G94C7Is/4mUzo4ViECCxVJ1t/gKHpTL20+esHB8Y0X5TdOaDO8D5GKsQ9+UMVKtYFDJR5VXwmK94w1auXGM4cWSQ9IOfO1wMAdnQFUhwO3Y/2hdqtUDYKmFS/QmUDfHPY33rbmfEQpn7G1WGG01T+SPJFReokVpDRg5RWoh3Mec9jqM/3KvqRtCNix3H8vUpRjPnNMlle3qbNwjC7+EjOzz5XgWX3jhCu/csqxA6cEqQEG2WmKCMAqjbVMaXlCkF8b6pI8TY26JOad0BMQB8+AYXRGNzXaM8ujG3p27+rFnUHco6GV3tt59O+V1mTGqTm44UICO5wiOu99qBldszzFiB6A1hTs162J+TWAoAbNmgBmhB7QbUBKBWJ70sYGFaHpI/dAE9ufIhF+5lHb3gTkoL6FP0tEuQnWvIzKy55f47g24XPyP1nPOt3K7dp/X8fgem8cNLm5UHDP9GyTmF8SYzTo74dC7rXSvDqpfL8AxukPi9QuxInh2Sud2YuWfzNqJfI6UmdumioekVrzkenSXR24OvDv6MD1mH/afbwSXR24OvB6B+ao74F+N09eR4/wS2FyiZ0Tdn1/FSfAYlLyWGE+fCVLkKWPIGUonGH4iZwKCQTUxruTa6XKHCiw+oMHhpm3rJ98sPk5/wxR6YnCI7JG57JYUYEC6Kdywwcejc4s/ojEB6QFYYGi7oOzVfLpnvwJLlFOLB9Ta8WCjF7UBi9RB968qfSdXiz0YhHttaPPoAEPupb0waFzCDR7trIzvYMOkKcWGiFXhjdKBozHBG4Ay5AE4e513FRS3EEmozW0Cx6GwWzi5cyzAUmdW4u0Dp1vBdKITuydqHMn1eQCeaTGGBUDZWKY4/HEfBy005KD4aqSghnyqkRsAstuzLjm7EJaGp7G4NK0Iz1U2qFZTPsDZNPHUN26yjeWpWR+KvTc6tDHftbzK/cFWVQ+ihN9FewvJHgQNNXnXcfQgJ/i4Oo9T1v2uiqp11oKZVCxpVOUPsJZWMOFuf1lxvvzNLwaivdK+NpXrLrGzwSjHduZSbkwi4xQLCQ2e4LkMc5ktzuFtYke2dLj1/HtOMWkXhuO7Yfa6VD7WDn2sz6MmSbxS8E85PxzjfWHbcypBEOqvUnmDdjXaKN+KjxNfJJhN5W3nlH13+TdOesR2dhrzBeRdaq5/wM3TSV9g/UmyJKwqzqVp/hkQ576H834wPkyXR34IzrwZxb5vmf9z1zjVfXVgasD/3gH9MqxL0K6CvpIoBck6MQBpPjYIYViRBP0Ui6QVrRBvvuW8LmuBNHyX6n8HwNBDsaLA0spJSYgAn3k5Yy8vAZHdWlUuVkzaKl70b8CxocP/a2dN95yffBDH1REwpiGfMrh7FOx3jb4kI8Oj8TpA4r/NTD4qFeRXXwRehWeO9dlbBIe6dIhj4y5fvF4atCf2bCEPmDN3M+ZtUuXca9hUr3mKK9haZPkClaPiqrfk/u5pBGMnsgMaUQE4g11jkpGFby0rgR+GEOCZMGMcEPxM+8dl4LkEdAeD3ebLDMfl9JDYeJUiegrcO+rLGvOloNb3dgtxZ1BHVt1kyZ2vPhxHvlLZ1BigYXI7wh2NqpakdYj8c+hVJc9reqHpMXIaTsrFn4rpkJtjLo0dj13k+d2/A3YxinTK7BGMVM+/WIUynxMLS4Buc3faVoe4Oy8Z6FeO6YQXkTjbdiiZXWwIcsqUUqJYES7JDf+lI4Bp05poGRG8hXfWPBU+UbTJ6uspneSlinI/jg0PRPLc+UkvQA9oDMvBA0uNUx/hFR2cwt8q7IhGTTyqQG3SNi7cRhw55WKvW+VeaaT47dEvw7IIWrIyIc4g+9csurEd8bPUjxLf1TbXYycBJ9V1At5xuncb8WkMr9diRdI/7WwzrJyXzfjXfO/bqor89WBP7AD1xPyB960q+SrA/+KDugdQC8kfOyI+nZatDCjyJdX2QS2B5dOIwl6rV/agQVLKRmYmIzYZgDOA5e7UTQLcXpplnGSLMZQ/NKfh9Up2pVlG6OilglwfdKh8pBOsqgVRtKY6ajAjZClKkrr2ywdz7Mh/zObFqEZ1hWcemKgQgbM4diYEBjpRwF+pUehjz36cBV6qdcCdI/dn3Q9xyRRjB3m4NuROSHSivwGeDQTNkYrYmCbSq3ufGhT0XQGusQw2Rat071hzaIi6NSqWXLv19EszhJDRivoWP3oo2SAcxCfSe0jtI+TrsOdkXjqkl1pRLWAlU9NYvkmJ58aZjIbN1vSnCpxava42kyEBMG6SzpqicmBq85rRryj0q3QQhtdLfdcy7z5aahuRcpSBYh+K1ylfne0gWmUWWwqaXUV10BG8aLHsLFaAPG71b0RaQxDDFoXoWrgnwxKZN9w7yhU/Vi8/+6DZLvXnmsmelNKoaao11TpSGq9VaX/plVlHxKqvbcr/TSs2U6gWjjcfcxDTa1NhLzdVfN04TczeWI/n7TXVmrfVXzsLjkJdupPE887LYv/wYAY5nu2HFx2owZ2LetgdPG3M1lPmzalxE331XSz/I0wzOySjAbld2G/a13fpT9XHVcHvqYDZz8XXzPblfXqwNWBv7wD+Yf9zV3gWFgPScGhQ3/rJyF4eeWtnQNJCHRyalS8wQk6KqUEIxKFLzIkhWGEw8ijDysWFFBw8a8gjA7skBIFZQkfRqQD5CKtq9eJKbioGbwOOfigy2z2gcpqvZgGTZG0sNpoMDOTwhrE7lLNXgh61jI3XiJwOsqxxevpppQSSzm5qnA/4v6iVMaqJ3Ce32KhL/rw5hZ0aytgExFq14zjzD4g3HILKYPryrY8zWtHZVaPFCDYmbeiZ9yq6op3yq34LMzzZu8qG0prnkwOF9K6DVo2N1y64X7i6tHiLCiRGPuKESy0sSngYRlKmiAXgZViXE4yZ3g7aVBm9RySMGtVrkRmgTUwChRIRhRZYTdJM+DH6Nmzk81YGgNNns7Bn43RKn/9whz4ynSgPlJtXC2UKAXgdyL9i2vXGnJ2MM9q1Htb0qniUYJnhKBaz8jeZS/3uJMWd/ueUdHStZLFA4iUD2Ygno6lFlIKDCMdt3cwdW2ilM7w6PXepYTvgjBFu/+7WXp9O/0oVp8nc48RH+M/dYJatDbSLu/Yz9cKVYTg2HuXfnU6Cuk6MTO/KaK6P2vYR7heQ2c+kuVRTCZOfOSndTTY27dR7MS9Q8QN1dYNxXvHUYKxJvE1p9gG7/8CV5M8J0cVPY+6PK4OXB34XR24ntHf1elrnqsDVwfWDrQXEH8sQOADQPCSrh+kwkGp2FOvS7wooreIPgySZKu0wCsA0LlD772yyFd/Q2iuMQsUzzR1J4LEEyguzEeM/8A3fBXjFS39eBHmWEM1ag3JarYG0ogXFcirQeZuGURn1iwqz6C2iFL/FwET/XJKI6sa16iVPaBE+36Q+hXPXsMqd06NUJldoXVnZVYbpdE5OOzrg072RL5pO8OK8T1iH3AioApVvlDmkLgGl0qnvp7gjlZlJ2WwltROSRqeG2O6laxi9jiF9KBQM2vqxk1ENl4u4qUTL9B8AOtVnwShZPQtDlajCANpdCtIjogAQxZaRo/f4MiHgE1jjknPk/JKvAP8rdtTKxPZZGRZM5rZoGPtxqUJa6qmWWlN4y7hx1htG64gsV5hng/9XiRZ6NwiLcDQ7wFk3QiyoUAvT7iDodxBSNJ4cNVs3aOE2BZXetf1IVR7e+HeisprDxmVeLXt5dUirlBl0qhcbK6CpJYKYB8PfXCWh2htvHsqHZBrBedAw5ADHYfbbFlcrFqLUiUAQwbVU1mJK3hjI8oBcgOejepa3WrhSGNs1/bCOoPn3zeer56uagD8vIQh0X2z5HOv3Wn6HVj1PAv+uWom5NV4wtlXaLsCbZuXyjhJ+z61ZhLcR6mye21qjiPSptZqDVX6ekKhjK+f59NmeNi9T5vlSnR14G/twPWE/a13/lr31YF/vAP1dUSHVx8o8gVPP0qF2vLfrEKnw6wBJWKeOsygyKFvJKUQJbBq8UFsqXkXz2EDCD9wG6sExwifYMzE9pp4Z6O6/tZW669Ok+ZqYbhVdSWL68naq2ozD4H843OX2dIiR/UpoiXy8tKFBBGO0dxpRdEY2QVNrvSutqrfES0zVwweY1p9O38tcFEdHBD9YePOLxewpqq16RDAIvTRS+Fr2vRf5T23t49y4xttsXdFYTjSoX42atiEn9bkfomRDKVr7JcwoMqhGEAfvmbWHCx4Zm+jUvvSZ8CksdToRqhByuMW2ribj/yaI3r22vOeUElkFcWmRI6RrISiAvEr9PBVteUcIrSHrVtrjnrVS7RLm6EgiRcsofL0MWV5g6dctlq4XLzWQQyjycvoMOjDz1RTFKQSeRXzwpaLsJAAvj+X8B4liv72TymWgvs6/3yL+e0t3kSRN3XKTcAsGTBg1mTJdnNGEg0gBpFybDDzLaz1GZ0cFKWWie5gbk0XHXycYVmdC7MUiyW0tGJeDisUPqpZPSKZo0Qht56JMthskqzJRA0bwZp3oRsT9YDke8be+D5z9zxiFN1A7TnyeZ9O2d4XYe9HYX1x9tyhsdvNNOpaHw6S7Oa0aNTyIDBS6gziyCOeDM0oSPPKxfbBT/P4zFbNdyZazaO/TCP7fLjOr12V5n1php3ja3f0pcyX09WBqwPftAPXc/5Nb8xV1tWBf28H9LYB6DRXYeKQpB+jsnnx42VVL/AmINtEW2cq7/fbEqVUPdRnNInEM8QF5+wEpBoZga+gJAKX/t6v0mJ/qUh0VA/OoRdYf/xBLIASSNaZkIThSaUfg3qBiigxzwA+qpFW9JDAb1ISL06+OAVHWhY1A3BSMAcrQg4B9qRpmpJUvJXCL6VjYXIjF8SHcrkLtCh0j8bMvDOpZufMzA23OKeqAq6se8F7IbIq96QFQLOqNaPi0119EaQkjLvIOazB5z6vWJRH8NR3rI+V0Cj1CcKCUp4sxINObbuVqQAAEABJREFUa1WA5sPXH36Wt1jgQT3PvplEZHWTApPFuTHQUY/Yxk7d8zT7nm78N8LeM+Wa0PssNSs+CNcy2TCMJbz32eumLJgOVkyKElGKUPRrwaphBaZoUBUSY6uM9Sq2WOZ5FGXqEDhnfdDbOmYe4jfB2xz6D7jPFO6PVgSqznC2EmEKFhvtQrBTiVIA1AXQKFH/VyL0YSU8Oc6tEP1wNF1RRMJBKzHU5mu36W//oKHM4GEMpSjMlQOuhFhDcCGGvvsUOVqmBtPoPm4JUgFCQhYc45V1ZayqEax2Sepo0lVfOdQMBPlA6nhjAXqugsXM1KfsApsrI7Jg07AeVIB1SCoxUbtAXOjSOkTRmzTEQhhNqnSqdCWrzy2Vo8tqTNsgy22imgCmW5oT360QtVYH2Y/SFI1R1qardJizaippvjgwgjpkaFrxd/DQOOv28IEUqkDnFCMY6xcvY/WT2SCdme+DNiWxeEYrbqr9Yms21UAHx0H7tWwrttEXZ8P9n6j2xeout6sDVwfe2YHreX5nwy73qwO7DlziezvAi4T+aRkk/CbIm7h43tmHTHr5a6L4BqkrpUQpCZOp9KW9asX7rhLBqCjalWeW/vrW1FBVC/GovH5JKzjVZGyPRPJbvFxxqWs+CkSzGhAYXW5+6BjqRNAzWIgkgaVj5PA6hz0afx7XPLR6gxQCxx/Fpc6v6tQ9uz4Y+ydy+NiXZhblwBz9AIu/naG+MRK8CCmegPzk/8BN88lcqbwFUj0HBQnOPTNX4uaV0uQzgPa5M4hh3eab4x3NyNjtbPVXHxrmn3PMM8deYA3Ne7HKcC0N7JpqnXk0R1aJ52pvMdoLGO6H1nKvPdRorhXE4TZMhZRj1IkHNI2+d/iDSjL1Q0xdc8nQhvW9Ji2Ld6TQ6FK8v+RdhHaATsEC+ZnuXQqWEv5/AIv1mtnLP+ef/htAbxSd9a52gjRQtM8osBp1jiK+waDjp67GyShDA/aBFmeQDVCS2l6kvKv64ZVgWI2UGwpVtlkzlAlcIucbeXkI5LVEIU8D2M0oBYsA7QTcj2Wn2no1KenN9WfAnGSD08tOmBnBg4EHc2ifwG0GaslUyL0TB0iA5KIkkJMRAukrbERPVA2N8AcHo0nUsbJnnNIINvamuKFl0jVnNYgAvne6eQZ8T0ZhIc5Brji8SHaov1euKVZu9ZKuwap1I/goOvM8mLcp59TujaH+1NohKLsyIrpxAiKcR7oGm6im/DSadR+l286rHk8ULSpvKhXp0Mt2GEjPJMQOjVo4QnKu+qMWx2Cvbk3zNHX13xJNsmo+lmONv7irA1cHvk8Htk/396nrD6rkKvXqwNWBj3VAr0a8Uuh9TjC8AGY+KRugEQsppUQpFXjLKqVEMEJXo+Kfwuh8xBde44Jr+JnU2xslozwYBX98GS6pf+yoh88Yr3G+Qa81VhBJi7gdSEzj65i6GO/wp0YFCLwyM8Sjpwez7hcURR/2AE3ckIl7E8R1o5mjwo90dh7Q6JP8hLUAfdD0VfYreLiE7vCYUb5HsI+Wb9e5DxtNNx1qObUpROCDqpkeYmaNWzn56iCS8JZ/w+TtDbV6oiSi4a4rqjhTWK4sJH1gGIqBtJOzaFNJPYISIquzkHWc+a8enaspqryVqjJUwsrLp344Q+mPXjyD+UFFz5XWIsBYAIaIgC2IJJv8YLVfRQTsFdvlKF46K8RYGekuXjqBeIH4BsjEl1Ki1Odd92bhnrwBP/kwJ3nmfquS0BcphxbjhtJWJQmAPATS+jMRAiN6maELxwD8kWOmdfCoCxt/suOEdDSaXlTAcnUfFQ54HuJLmaIgMMIgpPmOUuqvBRGbX+QiiAzKMD1yH3WaWjDqCNyIErRC0YTbnYvsglC/qYWt4moRM+QBnmTzPSziwgtOFHcT2Tnqta18Y+KOpFPzuaV4hHFhbC1WTHHrBUzVrlXaaNnrkyiwZo9K5FJafAxXBhkbDaYD9ijD6Ca7YNTpPkhWevEz6A1g0CFpA4rHPhBV+A4uMetvMPrfC7cSpDhBEJsU5eePsaZxmsY3ejczPb/TNQWbE3YTSjM2MvY+9WAY2L4rcN2N0Uv9qeaDOarlQa70aBkb1bemWYjup8eK9dyv0jB/V/aVdc09o5kAxmh7JfLWAuTcoOkuenXg0zrwZyfSo/Fnr+Cq/urA1YE/pgPjn+W8i/jNQK+yZvKdaLsWDjaMriuFlyoNaClT6H29RP0fuu74lCmDx8ijtmiEMI6sdNWMq8Ffv6bApDr0BgSlxKC8WK+DRY5pquOqOvBHNfuluDo/IJRgq8oxA6JE8LPBenCRL12OaUIWjIuhyLm+/MHizZjsHQQgQAZsdoOIYhOAa5aN8URg8VgUE5seFLQMzZ9FR4ii+tyhpIKDrFnUnWFVr5yddqJ1J0gHpg58WNB/X2bRf1/mbYmfnP7StvjsPdPN2b3JXm36MJQ+sEHIycxN/Y5iW8gv002FzsYKQ4vUByAYr9KGYlyR1l1BpGsHoepW0hI0ulqif7QZdHes4gQRM/fjJ/v6TX/boYLr7T9k6beMz1LPt3RuzyiqlBKlCGSVrzqycPvgnR/a2tYorvu7l7Ic6se1VJAH5yigKUopof/pbzfBBkK0qzSm0kPZyikyzkLkVSdLgYbdMbHZs5jJAs7Ro6U0CGFrBuhC/4P7oL2C5YVR8CkutYjjt84UPkedYyisaZguXU7wXLt6Yj5Vzz5cn5j7pJ2pjtz/ykWMfFfeMc7APk3Dg2rtGMNqWgcy8jWsJAJ5iwrE70F6QVvDyEsnaLXIRnwlcJ8/zpaqfXY3G38G7v21F7sfhTIsVqquJysskHWXBLWn46PyvRWjlJWINVgG+a8BaRZr6z0c8498+jzCa6bqxRTJPcrTndL1BPNHeLd4vbXaroTJWRIj1rGTd2J1+lxyZbs68Ad34HpE/uCbd5V+deBP7EB9F3HpfiUA5etcYhtAqOsrbNXrFMJbeeE1vZQSvKNHKVPAAiXGayuNltd455SrJjFN5JeTKYKBQpiXPTgpxE34C35MUwgoLCJKPLq8uor0YrXUVQdUavVhE0+6aZMTRXVYuaqw3702rff6dS7NnF6JtboIlpXiDqueibXfgOl2Cx0aJ/0HK5DlOnUk5gjWVW+tqqNVJb5Zm67KnqDyrHkVV65ZP0qVaYTDPJTFwCQsgGXM3EvIL42ZF3/BT6j+48I/F/3Nnwoc/peF+fTGDFknWoVJxa8GbuYovMKvuZr3L6dsiV6hXl8+FdotLDmj9LByz8Mgu4C9goP8JEW9JGNBZVy1T0h5Yu/mzDlzDxbNDfXfWEI9S4Zqfib3EEIlktDzVMZG8Z2RUGHV+W8HWbvw3JmJqDemkqps5FhLuVmHUjdoIVDNI7CT/rZPsTLcdvGhS4HQek9KKZQyRZniY9c+biaNALIfPAmh3s/1wCg3V0Pv9753cp+HhTBiWNQEP8Xzy/175qainvi0+tMtA/LZ3VUhk0EovRN71bULqenYa0tJUQI5mqY6JDf2I3STqydgVfrdwqg+zXxwMkXuLp2pymG5YgUqLq3CWid5HSdZTKN+y5DiS0GzCVSXJnKNRtloV9c//lAvvPwbKOYhONeBhxIcqFfVEGhfo24erKmTQpDSgLdxg4FtcmZTIsHoDX/mjknjIAK1O8hcZvktgdox30eQ3j0c/u6oK+DqwL+vA9ez8O+7p9eKrg58+w7oj3W/rNcXovwTfle2X9x5aapqvVIVXsZLKRFA4eMCBHaKwv+m+ORLyUlZSMyA0xg4sQajmKgnP3zwclKmKJKpS1EJvAFpOYJUVIyeDwRbNRIDtX3cCjipILGmLZFXoymNuNhkNKqPee7Hei/qbFPEBICJYW0pwKfGTAl8ZPsRhXXf+PjjXhTpSsTkBHZ9hNSJI/tWn3XpAJHcGsHUq/Ay91ptz9MNVXa2M0P4qBv5wWXH6lnhdBvzG58Qfr6FP/78XEIfg2Y+jCxqBvdubhuGeGfe9T1XWrB+dDjrw+Cc46HL+4112lmbUzxrbUnW1aycbXVz5LNTBfVnYO33C6j0Kbkv5JmpS/dj5n68ATMH3YX7o7+Jkh4hFkCiDtcGJdQjWTDDih3SdxctIdU7p15LWn1aqjcjSeJqXYn6WSVlpLJ1CvSSISdDEcemfTnHXqP2pL7R5ZRvi4Bq0Hs9Lwav5rzO05TPyzkN/UrD+GmDpb5rqlzScGfem6DPlpm6+C6mTSoKMDbhd6lXB93W0G+AA6TXfRVIIRmaTjC/MtYikqu5n6XEmRF+9rzvstpNhRaUTxChD5cP0zph5hn9MnrUiL8JvRPqBEOUc5/20db0xqdJjabhHN/Ptvc98thlP3LZp9nJEzflOGyXexd3iVcH/q0dOH4e/q2rvdZ1deDqwD/fAf5JYH+HE8OhKXhZOjpo2KSKeWliiDPkD1eJUuAKqgawERIir4FNxYBPbKkmL66lSBLw+pAqtPdjNZUo5RaFg/cEnaDiy31Iao7ePaou1wv2KRF3WNoE87ExxVrlswy1BN2d7spS1gw9FVkxgGPio8+PH7f48eNHTNAbUCYcS0/RmZa/K97LqBduhhmioZ4HxIhSgpnj+fWa1+M8Wo0/TWS/eCmWv4lNIIZ06WAuUdOn9BDP7IM3nh3RmY8/s/k5Fj8kS551yYAGHM/X/465nfCfQMPt4Q6H+jfzQWWmFwugkkrofwGOfi3sDfs3zbnQPD5AdyG1n5THvaACNoBqhKOa9JWcXIR51rCWltyKk2v+e1q6YuWCLvgjKPu/eAfQQEY8uVyzpmMvURLFeWSNvfp9EgXsdGMpL8w7Rr/TfQ2lz13gHszaJChgwcG9MDldhaxj2Rt5KGpg5XIPTx3uQz6qybUd9N8J96ux8hh9ec2qVHA0vSYXHNm+me5gCW2fbSptfnvKnmyqeLgTN9kQ1B8B7JOx5j9xPHK4BX9un/hv1LvgjbgRNlHHgtYzxe3YaK1eG/TxnO/nyDW/wpCo2PgMHeftwTXs2KsaL3J14K/owP6p+CsWfS3y6sDVgX+6A/yhrhd3SPByxEnjpCCOT5xIwNF9ONwEwIAUQw8unTtlnrukx6S3kIMskw9W6bM3txDFTj9KFJ/G5KWfWoH4E9D7vPuBXTwviiICFo/yE8aTEp7OQLzW1v2QxUs3FTpDAyY+BE2mhU7RA3C0i/UxmqQ73/nGaFvcGcYgO2ZXzBoVY6EpSs7oGoJrAt4/NKXgNHIwrH55LEgcm2V4XTUm/fdrqMYjwsFcf6tkBf65MW/H/vhjm3It/bDrFHXvna0+a7Dnn4FooNa/6LngN6EX7Vtv1FW4wKsnEMY2ZtVj+uVR2G9hiJwWvPhfz1ti5suK75HrbfMu8ojmDWN242LliorZiiEMaxrKW42WId32nm8l2UdY9wG7ViW2QsTLcaCNlfoR1DIeuXyKjS2x5kHQoVEP3aw1AKZ0e3UauCdFZrsPZYcAABAASURBVNcSD1Gn7Ouepyk+YHj1jrTU66JVr6BZvp7efOjnT4k+1dS5MyZ3Z+LBR4ECVJXAfc1gW20T3xWzmmUS+IG2ut4fKQXW7dFXr6DO95umqbM9JC7F6MRt7FXjGz0JOVc/miij9OdKche+OvD3dOD5k/H39OJa6dWBqwNf3QEOrZpifovQH7qLDkh6UZeyviuJ3b6zY2BIX4lYYH2ZzfOXZAGmXxx8O3AGvazqw4YFJuk/mFNE5GeGNOnUYY4ITmNTKTHpbwCZlogauK0/Ti4dEE9M71UzvycvLbAzTXFH+3tWZ1YXVmehUQkTfdH6/NFHa6Z5P+pHoICXT4ODlLG9181TlG4dBshWYbAX6pimgmGqAKEwSeLeA2taDsVPAkff7mol9XdFY2xowkCrr8yCwSJ2VS08NwDPzazG6eOPHE5B/QBqEzJPnes05rsZ9B8qnv2Ezax5Zs0LvxkCRIplfeA+sJl/uMyHRocL7TJLtQM8GF1J2pkT40yNM/dogVedrST54dL3/KIFYLRORsFGkOIcPLVR+hSegdhA1KtugCoFz4VZbQhqFE+5Iqqof2u3QvlaTY2m4Rz7d6ec208t+zp3jjILBnUuYfb+kHpmPZIWa2rBlch+X9W9Rn53sJv3zr5RyFmwUX4Lwav9hdJeD9WdaUse/sQgAaPtwFiZ9JXNXAsXBRhWj2i6cx6tn8UfzTzm3tm9/4Lf6eqDXLlDcrvT1kVVcmf+ZMWu+g9k/2iha9zKPZ7+Wa2v5nk8y2W9OvB3dOB6Xv6O+3yt8vM7cGX8YAf0cs7rEa/ncDooHfyprvf1PDgt9TACzaOJZy3GX4R2v4pjeeIFQd1aQ/ByN/M1a7ZM1ciuig8RRzUe6exf0cwanapRC+TFnhhGBzKRF6DNt1nSRjhP4nVylzTOvbCQb6KmSSxv5JMOfxJ4szdBfz8y+1aPjiFdJWLd5qAfKYDXRiAw9rImBSZqwhqUkWDhPWhTxYPAKW1yNwilKjbNG/XNnlSWtnWskcIMqPI6oGs7zOSUqi9bBtw0spISfelSIIabECeXsp2YvoW61keD/n/23oTBjtro9y7pjG3AK7sNee59lvt+/y/zAIGQPYTsJAFje3xO9/v7V0nd6j59lhnP2AZOR6VaVSqV1D2SZkx6xtpzidw5XTKQzLTkDGzl6YdLld6kq1DUV45STpaUazxHbMw8MWi+emS1pGRGKZUNj2QJTUIiG4Nul7zVRwZOixA4M1aKQSAJ2C9lRW9ByWmRK2aRPfk1BU3n+uJKZtCBr6kmzp2ep2Eum7EeXMGa0Dj0fvCKGKxH3jMPrm8nwgWzqk2nT0La+9bY0rNvLEv2l5a1iTk0sKVOxsFeR8htdOrd+1DFzwfxtoKhLCVY82aaQAe3pmKMxamaIZiVZenM6MJs6XISiTuJIJ1U5XZ1HQ4CViIKytieduJlUoHfhVXyGvFCfhZENYA9qmpyZThrTcw6bHPktFelS9GCwp7QKQOnDFwuA7PX7nJOTq1OGThl4JSBozOgH94VfGvUWc/GKDZ91QsbvkqyjfdNvESCQX6dRLLMoS42qArWeKad+2GDw1Lgzg8c1dI/rN4+4yI52J4n2kXtZk72ZGfap+suWGUPZtzwG9HsdIFt2BcLj0NjcwJhxZBN6Zijhh2mcpc1AzNSV5pgRSnMPmS1m4l5qk1EJB2dgWT7huktGKvjg1WncB0mpgvtw1JWilBgW+18qctkgLAb2J1EsxY8eeJpm5oGxERh6BKKanQN2dVENrItcnfzLdNrEzA8903SRHaMu+NAr+8ByFUaqROlUlYK2SBZCYyRJ6BRTcjt1tFqYjQwuifIVJkVZw7m61px6pvmMcqlO/HKUgpsPE6pasHEoDxQsut32KKkuMWhSnkNGwVq5rmVgOApovbky9WL1RCZB+LVop2EVVuxZMYqDryj9sC9Mv8PbmPGMjG9cJ0TfD/LAHofQYwPs4uVaVAXa3td1jFs996Qzm9V8/iTzTI7N9jycCnBGBf+KYOT4QdMKxy0h4lJs3TY/sot6si4utGlj1iB9xNE54vQBaXS2gudVA7STMYiwbFA37ijHNvA7dSdwJlXVl006gh0MyQt2kcdulc/pojjVJ8y8EPKwOm9+SHN1inWUwZ+JBno9P99wSZdG/WOQ535Bn1hcPopr72Tq0rFpj5EURepo+vZDuozyZZOsXgvA+FbEsXf85vzjvFwenKLWqklN0m260w3jqBSwj1+wRRPC+MNvxIYT8WQk7I0+kbmwUwabDF5EihjxkLD0qlW4xtHjqKUzoM0Yi4CkOxkL2mNVjLxqJtSteAwaHRBDmJMJCkoes2S2BB1nK3rmLl8Gw4b9oLPEMVBP7J0UDVYBxO1hCM1SZxUOyAxyjJcLMQl8CiB2VuiR2rKsX3udfhCyuPjVjcKua7Bnu/FhoNXz3shkH4OdY0YObNrfTQHACUD0R298z1QbA6xUi2lZPqfwkmqBmi5lh4MJkRYqBYYh/nU6NOMN0NAdWwh9mIaVB+fniI7FiVGKtvjZ7m1bGl5WQBfEMjjHAxBiQ+VdawPfZM68dCaA7TTkqbscVwTV+1/1rCxmGmukJ333fIxabs7WwpwSbboQYaCReVRwrwyX47+Vx9HtXh9jfgENZ/RcRJi3dWfdEU+RVc3KPxSdviLuVqBKNhE7TNQSKYD+asu8xHM+Sa+ParG6kSeMnDKwBEZKJ+BIyxPJqcMvOoMnPr/UWRAP8N9b872qfMNemcguO3haT/rQKWNPMeRcpxCgLlkoCsuycr5xRYfBtAxgM6D7iz+SUpvnf9TsA4csWWdCIHEVzbj0Hlcb/nEnwYvxJk2xoeL3imItsFS+1Y/p93eK9dkr/dXmVjdQgH5OBlTDVAyV1IxNuq60w1S9hqEMG1AZhyG5cGUL7eqFWOjtC6rZsQYeB5CIi6oeZ3M86vYsxkM1TUV97/texwHFMUtHPdkwrmxcvnIVkquKz3izg9Nlc9wrZ340CWQAERpbWCj0C8l6CavRfD6oWYQHYvJ3zXWk957gbHWxhHPwh8UAzEzuBqWex1LSX1kUy2vnmNiY/GLtZSSJVFgIQvODOxysC09PUIBSCVszQY3Vh809X1E5GsiUWcYFTBF1AyIlLzq3VR+O95R/YWVx02/nmNv0S+slmTJdQuVFAKPScSCjYuKrgZXsev2VMWO6M2IX98X0fpLIAReFDBDwEnUELvjlXIOJTQX+zicOlApMMEBs0upNUI1LFhoHJoUR4AGdbH4wjrq6KClQ3JcrXYVrPwrMNbocY0bK/lo2GsmleZ5F62s0hXLVusxFqG4OYTWpW0jF1xx5amiWs39Zn6KhAxtEC+11sAFdAriFd7+GYmqFkwq6bjJoPOn6pSBUwYunoFX8+5fPE5vcapOGThl4MeQAf04B1Q4zMWI9uxkW5VoHazAQmrrGN7Y8TuS8BKw/TFM7mVb7mKveh2Y2L10AgLpiMEVvr3SJitB4SdXL9AUax7SEFwl8KOxSChSYxKIr/KgD9e119ZySdbqW5phwXacsYBhbIiGUgbjsXtlGFP0q3miJj+mdkU1NLsE0cmPQ9O4+lUYgNKcOeZlTESDLlmK44L2O9lt5BqvioeWLqKDSIORUcVzWryg6udYOsHQ90BIekGozi/Y7JLmsf6M9dT5AaFjPXV8MwTj5YScM/lCM9BFicBYE1aeZcui3IlKq4KqWUoSJLwnG9abgiZOXU4FGHozK7YQNn+kSgk/yUYza54eRWUbsooqzvhwB0wTBbGMs/+/LxlfIodm+itZMQ0oXPbw6nrscMY7J1bY2VmVZvzIhibqUXoZqsaXGUOMa+ZFBhvWCLnvBKwRRkHIKBS8YNbE2R3BDX0on/TptkM1aAdJEDuchfLKa0Z25T4v51D5qLDHg0xQD++J8lpkiHeWXVM3NMgl70f4GtosEpdwoElgvVV3Ayl5FS7hSVfLxjIR1OYtXWUXxsVJQTQfKZgoC6JQLNWj8Ugt2e2WLY++2m9rR8kSVdud8I8tA6fxXH0GLvvOXn0kJ4+nDJwy8KPPANcCppMce3VQbO06HZY08oJjOxe1cfiQyrFuQ4KhLQR8HAJ9q49AJXyKejGgf4qZV2ZsVnPdaMLVwpGDWHoOqNFvV3eAfFllnhIEh4jkDaJ2clJFWx9jGa9LGF/IJsYXZEqfhGFWaNv1yAjIACYamzG6jnnpGJcDPCovYSWy+NV+jIOXkKSyJzPkRtxVQkeWyBBl6lVxEFVBNswZsqnhcdwwkOPM3Yo8NSlykVfyJSBy5VQy0jqauk7SA8Baai2SFhmCXDBkKfMxL3ewLC0uXjOk9aSLn27TW0+e9e77KzJb1y4rayOlZCkJzDEVhBfb96QLKFNKlrPyrVbjf19IufUwXJwsmQVgL9qOeLy9VwvGtcuiEisyfKsOSdTSzEABIgrUWUfiIqfqkByjQ2QCyAGLFqgH4WNga3kuNfIcbisiPuNtrro6Iv9pYlETf1Frnfg7phcMWW0POZQ0ULuIxFwlV6q3oJw9rlKj4yxfwEpj1ug0X8e5mY5jX5BT3ZRr+9qtkZWiExbIMqaYa7wgJP6BgkZWwUz7mRhInZPghlqDZwUXNIh3E245qmfsqNhPLTZbFO738/K0yuliby4c/ztAzp6qUwZOGXiBDLzWn4IXGNep6SkDpwy81hngBz2HuLpZh5xEO92ochhhj0vxQwiciRiwTigo8Yh84uZSjA4rw4fRiTEatq6DT7qM/gi+08UHuCqjRdR+OMQphS1gtdiBGQQFpXsHX65Ez6UtTKJnH4o1z5YA3Uym+QlApxLBGe4AsoG97+XBLksyujjIrcD8SiQoUrrb0UJ6OFcbpzbCUDDzQCSz63t87rX5ryOoAYZs3nGMUNJqJ3oPLIZfxrikW5JN3I9xjbFMDF4bRqmNNcgb32149TfWcbiH4zptzF/JRom711KARsrCSClZSoAlZBcvbauWlifcmlGllLgIMn88NmIkWOelF2BiQ/s+VFFXaWJMIanqil3qZl4561WZ65jH0HmNnDfUTYy3QsUZ5I5rRYIplZth9S6Q2Ecl4iiYd7O70fGW2z40atayI2ERZj25h7POfzaM8W+33yFJO+QXEU+GNWEu4iVsY1hB76zrOHcavDyFFpRiFkx6zeWv0WxYjsNLM7Ez/0kQI1I9U75C1oekCqB4nB6OxixCwlEqCZBimOWH5XQ1tFyhHXllu5+4+tytn2rCW9RTzZxLRdDatnRRXxOqadxyf7HhbjU/CU4ZOGVgmoGX91ZP+z1xpwycMvBTzEDZHHX8lA/o2aQrEa4Q4dBzDBKYNvCSsCehxOGJ/SDFMFFxXCpZTsENi0hfO93CwMqXWMidJbFFzYBK7N4snklDHTPUSYFhGMmb5NLfpEmMwuJRO1FDQ5igqwbBWBaFRa1BTXwjp+PUyhICxLvKqGVcmiMzOA9/AAAQAElEQVQMh3mCh/WivMhW2DxBCXlIILa2v5IdhmZwhYxM0LLwULbPuaJwm9egatLl0Qxjce66qpIoOh/6k2hgDverWTxs9QosuBHsONjrcK+/VImXfxaHxtqKWBBJ6183L5KnWjkhpoF540blZJInp2oVbpGLyNPM6dNVPSYaJFqnlAxk0wfZIKgtQjDlJGttxReYiIPJ6igX/RGoZ80YOfbcenL9C2w+DqrtWLYltZukvitzUTzE3CzaI3zImq+WaY047eFpDALzcbib5PW1Vqtr9O5je1H/w1odkv2iHg+0b/pZJg+0r2qf1Mr4T57G3SC/FkI5azrTPJj/MBIlGHttOTUR2NY7gVQ+bftBE8KBgG1p2KG0nQ1C89zU2sW0pxS5JOLAtC8UTC3bkqp5IUxfL9TeG59ugjwNp+qUgRfMwDW95S8Y1an5KQOnDPxIM8AOQD+/ddiAZLduvQ51HDDqgEX6IUTyIkzC7eEJIzV3Oz+syGAG7BUpg1A+BKaNWBCibPtBqS+jwDd4slBvYJd5VdpCF5WGZDUWXJhbJMt+CSQBtlYesYU0xkIxhktvRCx/oDBJ7qWaOkbnWBU5qe6T81H1yEUJdPzpCa5TbBzwJNsF6tqIAnPrqLpOf23RQa8BaWvnoquXbTpGmj32nKud8ISRAKg+fQTwKsWnq3pFJKFCgw5SefPf8Bc2UPhQL4KQveya2CnTYBWDC0W83vDqErcjL511vBxaCqxEizkX15jHtDeCKelq3gnHU9UBjhaUvUa8gFrjkbZsvDZGuKb1qVfOwd+EqZcehd57DFEwHhUAcYiQDkSJQSj6ceWkkpwhWpzw0kR3mIm1qe7Vp+IK+nDLRQt178EsaheFin9RcUjooasCSD61GdiYBP/caTCe1EOOrkavtXA1nkYvPqaRhTo8OwfzedCAbnYUjVF/2Rp4h1ErnvSVWaIIVgBUazbQ2wNGNR8z7RUAmrEgG5kroeSxQnUY4VFTqmwZ01IxAlnAdwDJYNrSg/ASxGIYxzrH7oXaXyLeo5tor3iEMUM4wupkcsrAKQNtBk7vTZuNE33KwCkD15eBsssQ8oMcR/leO3Q26rVTHYqsbta13xO4MllKyamoUGhjD0CFqKlDplrQKES2buDjH13M7UajYz6SOm/gqkbu29pEQ/Z8iPFFgfCC2PG0Uv8ApZX7kL1COuggGDcSq26TUwkRUDrAKvggjHTDbxfNR0ihGIgO251jZmkNMD/OMzrEmCKjnhRsLJQhZuAU6BIM1KESllGHrQInpt6Cpe6IQQfrjv6cRiZeYpEVaLVruNXkYlgOq0fRggt5GBt4mqIa54RhU0aPE2YUTyneFvKgsEbvWFSm4nlyMLmqMnQxd3gw/p0t555Gnpz1rHtGzZRrbQhQs+Sph1LZlNLwVkiZVLnEiQtX0X7eLPm7bhO/xEWsWp+K13jUVgDpBQuLadFoXATr0mDgikHhbdJDnnA2ebK4tjPxe2CcCfU/xrOnyZWpxjA9avxWDFkyK2ofdLwApNv/Oyw+FhjHCznc52eqi8jaaKb6w9yLtD3sfbTQrI3cAYofSvFdPmB3xeqV+yMjlEo6Xqxi9lzVkM7vqORWsEP94uIt5xGY1161XYwzUnPtq4nvUSxpcTnIttkOeqvrJTvFIKi6Q40O6aufK8dtkPud8xrzZmPjTfwth6GIrwB7KqcMnDJwuQy8ss/A5cI9tTpl4JSBH24G+HWO/1Tnp/eGH+hr/VXJxjougXSg922TV4yQg17HBt6hh28LNqjR9rFBKDr/mGlvJV42wg4wjlUljk5JxF5oLYjWho4mzB4XvvPziIwObf4M2z/8dTgHYdIzJlCpRZk3Tl7bzieZG4DMn0pUTPgkLPpwg52V2zBHncAvf4hOdLlowJPBDu3RIhrzKzON2iHTvwiC83SAoyFCilWeTp218uDOMyFnRSRU++3Ijw7WPXphmqNWI67yQDCzIotuEvfMYJmdBBUm8hTUkfXMB1HQsGfGgTIg+XQzVUPOMNsqMtgS4gsZuaCeFXrDOWUmv2aWMIf13XSFuOEgNf4KsCrbsSJRwW6tv0Zbb6zn26F5Z0mzEmjVzjlLzpeVDltFVdW9W1cO5bxIJcAubGcG8u2igTDviyq6k5yc8z3z9grQjMsqKopcR9yuNZqZHrUSDnArIgiO1pUwt5dxBdMjBqxmIHOjkn1PuFe2/1GCsZAPyKZzhJTSBdTuorYTbfJIvD4mhEnbPczcl+IdzGFYJ8yAGe8D02AXG0saPI3UIHq9CIY6BLSV+6rZNYp09OWDXfnD2lw1Tufz2aiCbAcakqiXGi7JwvrF6wXfbGeMr+8GEI4+arwVm2X/pidynnknsrVPWEXdyl+UnvYy91a1V9/vvKcr42uonvMr83pydMrATzoD9Uvwk07CafCveQZO4f3wM1B/gDMSbdD9gkGbdTbqouOUFDtZxL6l0uY9zlAhZ/dEa0Nc+IJcmLzerlobaYtdrs4kE8ztkGVgXnwYXlXNhKnCBuemp23bjtH4YFH5gQVGY4Y106kSoJhZCdxmD+KqhzTtNYVDNrMlse63ilsGumMudHBay47LOT9w69ANT1i0woi6lg6h2sh+vVnbut9YV+w72nTyV40PYqLOmc0yhpC4hpgW1I2gThiYfqjNU6S2Nj7TiEf5YSqHSUHBqN7hcctOtgtA847caNpDiyAI6v1ONH638ArzWnzwMK0r2ONKbXyc9UGrJjZm08RW2N9Wq2m0iKEgg6BmXXFZzMXPRsCLoosUfQmGPM6GMa7/WBCupqKMnbTUTkVrtE3Le/QlynzZan47XmK5jKueUkuGEIQjCOqlsq2RRFCto6/KBQ69cu3vAZlX/kGoXQpW8YSKGGFBJGXCUYIQQELNS2rE0b8kKVHrQyRIaqNKAN2GAqsikUD0EkgniI/DzAKF/9MaXo5VdoYhg91MKyfictZDUFXBpbur6ma3xZGaxlElKz7Sw5ZZbc/cmb8EMc7O6S3rCwiq49LE/Rd6pirSC6FwEfW+hm23sut554UPwWHPhzwcr29j3EVbeUMUl5Yni7OKzB/9LHCiVq2nKntBrM694xf0c9XNr2GoVx3iyd8pAz/mDPin4XUf4Cm+UwZOGfhxZKAzfoUzXBJwYdCvufvRtpXdQOxhGSiEH+rBOi2BEJatlKgGpG/YINUA2NJp4x8We+uJ2bGfSOIvTtUiE60AVKQLiDFK2vumnXjFzCA7T0AUJ5tK56vQ27SbYss5zPQoMoHoRWiUfnhlUxp4bbrcEW1+tB1bu4z4hTs2537xM1waLY9lbG2L29HkBlEbOWnCck1UrBXmtatADG1vtXXYUlcnFSMaS83eKJlSRV9Q1c1dhTrqsGlpWxxrRz47YifV0eSoOpkOwXk627QsEWXIrdJmZ6ZUM8FMfLXsYlDHdeGxET9Yeer5bmy4ZOyZe4qWCH7QU6sMVBJHRRHlcq/gKoacFhQUl4HdvzOlKr6CEyMQJ5wsJ8YpkliNeWV6+a7JkfEIA1AIqaEpEDafyiq22SPXbguh9zqlZCklM4q1Dx+FhDCDJSYqG/5vlyTYCaxIYqe4RcKHE14lagFoq4R8iBs2pWQUS8XWYyh0yFpJUczQ1GJlNhUM1hnFKp9ZXAKB4V3JNymw11SJeJKZArM9DyahHUYU7N56R3DeRhE6MVZu7tUoO5qqM1QaNG4mmkE+DCgakJeO9clsBz/UQ4Mi2WExMYse9W6WRoFCHPSF69oYTJzeHNLxpJJQMBEGM4kxRNdes62Z9FFDIxZfARnC16ZzrNeJ9fUz6n5vL0mfrL0Wo/Kgs9H0B0Lp+/EDCfUnF+ZpwNeXgR/fm3x9uTp5PmXglIFLZUC7oXGHtGHH2HVrzkmdbda9aUPKeX/i2bffXk3E24z2t7ITSFux6D2giKq6NzmxYQPknCodFoSr4RF4y7yfNmr7nWrEoaWIMm1+aVtZl12m0hhod8yHnmmxLipyMe9cHirgkOKx+YFi4+3WxKz2a80tfkSjwJI5pt4u9LEt3Jb4GNT3XFXbVzzXi9+nk34Z1JvAfNOOTTAQKj7yccFUmwFjM7GHVyE/Qg7FhdMs/glb1mPoqFFmZDrTJzASSgaaEJz7EVSM1UcBphSSwyi5W2tNlX+WaOTMlUPFPEfxDPmScUrCnnsXAB/UQ4s5gaV7rZc/4uc27tKFRZvMvK+YDlNcvb89il42PX0jxalfXGHhnQgDyZKpWHngCrWM5vqh2yXz4dBZlAqpkFtIoRK3ByslHVEsJeookgIw1F5ECpxxB04lS/Em0DaOu3b40eJWq2FAA2ESl2rbz4oeBIw1r7ACy0hD1SUx2R/TTTxJSq9EAITNshhtKlW6lx+s9pZiahHnXtMrU2ZyvPsWIaFNRmXt02t+q0AD430aYiZ3VSUsVWsuWQvSB8hR1bR0lRXsKq+KYA8qZkIBqmf2EgGKQRpIIRvGE9zV1UMHuITeAKYEOUY2K62Yr1doc6BJvSWbCXBEiSYDEWzU474qeFIwc+HyxbauiR/Rdd2H6FprhSI4spOp2WydVuV+f/u11ccJnzLwU8vA0qfip5aD03hPGThl4BozUDdpsWHSD+PONgh1QdDxG31t1LutDQg7c8l0cBLeGV8aNNrIi6GJ0G4Ym+zwLAOB+X4yq77El7KOyeNhOBr57qCqBkNvIL7SDZb4ApCwbUNvaVSzEhF6TUVxfeZQRVEW/Mwh2hUYUNhAdkBvPXPac0DvmYhNt4FHhqFstFeG3FPCdjRI9Ef0KSL286GfaIK3+UOfc1Hw+AhiWu9wMzU6wMmHoJiJ9FwVfhvtiGXLkPmWjHySWFEjRCdW8yF2VF6EunzLi/RyMVtfKYtNer9o7G0D7nk/BKa311PllTgXma+TkutQIdf6gqGEoU0eaUMgA6gW4YpSvCbjHgGDKHAQqhOYbqj1PTPFyJoEIZEzAEZxQyEzS/zP/ElmOE2WzIAECAfY8CSnkqUU4OxSpakFKBPtkN2qKFjyjqR0xBsNSoSln5RSiNt6SYZe4qTFKQK+luGbUQUVt66JhxIaEQ6qQuS1gtXHxLFLTBarrFrQWcca2Tx/bs+f80uGzdr6DeMh925d4hrnW1L0QgKRgo7Amj6kmoC6mgiMOFqhaMHM6ELsasF69DlSse6YwrBPgcyCGOwYF8VM+aOOsm+QYWGMrFLLWD4Ey9pt6X5b12ot+vcvIp74kByB2zGWwO2ohhFjdcWldlbcOqtqRZ8Uz5X4ordhUlzjUqkF+9IqfQVvRCUeNBTxAtNfVVdp3r4QIkVowxIiSmHDujAF+TDCinrKIbiy4n2XPpedSsn7HANYNpFUZsKASPcLPS3yM5WcuFMGfuoZuL63+6ee2dP4Txk4ZWB3BrSJ0ybPf7jzY9vpZrPXkLGHagW73U41qbDg8qWDKrIW6Tgw1cg8+wYaeW5td9OD2UDIlrH5aLK0MQAAEABJREFUAIifIskEqkwYkLX0ikgg2ps78YKVH5Kqj0mQVTjBshC4UIc6geckl70r0TJvuvDpmc/OobcBcxDTYcyn2J0wQMdjhbUzeHI8VOoYyPSXh35Dy4wEUevqFlzPeVWVc6UavCRr1MeTJRL8USbNxAtG4ZQb5S3VZIFctpqgw0fUyYaxpZDYBZ9oX8YwaXs5fxMX18Ewv+4WPF6kwLjQWCnA0nD0Ai3Kbe/jni/RTuu9473QJZAOgIpVHbk/Yqm8ZMdDBJJS4GhX6GbZWGSBOuYw5tjKE4ZRF5GQ1hpCxdcTn4q6EUi9BaVbk0GlZeR0QhwQEUhxOfCvzNCUACmVraTGl1UVheQdl8/r9do2QKc/1eA75HPBABN2GawxQlZkmrPKSy16J+wdmJSCpdarJaHLfAizZiPro3I7VS73SqORBNAcDqOJEUjrZqiHIleoO2xF1nEP+qsg1KkG5Dgc1kN5d1SHHlk0nNdF1RG/6R2b66+NLx27/0I78sqlVn4qBtMxUnSU4FUnVQ5KjRPeJlOPkpCrbho3pDTboAwLVqgEoJ0lnHmt96Ox07Q1bCFnsflaQ+UOwEOZ2TEqcxgM4qpK7QWRoVFZqOUYilJI3QhE7/Dhqq1Kc7IlRDA4gz6VUwZ+Ohk4rfyfzlyfRnrKwGuRAf3sd9APbzYRPRs59qS+R9fBqR7ihYfDkgx2Ro9SxtJDCs0hWTIVG56pIdpBMxCTr2MwXns1WM0IeRLMxAvsEAEEaQiLSoNJDzIdyQRxRhns0GwV79arqUoHtWHwu4PP2qyhpljWpUuGAihTf3ARB3roVGxlJ0Bk2p8bk6z5nG+7opVbeRWjEymvGriVaKdjyZNxWHnCXi2LYIIG+bzTidVu5kLNqvEc73Z/CQ3OSUvNs3KPxMQLh8PISdBL9WipKV+ysN2KZfMrkTZxFX9TxGz6twKsBTYfZppab3PFoKBt/SUlxZ+QoK53j5LvksIUDN5lJKZi0RhQRGlkjqNqjULiL4fEgiIyF5oJDVnMEwOzvXNKtH5RoleXN5JgCJ02CwWdSyt2ZqkiEopiWtLOZTI1jPMqKBseDraEZ3wQhQSTv3oY7Mg8lz7Pz9d2/vwceG5+EcSFkF9ETzJ7MPjB64SYhzZRwhzSY3IVRd2M73xkJPyWcaXgSGchkLsZcyuJ016JuyCM7fjE722rOMOgtClokE14pOIBCrNdZxz5vPhwZDVXvAp+HkfhQZQ9AdVJwoREZU0opJe2ITTFxfurVaNu6UbcksVpxyQKWtXyp4IgZQTypmCxFwNv6XMb7YIPWvXMaVE78ko2jK3SFUvceHW2rQa7rljxTWn1J/qUgZ9gBmZv208wA6chnzJwysBLzoB+CAP8UNblD8j89meIgt2d0yMWJXBxW01OKQsWXBqk1Gy02ra7DgT6KtbNmGh2Q4MH5ydOyoaiKAqqFj42mIohd5bBhkMuCcGOzfpkfIgogx30UIYAB0kQ87HvspM1sWfG6htRxi+c/RCJQvoCk/7Ryy5hkmhr5cTB7JIXzQfWjKcrucbM4hkpDBFhN9QQ+EnZLOHf8BtxQDXNZKX0hG/1FRCepAXom9pLnrV14VHVvGHLp+KhlRURcZtD4ZdMimqCygAKGlW01xgyuTEI/w8PS5tVJVUFWrqIGuTmzofdyLvwiqutURzln+HN7GKW3RtzqnnXbLdGMZpWMrVIMvCq2Igv5D6UlO89Bln66lddEqTiG75pku1p769GsSloZp0KD6YUZhGlGkuNp11/8xbEGaIuXkEYvjhD2LC7SxOoSEE1TltErpKd2Oebd90xVvoOgaIQJ6XECEUJxVjrnxSvn3dc+Gy4+Dm3Z091ASRYm/6f4zrWTHxTxzYHqTbsGljTaCGMRntdZMyV+ubc7jkRbnvLWgMOrbTSKTRZvFciXgjm/Vdnu7wr9mpjPoKRm1LVclxdkghGu1E3yq6Hiswv+9ZYBYN2GuQgHm3SIFsN1IyQD8FMLHaHWKoLACNi8ihNmzHCRrhAziI4thme6JWasvMOZnTmvYwVjV6guJ8XaH9qesrAjywD45v2IxvYaTinDJwy8PplYPgZzK6jE/hvnbc3cb1ORb1RQ7maitKOCI2zEgucGSo2WMMhCKFYkJdiPMTiwlLpEBJbZOrskItqCxF/yMJT1CFp684PH5KUjkUWGDZDjFSirmAdIBf9bbtQs8PA+A8bGfcKjJbDji51JtAcJLHAValTtrBbOU61LRZe5oMgvy6vVdWDh3RWXcG1ScpFUFGbi5au+sti9VPhQj7USA2Ek4gCLV1ERyLSgmXUmdVoAuXYMX49OWDjyQDysBZ9GLzJYbNXYsEwx341KAEvhl4n/8tAaMpoM6d8TfCVcBzKkqlgrqIu35ghj0MHepPpm/dZ9dhVYobSyA6UgqwwCIOQOUChrVlKomzvM8TTWFWZsKCq/L0jt/6dAuurW3XbWDFKWrHoGXh4Xs0Ux7BtZNh7cGD94xHFJhC7BZ35JdB6zSXQc3t2/szOz89tvXnucv0F0N61MvfnYSRzZC/3OdwnSaBcSVSTl+xKPB52svPgv9xU7/uoma+7y66z0eNFqRdJ/dh2Po6LRXF4jSwkeex81tl1x9J0V8PaGUtju0TW9hPdBZxdwHTSxYk5ZeBHmIHD35Ef4aBPQ/qBZOAU5o8vA2zoOweGBjbf3XWg2SYEtuPwNPw6Gp4WAyuVoI9Kqi3Q1jBZcnnUTo5V8VkF+hhWu5SgJKiA0bBXbjcRAz0QWPb8XrM49/Ehqljxwk5LYwvZu40TTrkt7Mi45KiKURxlJ6OsXGUzXeicMdizs5XTmUsGyQSyE2Qql3NEyuRKuoy92qScTH+dkos/48nA7tKRL2k1SOEKycwbpiposLIk+4DKNQZHkO2cFXPvr9AXRgv+5OMqfBYfpFYezTIXb1ASJ/DuPEm5DVlzsy1+zSR5iEeZ7XgB/L5YmNN8zPyB6woZDV6CYLna8vCnxsqrwPY8rle1y2nrEjs3c38wQxCtkZQjX60cqyptmH4ZFpC9ANY7UN60PoSR1TJjqziwMmy8h2Bya+Q4ILTLdelzQelhLMh3i3YHR0RGYDRtT38r+Hnp3Ex/8SPo1vAbQD9nfEzFvsmjk0U8RY1md2jTJlfE+Xj3+RoMdud/u3kznoac2r3kgU47X+aasdbR7o9yv3a5k8tJh9Au1/yFW2mkgm1H7XuyHeW2RB6WpdJcOVx5V8tZuPK4Tw5PGfiRZeC1fnN+ZLk+DeeUgVMGSgbYlrNZ702XQTrUFTGo55JHWz2BDceQumcY9q4QOmQkHYgSzdxS2CSx4XHdwG0T6kbQauTY+eTn6iyP2Xi8AkdRsxpXSOb1glaNmliHFoMpBpSQB6GzS1AhvWidFD+NptEjmBcMMra6/MlnmTuGbGd55dgveDh1UiIn2QpO6M/sLK0mtgk/KLDB0OqTKsHcG3MPkIsYehmhDmuDlYjSpiBJ3DIauR/lR3IbfBVlCId6y7VrlmzVmcANdlYxMo8Gm9ZPS6NSCWNRlwNchotsiVug7F6iJsnOHVeVNjuM92t3NDpCTPgHrFhvByxCjScmvP4FkOY85Nt1zIy+J9u6nbMbjUzL145+ijdPXmIV9qzL3r9j7s6r6iy565QqvwtPGllKNFARGFXTjIzQ3yjwMLwyq+/rTDuyTnXErEzKk7ALX6BK3jaVOCOUqF1x4arT3/9MW8kd3yazlQ3rX+Hzkutnymaz5vsiYGzDepm6OMSpCytjsIs80fAiLRZtF0a9bee/WGjXStq2aSTJY8tDyhrV9ZLe7wW68Lk8zr66rvi4Vj9GK138CHaPTWmVtmLRS3DK5VJWTrKXmYFTX9efgdN7fv05PvVwysApA20G+K0su3Pr2azrINdpgw6towekW2pfK12cTJoNLvvblKjcqmJnSlVspRIg5bxMPZZeTr2jYit+VDuV2fhnp3BCMXg75ml2VrrY4vjBUFUbOBw0JiHwelvq0Y2VWy1XHuCySnGjjrHsMNkS04AjQr30OTvjgufmyvKZ4Myx5WwObdtkiHJcBGG74lIo54QsmREHLczIdYw0agQSBTizoyIPnk8tDExgqVVEAZpPkOkoLFzsZOFLq+lOsgohjrrKIs7K7cbTVthVgWMFgexgceMtK5cqcBEC5sOAITa9A2KSV7RPwL4iu6JnTnBVmH2oabPP7IDOw8emYsgoGf8VQmJiCzlD0Vpvkr4LDqwlc5iZii3rQaiywi8G5Jgy+NAUw1N8dTMaG/IqnToH/HszNIJIwFFFTgzf5k9yKpkjs4pMj/ctQsD8Oj9Wki4DadUy02ujVCqvgTH37r2COb5oadoQHfHaoWfbhrD4XqqmLWgFGgrjogys6RKoctjWNSEyxnPEGKYOq7eC0zCt9ioezvSUWc+MiYnTGAUz5TI7GWN6gTFNHNnLe44e6csL6TI9MXWLzSbDmzCL5otCmlF2qRp556+81dobqRJUaWP+8snlHicfgmWTk/SUgVMGjsvAq/qSHxfdyeqUgVMGfnQZ0BZDwA0Q2w82IuWwzn62Gat2ST36XueRRl7IVHEajhq2bIlhAqLIa1DUEwa+lMFaJ5nCXOhDqcEJ5M/xjo6kn8BxdhFLCWzSfoEZzGjFwXDBYibCDkm9/Mm6/OEyxy+BRPNbd9c1Wce8lGyZnLkeW10YpcSFEad6ilm4LrZCJIcyzNvB4RcDb0N7rZuZiAWDopZqGPxS97KfWoXt/nrWApaCK61lgMbOq4K+TPFYlTQRLQzOysAH/khCvrZMF4VbVkcJZmOesY2LS/SpDwTD1hdBB/vAuERGTUkAZeChvcwFshO48sWrjC8fjlfFH9HRLfc/wQ+EWOxBUUPsKYNNIXi9yptXBLO2YwQJu8qBKa1pzItqgbF2ewcjTl3Iy5bwxYocQLKB2Umk0NAnJegL1xHXtNnKtr8h1YKeKKFPLhSbEjTFBZep5OQy7Qh1aHaUj8NG/mUpN0HKjsD7YM4cH1Ud7ucoN9doFOO6xg6uxHWZiMFXjTpw1INSL1jDiLzYorzQrKnzCnSlSMVCUkYKZlL0eRVMhNfI7I7kuE41ruMsT1anDJwysJSBC31XlhycZKcMnDJwysCFM8BOwzcAOsSr8dImVgaSFxCS6U5YOJ0M26yBiNZz05HHMPFZ5FBHjbFqAeTecsCG8dqOCyoNs7ruPR8cxjRYQVUsYmLlmBcq0UHtq3OckPaYjNHoIueMS4icz+ws3wBWpgshyXNuXUSbQYTyjPx52zPi0iHMijZM28ZH0pGTvtcxiNkiN1NX6If8opfXqYEkDh4JOorzVmNzLnl9XEU/OFFEpvmFNo7RE1qOJBeI/hGB53FpPIyVQiZULxlcUCY3Apr1mmPonvkXiciGV8DGh5mBiRrixcuOZZHpXCrhoRO6ZZlyeaJoAfHYmcDfBVFqZcODyUBvEZgm2qqpsDcjcVEAABAASURBVPRJ1RLw3rkuLymnMtLoAl+/CgCBEBEbwaMTNyLPt0QCxF5a2gVRKdagDtU7Al1qVkwLGt7ayluRiM8KQOB+ktcXqS7e4iLe57aKeC6b8cwNL5QKAEMJizoBFYf02PqIno91da12w3C9F6J+uRPkvV5LVQcG9veQ2d3VD6PepdqS466Rwemvrue++ZmFxn9cNcYviVTPL6mrUzenDJwysJiBi3xTFh2chKcMnDJwysCFMlA2HsZlB4XDRmx95j50EBFgwNlDG1w4obnhAp84MLl4OAQ4N6nkqoIUviVJogBhLjJ2fyDdGkOVqdWokXfp94CMAVmC3NBz4lSMvJAXRvJpngcGMw3Rjn7IwdkZ10aAsF/qZPmrDntjOnGnOYwRuIZ2JuBQhjX6KGER9LzumGWXReBOKgOC6EMilBz+w09Pi57+kUkgQCIkkPUAHtTAzYiu2Rrjz7X4dGyMoBADKs7opLaExAccREcMBhfmCJwP7uJ16as0lLdCXhOa9nfpTsYJu5SLaaOYi045JQH6CxW/AJIRKoqoASpfsR3M/2g5OJkRacaL9VZS6Bvj2HyteJwYdOqXtXq4f4xrcaeVmeGmn5mmsCkw7ydvrBk43kGJl+eVdFqktQPRuT4+IIoaHQmjtUJcauSfgiXFMTI1XgjfY6d9YNUCBKUkIwsERDFTlez4R/a0V4OFriVehIvYLjrYEmpeNC6BlBWLBio7TgFCK5E7SXX1UeH0BQuBD3/CAX2Mt9kYxyav4/jG6ILaNcZu+79vFQ2ur9a3uYbj2Kvr6+9KPP8Q5vhKBnpycsrAS8vA6a16aak+dXTKwCkDHb+J8u0GmxAKR6QO2M7LsNeDoGwbNJKq7y1xiEnury/6ig2diukZheIaSIVOkw308kdyW7otsXjm/c35sDIPvNJgN/MKZl+pYS/YbMW0JWgaMTGaDYHMOD5xfqTWXwDpn3Q5XiE7Iz95bNh3pnPjICAeacdzm7hBOyPqAAsOVGxgFBNIf5HQ0UmsGQQcrCnGhLtt78mLusoI0nVDtSsM+hgcOY3/oVEl1LhClRWsoGqnovEh5Fpox5es1KNtDQRnClG+K0Z0fFGj460vaqmwdrUZdVCUXXZzeaf59bDVCEKTDzLJ3Th57VVyhZMvr0rM0hiDLqm0JDwSr8z8TsF4RMhU2OJ7hXQcSrF32azyZrSZiUfWfY7scRQ5pSiVjkpud4XhclWChQ4ihESUaUF7AVEs/tJgVbApraUqom5j/r4p+CJK6t0DcQquKC6C0kWMr8e2GdLYAcKOLHRMWJ0CRHCjyWtPKeC9QR408Nb6a1QnXoPKI/bqEsFM1vol2i82IRgKS2XUih+5ReoIk8V2J+EpA6cM/LAycC2fnR9WCk7RnjJwysDLzkDnuxK2GhzqTVtXHTqGIEaibnCFBdJULHqEfbv1oltuOLqYUOXTKCSY6KaM1IIqHWiGZ4zTUVUehQm05kX2sKYciV6AMjo0IwUzFMUjjTDhIM8cVkGLRZaLCi5+Qu5+goy6NiFOjVWhO6Ya5lmW8EJLQFNTbI63DMKL/urDD9YYxVUPhOdF2JyKqjiY9LcVdTEa0cR8FDul1i24sFTejqrjFNoRQKeBAMEXI/hSTLhKK5bvSle8LaMTNQZRqlngLUGIhzoXA2IcZANRdAN/DLEdnVod42m0gdqKR34ryOMUtLb0qdCMaw0ITy2sHPbRUGz+1LVa8Vy/j6cNBYvRcaK3DKSMuBaGJVLxsRzMIQRYirg4qB9v5ZcaUBVDqpQu3X9WMMkW3vE2SLUKiCmQB0DJHQIOvTst5BYaU7GlckGi1l8igXaW5bB2musVcCXh2uzvJ/TOua6tFMNkEC5oLV5f2sdYwwsmvi/IPPedxT8bhvd509gE4pfB0+3Vsv4kvYoMxFy5p4Z0/pLV1M0KLy3AzorsBTNxYbvyGoVFvDdBu0FDOv8qq71rda/yVUZ96vuUgdc+A6e357Wfop9ggKch/6gysP2RYXehwsmj04kO2veyk1H78QlJxZCUaifcs88VNjb3okEibXwwgME9tWgBpAzVsIL4IhaanpxKm+1BbJu6ZFr5eQqRhqn9ubqEbYokFSQWLQw46VU5RPbT0DCJEjFGiNBKhpoJDwdF5GF8RH2krf7Ep+auelW/2lr63K7NGLgubky8EuB2nddDhY2aDPyckDntTXb4r2tmcIdsoJu2atawhcx7uiothASlxRKSWlCd+XYagcKUzLE3VHBOUPXMXwc+UGIit4xqy/pGeJ/qbGnwW62nAs/hVPTacj5uqhi3aqC+WDXqHUt2bubm1bZiF+6oDtlIL2BmVSyqcFam3pFXIU6Bmnpb0iiDxITC2xZ1CGvdOMdC0iScbIhmvqQGnrzyksYqgiazFsup9SmPe2CXadrTZlE1RIVWtACyLcQoNtDGFHh9DwK7iCFoJAoMoBgStbsopJ0ZtL2PIhfsNTpWGYM1jdVB7apM9F5YmIR6IXdlAe4NYFG5P/w6k4tNt4U+DlWCbfX1SRgF5ZD/I0wOuZjpdfEzE12AVTwCLajA0Xj4mVWFFYd6uW5T3tLL1ifpKQOnDLxGGXgtX9nXKD+nUE4ZOGXghTLALmL+lUGkzYf5plybPd+hN71UXpt4Y88L5iRHbX1SLVNtbAGK7jmMA0/vgD2XHr2ZbQG2iA0zAAY7SrDUEWZiy4/O9DS4C62kI2zLtiVh7Xtu3FGMrswYlV9oQHlRsIq4YIbrYomC2K7lSyCbwClcu2ny2lxSo8qMrdJ24KntGzOft8LjhmI4RACVfETQvWkjqQuGAOYXQacg0VYrJ5G1LkPW1Ch7t1Hdm+5/DL6xmLDJxzoRKcsT80MMXU5NGFqMcRSHjeoO/2DGB0GBprYKETANJQcNZc4PioZQxw1byKFl6dO7ch0LZ1C6YFY1/gY72sysLsIObnY1kkELi3ZNXDXRrahtgy+PmJejZx2AWm2hE7gCpBfxIioWvQPcxHvBoGJIiqvAUaQTBDcPue8JdhLjaBst2vpYXYnAkVfuZGg9ilxuNZ+FW0aKE42vVTx5oUI0lBmbBsUyIb2+q8vaZWnyy+RRp3wKRglUCRWKwuUPtd5AvQN6HWAhMdJYFHMF5kG6CSjIiWCb2ep/2+TlSeoAGaHK8I1Zfgl2xzWMW6OrsNv8GM1s6o5pcpRN5/OmSVw210+zqtFIKv2iOFbWLi+sr12qH4B8Er0YoBvWlgaAQOha4Dp9X0vAJ6evIAOnLl9eBq7yu/nyoj71dMrAKQOveQb0w15Qwmy+NJJ2bNIpHOq1wSsgGy544hzfozPrtcEFioU704VPgHazAKeN3gF7YRz0DhZ7ZVr1A2APbdilBN1AsmR+UWN6EhXgwUJ68QCdGhybZCEy2ps/tKNDjc/QZ5dru5os05/z6E2PsEA0femfOPUbBDpAgkiAaR+c0Hs7cOXN/SbqZLkPbGBbevBdxbkSwlxstbxogVSGZ+uS+UN7CiRaipmqBK/SMVfMV7ex9boDhNfWsbHsTa00ENmZt/IBKTnojXHKIrSmHi2e0qYqC4u5Nzfnk5n+uYt7hbbm8XbE6LiRF3KHuGgXEK62pMWJEBkwK2PSsLZsq0DGTosQODNU6sahVjpdCWQhc41bWDzQkHBtkYOW30XLYeiOaaH+BNGirff9ZVWxW25YlHPUGiu7AmzIsUfsFfzeMq4JUS0cbravgz06ktjF4jQ+W3QjWwGkSg0CWqQVW8f+7cNWeJBjSAnbShQuJd4u0Q0gM71FrBlCMRNt8YgXBDfWWq/06stXOCB5BEGPtkFJGtRiXWMoSkXn5NB5O7eu8b4Gtb/PyFszvi1Itoq+qm5eG9OGQl4UY1fwVjPPyhDmEOC2nUuKvnbhspdcxZiM8TQdS+isxurE0dWFxnIh46ND2G04jGu3yWunWbw1Yl58LODXIWCPZX8g+haYv4377cxfukM2l9K/QKOXvVBfINRT01MGXoMMnN6Y12ASTiGcMvCTyABfG23JjW2s9iKi9d8v6IdT/ZiF2DL1bEUEBh5htEKWDG9W9Dq0AJIB8uHg/ZZWyH33P7AJVoAgAYVLYHHGRqcDgq41DiXTICTqVSVVgHTmMcEMRdqcVQ+iQqgxjjjYmkahHZhOjhWwWmqF2M0TcSZnVAtgcEdNgedCKGFjxJu47EFoNugjVum2wS2jGuyDla1aZlVVRNy68FlzUOu6tW3APaALrdp8ekXgs0/rMn4FJX8JkfIgVEEmouUImiIOSIwsmU1OcvCys30PHVEGC6dVCQbpHiI60AiMcRvjdawx0CrGSZTuDiuZyw5952NDh91i8TZLmo7WPd1swNB1vSyYji5EJWberP4ngKw80gSZAnmNlOIkvdAZa4XgKWIFUgvcaRia0wj9MF5lVTjgQbFNyL9LK1GxC8eKHHZ8K/S96OfvB+vcLJkVSPSbUrKUkplVsOlTp6Hgnrmp4E2m1mglKMYikci9vG/bhyeZiRKWjds6Q6UxgHYVvmSuGtpUQpiOezkcLFwIt7LMdyZDHSqjDfmmVHuF1TtTfTrjVY3JGLsLwLJyWo0EzqiSRiB6BrkaNh3PTAZ20WSFWmDMdAZgh6L3oyOy6CPqQTkhag4SUo1NGNIy+TXl1w1G/8N7NIvJzSyeoKMOyYH6Aqby1OlFhNC4JmFIgHwsdTSjJGtMI3s8lY83PdZyEvvQaEqETdRTzch5aKoEo/gVUHVmXkHXO7tU7gQyEC4AijsrCKnKmnLyktUrT7/H/XpE4aGcqlMGXvMMnN6WVzJB+uhWeCUBnDo9ZeAVZCA+Nxsd5Bw4zPYAW/UIJnawnfM6NgGcRlyqvSzQs4HtMR4AgoIEpW/aIbFRXZHTVHrjQO5d2GRPMzNVAaqDt8lDuOZ7pOpkoo1W9ZjgZ3Nv0Bhl2cgC7AFTcZhd8qku0JoH6oQ1EQZtPHhCXusEbUBgtdUfEiSLJzIftNddsi2Z8ahzkLk2LAaRy1yJOkGMetl0DLznMkSXPx20Duud58G1NjSXDH1cMDBA0YM3eGjPiwYhWiAXwgJMBpa8Zo2auRSWegopWBqo22BUZ/N4QEFIVkAyQWEHJJlAguKsI1CNsdMYJBMQt8wEMjXZQLiq0IYNoqYQYOUY0xBbcaK2nVe9dbwzBq0ut/2Ek0Q7irsx8mM8w+EVWqXq9f+kkysjBTE6ooqoooaNIlunEnUFSJd7BTMvkgMTV/Bzs6bvicrHu+FikYz7X8iFNnpPjFBgBWdLJMCBDCTAjOM9l0S9g5E2FhEo/kwHWu+izwl0wb1jGWHuKCR9NXEZVQIoBUFZGYXsZewiqp4ozJIcAL1bKSG9mfrCQWLuWcomQAhudAiTJipls7QyE53BtrIevjPkllgaXEF2yQxeElkII0UWVhAU9Q3y0lkPlqTHR4CiSsiBHhrAxEvCJkElMIgxWaEsHjpkKJbAhGEO0iR6SFbVLUh2AAAQAElEQVRGXvqMhSyt2VaNA4oxxi3VEYKe6LfNGEgapdltkA2ikVbXjWlYsBaDmNaydQlDdDwMOrirrIcucNrSsEeUIdJiK15Q2F2IhXSE1a7WM3l46jxHQc8MRnZhgN6CijLaXYRSQ70/F2ijJhcwL6YRfNRF9EpQ5++cd70VTBVU7Fan6pSBUwZ+5Bm43DftR56U6xuePrCCtgfxc2j1J/qUgR9RBljq2j/rMNtDdNr8cxhy7MPsLfbj2rr3vmnpEQRgwG6856gRUEwR9wNgAK0iWYtF072Q4cK3nqZHTfxLKEIgYcYkQ8C7o0IjmZTBYZHq1FNIhleoaIsn+Bz9qp2AsfkoyAGF8yidlZy4nBZLJXxFrS5TEi0I60T07lo4RF5n57PTSm6JxmMqUpM8DGqdIIrWN80Je1oWkfrpGKwu9tZrLvSIv+vXuGEsVp5qW37zX7ejFYeVJyRId1rIiuROIJ6DvDEWojAD2+ypZjPxjFVQgiIWCSgKB8akcYkuFgNyGXpO28jUm0YiqWhEXjry5AS4h5DeoFs8yjGY5l5mAjLZkY+Oix/l2JRf+Kmxt8Z34GmtPiTptv4SSFLcOwp/ncWwejCdw1DcBM5xMZ6h1PAkcUckJrn/JZpsmiaFdKSOnHBrpzrG2zPufrPhHYGDdkVvPvvJDJwctCYEidsHB0tmDjY8NDMcySsIf0FB95UyNVFLYauPNxQjQiA6DSYxKgag+KpaLzZek0wHoJ8it5JVvcIj9JZ0WUI7oyHFUqJ20JWFeioXP34JFDJaDT2oqawCOmW+AcUo0857hxMD0IcB9NODA4iwR6V4wfViOaPP2BnYykNLuEQ/ybHpcRuIBFAYObV6xJmChGOxeRwi4//YK0NqFg1fK0B0dpnr9ecLguFiCJ1cYtGWBJMSNQWyFPrVotZ4vH/4AeNEci4EufYyjQ/Pps+eLkrlQDwZoWDrUQtLU8ANkIEpRbgHYUrZaeDDLFqF7WTTIJNpxZlSIl4zy8BSadq4kV8SFkPvRA0rFPkErRpOzio04oaUtmE9Uy1/aVohaszuQIzAmYtXs6aehot7OarFPB+zro/ycVmjpXXDbfrgTrEJBoHP1lQy6k7UKQOnDPwYMvAyv0E/hnwdNQZtqVpgp0C78WMqai/wtfaDh2NaYwyJj10Fg+GDfQy9y89JfsrAVWRAazD8aN0K6vKMDRZ6CUFh5dtRJ3s23z2b704HKAG89uaJDV9Kqs18sytr37f3/ttnsana5BQ2KVsSmMELkq3kQ2DJDMim/yXqBJfMqDN6ax98jGyGFBiWsrfyhKwwCjnIYYx98J6IQspKYmAwc1XPeUjgjMmsUBOk3gVGJMaTwKngoRt8e3tyahKKx2ZaxthHamoRXGh1GCJhiMRnvPamw3nn/+RrY50uf5i7TnNM57KXJeHRRkVB9NiBsTNsAkzKKWBCB8h0HDMn3a1LEi6BnJwzODcY2lh5vPdCB9qSbAnaGVmimy+8AhKEa2rZCyAJSBkSFV1UuSRLQPCek6qjH3x3uvhYK2fkV7zPJ7bVbAeOPqUc+x1lkgvQUQjVOu87mE79CEIhQ0DxlHlg3roJoKbIf4DerRbMl410mO0sdb0IG3MbHmSuuEyzbAl5EpWSmTCgT4U1jy4qGtakr0DYRVVzKFyhqITkvsXQPU5kCWnqPmlAxKNYJVO6hHt1Ug0lAOROYNIB8hV0jA2TUmjoA+jNVz6N4s7TOzOj4947XkGv6LLITRhjM6dAAx7p2lfFvVTWySeU+um9Fb6QWQg8f4ZpwsYBXTL9z/wbnCwexEihyUkmRrxYCDprH3ECs6hZfCphUkRmKyLJFpcv4E1GDwx6WGwGF7CuwsT7JBgKZLLADEDzB0S/wdOMwoxp/bPmNVi5WCE983Ek4jAHUxK8k554BR0YsENP/PQ7ZFV7mdt5lwgVnmiBWbJEfEkvS0pm8AGK3jxUarB0koHVUOAKvk4D7YJSyRaQX5dAO55VLl504Iajxg1ddnSlxgIaZMaVUjbHlsDGk4yhWzYe2QGygKOsQg5lTmWoOSBSKeK6tCQS4E5ohCKQuYQVi65QZRV711VZcHFTl2yRXgQdu44O+xxXbY3qcJsli2G8S8qT7JSBUwZeywyc3tsrn5b9H9LQ6gNe4UUDCI8v6uXU/pSBq8hAHBqNDXFA9alVKkBaRMGJqR+h3MGxHzc24T27XD8c+UZdQmPblyylApbMtBGnVhEn0IYwpWSJzWJKyXIBJDaCtolw6FIGozFAe90MX2lh41F8AsimpKBzo2nIUCpuxslY2t1eR9wdY0QjCpXs1CIkCMUAyOv4IRG0Q8asd9BhJahq5JalCpl7poq+IaQt8RaERBS5EYJrS7SgVqlA5OZQLNUuUQnIox/aYIvWFKdVew9LVc9043AwmhElzaNFEczMRpYDzcgUamxdBFPUxjjVzLjqp8UaQ8eokDGnw/hmLUPeW+2q4qmZfBVJpxb4Fcav3oe1LtigtXaMmdeyEi4tbHBeBHVpqi9BETvyfw6Gb5LvPD2BEajguAOkE3bQCJGhFmUGTYOt4n16ZwmdADQUKQSDYDfhjsyHFGRqbJOlVCEbVOiUPoFziTpxMZEcky5zgKu4h/D/V0EuWtRMvNSDIXLnK5a9C6h4LykQyTKxBGQjGPMnHOIKrxh6FMgwdfVYIUSPIYXs+sUemL4QhBkyvDiNtWs2dNQBvQP9WgsJjveYziQ1npjvznzeNHcC5F4kFkEcPbjThY8HTKXkZzC+Ukr0Zg6mR8a0EelBiYepIkOoddUJMwZUUGFEl2KJU6hESV9ELUGAG0knsGI74jCa1RpXR7aA0NBfgvI5hCaCjhVsDuKtjKfSYB8A2MYn0y7aEBTFxDsebbapgwYeRWtV6YonPjfG9EX0Lncj5SYgayTMlYar4fswZOh2Isxz6HaylajRia0WgUMypSXbaoRwLhv5kcLsYMlhMTRK8EUGpQE4N1srkq2kB2KtQ7gPaaApI2WTPyIjrc5jsljkpkI1iL6ywtH1o4u9X6eoiM9qjmvH4FhVUdvs8SbusVWoZ+a9FTmtqJ3YU9Fh9SdSlhX7ykOAe33fK1vN0VxvYbBDKHt6OsZmT/OT6pSBUwb2ZOD0fu1JzkVV+tHM93SrmWQB+mgLWhPxglZ2LC2vU1tJFgGh74124KmXV8Sduv1BZ0Dr6+AAWH/abIRtV/Yb2uSpZW+6JOjr7lU7WETau8tiAjCJDVai2QAQFHwm46xiqegyVCogWpBSlYCTWUpUJoA2PUHHFq/wbFpwLmYGecaLJXBQDFc0hxIN3A8O4tFofNhEQYZIalmSiBCXGu1EVJvKtlOj1m5G+0Wacur9F+Uu5EPxqrGg95gwPHQAPLUXxSyoTQrmHGJKZ1ZeI5U2PvKhRt0YOfFJEjYaVR2uGgPqUoBd2IReZ9XKO1b/mI/zpEau2V2NHWtIA3gD+RuduWhfVdJUTIrj6iNHYM66RaEwo7hEuIIC6XTps+k4+PXWOYbmMN15HsaxybM7KC6drtXgsApG7CqvjD4A75S+kNETHH0wqA6QNiBqycIG4+LSqW6IBqloAeRQloIclAMxtVJMAAu/H1cNFzzFXPIBjM8IVoRuWoTCAps9k7CKwUQGQ/FWFTuDb8eqpOAroW8DbFJ/YHnTe0dIBCOBJGDpkzDgSrAKdM+8WgUyr/9WUAK7A+kZt3pWjnsWfoevztfmyqz8M7DEcTQ7JNdk6prHlenpVAEVQ6r03otpWUHSUzJLmR4AxwkakcWTQIoPw2hIIwq0akUJdmeFxrAD9G8QuzomfBCeKXWJKhdeaADCzMb/yj8bhEKlWtYN0L7DDnP1Qg89Y+mxnUIvrUTCaDUOS4mWyZLxuA4vih0vSCg9voiad6CueXMddmjHMufDKvS0h+i4apCVOGFElKCibtus0NWisRZahoLCmo+lJ0aAuHvAPL5i4N8dY3waYeOHUdvwSC4YBBDwk34QqSAWEjSk2IMgd9rtVqwGooXnMJerr8wozOfLLGVjBMmWHlSIo4Y4ouywVRCCxoMss79jVSiu0kZMhZZhIUdhFfhCq0zB2VjGhR6R1srItZQyWaGVH6DbuBrTQVyJihubFyOLw4JIIe4qA7lUDqi387rk5CQ7ZeCUgaUMHHq9ltpcm+xlOtYP8qvrT5/o9qdE/SjPsXqUXQE2FDbAc35mY8+GX1YOmp3JrxVcWir5KGRBHZsLW4Jt09Ii0NIPndBs10O4B3xut2R4tGnbB03uinypzQ9CRvy+37oEjhws5+YHMfatILVot4QzgRI1ihKkwPexrmJzRBEvb8mSiaYWNYPEHiBZSuY21GAa930cDntJVPWWkRmgg4sulaRx4DAlXv/JDbmxxEYMhb8XCqACssVCI7c1iMGgpQfhsEwUUYe4Y2CiXQEtGeJSehe7HglhUpeigLFnsEUAUpcCNvy9YuYgEG3Vi5VPjXoQhIZWFPEgtQGpDCQ+1FDfy/V6bZ2ARdsh70p0pbVl+s3kQH/5E0AwuXiDFKUm1V5nXaJCXGLBp4ZUOOSluI+wdMmWgUuNhVCIy6Ea19C69DvwE6JYFxQqMWSF/DTRuirji0KOYCsjEvCipk5QicZHB2wcNrbm50JHfhyUJMyUhgqwZF41QEd55BCUIr+QGZgWeUFCX+P8lHHQhoKyjMgZVQLEQoCaqq1NLn/QDyUNVBCKQhDcdo3TIuxw7sCC6Xl/WyBKXmnek0Yu28Gm5CqlZCkBBoANSClZYKFkw/9StpTgkvEk6OwYwiwZTwKlwG6XnM/UCInHgN42zJfH4VgywA1UJTO1tcAGbXoYhxBSIaBnBJofMKg3aQC3B8MrU6QGO/E00XuoNcYL4chkAZBHg84OhhYZ5pJ1yDxeYtV/vF1xS5VSoodkGZ8pMULnzR8iAvfGYMFmyfQkSwkQSUQoKfKuvsBC0iWznAuBveEfiQTbUNuwPZIytkTlG23gcCSVMQyL+Dt6jwhDoZpYhaSppCX+Zw7mDwrNgScUGltT3oBO/wQTLF5rzM3VoWyCoa7BQnrpsBA4E9XcBOnMAkmUjvEF1dY9PgWSFWfMm+ZM0BF/L1WJK0Gn5DXjBJMvpV5gSKz0Ebxqcmrtoz4EZQJa1ZG0Wgt2m6vf5OquxOPMpAq9LFvxnG91JGrCHsOo/xqr3zu2jaqiyOaZIrWmhT3ENBBDAw8p3PQIu7gH2TlmTLxECyePqBRH23VLj823fQ52AzFaXwelOOd+R5mCEMhi9oZUMaqGPJhFzE/lNc3AKayXn4H23Xn5vb+CHvWDW6CuhQ+B7I4GfU/ZqMcXHobNwgbQhsHBFfIWOu1WNsgc+O2usGTjJY5sgdjxhAvYsHFiqDq/+Kks/vHrdiInumrjP6f0s2oUHEHp4yw4wnRiojRMBM54cE6pWraR5jWG6RCuNFDl48WAH5rEN/VxrOz4ocQ71Nof7QD9JQAAEABJREFU81khsJ412DZzGiEbWB0qEnxig5ocG9QUdGZIKRnF9CRVNE9sfHXJk4UB+Sr/7WFzG9kBkunVmkTLAdZ5OU3Z7aO26eYiywEwKxJ7o0FOQNBRQ3hh7IrLQYK+vq0w0Iy/RzdtIw7QxU/CjCIb0LQogKI3fGjs6q3TgUZ87cmFaipCWFBp1ohYbEWtuzUXEACXP+s1lxGO11wGbfgm1TaJ/LAdPst2dray7HBmOUNrooyHuDrFQBMKAjPOLZLQk7NOBzXWjNriNs92600PHQhdEnLTjpEUrpUW0Q5UxyS13jnhgOIjCwuMXKVQtTVrryZCvjpPTm/Cmr8Op8L6DX8P7bYydB8L/lx+XKV5CVfU+KaUhvCedeEKReUBbNOyqtIXweFHs9+Rg8568tETWC/s7wjeC43SetZ4j96Iq0dvitsxdrzPKSVLCWA9giQ0ODOYlKAAGDNLZkBqZimlkBlyB/iUkAFJ8wo209wKjHjNCAfM/DEEhQEyYbVPZpZSCjBwAdnY1iMpQNGQQp0cuYiKYqQCWcITMRATBb4UksnbaqQmoIixNKWsp7H+O1NdjxUCzEtX+EvZEpBrvEmN1aMxnsBQJjEmlhKUQGYFcGl0UTghbIQGwE82z+AgcqIjZID9UWEdxdjGBu6fqqOTDrwBb0i2aEjiVITelCoZQZqZsJkpViDjNDFOh9XKUkqWMzZZ/WRoc1AlW+NBSp2AptB/w22TuLNmpMr11Cgk23WxUnvFVVjNHdkLjjEHsVCrHeKCoCiFCUQdBYWKIgAoTILFNlIMOuyoZ6XoilScoLCLKPSLzib2qeQryRRIjD9blcYsZDNbhUMoKy0gGxmcD0WiXSCb/aCe5L/iqbVLqSgoqIkVoinquWE9opbfRc/bFTu68MEKSzTHkgFas5Ep8x7DW1k5tQ12UbYEIX7ReiUH1XfgqE0KH4YIxSo8QARb1uAg3U3ond2tPWlOGThlgAy07x7sj73Ur8jx4/QNBD/QHQ+fTfkJcLmT+u2IoOPnpEDfKlcUHho/5hD9s9WCQM7mhi0ODdQO3vtBRUvVwYa89hecPuTyQr8uoKr+K47GuMGGOgp2gzwkF6+JmD4insO0It2G2muN57Cf2l9t+UPGGvWriX+p57ks5uL4+NS+hR0tuSD1OVzLf2/jgZaNiDavoMTGLiVqIDsYkt561lvPbr4XHmxpAK0LHwPHX/mYie7gheHGIpk4mgkFJDYeAVaeBPaPY4aCoCBZKFWBGU5s6zeGTZOOI5VAXTMMOPO3UFlTW5lKx2BFBshvCyEdarLiftROYGpMzoTMH6TqDKuOE6n6In1onAJPSx2OR0a7Ya649OmYu3Pwev3c/CIIR/Ki2JMasunKXPgkYMUF0AqcsivMwG5Ld8oBE8/YiQ0eQvUijG1QJzi5YyxwFyp1XvCwt53cC8JopII/XE/8T5gUjXGZx8lZHHptpuyQYtMcyLBj7fbMidPhbaj1F1+yHwRLRG6EWtewVZSJKcObUTNX1M6Jz+gCZ1DGAnCyYoklUJMevfAcZtHFwHyZaTwBHbyAtiCYIhbTex461nDvgD/ygSUFmtpL8pqqkbFevA3YBEM7zCjJx5fM/L1Jpv/BmEGNYDypAEilT1gkKAHjh5NrDU3dTACrgReNbQIMqNjqM4Te8/mCkdOqEybO5POXxAVg5oSHkSzx7pmJcSmVcghaLJ3nVhcmujjx7qjcZTJLQNaaAFKCsXh6t5EVUMQpJVNoYrMIqw82noDKC8tKWDphgJApEBRtWRyInUKQCCGKgYZYyJCzWtYkX2PYaE+16U2vyxBn6YZpw772LRyQUjKNM3H54//xamFbWTbk1ObjYc2bHnDOEGoLagoREok5jGLZiltRVRqyltqo8o41+OoHA5oqvuzxGLFWnQaGXvlNNAQoZozHeKTt0enbIcxsT2LL2DBMMwiKY9EStxGIPwyKY7fVVKveBLKfwtRuqks1uGQ8uXLQFNytQLXABrnPYVjsrgcnu00WNW070b5eFi13CJeCXpLZNAetN/Xbap0fDcJb1KP0ZVBNIG1eXOyVr+8aSUQYdZWd8CkDpwy8WAbiTXsxHz+Q1hf5eOjH3gJwAOpmwK2NbTbPga4A6WDzUX80w5Wi/kfQtU3YlB/H3XN+KK9xhx+ojUGzmTH6Q4iPWTySO6CSHW2gKPRR/6yh4kEnH5gMBdtBNwiPINTuCLNrNNGh6NVDncGKNZeVrni37PrSo/kRqAfhFiQTHCc7JsfydhyUXLBeO3bmnbDeFWjPFgeKxEZVvvRhWrGBzWy6kyXjJOTQ06b3NsSPveTehl1uXAJJDshJ8TUscdkjl7384xXPCUCoQl/qL0uSsyS+dUqixOp9Eu3QV+/O1R6dUeX2IgDRoElxp6OE8E2H+FECpXayGwCCnCi8ATCrdErJKGaJAozB96TAezCDEsRMSCZK0QtQux7MnPj86MKHb5Mufc7Pn3Pxw3dqzdeLefDTFaYKU7u1RP4Sectn2XRQMXgztBTMvLS9iB6hm+RTxp23V7SKU1jS3nSAC4n4APHyFVypS7+DXHyFYvLCSP52OKn9VhOyQjbSlnW1C0XV04pB+RywbjvmQ2tftgKTrs5VNNxf4240iD6y51e0QNrGyEmvpGA+QbAUYxDBUEdxqZPZSYJTgBNwdal8BIUWEi8QLSi0EOuMwlITw9yTi55c6L2XpamPBNUCbBStKdrIBnBK7aFDb7wqCnhsnJBIav4iGU8K0KKzoHtw7zwqaBvA/JmEl/AvX8JuR8R9QLXri1yNU6X7sKFmqDF2qRJzpncrpWwJMEs2fZJl2dCn7ATGI7wCr7KZIIOzKmRj6YxmhU103VtH8v0CxS/dyGdPYMrfBNME84RPED4yfWRwsowwAbnEZNlMIAQ1loFCsxqYhugaegfpJlTEWi0UbdDJTIMTWNA9tPQD9Ik3Ch36RMw0MMVqmZiwFeM5g8+WzByMJwNRSFcQpSYaqKrXwCotMTS+oKLAGhGI6cov//jSwoYXCIt4oGQrgJS2AiwlmaVQ6o8KzR+NUvs/WSJAXShzn1Gh2C5hp1qwrb86CUGxTo71h/WRpli2eT6y1dwMLyVXA5qYaHZHgVubug1q1FwrtbOzuUJzKSjROOlVEQjN20gm2CWX7uKgb8zFW51anDJwysCLZuBq3+QXjeba2s8/bPs60g/J0Ou3SBPgh3P8QJaeH9EcRDcbLmqQ6yMmqD/A/ec3+uA7/wVLpUdMXxsA4w4fVrHaAepLF0GB6c9tNJZ9oNgEslnC6k9yosAkNiwQg+/Q7a5lu1v709K0uah0xcpEpStelvkmgTfxKjCzqk5eYyAXFNMmnUOEUKcDhU5D4H4SebKUgCrD3oA4AErYW90vJrG0NwE2Qg4up5o6NvMGVORddEpJCEgmpxILbHiqgw5J528LxIBFe98i9G/L6FxWHU7UUq2kqiB+3JxXKTjhBTDawRkBFUBIGXmLp8rEqQ18Zixi/Z9NwdeLJfVp5FlxGZGL7+CNWN2+yMwxVnwc1vrnX1wCnXPps16f+wXQGr7j8hmLaEZ/OujlVba8Wpn3n8AZtQC0WBTA0HdrQdA+0FGmHIrzJiIEMhOuAD/RV7nj3RpXX7iqA6NTqzTjb/xUaRUpghaqvGKtlXAln0iVVz4Knk9YgxYSxNrJzJRmSxKBeqwgvvgRWUHqSgvDD26hJRpB0cK5XGODwJjaw4QkJDiKCzC9eIk+drWTVuvMvxNRYarVUIAhUkzLhXQJOe1r3/R0rLAegOa7IAqkzwiCWhLtBIVPBSMNSoIUbbzb4M31I+2xMjEK08qTsEnJayTJFIj6h3F6wFw+mCcxuSgqouX95DX0vnFjes8Sic95ZSknS0nJT26u0MyCztgYeuNxGmySGfYUE3aZKoGiFzZLycwEChaof3XVEXjPitOFkAcPL0xm3DylZIk+E/5TSpZX2RJ9ZmTZshkgLBCNIEoEjrZKM/sl7Feh9hrW6NtprxRvhwSsBCGDolbBmD5TSpYSkOHTNvSW9Dk0/eWTxrbBT0++NX+93EjPfHZDZPhwOpkjt5HMCSrReieFYb0UmvnyNmIVj8D1VC4DN0WiYbzEpZEOfGNnPj/aIfZGuECysR/zp3MbI1cCZpAxxndfGRMvPAeaEoSmwEOFZlIQHlPk6xi7xkb+BY3IAyb2VlTpwVSEwAddtVePvQvc5h39VD0mkX8nSoWSYp7HIpoj6eeyV8W/nFh2rJEd4leVi1O/pwz8mDPwct71V5rBpS+KLkF2Afa6fAGWwl65EBvHVJD8fIYoxRmE/PTqoLvnz617/syeA88GeGLrZ4JzO18/5VAlOAcLnoEF/LYd+/XzNe3PAeE1fjqHuJhamy6gJrQh49CmzcymYmLRj/4RpmPvdJhz0Bgi9tF2zqORSKZcWNlR4MY/0krJELTDEy84RtbavCg97/NF/V1Ve6231tcYZ+ILlH3nWtaVDhVA5xs/NrU060UjgywFeTJLZZOfUzKKCSM1f5LBO2Upg5Nh45UIM0uWEmACDKDNAU0y88Y5maEy9U/IHRtn0Z3eJ73b/s6IAzg1YIKGaCEoOKE4QbxoRGoYHf6wwlVQkneu7zmQYItRX2wqxhhn1MmRV1hihWyoJZFKWNDSYy8dsa+Bju+D9+s09j4+JMIuW1sHvfbLn7WtGe+GC2sdlhDLuYM2tplcZZIlMLArBmyMLiSqFYmwQHRn5iNwOkkKeN4bDEmE1OHLbeE4n5mpTbUXbWEDolRLyUQjUsE+Ax6isGQXhhitfIi6tJuh33J49MASw5LHhBZMfiG81FEEll5jc9VCFW07BelaeMezqhXLsaCatHSVub1X7lmUoKp349ZZSy+3OOhTwwcolhI1xQStO94n4/3sAfOV1qMFKBAhckINBYaLwKLURC6MR016tAZUbHp6KkDvi6DnBYE1zCzxAcrMaQKMGFOSb6BiKw8N+tqRi2TjhBmkDU8P2wfHmNTXkEns1JeUNXcd77J487ewWgoLplIcm8ISmA9cNnyFPK7SJ86CUg3QpwEUc6zGrNfk40YKbciysMHb9FEPLqkBi4Gm2OTSwQWyFlj8cTQkBcZrtTR1kVTRX6ZfI46UkpnJAQBv6DsHmjIEpWjDnG2g9dOq40Kug7bhoV0GaKN3ffAlkdvo3XXCKz6Tnm1nqGSmdgEIvEgqIrDca+6EiQpFx/aK77E8EaCokNfAJGFufJ6KTK4STZsiqw6b+t3u5A/oGGCHX/nU/8OgY29Hv+jFe8pcpgrnFFGuC+L4Wm6Ptz7CcgjmCNvLmagHQdt65DUgwXY2wkZ1mQxfc8bqsXikCupK6ojiKlxd1tNlBkRflDbqGduqpvTRhtNmJ+6UgVMGxgxc5q0dW7+WlL4MLcyD1I/3mUyXPUBcpPAzd6ZeYvUDXp999SS9fvwLRHNqojwvwMGJ35if67fn53A8NxYAABAASURBVE/sWYVnj+0J8IyLoGdPnthz4QpcCj0D1ufnfhl0vtaF0AhdV+nn6AHx+mcaAi6c1oBfPG2es0kSrLko6hqY8xqFAFt8dANsGMM2RIZqHtWuBc/ArJLtq4BZGIvs8XFpYyZYdHNpIduxsgnTenoxuHQQBxoqRwdMDqq1RsJIFKMOxusYtbFJFdsLaz+rQ4cAobOSF9C2Spv7nJOlzLYarN1VSmYOFo/TRWYFZ4iUCgPOAmSOKx3NhzripWauOjbOvbBi41Kk65WfnneFkVG8EZizWWyjoSmcQbFBIto344wFNy7v8el+kfWA6A7cqw9hQLzBRy68l6gQSCcfspdv9xFar8X36psOO8XM5c+a79L4/+qly56OMeBssBMfcj4khhJfih5E+syUd8GZKNiEAjMGrhjWXBz13h9ibyZ9BewQG3k3fzK1dMhBbo7E0HeAlad3GgNKiBLRGtkJTvX4lzTmOslG6EayUhJVqLIFPDdh2bkVGTASACQzCQEd5FyGhdqBokyYEKnuqrEYINqTE/e1wm02Y21aTuZg8Mb4HCWoKIN72olWLoRD68bmTQsZ8u16bFOpimV7oPEBtTyY/jml7PaBGy5VvSXESseAnTBzGbSw+arozVgFWvsOrE29I65CE5gGVsGgRNv0kRuH0IkMA/HZ3bDUeT15Z/ge1GyllJg7AasEOqVsqfmfQQcYPkavhm0FJy2ZHo2BTty255vRQxnjM8dmTLvJNNZPj0aRdFzeru057/uG935DoF3RGDjA/MnUKSXTMrPhUVwBPf0IDFz/yiryKSmg7xMgfU+uO9kpBJrXb1qn/qUj/qELBS2GACiiHJxeQQpA5gIRM1iU69uQFAHAHDGuHrCEMYnKKeEkoKP/HrAK6Ho66wTcMnfGQ9XRTmDIDXrAA50wxP8KkA2cgeXHSaqgpcch/LRIxs8T1KI65sfzRc70u7aQqUWPBoy8I489IxRYE7/5GKx5eqtzJr/mHkSFV1GSiTOeGFLnwxS9PQXVEuNJIfgJP2V2tZpajdw++/09jT6ulxojbONp6aH/mXBsOVhcnNjjZNbd4HuXPNbqYHaA2O3lQEPeiEMWrMQ6rooPNzlZnDJwysAFMnD5N/gCnbw8031firjIUCxx0bO2588DnrExeuYXNOemS5dzLmkWgYuaJwWePn1sT58+sXP48yfQ4KfgxxUef29PHj+2x4+/dXgCfvLke+y/s6fgp+dP7VzwtGDRwJpLn/NnXPAAz54/84uh58/O7Zng+TkxBx3/HOOcCyABhzTGEIe5c85pyDpgkD1HJsDONwwdvGj987WAyEnXXBKJXsNvg5naKNcCZbQFyY6BsU1mFWqDcfWwYfNyCPiRd2T/ph0YkDMbNHDlrwJ3fijfMC8vBlcRy7YPzdWLjFntyTMbzm5Yf7EGe1Qdm1cDRG84GGgtdsIuk7TXXhZIZipZVU+TnrOQoLNOhw4AjlaohhqJTAfeiAJZ4Y2ng9aKhTRI80MzXcQuhcauMNoFqPY2dSw00rhk1mM1+JLAIWGhVgE9G3aJGSLW0UJt1JP7xVp0QM8Yo50I6dVW9qKFsfAW4oMWJasAcQ6ssZ51uybu9bo3xew0h0LRAoSU+m1gzrHtir4nv7D01XlqMvNQgRfNZdEj8fLt6TGWz45RKk4aVjUSJXhgg+A9NE2wgMOL4d+GR/ZuUCTwsimcI0SOS0feZwhmtTQFiJFo0YsfEdRQ2l7DFlUV5szQEwC2EcyfakQr3HsumPvOARk2iKkpg2nCiwYCZvzZ/ykdNHiVV1Z5CBNk5cr0ZHIqHBB+czCz2nVehcJJKgo+6myxPlCHjFghOuVKgJUK6qGgHuiDhIfl1Q7ToiuIBYmdeuiZ2Y7XQBjgBaJ23tAEGBnpLSWA9loiqWAQcvToqq3NHtlLlFSZaqAXA3a+oWUs54NcOjwTaq/YvJ2hTZZSEmH+OJ0s/ucSqgTUErSbYWUiqsoxjnkXjUnowf7tq3LLllg3IJeo0l93aO4Eet873mflVHydTpIoU1NfKSWQwHjoy3ML6bjywsgSQBHHsraeSvE4xp40KMoAjLxPx8wcnXfY03yrZElUARkQ2wIpNv/roEHHu+d0tsT/jDHIvjd9ewVGNNksAZ6flRnvk/MJGXaWsANQWEAibisgOiFX4V3zoNSuQrJcZRL5BEC4jL5MfmgHjtIVv+IYDabUVptJqhYVZC0IeUjloEdAJkVCJTOK+fggwAnQN8M0LgG80VeOyoSMx30TgGO8OYbHFG0purQt5EtFxPFS+9vqTFmosKWcCTyzQ17VamAGy2JTeH7KFgq0MNbwgW5fUbsK++wG3ehVzSSuWPR1gvfs1e5e+DTsVl6JZnUlXk5OThn4IWfgwGv4coZ2Nb3s/3zFB6XzC42ODdCaA8p6/YwLmSf2jMubJ4+fcFHz2L7loubxt9/at4J//cv+BfzjH9/YP/7xd/vb34C//NX+8pc/A+A//dn+9Nc/2x///LX98euv7A9ffWVf/f639vvf/trht7/9Dfh39vXXf7A///mP9te//s2++eaf9vjbf3M59B39fs/FzlN78izg2RMwl0O6KHJ4+j2XTE+Bx/b0/LGdc+FUL56eKOYJPLYnXD5N5cieAe5XvvEhPwM8wXcF+tClluuecDm1A9ZPiPkZILwDykXV8y285gKrApdZm3PmAzzYVd1xWPP4YtCxD74cxBZMa+4qYc2rMIer9H/IF91Pyj77ieEio71vQGfCsdkk31wgdn4Z0Xv+e1oH9KYDTc+pQb+l7jnchBwDNq8pJfaxyeQHy9im8mLLl0CXR374UDtAZ4vw0dso77yPjj5G6DkcdKb2gj4aMsXqnb69jLnovc8u+qclrqjNerVzW/NLJMU5QJELuSf5oFXvgD24A9QjoUOZ+xPf1QNrUmujX0mBwhsYDqW8mbdVH86hk75+6Dv1S+47/wY+N+HO/x/Z1vjtAtQYb0Kde4MpRfOYEt7KQSLE8BBuTzI68rAB1gDd0QdKivTmCYHxkrw2ExaYTdQw/tt2+vNLOdQy7aM7ccU+Oe05aHUuvUgVEdYWciUQP9VIElD1RqwqNuSlasDemOgcR7uYJdGJDGMjksEpvyZWAJEQ5NXKMofVDO18ypbpJ2PvzSwHcj4xhyl4F4sWIQjxUu2habKK0klVriD2IhdykYgCMtMkT+R0lxvwEHWARFaagcQsAapZ0ZrqtZ60vhx663hRemhjxD00LwytIlaNms+F5VWypFwBSXSCV54SpmRetQnzjqEKVrrCiJS5g6pBLk22lJL5vDBHEDY8xKOYFGMAb5LLyBIxJ/qkaWmfjPCclsxwTTF/ECQpAeGU0FAUM+40cjz1pr5i5Pj3hqqSaQ5spfViZpkCUDsjnUDyvnjqiK1CD93jHWPzbqmSJVNxMD30Su4Uj6BHXXUZImXDfZJhAOayC6apsRs4p9txDBonQqNa4CKqSpNnxazkIO3BFEZHr/Qtq564DOgq9Oige4dsPUnp88o6xtt3it0DMj0do1E7w9Yx82IOsgFoa5b9bsrK0yGWrLCOOuoNFb/u4UreABgToJiVKtVFgaDyGqlAwx2bJEiA2I0YzScgWSbGEQiIgtDiCY+d+udl7gAT7RAWL7WOcKJLp1UJQrS71qB2a69Ko0gqLPnslHfWwJjfasW8VHKGPfee726mmbOHxniovSmyuVP4w+0wunQ5FPXE8UIoW+0RrGoj6Eqe8A8vA6eIX10GfiSvzvjF0M+uzg84/GhtsP6qQKAfbjrwrNfPucQ4t2fnT7kEeWyPn3zrlz+6+PnXt99x8fNv++ZfwDf/sH/+8x9cAAF/+xuXQH/j8ucvwJ8C/gT+45/sj3/8mgug3/uFz29//Rv7LZdADlwIfcXF0J+w+8c//mr//vc39t1339n3339Pv/RN/+dPwRXOJS/QXgZBPwae7IDHfsnzvT3h0qiFp/BxafQt/ekyqIVvy6VRkfllkeiZ3C+WJH/MpZUw/czjqJdY4GfV/vyJPQHOB3jMxVILT7jYeoKsQqurdNU9sTWXTy34P5+r/2zuUvgxa6DCE+iLQG0nfJF2u2znfp4Rj2CX/S75OZdsx8AauzmUdlzMPReUv5B7PsebtV/cbbCZguQjqF3HRYO/cxVz+WO8pP7Gsild3VjZmeDmDbtx64adgfONM2SCG3YD/sbNm3ZTgN75GzfsTAeupA9nHFFUV6jSyusyQgeBjpOAoGej1bNrFt0Jw2/QCTo/ZPZI5KWADq6FNOmh1W6kO2NISGPb7IRX+rwSZAJyxmeiN1c4Vg5wZ4pDAkIw9d/DdEBgWYkyJLRNPVVTcB1a6Xv66DkMSh92ai1Oe1L5lP+Oy++Ob+OaOVmvN/Qp6MABhhdvUxprFM5rHL59pFMJGVO7yVUO1GQD0Q1AHBSN05JyIO/Zx4J4wO7ffePY/bK9S/SjwF2JXKzz5BFa7aXSoVP9GrqKrT40q+Qcu+0evexlI1DU4mtqohk1sWaHZIEzoxBt8SgPNPJ8gNfie+U51KoZCihq1FjBquDeeEfMIIRZ85mDqQl0xKRf18k2ghzbkgtzMHOEC6vPYCuhYPBSLIoBHJGWoY8yxKUftAq4cMVQ6i1QLxeFcDL20ZG3vgFzWusdUAzihX1VGcPuHTLrKOVkAch5h5LVB5uWR5FolVALQGapUKBk/E88QLHMHCR857SyLIFl8zhJl+a8Z+H35Kh3TJy85NSmJ6VkOSdbgRM4g839mz9JNVVKyVIqkJOkPsqOcbpfH3ePXACiyCxnM8UnjKgU1idywoQXASI+auuIsYPu+L4L9x4rA0GZMHVIZhQz9d2ACz2PvaWEhQJQAxNNn8gksirDgykwCWXiPBX9mI8O2rGuPEQDq6qJmPiEEXOHFYBIMRO+Rf57fkb1Jtl605vgOUrhjXjGKqxvlcvEywfdeIxJgdAhMXaMoSNhAgPLpFMFBJbtDGgn202xx7QU2YnMtnLSqzowxhJkV6jwL/sFUO4EKZkBshWYnl6VIBVPYB8T/dEmEx+UGZhKhoB6lQeAXFEju85yFT1oFILrjLP4vlQ3eWsFhLcEEoCOKOpangIf0aA1UaOWn9BXMQcThweYGkzFVuzbOFq6qCtaVeKETxk4ZeBFMzB/C1/U30tuz4eCH1T6Cff8+XM/MOuvYPQXO7pw+f3vf2e/5jLml7/80r788gv74osv7Oc//7l9+vNP7eeffmaff/aZfQZ8Agh/9tkn8J8g/3QE7L/4+ee0A76gzec/t198/kXAL35hv/wl8Ktf2m8cfm2/8Yuf33IR9Bv7vS5/iOHPX//R/vbXv9g3f/+7/fuf/+Ly5zGXMU+4+Hhqa/3Ts+6cjcra1uA1hzOXSa5/DgY+F0CvdVkE9n865vRT96ELJMmeSscFzNMC5+AnXAw9e/a96a+MnjkPvXV5g0w2yJ8Bccn0HZdDyLlkRWdKAAAQAElEQVSQelLgHBwXSt9yccMY/K+FykXNUzCgv1QKYHxcBOmfx+m/dfSECxrBM/AA6J/p0gnZlg5Z2D1mXgM0tyM8Jb5t0BgvB9/TT4Wn0EtAPpQngee12tR2u3C1m+Piz3M+Hws6lxesPieAveazwDhmXdABw6XbE9bIEjBf7fy1NPOovzY7b2Utjf6p/hqNPp4C5wPMfHJhN59X/4+a85U4O1vZrTfesDt37tj9+w/swTvv2DvvvWfvvP++vf/BB/bBBx/aBw8/tA8fPrKHHz2yDwWPHtn7H35g777/rt1/8MDbvvHWG3br1k1b3eDC6Cwg43tVIOhsSYfnVbYMiE7a+EJbwYlNscBWybIgsTlDZiCz7MV4uhBAsVFHTO20TEz25kJkyUw+Erz6QJcBcx5dljxZTgHqNyVoyR0nS8SXZQ+kDE8TS4wBOldIRjcowDiDMTPRiUo27qPQ8MbTCfhudhx6Oi6BOtEc5oaxoHe6vfgqXbhvaKIwULXUJ9jpXr4c4vBFF4PODUoMTnsVXhSTuXNibbHYoY0OMWauloymwznHxkd/IeT+aCss8PE0kYRsbLOfKtYFhS0ZoH9qs0w9A/MgS68kwXM8YPOHNIHlJIGbQj8UBIkcZ0vue0U3ASmDUzZTHyDZdtDurzOe7LMJYUZbKkhyB+1quIohKThBF7awKj73vaERdzwoiC7MhQLiYBl0yQkmVboL80ORgpaT/nqzsQ0/Gzeb4HsuPTpdUDiWrPO/4Ouw3XCBsXagDVi8wC828CObnnUv6MCdZAKn5Yt2+On03/IRMKbOeXSF74XpvwMYSilajRplz0oL3BNfz2z02HXVj7C333CHhU+spe+xVXZ66QtI1tNWHaREXQGfVkA9VRqLsfjkecXUao2ichYashaPgPH1xCToiKMXEJepby52WF42gOnRWKeg0ExBQqSULPGO5pTKGlLHlTaeVMDQJ+hpiTFVmbgWqrziDZFqFBZY7xlxawwbLnt0ybNh3VRY42qDzVrg+t7W2GPCcBNZJZ5EvDnhD1rvBlGaY/WBrsvowJJXKPrsGB0lIqwEmGJuL40zIhxYdTjnwou5lwBKaBmILfzgo/ZHrjUjDI8x4ArC117rARtvJ4wPWjvbmoiOvjt///Ak0TXBklsCpxzq12Nfan6lsqVeCI73heRQyFEki16RU09aTBiUB0p4WDI6xlFtXXHjZxX0lheZCkLt9ZaNS6+gwnEJY4ezNpCWnprjZipouf0dtJYn+pSBn3wG9r5Lr2929HHgwwui8IOYDQA/1fXf43n8+Fv75pu/29dcuvzhd7+z3/zml/YLLmp+8Qtd/nzqFz+fffapffLpp/a/n35in3wi2af2KRdCn0J/Bnzy6f/CfxL6YvfZJ/9rn2HzCW0//fknXAh9ap9zOST4xS8+ty+5ZPr1r7kI+s1v7He/FfzO/sDlz1df/cHiAuiv/pdE+guj77//zs6ffs/lz3PTb+P5KcKWIEYiWtBpMypg0ysb8WvxBeKiaI0PAFnw5xz24Wkj/tyxZIJyWdReHDn9PW1G3fDfJqo6Lh10kSTQJZLALxu4nIh/svbUL5eeYCfQBZLkzwovmS6UQl4uM7hIGi6VyMP508jHU+SH4BybgG+JW/AYPEL8tdNjLtguCFxwPOUiQ7B08TFcanH5cS6QPXi7vyf03YD7HOOrvkd/upzZ1le7c9o7cOFyPgHa0P8Qi+IB3FZtuFyLi7fHzE8LT+CX4dlw6faEC7DHgPAIT9ALwg49fcRfe43+QlfauD7Wh8ufPPFDnP4DsPlGtltv3rK37t6xu2/f5wLobdMF0LtcAr3//nv2vl/+POTiB3j00D7i8kcXQroceg+be7S5zeXRrTfftLNbt+zs7IatuABacfFzBqxWZ5YdryyvztCtLME7rLIZdD7L2AA5myHT5ZAgic6Js4x0yXg5+RRiI0IIbmeRnraWIMAZMCClZLZaWcrZcl6F77RChh3y7HQyky08RtgmUyyrVbZVXhVAlrMlIK9WlldnQHZwWcrokmX0q4ycca6wE+QEj3/LNn3gKS6jiYUeW4js9kFbzpb4nwz5+vKZovbDSuCOQ5R0An3NjPaWEmwGhAWQJiyZAB6/pn4kdp0IDliuThxmgBBh3B4LJHQRNsix1wEoJNM64pGMWIVmMOpnisouGtChFyojR3lFijItBCBkqpUiNfcLAHLktBQat7DbqU0FhDICmfIiSPhnLo25zOIFyEz5Em3jE02rL+FRZ9gPeqmyKtvzyFogk4rntHhgUItoAd2kVN1EuMVopjxnJHDDgUsH+I4LHcl0uHdA55gLi44LDLeTLT8TN91zW2Mv3MF3yDvHa5Nd5/yGdbyxTWnb9WvroEcdUagN/nvse+9vY4E1Dq04AXY+Ao7cXCwY82y+KqnVll1Kj1/1G5dRG+u4dNrQn/x6n9h1wKbaqV/6wwOe1Ucyf50smYrpmU8fKreXucKTTQMyX6lyGTHTx5o+OqCnX6InajXehtB16Dty1AMdw8SujpW+E2sxs6ZSUicIvJ+KxUBLJxvAjPdc4gE6MiUGTEyKqyPvpn8kRb46Yeb1OdAB6w1z/HyNOgZ7xjddv1i4fectfkFw1+7du2/3+QXDXfAd4Pbde3bn9h17U/DWbX4GvWW33niTXyK8aTf5hcSNW2+Y4ObNW7a6AaxuWM4rB/NYk4IzBOAcoHEILJnkHXZ+JxAhmS6WRAYwXjWj5VLxdijUBrRV5ENCx8lM33RLK4jMvCRUyVhCRuo8j12fnO7RCGo7MwUBEHcWvcJgKLIi03LiXqSQTPjlwt5eCV/RFCTyesGD8Wqxn5i7Bf3OADUji652C+ULYNqGKdwyXgiB16Yxw0HD2TDHE+HVM0txLfQymokSVKNZ3DO2Wp3wKQOnDByXgR/YK6SPgTYGfLLYFGz44f/s2TN78vip/evbf9lf/v53++qrr+13v/u9/epLLn6+/NJ+8fkv7IsvPrfPPw/4+ef6K57P7efwX3z+hX3B5c3nX4Cx+ZKLoi+4KPrFF7SB/uWXv/DLoy/BX/5S/n5h+muiX0H/6le/sl/pwufXv7LflkufP9DvH//wB/sjl09f//lrv4T6y5//ZH/5G5c/3/zD/vWvf9p33/3bnnAQfnr+zP+D09rEGJswRsSPYY2PzQwf5Nj4sBlF1wm4zNFF0PDXQch0IeSwPreQrwuufMVP6espFyXfFxBdYC1c5YGf+uWP5MBTYLh0GfWyeYpccO6XOK3uey5BRpD+KTaydeDy6ClwDjwR1Msi0QdA/wxO4O3c9jvyKSiXSy47gq59Vuzt5Oc7m/pvfaFv7Svt+CkXKwLsnf+eCxQAv7r8GuNFX2Qud1u12wXYu80yfoZOfgLkY7QL2RjDIX4SI3M74duYoV0nmwKaY4HPL7IR66Lq21gPyNfduX+Zbt684ZvwB2+/bW+/+469/8H79t6HH9gHjz60Dz76yB5+9KE9/PihPfrokX30s0fQH9lHH3/k/IcPH1pcBtGGy6B3af/2u2/bg7cf+F8G3b1/n0ule3b3PnDvnt25f9fu3L1jt7kwErx15zb0bfq/bW+89Za9cfst6LdMl0m33nyDw8Atu3Hzpp3dWLGfPwMSYAFWcBZOZjoc6FAO2CpbFs9BPQNJ9OrMVunMsi6nsDmDT9BnN85M//xNf7kknLkQc1rtgLA/o93K8mplaZVN/hJ0zhmZeDAHnrQCI19lyZIFjww/q4zMxwHOKzP4zBja4nw5uKG2rP9JCFDE0S6BbXz0qXKu54DBRpbDAlTQLk9eq8K1WQpP1npB1OnQZHpgRMvOocokF52GA45h15m+mECSHCYBbaGZbFqR6JBFLV7AL/OFdgC2lFGJYx9Dg0laBmSTiU20QHxHXojS8yJaIF46B7UTuM/QqLsKboMu/CUoDXRl5nOZ+EmRTU+177AQHxA6IybzPpItPsWsoMFk9DnGFUppoMrYXFtoaQQE5uIRI5WNg9oGLOtlW/SOYlSJAPMq24p1fePGDbt1E+Dy9w3g1hs37datgJu3bpi+LwMMtjewEdy0N2QD3AJk777kD6jtbtDuxs0zE74pXIF390w079UZoHj8ncsES4oV54r3ckWc0qv9Dd558SuPP1teJdOUZNZvyoWmfYbPmi9Wu/Hgjtos5xSQaCvaeBJAgTVvYuPDLimYTO4yJJCzKmgVSK1F/bOoTnspLn8675PcC+uvfoSx7blR6Lnk6R3LqkcDSKb5hMPMCN0yVc7JfHzQlvMwxWZ0Cp8NvXTC2fxRr4Oh+5RY0s46bkMckG8KaC/0nJ8lG/Y+G/ZCWKkrOyPPb3KJc/vOXb7//GJBP1/016XvvGvvAG+//Y7dQ3b33gN+Btyz21wEvVHhTX4eFLgJvsUl0NmNm5ZXNwhdgSaCEi7AWExQxjXQWKl49KoYWFwOVClY7XCzghyK21pzVsegKNVe89Xxi04K3xNer165xUa+Epg4OnIq6MGbPnyJV5s1PFNmHVj56orvig0/8lLEhjsnZevES66GuOiXkKmjjDGOVGiuv2b5eSdtbMwEspBEDXt0uUCL2XBn7NE97jT0ULzaaTIsij0Wy6qIVuu41R/qrbU90acMnDJwtRmIt/JqfV6DN30mBNX1xjZsCtbna9Nf/PztH3+zr7/6yn7zm1/bl19+bj//+Wf2yWef2CefAJ9+Yp9+8qnpn3t9oUseLoV+xeXQb7i88f9Gz29/a/qnYl/94fdcHv3BvvrjV/YVFzh+ifP11/ZnXeD8+c/2l7/+2f7GRc7f//5X+zsXTforo39+843985//tG+//Xf8s65nT+z5+hm/gVlbpwsb/faRDUrHRZX+myqb51zIbAAuWNbPuQDCVn+p0/mPfMZHiRF2+lk8Af9hzGzxMzrkbCrixz+2NEKFyZTWDybfNPBTSz/ERyA+K6DN0wwI3jrJdtqcox9hzUbMgbGud8JTLqemcK7LJ4H+6Ro50T9jOxbiAuqpjfh76AuALqQmgC8uu546fG/foxPo4irwd3GJgVwyv+CotOOZHpnaCdwefgnr0kSwpJNMOgcuT84XwONAHnlg/PTj9mC1n4LGGDaD3Nsim2MueUbf23qPBZvzJ0/tnEuoJxWQ6XKovWwSL71kWu9awzc5sN27e8fefu8de/eDD+y9hx/aw0cPueh5ZI8+fmgffvSxffTxx/boZ8DHPwvaefT/8bF9/DNk//dn9vH/+Q/7CP7RRx/Zw58BHz9yH/L16KOH5hdKH37of1H0Hvi9D7k04qLpXS6cdOkkeO+D90x/efTu++/bO++/55dIb927bbfefNNu3rppurTJaWU5ZdMhKuUzO9PhjoPBzRs37MbNmw46MNzA/saNNzho3rJb/EZZPm5xyfQWv22+zQXUW3fu2B0OJ7fv3rU7/Db6LhdUd/nN9N2C7z94297hgPLeu+/Ze8T4ATEL3Z3UfgAAEABJREFUPuTS60NyJKzLL8neZxzvEbPsFP87XIbpr6Pepa34d999397m8HMP32/dvu1jWRE3g2Afl4Hy4QAZh7hO3wkB3xZ9K0CusWIa7aKZFJjyHTDArRHJMJnsMpOc6SvnM/gVopVjUx6Rp9WZpXxmK/BqdcNW5HHFYWt148xWZ/DAGbIz8TdvmA5iZyXPN5DfxPbmjRsmOHP9DT+or+Q70RcHIAIqscWHVfHWMSniChhhKg4kAzdkXGILhIfCFJTB2fQ/hgajMTNQpNMy5JXTl3qR+34wSXgAaN9BmR5upDhrewCylcgYj9af+0+Z3GWjV0NMxKJt9iSTLnuVrX22x4Ke+ao2rveqSsA6NQrRG2hPUUMfJZYt9uEgE27llZa8hVHunXGpcLbKdvPshr1x66a9xUXtW1zc3rn7Fu/RHbt7947d450SdrgXsrvC96Hv3bV7wP379+zBg4C3wW+/fY/37T7vyX0uCB6AH8AD7wS8/Y7k6N9GBzxA/jbwzjtv2ztcOt/H51t8J24R062bN1mDZ/bGm7e4XHiLfu7be3zfPvjwPb5tH9ojLrcdHn5gD3l3PwQePnwfWoBM8kdgt3uIvYDvGe/+B/pGvveu6bL8wYMHdvfBfdNY7kPf58L7noBYbvOeK5az1Ypc9/ziZ21Pn5ybvtP62aZ/Lv6En7Winz3j5/EzLuRZZDdurOytt94kj/fsHb4Z7737Lt9EwTv2ri7YGfvbAsYt/A70O+RGuXgA/fbb9+1Bieke37W33uRCne+f3tUV72nOKwtIlnlHRZ8RY3J5tmya+45XsbM1+6bn2kewX3pGfM/ZIzyDdxmxn8M7aN+A/BysSyBc2E2+BbdZF2+Tj3cZw3vk7cMPH9r7wHvvf+A/a95+j+8i30rl8t6Dd+weObx3l5zyHb5z97759xkft954y/TXQGdnN4j9hlEFeLSKWVGfIQZshfSMELLb6F2ON0HjEnTs8iTBZChhiwMk0Phg0mQMPxa14o6O3Jitmav4nlSzZJaArN1g4isuyOaXPUTUdfC9wIw7PlvzHuvbAjKjM/lWt4atIgAhdwr8KotHth3ADvG24TVKFAPnD1ZrzaD/lde0RxlJUrHoCq3sOnK97HNZWmMS7lUdBYd9HeXmEkavrudLBHtqcsrAa52BH8Tb1PG9bGGjjy+CZ1yifPvtt/YPLoC++loXQL+xzz//wn7+2Wdc+nD588n/+j/l+pRLoM+4FPr851/EX/T88kvTX/D8+lf6b/b8xn73u99xCfR7+4P+eoeLpD9yCfT1H/9oX//pa/uTQJdAf/lLXAD97W/093fgH6YLoH/98xv7ThdAjx/bsydP2HCd22a94QfC2jZsZDZcBG3Wz23z/Lk910UQm5rnxP2cjcsaecflSadfzzAe/UDWhLRQV0+VVX4bk6TBCBoDZ6ko/nM9cAcN+G8Gl7HlNfsBgB9viulioHZT6HZeJNUfoVN7w/5FwS+wdIl1AHTZFaCN8DZofow5ChvixN9uum0/2u6O5ZxN3TmbssDqaw5r+nZgHenyZDfggzXVAeud8NTWbJ4nwIZ6fQnQpvucfs7xt3RpFxdST/1SzvW6WOOSSeNjAdoZh6U37tz2zfc7HKTe0WZdlxls0t/jYKSLG11w1EuPD7nM+dAviD7icugRl0Qf2UdcAn38H2DgERdFH338yB5+JPiQw9Mj+/CR4CH4Qw4AH4A/ML884dD1AfCegEuWd7n0eU+XQO9z4AHuvf2AA9xdDnJv2A0OFDqsZDbYmUOoDuFnZ8kSh4KzmysOHDft5o1bdvNWwBv89vnmLWTgN269aboAepPD0JtcAL2hiyAugG4Ddzls6KB0h8uZezq4cmC5xwHuvg5VHLjeIQ5d7ujg9wEHQ8ccYj7w/zbSw/hvJEG/R/w65LwLfh94t+aQPH6gyy74tzng3OG33IrlbHXGeYPDCx+DbMmMyeC+obzpvKl8hzrWWscJId5OTFQybcC1hmxKhs6WUiq+V6ZDU8CZ05l8ZQ57LlvdRHbTbpKzNzlkKTdvvvGmeZ48V9Bv3bY3kHnO3rpjd3SQJ2d37j+w+1yS3asgHngAfx98l8Pnm+RZB8+cE+NiFIxl53vDLxGWdee8K4I1eM0rH3jZVjpyx3e8U/4c+GrqM1zB9CSyTQYzuSIXykeGFpjz6B1Ln82KLiNLOjSTw7PVDTu7eWZnqzNbcTl2dkYuhW8IC6S7aSsO12onH9Y8CkcsWeHboxiREK8YKKkcglbdRw5VY1fH5/bwFcc3Dq/Iqs0Uk0O+nYftRh90SSyKwWyVsp0xzpu8W1oXt++8ZXfu3ra7vDv37nH5w7tzzwHa5dLdQS/+brn8ucPauQvcswe6sBDwbojWpYaD8w/MafS64Hi7XHpI9k6RPdB7ynfiPpdIt4nlFhfaN2+d2Y1bN7j8vWl3uEDQpci7ugDiEkIXPx/x/dKltC6nHz760B7yXo8XQR/Af2iPuOyR3ccfP7KPudSW/SO+Y3rv9T3Q5cwD1voDvhdv33/bdNHxgJjvwwt0+XHrjVuWz1g/zMX5+XN7xi8DnvD99Yv4ckEvun6jybjdunnL7t25zeXP2/YhF82K8dHDR6a+H8J/wDf5IZfRj4CHxCP5I4/vkX3EN1f8Q75P7zNWXR7pUugu37m3eBdvsTZXrF+H1Q3W5g0uyoCzG6zjlZ3llRnzq/US8T7l0up7frnHL2KefGffPxb9HTxA/I+/Bbfw+Ds75z3O2ezmzTfsPnP0ITH+7D/+j/3nf/63/ff/+x/7H8H/9//AwP/AA//13/9j//Xf/23//V//Y//3v/7T/s9//qf9h/9C4Wfk4GN79/0P8fWO3eab8gaXY/ItOCNXZzeJHXxTWOO4edPy2VkAb7mVR3+5tOb2puPbsGY+noOf833VX15txAMad8CGJc9suCzeTcjiCZQZIL71Xp/R5039ooHv5e3bd+32W3ft7p17XOLdszfevM0l6W1TnLpUT6szM6BLCSf6JuIbit0ftWSgoaiPgeHSaqSjVcu/BrTCFbzEUJih6E2fpo2x1w+WyXNCYicOVuS+NW7pg22PN1hhetEUXdSeLi5WZmPVOhfsc6KYNJZ9NifdKQOnDByfAb1Tx1u/cku+tvxI0ib8CZct//rmGy5tfucXPvqPOn/BJc8vv/zSvuISR3+l8+9//ct0QfTk++/tyfdP7OnTJ2yGAH7zdf7sGZuGZ/b8/FnB5/bcL2eEnwfNb5aeC1z+DJngfLA/p+0zQFiXOoprw+WP/6k0X7NewK9bdGGly6Bus7HeL30YBzr90DcOJ+YXHj3Z1VcR0KxwQcPPetPPfIH+uykYjMVtYB2XNrDbP6SlawEjtfGfVsj3Yi4xPLYXxTv6kW8OBZyurANfJUROD8fdEcPlQVuBXcCB56DvaBtztitHVX7dY6nxRkxjXeUtlha+zlkZ566cT/Or8cQazBxS8s2yaWbzbAItdgEmWvy6nLDMRgmZ26/O7KYOWbffsNscWO48uGf37nMQevdB/DWRfksu+OBd0+HrXfA7779j7wL/P3vnwRi5rattiKMZ97W9Jb3n3u///6d70jb9ZLNrjzXU97wAKWmK25Yk515P+BIgCIJgESVhxpvHBFWeKNCjQAl4Cs6RnfNt8BkBqDMCL2e87J0QlDk4OrA5L1ItLyx64E70L38SvqSmNb20zNs5z9Vzm/MSMG8XNuMlQJjzYuDgG/B9gkD7PKQf8lB+zLfzx8cn/qB+xMP6EQGN00dndnx2ao/45vkR9JSXu3N8eYIvzwjevMcLlaCXsvd5YRTew28FhZ598MyeEQRS4GeK9xijXtie0Va/QNCvAxR02uMltcVXH4PG0ZqGZH4c6BzgLNKZlPkeWZSLUqvg9a6jNilFG6hXWuMkismaZmazpDWdWUpzS8yRMEszm4n3urm18z3bY24UlNL8HDA3BwR9KvYI/lT+8PjYDpk3veCfst6nj89ML+160RP0snl2fm6nzN/x8bHtHxyYgnJmfCuuMfHC1XEud5y9wpKX4g6ILpEJnetwtjvtCOQD8bxYRl0pE/TsHJ0tVV946WT6cAxne9as+vzIF2sSZAaSaT9VUCBNZLwspzRDBsQLqbUZdLZg7832TPO3WOzbfE/zKDrFwtq9PddPKXl/uuoy62qaD4dOnYx/BfhsYFx35KWcywusj40xaqy752DpwbKor/Mlui3PzN1t6Px8yayi2d7ewrSPn3JtKzjy+eef25dffG5fffUF+JKXeF7kv4Z+DdXL/n99ZV/Df43s6/+SXHpfofelfUmbL76kveMz++IL4VP7/IsJPv/UPqP82aef2CcEmD/55CP7+BMCIh70+MAU9PiIoLSutfOzUzs+PrADgh2HB/t2fHJk55xHuj4/JOijtp9+hp3PPrbPCDB8Bv1U+PRj+wT5p27/Y/uUsgPZZ59+6sEIp/AfffyR+a//COw+Jaj0+Pzczs7P7PzxmXkw6uxR7P+TY+Zqn2twxtpyIrM/L3hG0bOP8FLPQTwPXRAU0q+BtI7aIprfk9MTe4xtBXw+JIDy0ccf+DjFf0hgSmfP+wSuPgIKTGn8H3/8oeuIVzsPOus8JSB1/OjYFNhdsHY6Rx2cAW3FnHMAPrGv2aVsv55rasmXBpf2Jz7++fIFNPASvuIFvP6U/sXLf5t4yTUOXWj7nNlnZ+f2oc/7x/YlgZ2vvvpv++rr/yIQ9P/sy6//H7zwX/YFMseXX9kXBIo+/+JL+/Szz+3jjz4jGPeh6deU5+ePCT6f2v7+kS0WB7ZoufYWC/h9ELSl3HL+t9y/UmqNCxdXdPZwjXHh5SvugHwB2Dk6vvDh2mL/6zrRNdBxBnVcYwoQdQSIdA0GaI+lVdwE4RKmW0v0tdD5SPD8+PiRnTw6t9PzJ/bo8WM7F6V8SGD04ODYdI7OF5wFs7m3taR90TDXxT+s5pVmX30FNZGkjMq1tEu2pnDnAjNwrS5Tdm3dtRVvz7Vru9AM1Uqe4CsLrR5X2iNTKuVCJPGL0pl/biZ3hel4/zpvo+cb+/tL1vpGDx4qH2bgf8UM/GdcSgROzGFOussrgjkX9ttvv9i//ud/TP9ws/7sS/8gswJA+nMw/TrnBd8SveIbo0uCPQru6P9A1GHHH2gJzPQ8EAsGtcascTTGe44lsoBFuTGvN/1tPLza+U1a9hzc0riJK/jj9nrdBCo41Cj31NvwyfShAnUifmfo4Sjz4O1Fp7IrGVUhhFF5ihCZ18M7pd7pZnkqV91fgdrnX0eZNUY/yXPmoYcyc5or1jVuLMXcbvp/e1DGCI78M7E5llreHFOVT+mGDi9qdw7iaZYV3DQuopTMH5r14AxMASFgnEqZ6y9DjYJT8dS1BDBaHvIVNDjhZeeUIMr5k1O+uX5sZ4+f2BkvMPpTqMe8KJ6B4J8SHHpqj58F9E3606fP7InAC9UTXljOeUZyC8MAABAASURBVHg+PTu3E3B0cmKyv+Cb67SYcZ0m3GicptSaXlhaHqiFxXxuLXqiIxa2kIyX8D2Bl8I9gkB6IFeg4+jkxE6E0xM7Ith0QgDr5PSRPXp0Zuf0r2/5z/3PuJ74n4GFr0/x94kjyuKfEgAC+P+MoI9+/fOMgNBTB8EhvrV//OSZnfIydnR0aIcEXBaaP+Y6Can1MZmGp8z4EBxgiWAiUeU60m+lr5e1Vi8TM2uhLXZayQj2iLaSMTdzYT63uWNh7XyPOdmzueaDwNiewJwcHhzxrfUR32Af8wI94ohAztHRsTngjz1AdmaPTh/bKXN0xovO+blefM7tnJe0un7HfFt/pG/rCXYl9ovGwlU/XPt6ydL1H7Rj2wY6D2ysCGBcAVGwBINc/KROL20OyQXquA70Ahe2e7rmmiEZc5vY7wrG6BdkqZlZ4mYTVLzQWJpBeUFzPeZVc55Saw7NMXObwJw1nC8WttgTmNe9fdsHUd5HDqiXrs0a8w9+cOzhk5fIuNf4WuMnNHMPRMXrnaKseXJ0mflbgY65WTJnV9Ay5joH3NtiDlV35TqZusCK8jpCVzauh9+nsWvJTC/2pyfHvt8/+uhD+/zzz8AX9oVe8IGCOgoGff3VlzaAwI+CP18TDPpv8F/AA0Jff2FfF3xVKUEhtf/q689N+OLrz+yrr+DBlwSIPicYJHz62Uf2iQI1BIQ+JVDz/gfv25Nn5/bo0YmdHB8SqDx0/hlnzycEUT4huPPlV5/al19+ZrIrm18SePqK4NXX2P4aKpl4yb+kf/FfKXCFT19++aV9AdV4P/34Yw+2vP8+fWJfQeJzzrzH50/iGjjn+uA8URCqnbescSagcsUXVktw4c9MF0vo8pUHWfTFlYKg2m/7nA+ntH/GGfmx/GZ8n3zyCQGqj328CmKp/BmyTz/7zD5j7J8RzPrkk0/tE2SfQD8mSPUxATL9uukpZ9IjrsXD4yM7YG/ucz0uhMXcdAYt2J+CzouZ9jr7XnvNA7MX+MiXdS8v/rQLAlZOKV84/rSlKEGt5cUl4xK055bsz8y1krC/Z8fHJ3Z2dh73A87GpwqGMzad/fpl6ZNnH9gzzn7hiah+vSQKdI7q/H109tjtHCr4w3nV4rOj3bcI+FS64J7QBhKbVRuW2VeQQGMawHXkgR4PBF1Zt8qA6wKaV51VSK5fDgl+QWLLZthN9AHado8xHtg+AZ6jo1PTmXjGuXh+9tQ8EMT95Jjz8vDwxPYIEs3n+zb8EqhpsaYgEER+6mIXK34NEtKnyD8YUw+n/Nt3mTNwzajKmjxBFSqLbqNqqKZXNkClae1Q8faZGSY1QVMgujlJ+WaN1669j+n76L62Qw8NH2bg/94M/MdcWrqZcqvkPTzbFd9qvfrzTwJAv9nz73+IP98iEPTtt9/aj8+fu/wl3yDp1zn61mXFzXW16nhA6KwnWNNzw1WgRjACM8OyN2Y8l4OmQGV4zVIDb2YQ0PO4DHo84gE1bvDYhh9t6nAvoI+eOqNVoB76UNn2uzy8U7WpvG4qI29ev14OjZIPD+3SDJk48896u5D/75Xx/RaPM4yPOWHhmQH4zfmrdbfQVOs32/9tZYbzxmnHfLzz8chp9QvVvnewUtDYrdm/Ha0v0KIdPmWum9LKWFR/yG8XrbX7c1soGKQXDF5g9G+CHB4d2fHJkR1SPuaFsdLj02N7xMvR2RkPzALBgzMB/vjsxAYQbNg/PnC7LS8rCnp4n2SJKz+lxvTrn5YX8paXcWEhPcHLe9YuAnrBWfDisC/o1wHH+HV8bIePjvlW+RE4s0dn4PTU9OsG4RSfznnxePJYAZ+n9owg1bP3CObwAvOsQL9iegr/9Ol7/i118O/b02fPCBi9x0vyM9pBqX/y5AkvBae8mB7bPnPVtq0l931mLQGSJKTEgtSUfcbJQkBdSugy7uTtWsafaAvFVosspTlldHz8kqtcsWcL5JoLzeeCuVkQiFLAYn/v0A5Yr6OjE+iJHfHSVnEAf3BybMIRLzOnmqNHZ3bOS9352RPztePF9+xU/BPTS/AZ83ZCYO2AOZ7P9/BzZqahsXky17Cgs0DU4S9kZc+Vb+Q76JL7yyY6ZKrbhF6g9dLaKVgkeNBjZdLzPti7po/m0ffPzPdvSm2hqdBSbig36IAWpILKtzP0mE/N5azds/li4Yhfnu07P18sbLaYm/6NFaypd19O96fMA0RT4YhK7ggEgszhTTwLPfYETEcwLFMv2jHOjrmKXzB0ZbydqSx0Coa9IWQn0698mhNIPCIgqD99esoL/UcffUAw5AP72OmH9pH/EuUj+4jg0CcEIRwliPEp5Y8/+dj0axX9yejHClSgr/InhYqf4lPX+cjbfISO/6P0H7xnH370vn3o9ANT8Oe9959yDZ/a0cmhHR0f2oH+/R/4x08e23sfvWcfffKhfUzA6HMFrAicfE4wSQGlL776zAZ88QX856ZA0FfOf2FfEdT64quvkH9pX33xlX366Wdu54MPPrD3CAApwOLBbfo5Oz+zs8fndg5OTk9s7+DAWvaIFlB7U4GeC4IlEUB5ZS8VQFGQxff00hJ785A2Z1xbzzhDPtCc+nxpzj6l308cn34q+hm+fAI+Qwb/ufhP4VX3iX304Uf2HgHoxzp3uGaPjo/w59DmXI9aw/mc/eqY24w1laydzblOuQ+w1rruLgjuuK8e/HlJ4Aq8fIHfUPlNEEtjWnYK/lyw94QV9w59MWEERxa2r/P28NiOjx/ZI6A/tT1+dGaPHOe+Zo8Y7wC+SBB/LNmjc87mUz8zFwRQdIYvFvvM6aKgtdQugGiLLBDXNLJZ0tTrgrIVYxLqn3ytuGZWnDsqZ66hK/EbyJS172lqApNjybAr0K980S+SfGwEe548fs8ev/cBZz9z/77wob337EMCk+/bkyfv2Rn3EgWJjk/O2J9HrMU+az432c3YXGE9AwQlyX+hFCHuB+co7FtOdzPavJVe18d0N5PyT5hoq1jAq8SkYpv1edsW/4MlrzNH9xzOO+riHZm95+Ae1P+ZM/Dg1a4Z+I+5ZmaD95lvfTpTgOfPP/70P/F68eIPu7y8sBXBHanNuAG3rW7KM9ND8CwlS03i8Vu1Qs/NuYDgTASBKFPVCGQRCDJzamaIbO1Du14gsBPfVMZDct+XO4Me/KmX7V6BIuS5UNlJZLhllVIsSe3li6hEUypekHwTU3nlRSs29f+3lzWHPfP75jCt5Rvjbc53xth/KnDdk9bHePeM68aDPTwcL3koDix5sF8V8ILpL5OhGw/HE35jbTIvqTE7yumMiyxxsaW2saRzgRfkdsH5sJhbEuWhOqXWLPESQqBDrQTjU6lhQ/U7gd7u5I1owvmDXaMPBZQUQEoEThQ8GbBYWMtLmwO/WoFy4uVIL0g6x0TH8twWe0L8+mOfFzh9U+3Bpv0DXoAq9myhoIvsCdiUDynJp5nJF0H+JPdxVvxVfUt9a0lBIs2bgzayUfz3+XT5Av+Fubnv6gssgAJi4cMCXwoUFHMc4uuhHfLCtk/Qbv+AMjh0HNnhwZEdEyQ6PDqxYwJBJ6eP7IQXy1NefIKe2um5cG6nyE8IAB3SVsEu+Wac3HUNRR08lWfQaZ9wfncENrpKxSuQs7wyvTw7kC0LXBfe5dLxPcv+hHb+Qh287Gfss8HN2DyJnIklaV5nUKGBToGMeU3A1yRRTuhP5j9p7ucz015Y8ALd8mItLPb2bArVJ9aFDsx2zQGOcQWt5TZ8el48Ba5P5omccufofJwxxk7zAHKBlzWPAjIv76BV/zZa22d80Jws9hd2dHJoZ2endk6A4ckTgh7nj+0xQZDH52d29viRPX58ChUooyfdM8kI8p5SPn10bCeOI6hwCJ2i1BNEPDk+9P6O2JfHRwe8PO/bHj7sEXgWDg4XlOe28PVIxnJxDSRr543N92fs3b0B+wcL26ed43APfoLDOWWh6ox1h+geHu5zfQiHtn94YHus9RwstP6cD6LC3oI9QLnlOmbbsF6ssM5NzlTf38O6aP3Y38h11uqamLHn9rGnQNAJgVcHwSQFlE65pk7rdXd+wnUWOKf+lGtO15/+vSPxj3QtIjs6Oma+8HeOTzoD2rn52caebIH2ZtCZJZ3LiV3GOnf4pGtLAR4FgpYl2BP8Jc9+gc6vtSX3hyvTtdkxTt9P7OjUJuZon/734xeEjEf+aExHp8es6bGdnDxynJ6e2Sk4EU6CP2UvHVN/SLt9xrE42Ld2vnCkQtt5SzmQxKfCzxgI17vxYThlDbQOmQBVILuvHV9kck1xPWVHJngaUHDoSkEgEAEG2WzZX8LCFgSj9glMHR6fEMhi//MlwXtP3rf39Cum9wn8OP3AnvAFwGPqzh4/s0cn53Z8fMr+ObGWALwRWMYgXmLbf2ILi98ZiFuDNggCfQkLeYNUDLFGMlJL4u+G3tWm7QZ+YFyFjHGRm8YDS/KSlwv3OkRnUbZVGcHUQrKUxl5i7VUvn1lXERWFLV8lfD14j56p/cCocCukLZ+FUG4gxblxAMheJ8mO8Dptp23kJeVC4DgoPF/LptVrFbXwQB9m4GEGtmbgP+i64TBRAvr3di5evrQ/XrwwBX/07/xcvLogANRZwxmmA23OA828bW02S46GhyKqmICemEx2GEEZK0Ga8pddJp27wHjp7DkkM+11U/BfFhHgMdmkTvV0Bkd/yrmTSy/kuhsIptuT1AAD89tKpaqvfKWoearlKfUKMskgbku0Qvb+Dqj/zX7fVLbZXmVh2o/KbxFvfKVMfXuX/Fsc8zs2ldmj2q0d15Ee4Je8LC55GF7yAq4XkyUP+cvMi4peXICuH+mqXUe54wW749rq3I6kI3SdZerHZ9vGEg/piXNBUJAiLXio58VE5cRLAwo2fHAsY9uwPchgtA2SxX/j1YuUjrKDFt4W5SGhz8Oh+kjqv/Tb0ncg/BCvF6MkP9MMd4REN8IM2iBrzDjLEvUKErSccW21s+Ala8GLiEA/LUhe11pCT2gZZ1D0kLXAy/Qp3iHb3nZGu5m18CPogzZtK58XtnD7kgnSFZ3AfaLsdM8UDGpbqKB5mGAhm5NyO+EX8EKrl1zQYm8hql81iXpZ/cgv6OCXxrlgHKIt8ycqHVH8TXPTPCbjv2Tlk33VM/tyCt7mSNRJXjQrCb2y9tp3DsoosB2wJ+NTUEGftgbJBPSSAM9a2+SulOCTzRhHcrTotWvrMxvWK6mtw/wjP5y5NguNyKUU51T2sfSMXeDlh2svaw70Ivsa6GhzLbj+uwr6EK++NM49gh56kVeg4RnBnycFCj6cn5/Z+TlBQAUgwPn5I8qSPbJTgheBYzshAHAKTni5Pzk5sqDICSydTKBAk9cR/Dk6imDC4cGeB3T2ofv4IiwImrSLxJwHUjL41hRMOSDoU7FHG8fenODE3A4OoC6DumwP+aJgbnOXqU5ygO58T/V7XENz+hBm7N13Rmy1AAAQAElEQVQm9oH2wGwG35i2FLuUPdcTdNB6ZdaOU5L51FxmztmsNWSeM9Auld8NNmacD7NZa3PQggVo561pnAvRUpZM9SNm1jIXC9Ci17YzM/ZewnAy/Wfl00AbJEGtfGLPaX/hK54rl1+qzn4Oay9KKzNGc3iWpIEmY+tAJmjigPeyU9UbcwHtAGYQMyeSZeQjND88qhWjGEfXONfpEa8o47n4LcxqXWkK8aaFQkhIlIQoYTMDfCJHTA4PI/8GP2qfzOUsJZvNFpbafVssDu1w/9gOCewcPjolwHNujx4Jj6GP7cx/+fOE/U+ZQKl+AXV0+MgUPNIZnNKCYVS/NykOKpWxi333YOCTTqpHExFsD+6asBDJ1lsgXBfcr6RIGAsUK7fdVHuIVaSC8SgBL3OOOlWN8zBD4sungb8f46Px7H7tWHxvkFIywQvK3F8jzKXC3cGUFOVioJQGgo+zofDAPMzAwwz83TPAJfl3u3D3/md4y1nFtz6dXVxc2KtXr2x5eeWBn9zr0Gn8IFMQKJ4ZJjeLgR0Yi08t9zxa9+b/xg+NGwdFqO36EPhBm3hPtp7AT0//jqpPvYmH6oaQ+87//EwPXoauTDIcEZD9Fm9++6foVOPpVQDiIYNc/C5M9Wq9bAhRVp9/LXof23qfbyrbbK+yUG9pMVbP1zsOhU2ZK96QSf+G6n9Wldb6TaDRbLa/j2xTV2Vh3WZGJPhDOvvaKU8QGT4wXg2oRtI6CCpVir6KguwNqLYKNR64VBebUY0TZwWtgsVKQyH6pAllvPAGLi4ZyjqAIG7HpSpEOy8qC5E48054EbLUws5AoS1UGOSqk0+VJm+baBtQXZHReeJFLdG+befmv2JatKaXrpZyYEFZsuindd3KJ69T+5TQEahf4ynXNq0CM2vluUVfM+jcFguVN6H+96jfs0U7UvGLxYI2C2sXe4FSr/ICmaPKKkVe6yt1PfpW/4LkrcaP/db9nVlSmZfRdqDyGXiQa059CzS3jZklUNaSTaDld8Ab8HMcyuZwvc3MdTnzRTfrtsu7HvjVv1C1xVdUWfiXuVuNqLJtGq1kI7jb8nybwruul6sVPtFch1Dl4+h2OKE2zL1qxpkto1FdgYjsJJibwPbhWmVHoJQcWKYNuSdEpR4dl6ivgPpXfcs1KqRCxVdsyxqulYoEL7RQsAA41Po+nhH0mdF3MjJSAg0QDVDBEPGFvRp7VkGgni0s2kFzCXr0UMnQNaMvWqqPxcxasABB51yvM4fKgx/UL6Tv42upFxa0nVvCX7wxY5/6ZZUoCV6wnZ/wtXf/cL2sOr6p4C3KPSRZGS8UexSpzbTrGI8gPlDuK+a/qsHOFVGVNVzlsU716s6taRWZRueDwq4lVPFRInkgVF50B9SgiisvCuga/+kHXka9jG5WAEaAr4Eos5YgEEgLS4sIBC0Wh+Z/rgbdJyi0T6Dn8PDE/5TNg0Kn53b66IkdnZwRfDxG94D1Zp1Sq0nEeowXpqQEBSQY0sDAv2HSGGWi0oF/wz6G5jNZLOMK9m3kg/kbjGkPayFFsz9zaJDat9NGkk3L4nfJpj1ST5LmLrhmzZxK64YGqgbJny+GBtp6SLl2yCPJhhClaa5WyWYu2tTYLHOZut52tqU5UVEPk6KzE/0J61UP2cMMPMzAvWZg1xV2LwN/jfL6lZ65O17o78QvL+yqWxIAop4zlrPMmqZxlzJBmdxzkCkAA4yHQ1S8ThqCeYbIqWpH9K6vnPqt1JemPTVASX0ItFNfVJCoUBl/86oz+dTrmzdg/o8D43fK5WwcKQ1Lkqwf+MJAaFeO6ljAsUylFYOVuEhZ6Ir73w2N815AOd0Epotq5jP/wxFLH76+Lt8zxs2295Ft6vbMngApKUO5Mi3rumAfOy0PS5nrRfWoTFLDA39j+mhsA60FCQaodZbVsC+7iEhoRG7UapAqjehHfeolpwFc7aRSSeWLIH4DgxqMNpWfFPCiKuuQUucVqhIwk13m3tEvAlLIpABonwS9XBHASLx8JV6+knhgPMynNOoxaVhIEGRw5vbFV7hwyNRWoAEp2qkcaJEJyL1P8SNafBIS1KFf1oiXT6JTUJdACxJ+Jx/HzAZaZPVFM+Rz6gMhn1vrQZ0pnRWZbEne8rKMj+o74XcqvMqgpdyyHgmavL6xZOaARGL/GMhAVAuj3RWVYx77pR8EUR6K1zB66drq8VpdeXY3u1MTsj8tX8/f3/b1tt56zTD/zLHOjSlYlJy5v7psRRAgkLnP5nxluRvRuWxlLqdNl5fwQgct6Dr/kqmjPjtoP7Rbobca+uhczo7wvqHypaLIaEDqJmCmva7KaOd2sK3zz+skm9arLKDjc1FsqC/KWW2YdDQ8J1MNBD3yaQqJckE1zCkEExw+WIBxewONPrP3o3NyAvylKWlsR8duB2EkdVMgEsLdedTjD89Fg4a2sJej1rzP4OmV7sgHX+VbZwry6F8EIN5jgmuvDN0dkHwDQ98D405QCpr9lAge4XZSh/i01qFrqcIZd0Sl7EpFhl3JVFJzp8qQ6/pfeTBI/XKWzRY2n4O9fdvbOwTQg0MP8BwcHRPseWQnx4/tkf8q6NwenZ3BP7L9wyNbEDhK7QKrLdZT/NpDHQ9QH1Og9hpJFu7bLNooF25uHRrkpKnmbKM8rXtb/LSLaX8+hVwrXPCsMSWS91ka9My6l++RZXS1T4Ji1stknmaee1b6cH7IJBQGQTBqxn2PGzspgRB77ptPvXlpbYeGZNOHqbTyoqMNlV5j6N6sOsBlWtmQP+QPM/AwA689AztOhde29Zc11M/C9X/1uiIIJD5zWPX03jQ6xBo4s55gjMv9IKaWsiqiFq4y0EYPFFCkNPT8xixUe/N2autHkg46ZEM/8F7XW8/D3YoHSf2ZWCYwZZSz/PJeop0fjDzk6DyufFCzlHogmqEZhoZaOfQNqM0IdEr1nQaD7kO66wxo0u+q+6C3awb0EGO6XrhmRTO0ypyyvdXOiU93Y34dSFjh8lKA194PHW9FRU8PAe+Dkmx7rWeoIFMuSOSQLw6kw/UJH8ZhmgKIJ5XFyAkohJwEQzJOCFNbOQg4nShSAc+FbPGhjI76V5nu5bIjrmSkRT9BkwdHGosgCy8BKicsC60oMuy5fckAnZLoh6QqhyESU+vFI1NKyK4H9j1gskmj7wiqtNYSYElpXccoO6gzIamelxCn4guo8/EVGjaTBZVt2tQ6vcSsodoIf3wca/aRG5CszFdLEEi2XdeDUdiQ/SS9xsbPlB+lwWlyp/UNO0zlitC6Plf7WiteqGXfDtijjE+xtuILIMaYdsMrva322E0YNYP7Z+Q9bgiQIaksSMCIdNGACNZwpcMb99so1yDKJlVQg9cJrvPs9+Mob/MK/my2nZazB4O8Ha/RTq+117MOAn2hawM6BlLgflM/2NB41J9ktGVsmS+PkPJ+qbFrHqBYiF3izI6s6qhq5GVHEivPKpn5MCA6joUe3S/5UUFL+SIwqrCoHLmXK+0p2YDoa0dOUxIVkcOUNCn7JRHljL/hX7bsvml+Ki8KvNdiBhItYYZrRfxu3KQ71k3byjlhKruJlxVBOpvtVL4NdU5DLzMmQWeArLIszAt1M84wzseFfhlE4EfBn/39I9tfHFiLnAwH0FtFEIgrgl1JmTSjZobdeuRQ3Ehpo3zfojy9b5tN/WZT8A7KGqdgzMa6+TpHQw0TnwGTT9IelH4dZ6PCm8FtY0ImBdhIsy3f1qpDKTYNfAIzWiRogpqDAmlop81A+Y2TOnljI4PrYWlwMooP+cMMPMzA/WfgLV2a9+/4Pi30DU6FDldBgZ9VtyK40psp6AJ6HgoohWn9EqgJ1t/DKHsRGmXqXABVoiHJLfSyJUTJczpBSxo6eUQpkqbmqk5DC6pKwqs+m/6BagWB9Df3Kz3c8XCSoaaHLXirB7t4R2m+xlfZdVS+1brRxypZpxp8hWoqX+mmTOUH2ORG+c+ZDV3Gwj/Ho5s8qVtd17Fpfw/bljGQNMX+0AkjumZL9UUgVihF3otrqaFlwMysSsVnrk3vnz7Vv6Pzgjzxy1B65oeEbX3GtmMVrSmoF0BAxggoJKcKJPB4BZ80EGjsH/RoIV5tBfFFZJn2DMaLTmmbkCXaKzCiB3f9CsZ/GZPoA0iPnjCD7QS8daGFuGiSRb8TgUlRVu4A+khrCD8SvlyPDbtD++22hh1BtoxgjJBa2sPXORAVtoJN0kl8s53Qh1Y/fY68TBCp1smmZG1TAkwJtQZAjek00QZuTJqlsVS4QShdocgHsks2VBZGRoRSpG9bQ5WLSm+E1rJCtUIti6p8d6jFFLta3nZ/2dXmvrJJH+NQxynhWt62OPV7ykuzlqvdWlbdBN5XZg9Q7zx111LplXrIdUnN9WWNn3dx0qCKfXLzcfTO5Y26TF1A1ZnziTZKOoi8joKqvJ0zZLIlwKpjviTSNmLLT+aOuqGNbIygFyojN3SCUw7o18/MGoRSfZVhQnU4qWYAH5ChAu8mC02o4FgeITU01hK1cpt1GMXeBIPqJ7DCVg/km/hMQE68oO6mlqvFak/lyouqPCJ775IHZEmIUs2rfi3fhY5W1DpaiBNiiUIm/4MbWxgBGsmkC5iQ7EDmNDF+c4T/rc3mnHeLffM/DdOfh+0f2kJYEEj3MWKH5mG48Cp7nRjJks2SqMpvAdMB7TS3W6Gf6Ka1e3Sa1LxtVr4I2FU3M9bI54KCKIQNyGKx51CJfRm8+fM9wiEla5LaN4PkNqb0fJvadv1dGuK/7o+x1CnItqUbJd4NZ8CNSneuZHJu0lVQyju02K436T7UPczAwwzcOAO3XG03tv0LK3XFB3SsZn3j0/XWrVamYEoN2EQgKNzS8droBtFE2fOGghKUZBWGzOsV9OEOU+2Juk0etHpgDmmi1PTeTDYkERCJBLzQw/fcAzJmeDghitX3mTKnGMGreqMwDk+keqwRS5uaNObK30Zv0tUANzG1p7ppWfymTOX/SDCYt+E3Zoaky2YXpLApv042lYufQjam5Zv4++jeZOcvqvNtSuZ73tjv2vm6TswfPhJXlR5D9FDCswlCSgnfKmBN12EtoxS6EkgdSnI1MlqTI/e8ZvSp/gdwjToP1VWIe6HZQKZQfYEe7ByT+jRjDPRIQMGKX4bM4E2UWnNgFhrdJBUcUXbWszquRFsFOoS2nZmQEg/1wIMi2E/ABG9JVni3qWwDKqJlDNfJhCnlKWkoCJCdSXU3QJ05NNabEF5ItXazzvPiWCpCPrE1YUMlBKE3SpxTlbFOjpZpg/e5nFnMseZ2Zh5Y8gCR6htvqsxtkpHK9CWJQaWwO9NoY2f1NULe6wxXgezHHNS+K5023SWb1r89Xtftu8Qtnvp0XNf/ZlvNStVVncqigvh1yLRqbkPoqS2aKtwAVaG1kdS2ovoXZU4pdMVDyk4TF1dJcMpDT5wgG6JluwR7bb7lUxGE4zdjZAAAEABJREFUzcjVH8cjRLYLOPs4vJHJvynUVdER+zooPmCcQcjA1H7hFdQqc1KfozoC+R2OehleVG+JdRTlnyuRwQnUWcVEXNjSGz1VnU1aFN+ArFtcL8UEbMtWHAhC1KtznQsCL8b6NQ+PmDweU0Hb1PqfiunPvhb7+ybaKvjTEgCiTjYy9upYaTQmmo+Fv4aTH9FT5foobuZ/gW/Vg7Fr3QtmmjK/b1Q5080eYcfquoDzdr4Xq8a7p95n6abyQZUDUqmGrE+el0rmBI3d14sq7olpv1N+MLNT6LWDL156yB5m4GEG3uYM/GdcXzofBI28UvEFvQI3vBRmUSBxQ9Y0jaWmsaaZwBqLBLXJZxKwmUixOi2Jj5tRbS0qmGv2mO5R6rmdmsPlBH38F0B9xzMTgaC8sq4P6sEsv1GoXabtFBSHpPpakE7lRTfLklU0lZlQLXtFFdey6E0y1UlHEF+hslDLoioL4itUFmq50jeRVRvvkmoehZv6uM8Yprrip1Af0/JNvHSnkI//YGgochdK8oeo5L9uSYUXbbh2vBZqxvNUAcEXPWBpuwtUSQviqfJYmNiykUcrcYVCSDLAq4HbE6VMomJnUhWXafGjqjQWDtJjChgP1EkBmwEKMLQ0SOgWRKOQkVPhQwxxtdPg96xAspkp8KOgREUEf7Cdklk0hpK8DC3JfYefUooxlnUmSlJ0TlmjrED8LpRq96H6UqnqGsZ3E8KVPGk/5Q25ytWt7GvYYFiAeKr9VepCM/bWVD/Vtol6kJirlFprCfQEZtaydjHHc+d9nk3KtFHKJXMavksiFRbM2euzhqp1ZHwKhK3gNV9RpoGnTC6Yd0ThIcUMsDSaEpbSp180cz/ehJRdlUw6N0H2prhOd6oj+7eBrm9QidUdFWo5aOYqUn8REOQsHBUL18fWUCcC0kLUjFKkKovSrjz6ixp4kvl8Gh6oIKiW/pCbn6HypyL05G9AuiNq61GyyUkD2+6oeOqdh24k2ffe8MGfpRT44cu1Tl8ScmArCMTjFn6XhrNC70Wu6fxeNt5cWTMhTC0p8KBAkCB5pQydYlL8y6k2xmyWLM3ifpES1MZxBUc92mtps8O1yndfuEv34fu782WXD7Myd4k5HXr2SWdHqgG8E3ae9iBkUNNaRKEJ8jZz+rWKYld7JHwpgkqSxSi4R4qjWGoqJyoU8ZRcI56q7OLly/pc7NK6QTaj7r59a/A0e0j/F2fgYcw3zcB9L6WbbL3zOp1rVm9peJ70VEavPQ8hCgLpoM0EW3h0sIa61CRLTWPSa1JjPGc74IKKqTA+la8UkWF7HS70DNOYbCyoROpZVIBvzEhYwEP9+gd4IIivZnJ3ZRna+cOKgkEd5zZtdDrqwBJMHzGCUdMDyQTJKlSukA2hlqeUSTMBWW2qp0nHXWW032r7prLS3n2DHyg+DXyV75LVundF1WeFVlRQWXSK+8g2dVUWNu1dJ9uU13aSb6LOy1R+V5naSFd0irvKpm3Eq12Aq5PVLTnXp67TEY1xCVv9ZK4iXQFCLleBfwlcFQoNy4ZdM3/ExW6LoQSVba8oun6ekLk99rTTUjclqKjbqQi+sbCF/ynBK9Azs7adWWoVUKAMTYmyI9FGCJLV2IvKwsaoq/aLwY5stgQoUkJ3CtmoWJPTh588DUwF7DQx3mnxzXj8cj92WYlvpbdq1H/FxNcML1ih4rONn4x8LIlr2A0ao/gpJAM5ZCKCSuFtg8fUU9C8psR6Af1bQBH8mZXgj+RlfQxl34eT7eBGfTW9VhphjzZ2309DAwHiaeS9G5fVzHui8LqUpv/nErPohwZ0beyvO4fTdmsGbyxMW1W+NlB5Fy9Z3VGh06ydj8Pms9s+/YbC5lxQjg5GvUl5ZNHjypPSwImRoMiddcfiesnwg4oqZaxg6/iiPnOtST+7veCqpSn15z4O6exBoJX5r4C6jucpQe0w5m+eUKUZnToozEbkCY+0JHQL99cQ9XczYh6nOuHZEPyhqFELxpw7mODE+TZLyTwI5OMvNmY0ANymYEjoqA1PpRQ0+7KUbcUcI/jbk7ze7cT1Nbv1b5Zq1FVjyieLfnyaqgJ71HVKFqSPbYpOr73M/gyB1yJ9m2m6wSd2r1szHwIZgyDXckcjFSpCsp6rbl0Ss4GdDfF6UUMWkBYCV9MOo6VqW7dU3JU86D3MwMMMXDsD11951zb5OyvqccARrBc6Ii+Nu6Pj1aznsBMkaprGGulwV0sNPC8ODRUN1CjDemo8J/NfAEHXUm9D/Zo8CjLTNDs0Jr9Cck0Ofg9QEZzK+r+B8XCy4mupzr+l4jZLORMIyl7uaaJxVlD0pLIY1YtuQnLBuBUF1jUmS+2mVL4vZHGzzXWyqVz8FLIxLYtHJr/WsEuG7prONWXE6wlbfquqtNbWsuimbLM81dmx7jt3y3V6m3KVhdqnqMqC+AqVK6psSuVjgQf24If5El9BG5fXsugOmc8ZcqfoDPSuss02VizoGgaUIkADnxpeupMj8UCRqFNr0wdfubxjY8MHU20FlVqFt5UNxwyb5UXebWJVNrguRXhT4JqJa6e2N/ScdwVxvdQCFENML9g3kPBdgR+h1ZmT5pZKMCjx4O2gXdil/ymfZEf+AQWNvN3M2kJl05GoFwxq2KCdqV9gvvcas4Haxkd1MWvh+7QaWyaMMs31dRi17srJ9gTal95fyIZ+rjUn3yvGMWgcQjQb66M8yaUkIBKpoIgXaifOWEatwwQl6JZ8PfGVZD6/5k7o1QjOU7V5HXWl18qarVbX9XE/eQTmhjY+tq2uikBahf3HE/maWcttsNjuvYZ6X3jDd5iFP8qtuklv7EVySaJGnAS1BA+rYwDuDklzE2qx+sH7Zq5spditrFPK3o8ywYVqKZsFW8E1GhW9kUgGSKNsF1ds8uJsa5joVhtTfzhM9BzV+fOVrlCALFqpgRClmE3NREBldg2V0qmg+FcmdbvRX52JDTH3LCuo/lNeycAIteV7R2/q/MA5YzYTDf1ZSv7v/MwQVdSwwjCF1L1Zkhf3sXA3fY1gl9U3lql7AUOFmC7Q+OXPpFevZK+hF4nnBRhJPDBZVurtzSPGSd5t+VLcu0C2laRUF3JSKe8FiZIPSnmVSPp6uHmMcoZ9erPS63VcXJ+9XuuHVg8z8H9uBsol8w8ft7wEiRuUcccSEd/ApNmMhz2gQEyTGEhTH9FNzw2ZgyYTkMkKvjhW1kN7Knu0RV1RBcpNBUzTKENAgiPfkUoFXbgZzE6UGnxpooxCjy89L50r/fnXamWr7so6gj/xsNLxcqnD0W8ZtIEnIQye3IYTXs5uwhXWMjVfE6gwvHypcF9ofjfbXCebysVPIRvTsvi7yqT7OpD9KaqNm2RVR7Tqif+rsKvPXbKpP6V+WPwdda5S5V4o2Q6Z7GjPOEVtoOgO/FR+DY/YLPFfY1ZeqHUNB1oP0OjXF4m6CKCgS2Aj6RoXaE+P5DTnOhAvuMD9UEaJayyuGXgSVsgjhT566GSuwwyVboYXxaxfYqGnNuJkQbSx5P6IzuCRJ2GG74LGIDkgcNB6HYEap8n8Ay+KByIBbBqz4qBe49U8CEnBHgWERKmjUyuWXN04XeyOH/WZJ/r5ju12qWnaRvng0Si6iZt0LFaIwcjOTbjeqGzchKFlVRoEwfjUMrOsJlNMznxr/rWGLeujNUmi6ESLkmNPp7XvmyK6jqB6XdUd5M0ddF5HRfN913YawX8C7jqe2/XexWhv73VbI1Ypcit7sJa2taeS3nR0q4nGMtbo2YGSAjYy5JCGgLwmySu/SVUnbMrvUvZ2yoTNBvKhQnWVh0o94btT1Y3QdZg5mES7LvtzVe6yH+vSorXIPxsalzysVPwEGsMUkypnsxYazmlSUIhCkSkItGJ+dFYRGzOTQNUC/c2Szj0YkjcRVZ1DvTrzTrO1Lu/a02s1uqvxid5tU+B+aA51hUK51zKlPpVuhfaafn/AgHfZW8x2m9wt3exW97dNmUaxLbtNclN/07opP7Hpc7i752taTBo/sA8z8DAD952Bcsndt9lfp391+co7m5ELcajiNkziobxpGh7aZ6Y/92qSWdM0Vj89QZdMREY3vp7TVyD6Q+qNbB21kehoglJj+s/IAxafST8hwBwMlodc/ngzJPIj409H8Cl3K+6/K+u4E3erK1M5wwc46vRCShvT3VoU3/1J5g5UD0GjrhoXYLaaK5J/JNnl5l1lGpB0RdfHysaw14FbKlltX4p/CdnV5y7ZhjP1qd/HPK2rbUWrXHzFLpnqJBedYpdsWr/Bu0/RJuFX4sJIHsytQRIFUECbLAF/+S400Sy5vq3/j3SQxzqXVdf1IZkj00vjXPKcTGqAxKVFjn7mZWG8XtQGvZLULimjrIekQPFXgRn/hY78RSYeZfmdCCAYqPqWMALoUZYA3ZNnxgSJRD2WUG2NiJJpDhJ9KBAhO2Zey3DjwR7XMdJ72+x5Ig9kdAOoII16mJq2BLViShsKAmRHkonNPqIs/0asNVUjBCLSNfwckML3oTzU0cCT6sWIVvsxPklHNLACpCT1Z4M92vteDBuh0gTxnHlGJdRh8Evzv4moN4h0vGFk6qyCWmlUbI3Z66PZTbnM2XSv2Fv8ML47uvEWO30XpjRLFdX+DbSq7qTsjbJH6tq9XbrLL/bRLvG1i9Pv1J4KNTTj+YdDA3GULAqRu8gz6km7XCiyQlBSGtto+7iL6wpSij6cU9aQAZ7ZbG0v72ho9UM/OugqsMjK0F0P0KFzXZcqwJqonn8yeusUXaWhKzEVqrgOVec2el17yTPZTaB6LVXdNeHOQtXcpKGMzzNAIeo1K1p9UYEKJVRmmrhEASQmEkKhJrVmateFtfL+NMzd2k5qwvWKcqgAn6/Xe9MaeSFgpxC4nSm80f0jYNrnxbes6xBoK+++ctXa3tFHjgeUr3dS+oXgNQvtaV3lLZUy12X9sdIuk7iwId72dkPhLRS3e30LRh9MPMzAf8QM/PN3vzycQmcCh+qMF6zZjBdGMNOvgIQmWdM0ZiTj0yvYwonbK7jSr3T8EvfR8dvDV6A4JBrSvsFAg6wCdpIkpSgz6BkQK1j5EOeBk94UiNSr/EFB/wczBX7iT8Hil0B6Gc3U64XUqQ5Mh9pq4JVWXuURO6VrwjQq/wO5qauVr1TuTnmVhams8kE11gppvg5qe9HaXo+gepAKVKn6rHhXMtnd7EOyAV459XWo+VuZ0aORqw5JogcPp1zXybimubbbNCMOIj5oPJiiiSLJdn2qXBTNdRVdV7qWFFwlAKvrK7DicuPRRHOneofpkbi0x5L7JapAT8KvWQFlfE34mpwSvBE16QLRAoMK3o3p0ygL1Jci+jGQZMOBDS8HDWXl+AuRLR8WfE2SVf7+tKH7CoPfRPEDn6ix9Y9mfV0SJclBeaHOBi8UItYRyjvyqqiq8dpTKXyo9VOq2mTmhkO+NS9F4L008jcAABAASURBVMQztalgnLRNjDPQMBfIWKdEUFIyBeYE8dRI217vI//u2rJhdzYo3xc0uS5p7Fob0et0/vHyTec3y/cZwGQ93sTMjV1O+mDnmKM2aGC0oyA1Sb2CHRBXQVRKjIibUQ9CJmY8IVSijqqQqUyBZxHlGqLkASQyKMBK01nPXECW17xFsFWWbB0aE5I1O5IJyCcW5I8kDs7qjJ8BvJkedtgimZo69QYlUzt0/XyXCF7EwTXtdMjUWqgC8RVVdhuV/m0619VrxMJmvWRTbNZfU57hy4xpEaoKIrGZjSKL4tdQ6iWLOZNWADOaYlWZTE9UXfZuMvV9N8t/jT+bvuzqFRnJdI9gj6WCoSV7kESxB6zE3YeI/usldeF/+eXZug25amS8NnFvY7+oQFmc8U5jb/XDeIu9kUOwwy+k20kD2ZY+SB5m4GEG3nAG/JJ/Qxvvtrk/nCbTL1YFnQU6XNt5a/O9uYnqH+2c6cF8lqyZNdY0jRlJR60R+NEva3pOX93cem6CPQEYnitsgNUPLVTnRQw43c56GUfcAyXRHmPyTb/yUbnSsb4h+IRNKjMPKLx1WlaAquNIFAhSdVmBoCtb+p+GXVq3jHLXwXdL67oLICpcoLdcQ+c6qhO60HWb5ddGGZmDPpmHyA0uoHvAGuQ88HHdk6L+xklLv+ZPws+CQU4v1T/YIXnbofQ2GDrGjPoy75xCSSErhUJ2yUrVQHbp3CSb1k35weCGX6P87+di9jb94GIoooTv0knlwUkv2goCJf0Kpm2s1fXNw1XMvTRpyDXNjoApqbaFSuLQRHG9ZXSzX2fseudX/ss7Ew9E/UKgUVhPPBhVzCy1M3wAiTOnXcCLFqSqB6U9DZW7Oe/eSyVLoo0yh+pd0Utj5nIvSrfCBWtDLpKbiYwJrtW4e7hs8QnbiTNtlEXNep6G4shV0bak1ni3nlXJLqr216Hqq77yt9HdunJDGFqrAEiDaGAwodV0MDHDvlSwz/ciNRM525emNCL/5yWt8W1e/VN9v83v6+tZnmGvD3xVXxuuChWhoFJw980117uRuMbMYXxSAWRIaheFnXsyqibHBWdZkYmojSSiKgs695zyfBJUtYKOkXL+quggq2fhpBdTW/25WJGhJVNAXAXFtcT1MS1ruNPyDXxY7EtvVbH4OpVWm6Ig2plrVF7nuviwgpKYQsSOkFAYJffj3qStesLLOveiEq2Beh/ZmnB3Ydjs+ESSklqL7ga1RU+zx52R5+0cP9ao8tnulrul2NtdMZFOdCbsRGFkb6sfNd8+p7nU4a55EOghyIyzJQGzNEs2c3niiyHAM4s/L9DWn2GG5xbj04BkVEH/gsRe8unzLPpLTvBB4yq8E7Kog3mHaTyT7tvJZBD3bfqg/zADDzOwNQN/xfW+1embChKn52Ixt/mcF7FFazMO3NlsZmnGoUbwh2qL5ywehxRkIQjUA4PveRnU84xNP+XZQkezYAoCSdZTWgONXG6uYtT10ZH1pUpHlAJMKiMiYcN1RM1v4ZzJPJf0/gKaFfjBN72cdh2BmknwZ0ngZ7m8tOVSgZ5LAjpXIOgYJKKMTgdC94qgkLBEd+ltO9p3HhyiPf1lBYWcytsCf8DD3WlK+AvIkRa9GMFGmeJGukn7urq1ftyf6zQ7VAs2/GHF8cTbUaPSCBpt1VXZqHUTR3NPsu8MfQSd5mPtKJVMGCXBvalM7QW35mvl3D8yG90bPHY/BzkXLslasvrrijbNLKXWZclfvLmOkhnJ29YF4MpHFrlqh3oUdL0Z170ePHLXleuOdSYYmrnmrONaHK7gMIsLYY+Ht0Qh/MGPGgji3PHgFL6JJqj6DcSuCkvTvKEgQGoqUyEiP4VaZX5u2PjBl7GgFmNpm9tRjyjmRT4A7DE05pfWUQGzK21XjpKR29WS6VcaMOjgiwsHwV0Y9SXcRfd6nd1dMx9rTaIfrX1gZi33mcDc2oUgWQH7tGUypWvRdM1aLdS+RavsrvR12oy2m5GdcHK1wm5yfNLm72E1+usQHjH97GXOABhSCG/KXUmjnyo1FALJr7/g7c687fykNalsms+25GmwPVVKpaAxi61U/BQhn+bT2ut4Tr/rqtbk2c/FqUg9VUzlU776Llmj7J4Yn56iofoTty2f9iRekKbgvGcqbQC5rAobNX9vUX45smWegQLcT1wG5dCkhlz8Njad1/iENfkMYzMk2CePQA83HtlV8Mfvk0MPaKBObr5hnanZluVa8WZ0w+zmqlfjfvnWwlujdbCT4Y4iP1/U1dh3qZQAJEHPCKm1BPXy9sTJREFpX0rvhmhlr7Nc+oeQQgmGFPwN+V101DyWk5x3DpUd7DenOzI0d0glumuP0n3Awww8zMBtM/AfcEXpOBDGoSwWrR0eHtrB4YHt7+3ZnLKCPz0PK5kgz4rDpc8rleLRiqBQk5IFzJrGhs/Abt1ltgS0GbSdl0bEihr6EhCbqPSCSod3Tw8Y4Zr1K7yE8XYMK6sSfxUIyrycdgoALRXAuTQFdRwEgjpkwW/WqRxQ26UCPQr4KCAkW2AJOuRLINrpxdexMu+33OzjNoFTXtZYprweNqQxhXSEdT1JBiS4G0FbPYg46APqDz34ED3hI48owZecOcvMeCAPmuKwQJk+Pcf2hKq+QnrCZlmy2yH7/yzESMmnc/0WXazzJLrTbO13Z2UV4l9lWb9gJZsipMr94YnrtuXlOrW8cCfgL+Fz84crHrBaweUzc15lkNRGRkD26wvPeQDpQGbvEwVi7+vqRIE9V/+sQsNAMqRkSFLA/UitJXxIoinkZtDSoo4kiqPcCLYYRVJUqVA4tfFtWsprfJWJuqIY9eieRWGSj/YnQljJhaltL1P3ztLE39fv4y5eai4A65GEnZ3JmXWwIwZN1Rhnt/EZesSWlsltKvjIvprusVZ7UoEg7QfB1xg/vBGGbknR5y1Kb7W6uYO1YfR30P2rVO42U1zmXNNa1cDuc7z6XMYp4tDcCNR7uVDI20jbI2i4FCumPajzaRneByYKdiU1qdhVX2TbPqiinIGwMgHZkTSfEu+2sC69xoqUKmRqJ6SwWbFbdk0vm40po6nreAalZLo2QQa8zSOpcti/LWmMgPvQ+p6tDlHHbvHS4O5E5hXKtE6Sj1Ykdaid5sELY6YWXDT+hLXivqh7pcoO7zPsqYVMaNocErw1jH28NZM3Grp7fxrzFG5WAmfWs5mKzHGaQvcNLzdst8b+1s902HUMovLP730USHfz8c6K6+bKWRZ//TU6hAvovaZNWj6khxlYn4GH0l1m4B9/xemIqPABcVLM9xa2TwDo6ODQFvv7NudBXIeu8VKZ/QVvZasVgQNFWThzEw/mqUk2S8lcD5k1vR95bpNMIprLxAT9hEejr6CBqgRnG1OVYTFoNDM+ckHIBC1WBR1BoMxBmA0DDK4X71gR9AEK2BDE8V/0EPzxXwAtL8zLBHYiEHRJmcBPKUfdkvaXRa66K7ugPuoknwJ7nbC0Tv11zFf9ZRA3/myd50bu//IuDyeJ8QyASciirlYwGJfVMvReKZdni55WFbCeahlK367oVGUBJS+LZrzGF3L3/61RbL81W+/SP/kJhvkw9v2Ice7Q8XQHXyYqmt1xXjGgfiCeBn7SYJgzaUjOeol1uTNDxhUKrxxD5XpVwCVevPULnBoEWpj/KocX7xYknQFQ52twRgNVd1xb8X+GwfOOnU05cy3qIRcJ/Ukp5oeCWokMwBPmrzEyEr7hVwt0lkAGvbBSi2oVs1QNukQNhKI2tNH/3QaZ60B9avBRfgoGb5wXqvd+0UmcNzxfuvnkZVzcQV0HheiWucdWAm5TFLuyPZQlWwNeMmc2QRZPX+aOOrPtR+kTMtSF5iTH9NRu2HMhSpXCliRbhb2G0AYl0jX162K0JwLmhtJUxmrjOzmTp/3WJvZdW8F+1F5TYIh6XxfuNWwSrOABicbw16foqypu0mk7fLjN2FT9jXj58UYG/t7GMam+M8VOEY5Nx9cgEiB3Smq7iTs1XPNnrYCDupwgGIoTCcaTZIIXvFFwYy5fakm8MJa1a6LUlN1DvZLvV+PD2FWGmyZE06Lzox9evEOG7V1a1xjaErsTnoWVCZt1ZtEg1zmBdyV0GBqXoBjzMcN5VZQKu0akcResNdooVAdGcVjM+LCN9XNubLPObdosZRkeFIuszsNGnWrHs5pGPjmi1QPNIGADklOhXM9+ghEYQoTt+gWJStEyuHea91gXIOupWS++05ImtKJ2pHLlJxTxLKXhPWO8HzS+H6OcrEnmH1Sdvo2smLzBlNZV1doRogG1E6JEXqoLQfCWEgZJb2jsHhbesKeH5g8z8H9hBtau/X/ygKujom27Z4f7h7ZHAGh/fw+6Z3rxM16IdL/Qn2BlAkHWZyRmqWmsSQUNtJGm8em9niL8XZO0Gz1+rDWQpR7bPdLoteG9pkEPEAHKvFApAJQJ/vTwKlPJrTX7/TRLR0Gr1ZUHZJYEZZbdkmDOBUGdV+ASOcGaaSBIwSGBII9+IXS1vDIHsivaXyFXeQn1QBBy8UtRh/qS3Yuw7d8AceNn7tw/OehgUEqJrAJ2TIxhLMBl0wNDwOAnoL1ufJsYA0m9RR02CCYpyLQObMkGM7dun3b4mgoMmndA8l3YpTuVMShSBjX1MNeBqnulntG8HsaxqMOMHflYwEMdm9CEDF+BAOWiwxxTuDVpDbRGoolehga0ZzmGNQ65bAcXfY28dGtpNx3bpmI1HpxaU5BH13lLsEcBIf8VUJojn3kwqNWvfhyNxSaK3n1WfPwKcvLdk+9v9ZPpQRR1d0blHg4ZCaYkeQKSgB8mzGibqBcm/SBZS1EdItoHQ+5yMhIlbOFD4VUW3AX8rutXpz1xajkSbVCEkEs7oPWRbBPG9RCy0DM3CF/6ULnukSk1ziujbZ6ADs3ULhj8x47bc8F6Fp26s5oCYVSo7QrFZu2bDlArcrhImb7c1IRKR7WVig+d4NblIdvMdf1NZQ0FIGdBSqw5aBVknNBEWXXm+w4dY4/4+tAc3hziXweTiSvNJSnsTqLeK7b77r2NbFS44H9jpiV3MGbtX8f6jsqsU2bsA5gU/dtxQ5m69YTCuqCUdMVt2l4vF8VBOO1DvNfDkAqbN66mqIncVchGfxJjSUWi9R/XvjHj2YctDKVGSujVpKJgnlXpSDfF0T9zyllgIMqj/sg1I7uL22i4Xpy0lQNyXnRqxxvID4ScGeQkF0IbHw6jNWds/VO11qVvUtq2GO5uy2svUV9LU7rZ5ray2q7raOdIIoxntPQEl4oBEx6HSMiUKqd6QbIpqN8lnqq8MX9DB3Q/Nb9R9Kq3k93FcvWzUvVMO/asnlu0AUUbrkHVBKjftTGj8vVzmb2x9dRHFPGR/C9N4UHkd+2YJ7a7qj7oPczAwwzcYwZuPTLuYeudqMpBQQep6cACegjf21sQBNrzPwU7PDyyPQIzvzs9AAAQAElEQVRB83nr0Xc5knngI6ZiPBfRtLGGA7hpoI2ZQe0dfNRfoOfRiA4SIOkxRUEpBX5W/cp/nbRCUTdqKebI/IFPR2MmcKXgVUWWLu3yquN+joa/wPaFV+uAHsgEjT27Tkanw4zAyy9BoU6/8lkqkETwh8CQB5kkJyAUvyyijsBTzktvm/3hykfALSsojDkY25gyInwbR1GqQoYn1MC7PSglc0hN5R5GEC9Q3JlUBzS3jilPA5dBh0S99xO0+rFJw5fQ2cVnrdEUtZ+dlHHoFx3XodiRzcDg7L2Z6rEVmzKQGa/WTdTgt+BrIM2CnWNQXbUuurnkyAj+SGvLvuwN/UoDXS+LDztSqQhp5NIMe1E2rnchlZfu5MEfBX30S6CF6SxokXkwqLyM64HLZDwy9rFsxfXi8xKdSOhQF0XVy5GhtDFPCSXZTpwlsKg1YD15t6osOlGuOqwINsOH4I1zynztig7tZN+BKPqj5yQYlhtNh8MmH/VT4Tax62dAtyK4K1xZXnbwS4LJSwLLO3BxgTzQEWiuWMILtdz5+XGJrStH9vNjZd4f50teQ4e8Isas8ZvvB+Z4MoYtdq1aBQEtDRSynkqdC8UH4tXchTdkXK+lVq0KW0jDXGvuQQsU6GlnyID2na+L5InFCV0q4Slb/Uz5Krs7XW9NX2oqR1ljK5COwAahbxQo4Nq0iPA+CQNrrdXvLtzN5ra1wc2NXtbld7OOls8H9E5JyndS3Kmk1uxkdvCY71ScCKMNgjoRsNM01BdhqGXmJlDEEGnG1UPBkzScsQYSSJVnE2jVDEuJ2qBV0rgkMtVKHghZzVVXefXdMPZAlcqrwQ/OMLozhyuofSD0ZANQ4Dg0AYMIpOMNyBpvLsmIxqYfmtNmKjHa4H8yLkFRgITCutJbLbkXaxbl75ZjaxrXFDQRMlfpoObCoXQ3Rm2qF9qn01ZRFxLVqQzkOGDLMGWau9BQTq0vkfi3B1mdWpuUJ+xUY+CbwuFv4d4BmTox5aMr3cd8qVbZSI5SE4Q85hKGlLguEv6SKL3NNHNjYVe54KJ7ZttjvKeBm9U1WWjcr5eqXSkGSA9BISbhIT3MwBvOwOueFG/Y7X2ay0VAUiu9EM3nc1sQ8Nk/3PcA0NHRoe3v7/vLYMMhK73MS1UvhmCP/vwr8UCU4Bs9ENhdPrrDCLt0JQfYwyw9mRGjgfZOMw/lCviYKs24cfamIM6KA3DFnWL4EzDOtEytkrRG0MgTClRm2jnoISsQVANElA3giWsbulbrnDIDOKa+jYBQj52+08tYvLh1enEjCNSBpWPJC+Clv9R1BIE615V+h335Yj57iT4TYzToFHlSFp+tvhRyXNO/fMjQzEupQ3yB4ZuP8RYqPQ0ThyqBlW8CbEkJKkCGpHIgMY67QSMOzcHMmzNyAiuFwNWkMbwuqg3WfGsdeuZqKpfu2E+itsLgB8jBmyAz6OcBEhS7aqdi9WWt7BXr2VBfxCrztKTrfUTr13hqFfgB/u+vzC2ltmDGcjVGASONmWzAZXzwvTX4mZ1zPXRIrirqY2dvhz4l9iMmSAl1oYFXKtoMlyQBQEay1KBrJmp+BjSmT5gq66A+il/TPe3NURZt3U5jCRstEPW5QGIgGR869zgc9qxCo9Ov+RSo8ev4ogR9Lmx5cRl/Fnrxyi6El3/aRcHLl8hevqT80l5CX1IO/El5Axdju4sL2ly88HbBqyxcRB/0o351xuis6Th3/Bzg2meGYxD4zJA0LJ87lh6ewUnuQK0miZ0XI3gBU/CaZEiROPF5cu66rKFCgJAycw0ZUhbnGTpbxiTQvgjIefcdG0jU8q0gepEpHCEZe0elXRh1p7V9nd6p0Pmqfxt15a0sRqk96KB+lx3EkbYqtwToVZm5z778GfEUFIckeS2IzxSupaqg3pOuRdsy71U7MrUUosUOhTuI1N7BEP3XRqI3rOUdTLpK9pnC2JT6RlyX1ZKxP42PVi9Q5hpZJEnFNcoK1LqwhfhYvM8iKHbNZei7D7UupGNpyqHrRdHSd26YaiCbzlOnSXPbjSXJbP2DBrW0p19yLkfl5rJ1TUpyfmv1y72hypOUKmgzpF0y9SMF1YneDPl6o8aamYn2mnzDwrROZ6GPQ36xQzSWwcyoKJFmabY1S8n/71bRQwoyNqNcZHCRVK4Iye58amTK79ZmE1xT0SBXf6KFhbz9FD5GjnXmlQSjlHnKxUMEembQM76kSIIwp2L0DmLO429j7EtJhcGqCvcG1kqbmVO2PcbFjjUqvR28ma+v78NGv/7c8PrWHlo+zMDDDMQMvItTIiy/rVweghmHpyCz/hLES5+CPsfHj+zx43N7dHLiwaDFfM9mszgMpVvRwwSUU/DUeP5a2dA0GAVZMi9gq9XKf+GjcvSk+qY84vXWE5DpOcD6FbXoc9/gFs1Dh844YXCmFJwoA64MdWtQBXmKfoOVBpMqJmUOdJDrZpTRzR48Cv9Wqytb8SJ2xUvi0oM/VxH8WV75y2LnQZrOcu1TtNhCiPXRtuwPkF6B2mb/t4RkZwqNF3RAL6roZ6g5JMM2su1+ai+jjtRwpiTaVR8LTeybCoMPFPUp0aQV6CYqSL1S8aYHUeMjPcjbSDI1onp6f7rli4xuCOvsmO+fSeUO3UntNWzP8mxCAb+QGXvb+yGIYUKx4j6waNobHbRjzZ1qLxR0UMmkE7CymqI4S4p1hNECQWTebcOIQgzz3s55ZTuxEfqiMSk0ZQBOPqhn0cy4op49SN00hRtaO0mjZMx1rlBbGsssBKXIYXw4tYUNDDWuojnV3AKuWQVQOq7T5UVcs7p+Ow/0LOPa1TXtv+a5JOCjoA4gCHMhGXQJLggELQnwXCB7+fLCXv5JwOaVgO6rCpUJBiF/+ecL15HeSwWHXiAfAkfoYSeCP7R1+6IEiSq/fMX5Aoqffr376sShFcuYGXrAvI7xkzQdG6uE1CcGqiReEG9mzHflKk3Iwo5PNf2MtOqYX9+N6SNrFXIlqy6rpkLWgpfvhePBXu3LHhhVovqd5Jqv0fC0yyTHx6oNrmEOAqaxbcF2fDS2KarKtNcquwPVfAq3qMZsqo+AykmBgApGYluoRhuYCthxsZgd3TWRbSS55KC72oUoEQc0VQMhxXUdO3WUUnGv1Nua6/doO/QpBtRzJWMw+zgZQLE3cg2SBg0Do9TKR5IKaRQxRFIIrST3PgovqWTme8j4hK7WiUJUObMrayZCtautgjf14ZPfoldk08AP42YhqXNNz+L5EDuoOz8T4ypVNRZtLFFZDVWKiGbkXNNuVp6ASb0qJ4jrTfUT4S1s6aJo1VKliKs50QrENybplbG5Jc+iRfgYfJkEClVBtMDnnCpGrNG71GXiqly0osprWa1GfuxrypV6b+pOI+BeV3yXZi48j6/GEW5elGqP6lpyI2uSt1NQZ9Gt29NF5gz3YpzhUZ7K0HExspV0EIlQGWLy5kYXaYDO7ekmIzOaC5Dr0lo308LWhBYLUx2JNsuS3YJpkyl/S7Od1XyXvFP+IHyYgYcZuPcM3HSa3NvYu2gw4wYkjLYTkmT+K6DFvp2ePLInj5/ZyaMzAkBHpn8TqG1bHkUaYKabRk+m443YC1zILGrtdT+y3jSNGXC7nPYrgiZd19kVL2nijRc+45OssRl6BvUXSBqI6kbR0yZ3eEj7zM3Dhk8KDkIKfi0fpQMnd4qObvQBY752w/yuyomMn3ohy/IlEwDCf71gduXPwvSCuax/BlJe4DpodnTEbTpTuePF0yly/WlZRxuXFfkSGrjgZbBiCb/kxbWzJXOndhmqeXT4n63IvrD0vlQ/QAGEqT7BgyyU+czMqWBQQ+YQX+ZpIEyDiyd0mFcpSR67x01t6t67LJvvAGs+DwU5L5QOBznlyosKiG5PvQ9XE5GZ0wD7gLUQ73IZ2bCXNX9Fv3NdtcksiSjri2wM/GBFuvQ08VxWAYZJ010tHdSx1VtQ1LaSrohRqDZjCW5DoGLm2sATk1/yWXsyc510XLNW6uSK3rcSGQlDSrSmPhdnRHWNyZbgbbgyWxqkljNNQTIgOUO2TNuO63BJcFYBlxcv/rR///t3++WXX+2nn36y58+f2/MffxjxA/wPP9rzn8CPP9qPPz63H354bj+Cn3/8yYTff//V/iCQ8yfBnlcEdV5dvrRXBHsu4S8J4NyMpV1yPTsuX9nV1aVdXl7YK3CJjVev/rSXUPmqgNIFQSUFly48AHRpFwSc9O+QaUyahwBzpKka4KP3krgKF5BtaiN692noNPa8lnN3p1rDqGFJY2tS1Bggf0mqfVW6u9OGXSeYf6S7Ca/gXmVbsI1Ps1G+T5H5whP1fX2rsbZylapN5UWniLpqP6jRlw0LI220RCooms4nBwXJIVtJcsErGs9vzaQ/xTUNhq2mevTl7gBkiDQKOKXad5WKSl6ojBVozwo6V4xzJSi6EroOGXycjvBU2aBEQSJh0jvSSYo+I5+I3QZlbwstSXrraLAsWImxrdcitfHTOOsBQOeU8XSH/+LGluhp8iQU3AdlAF3uOpIaHUORka+nkMleyFUWoonkgYyJQOht5Hph3cSGiuyMovWSyz3w4hzZtF78JlBRclc9U2kDyJmDacsZo0iuRU61s8hMfQvibRZi5wt7LcFOrStsjt/KFOnQCWV41+nha+rr7rG4JCflqlKp2lbXquwtUrwLazAk/GL3rOBIUVFz5MgycwtnJkq51q7T3RW+ZTWeifJYHLlanYc1qZLYnyolX6ftNqpbh3vr48JpUk+1/BNglRiLyGhtUqcKx1jrxa2MetKW2AVRofELLirZjHHEWBDMAKkQuEkqLulyYzCTigf2YQYeZmDXDKRdwn+UTL/mcYRXfuHjtV629Augk9NTAkBP7Rx6fHxCAOjA5vq3GQi4NHqAbWin84ygSw9MQPQ2UtM09NBwf+LmxAG54usAvSBeXV2Zfgnk/dFR06DX4DS8SZuHML9JrGiHP/7rHNr2yHXTkKbD24iz4QhUaRMyK5np1GsMnzgJSeafTNkCqhPQa4DrEwTq+w52RdcrAjkduAIKykB5Ae0m0Atpt5S8QnqXBHAo88KqutBB5uVLAjyBTTvS05+GSC6+4yUx2l/RJqByd4Ht0ucSWqGXyY6g0gbCd4JCeQKtS8ca+bwrQOR13PjEV3mhVa9TXQGTwxxlh9tAdyoTL7noFLtkXu/zb9sfutiq2iVTyx1yiVS1G6plzJDMPnSw5zLoClymOsqSr6HIO8aemRfRGhTx+dWcEsTJqmcQkMEN2UW0FkhRmwj6ac8JmbWD0lB1su+2KDvFAK4Xm7HjVaCaGi1N9qkN3T54FKJNvN4YV1IGolR5u0qlN4XkgtvzoA++EdyUb9nHyXUjBUeytQcXN+QZfkBdX/6J9waun9rGWgV+aDyMyOeevgh+6rpQEEUBoN9+/7f9+uuv9jMBoB9/em7PnxP0+R48tAdx/AAAEABJREFU/xH+RwJDP9hPBH5+Igj0k2QeIKLuZ+p+/dl+/Y0A0B9/2PBrnlcXdkHwxwM3Ct4Q2LkYcGniXw7lV16+uLy0JUGfCwJGjpev7KX+BIyAz6uXCihd2CU2X9EugkuU0VfAaMm1uuT67Xwuy1ywAkn/VhZTwhQwJ8MsIFHSOgaMeTH2YEB116HZUbFLtkNtS9RPJMFrvxl+jxUJv1USlf8VkgmsucgbAzsk8zmoxtRX8F6FcyQzMlJUeK7xN77z3VkmW/fQyvsvRpAZGozC7vNRv9P2sjFiw1Io45+ntVnc0CxFje8Nwbh8rIzNjbq5xtmaZfagu4ZAPOTm5DZQmVC9J2+idonmmLwNe1p9wnubWktZbUQkEnWQMQyqpqsz3MV9HjO1WvNhHBgQDxkn2wW9iyJzQbBDjowURqe6UsAR+rEJQtKoEqhkXksh+nVmmklnAh+Yyg1KAs3oX2MJHxD7r36ibpgBdGztWkCvJDcJL6sQks4bJ24SzgYnRyUXD1l1wGmVqtMpqvwaOkO+CUQ3pdEdcYK0RYVNXuUJXEX+FRll3fnqfBTpOkFnEHhTCUYknyiVpQV1HfEVyCp7C/WX83EFrtUeuoDJwxpT2Ggx7Xndzw3FG4tTK+uKvvTqVqh+O7+uN5ZUybVNwyx9qNcNXajedDwDXVtRlo7WyOmQiQlobDIhhET5DEMkTJAkKJj5iqkwS8qVCeIroqx2As5gyFMouDDYibQI1ipdFtbEjpxKuxE6dWqko7EL4keUfqQOSFHlzGoMfaFG0mybxxhdSxJnHrKHGXiYgWtmwC+la+r+kWLdQBLHW+K02Nvbs0ePju3x08f2+PETOzs7s5MTBYH2Lc1aawgcNU2ypmkGwJhZY/6B6AjehNV6u9tHgZ7My4mCPt1Vx7fjvLzpJcf/HCzbipOOOI8p+ES8xTJZtMmWqcsEfzLtKXCI9WA8vJJcYKwi6xh1MExVz6yIZDLzETSwDNEMi+tARFJdw81VMHyySSAoK3hTUV7c/OWtBoP8RXjJC7sCPVB0PBCjXw2pHS96enmNNhHMifIlwR3aYGcoE+CRXkVH24oqq7Sr/UCXjqsIPk3adEsFspATkOiAghUBrUvHNNd5Fw+mOr4e2QMVufA0INU2TCpyBKRRJl0EpA0Zc6+6NTD3YWJd13WkL6DgZVGVBfFTSCYgo+NdS0xP62K8VwvUx763Ai3YY6aYA3ICF10F8yQ+T8uS+V5AV7zaAjqgb/pgf2VAp6SMmLl1vZUtdY2UdVuyZkvtG2RBiz3pCuqToJOCevJBwBo+ktOfry/X0DBnDJREf3KjoW/oJOmlqxazXzlcaX6dQUtFtJf9nn7kz4r9LizZcyp38Ys09Y9/6js67LHQm84onVX6lU+bWlu0LcEeJN5Fpm3GzsouCHy+fPmnvXjxh/3737/ZL7/8bD89/8meE8D54Ycf7AcFen78Lujz76HPzYM/+hWQAj2qdzy3H3/80X4mCPQjQaBffvwJW7/Y7wSN/vj9d3v54iXBmQu7vFxyRi1txdxfMd+rVUfAGnB2rVQW8hXn1opjoQ+UNdT4MrOpMyywssw5162urBP1NewYF2XsdNiJ/bLCzormzBnzFbuSadqRfBl2yF2UPSfTHEPeOGkxgDqt8P1wnWH1K2zXq7mkWLvRgnTuDgbMfGXH2Cr6aOgnTnErH7SZY61QEQyEfYc2m3KQVEZtxDsNwxZ6Q4Fq8bFq0hvRUCdEHYWNpHab2FApxdFm2NosS+2+Mg25tlF7izujrX3WFbzzzFnCNnd+TXdS2ByV/xMr2JrSifo6S0AjVeCT9o4gJb2wB1U+AbarQ7XvSe3ISm8TY22YKONL6Onf8xOsyHzcrr97n5v8nUBl41N2WPkVDwJsk1+bNF4Hi6TxGDSUmyC0Z9sHr5yyDToSAMlAtI9a2aRmklDwkugmvCIa+sCn9dRRJFGja0pA9hckzWV0o5EJKokK4tchqcZdqRY5yvJeuqJAEyowIiX1M1O1QPXM5zeRJxOf4GJyEhoCZJCJfz3Q1Q0Ny77TftR95wbNv76KPcD8rYDmeLN/iQOhl/E/S7CmqNHHGMXtsrOm7vNdJTNKMwoCpCYMkWppjSZUk0vISc4q8wZkxb+sDQEqDb+ol+49UJ97Yt9MGk77LuLSNSVVCrCexn4lFXRPmjmDQqWw1yaZEDYVkI39blY+lP+zZ+DB+/vMwF0uo/vYe4e6szG4Sy9yfLFYmP4NoKdPn9n5k8d2enpmxyePbG//wGacFLOUODOSNY3QWGMGyElWP+KnQKNW3UgJKpl0aavgTs+Jslplu+IlSL8A0p+BKRi0opyRG0ok67mpCVkUgWimbYCbArwexPwQpmh8kkDGcCyRwXITQMhhjUEboQbXI9Gfg5sSjTDQu52wF7zJpvugl7WVdf5Cp5e5S17qLgneKJizhIq/RKYyVIEfD+oskUU584JZ22fsZF4IK7o1XvavLPOin5cdfS63QbCno24pmwL2OlEgWYVkCix16OvfSOncp8t1f3nhls5SOgMu8BtcVCwpB6qebHb4eC/g85Y+fcpWps7HjM03pRHE6SyXQETsJ+2ijnWGsqbkrC65+DUw57TrJsgKtrjOWCfbrkPdOCbWjgBmVyAd79t7JSuJXvGN3PtYsb7YZQ0V7FEgSLTTWg7BJOmsIkikNvQp2zFO2ckEZUSxo3rvP2Qd15b7IP99xMWJyW43+AxEo7YJkkSFKNJD9MN+7fC3c//k2xXj6QAa9ANDGnkKbiCCP8kDP+I5kbxX1ft4lhd28fKVvfj3C/vtt98J3vzsAZ7vf/jOvvnuW/vm23/Zv/71jf3rm2/s22+/tW+/+86++15BoB9dz//ky4NAP3rw50f/ddAv9vNPP9tPP/9svxH8+fe//yC49CeBH/Y2gRrNje36MOwsuQ4EvGzSzGbtzPTntnvzhe0TcN8/OIAKe9DAArmwv4cOZ/JiMTf/R/r395yqbo+6vQVl1S1aawmG6SwzS/TYAE4e5lG+QSj3juCNc6+ioUVjprPX3vSjvosNDVzw4sCY+X5w4VqWfY/JR4lDn9VXgR3HWJy7a6b212GXjQahAOF+YHUYxYQTsjp3Niig70kN0g4/JRNcaa0Z5lzfs1qo1NUb8g1o7hxU7Ui1eaU7VN5YJNs3GtlUULkg+32S1qXsY6e4M0lnV4Xku7BLd01WGmkRK9Yc0N7rfWVjNaNx5SsN6XV52FivlUySSo0+Gq6/KZDRgW+9gYoxKsCQMtwmEDEOtMUUSGe9aeL6TuwdwcQb9SnhC8w1KRW5KKpFF9t8a5jpU9WURDAmIk3RAjUqbNULGnmpMm41lX0rdN36aFLeBTRuIdzeJRtbwWFQOnCenEfmBc8oMCfOeuYazimLkvIpZqoCkkE8iRe88BoZfmy2UkTSZaoTvKDb5XCojtKo+0vyMky/FMubSPVjlhLXh7yYKKk4RVVGNmGHMSG+PaXZuAF2aqt/YbMSGWldWryAkJhfch8c1K8V6HSPbLUPa9eIo9JzNJifcFyCVOZKPH2IXIN6zfqF7DauUZyIs3zX+1aV0X20r4JNerMPm9oP5YcZ+N80A7o8/mPGM6ueymsOhPl8z46OjuzRo0emX/+899579uTJE3t0eur/HtCcFw69ZOhRhtiHP86Jd4aHCtuFxu7wKUoKAvWNVduZAzS+DV/5C66+XVcQqCMIJCgYtOLpQQGh3Ot0zdbTptfLBGW1dx6ZIdu8OyQ8EyCknnNNo8nwG1B7pNM0tgupykKUao49H0yme7DqLOvlmpfG7urKlleXBEUuTQGRrgQxFEgZeH85XjJ2ggK8zHf+wgwvSvtOdgoydAB9KAAy6KvtckVfEwwv4Pghe66D7Q269EDU0vSnZfLN6cWrKBP40a8tLhQUgo+6y7FO8imqDrIOLOnL2zhPuw0qncC2Xx1tN+H+YSPaLBnvm+CCdREYO0GF5QCVsau1KWvWiQdLyqFHPXw3BfWh15nWRlDQZ6Daxw4CMASwvI59l9m32SntnLKPtL7Oh4xNxdaWnH3nW5dM9bp5e/sVKtIV0GPtM3110C5fsb+6EZJ7G/SKDazJkoMenE5l4iU3rv88AJech3JhZIMCT26Xsih9dYzHIX8Ye6acFaCCx3GfL1GHGyBzg2ToeiCTQKP+71svXrywf//+b/+Vzm8K2vykQM4P8Qsf/frnh+f2o37dg/wn6n/+9Rf75bdf/U/Bfvsd+tsv9usvP9vPP/8EfrZfCfoIv/zyi/1C8Oe333+zf//xh716+dIuLpa24izqmbPMWPBqR+IM4GRp/OUrWTub2WIxB3s2J6DjgZy9fdsrmCuw49i3OYGgir35vASO0KXd/mLP9vdlZ0HwZ246l9s2QW3y6ZmyCs33pMrZcu7Cs0R4CXPnVFtMaW3MutRdUuZlqpV8Lqpu0CQFZ9l3tPX5lBl4PKfGC9A3Tzstqf/BCRWin03dMhyvVF2U4cRUIjpqOFczqnxEm+VNedTLj4qQRN5gYxtRN821vjvA/NsA9GsXohSrL/pVX4WpTqB+TLJNqTQY3jURiRdgPanptOxCZaUtAxqXWTLVvS5Ke+9TNih735w15g8ruiZ7H5KqQxbckNN42A6D0LwNVfek0Ze382yXHa5drI75qBPdZyelufM1k8x8AkMS5ZGvZdEA+cbgkND72OdYFhe21Ie80BUqSaVqKL8lEx9WvLTGqr3gNnhc49i08u4/8b60e00i21tNNYRdcMVa4QUylSFK5ZoWWzGME4/9PnXFPfUq86UG1F+U8UDtaABHrjSxGRPEuJkAVf3lwKvi3126HnWmYxil9+ZkRtho6HsJ11y8yz/JuH5FXMczNQC6nKdl55VRJ/Ja2OGk20FO0saOS8gLXjNkdEtih/QAKQVSMC6JUt0KVOxOO0yvK852mCi21xXH0izqExLFvyBjknAs3cAVxUJC8e/az9H7Q/4wA/+EGVi7JP4JDt3mwwyFGceIoG/U9UJydHRo5+fn9t57zxzij09ObI8Xj4ZTIxPUqOjhh/MXW6+dZMRtiTEe0xpMNVDzlxi9rOoF24MNl5d8+37JC/rSLhUI4EVx1XHYcoMwbGT9+RV3Cr1E6EWyRy7eoIZcSFiPFAficC67Dj44zZbQl66+x3V4WW12w3UwHG3MgvbQHinAP/NRwUPd156HB15ks2OFe1HmzdcqsnSAaWzC6DB28zoIfpmDOaG/7MAuslzBi6uCaxUKqAnZA0nRv/vD3HYKEOnlXHO9iRogItixHIIvVwRfAkv0A1qvgP4NoirrqL8OoXPFOkc72b8eS/oEvJQvBXy5XvcS3d2INvQ5/Bnd5Ub/jMvnY6T6tY187ZiLyqssfpg7zd8meALukGWnXQnCsGaUM/tPdQqMGE/JmX2X2R9sCPYHj0vwIZO+pGyBzcS2kA4NSNJbsZ1ibTutq2yIrmVW1xQAABAASURBVI2n84dZ9dt5v2pHf+w3zJHXThoYAcLLZK7BHorGbt+GV0QWT07BMy5jrFnzgC9ZY4dX//I9Swbkb2aPdYLW1/+dnJf2799+t98IzugfZf7hu+f27b++se++/Rf4xr7//lt7/uNzU/DmD4I2FwSJVuz7NJvZPgGX4+MjOz87t6dPn9j5k3M71S8eD4/NA90KRuNh5lrzIDM0+wO+2axJNmtb/1VkA9+kmdl0TLSL1FiyxprUWDtrbUGAfW//wA4ODh3H0MPDI4LrBxNQ3heKDP1DsA8O9/dN/yj/PsGfxf7CWlGCSQr86BdARm9Gf3bLJ1xtdmqlndKpUBrCVHYLL/WKQbUx90NyY/9mMnaXdpqxJ0Qd2hvIVSu4mhhBbePNnpJqKijeKekMpm/Z8bmbNtJJHuXsPqAXxYk3IcBdl6n3kJBTcPmUbvShejTXEurYkkPCpKpMVtRP5Gus1nSKtcpS2LC7uV82q0urbaJ+tqXeXE663YYRC8ZH+oIhWwcDjsllnp1HW0m2XhvuA1Yq5V7rtjXpBTprzPsclLjf4xudksJPGFLwmFPyMpmWZBOqD8jmDnjfOlO19yrUYqqr8ojaxyjBR/eb9lDfn6Kcmxl0QFTjU50xdtz15qJuj5LzhUJ2JTry5OMPBfkZXM1lp/JBt3Ukl1TgtqKiw8szZ1keXXO7MXqh3nYjT7wMi7flyVtUa7drTzRwPBP4yazncK9iBEr+KoxcfG0xG3qqkrdFceRWU6POyO1qlBAmm5G/qxQ9TK3jke6rEPMJy5Pt4cKJcuOzaFufTT0p7JJJfh22PbtOc5Dv6MLXvowj9HYoRcWb5bhL8ssiXTMrYwc7fPDGo8b9uTc2cP8uH1o8zMA/fAb+s64KXoR4izE/8WdmiZeaBS8VR0dHdnb22N577wN7//0P/N8DevTolJePAx7aZ0Y8wZF56OiBF97CwvTYECCkBnBLQKA+9OufJS9/+vc2LkoA6FL/9gayK14Qe17sMjddQQ91sLw3ryzzQknmhvRCYTwMheHxUFSQx4ZDG7k3hrouDkzr1FhVogVa9Ip47kXB/8GgKTU/pge90tZqH3VSCdD4fA5l+oev7fR4ZGv+ZOzSz5qsGo+6aFv5Td318jBH9LnuB7c2vQQPIJAgnpt3zDH17IXsiHn3h1B/GKWPDmheQS6Bh8y6dfplDGvoL/Z3oh3BG+Btp3QMyHQKaNwQWOqoW16Dzn8pVWwNQSQCQuir3WBbfbgP6KqOsmyGDsElysFTD+9j1rinoP0oZ+aZOyI0bFfxzJfW1OcLHkoFiXkfbKy87PuBtrv2huqyt1U72VWbnnZQ1kYvCx3XyABkGaisdg78cBOibK36q4CgDVL1QgU7UbscbwfZyGsXopegJKmK9XqMxzysYm39T/nCP/ni8DnuTEEgBen0Z176N3heENj5XQGg5z/ZD99/Z99/QwDoX9/Zt998a99/+4PpH2/+lfoX//7DXl1c2mrVEZCZcZbt2fGjYzs7P7Onz57aYwLep2endkRQaG+xQKfBWRL7ewUy6NnvPkocn81aa9uZQ7++0ZBU55ezM43nHJgR/GnnBNAXpsDT4eGhHR4fEPSBij/cx5+AgjyHlA+P96P+WDriqT88QG8vwDm9wE8FfnRuuw8puhzzRt3b3T8ycBs2rPkCbsskNp+M3nwzbKgYdSy7sRGpYV8aa4sgc050otrj7EPtP+lk9rcoDUx7x1ENb7qMxbukzGGtPRwGaeF2lHkvCEoKURQKnymtQ2PYBEprSS0mAmxJMsWk1ln9Y9DykSkpwy+NqJ22u57XqUAbnzBRGrJ/fWOUojEPVj6yM6oW4RZptiSDAAMyu45mMHltvI711RgNKgx6dp/P2Guix8TEhUR7sKwNnWRggu+fzjtIlAUvbGZhxDDp0+YUnYmYUiTJht2DTe9nk7LXpRN+0K6M2UQpqm5YNQyS6JIRwWjpjGvH1fA/zs3OOr64cVzxhQUQn5HV+4naJLXDhtFuN3r68WFOaA6BOvS2FGcqQCmHPyqjJ7saq4riBYm9PMlK+/rcGTUYC2ZnLjO3IRpu2Nkohs56Xu2GVCVx67SaCZqZ7yVfDAkX3LOWjqz7ucYMeBrCSNiYqZGAZJpiqkJnKn83/O398D1F6bo6u0lL9dsgE3emc8XUhfVJfWzG6ktUK9ftOOZQJWFbR9LbMW035Xe3rNt3s9Zd5jlhU75evt3+uv52KSxEzlXoaRaTxPmUQG3jHpXCBu8TJ1lFUXsgDzPwMAOvPQPptVv+rQ1nk94TB0iyY1489M24AkAffviRffzxJ/bkyTM70S+B9vZsxguQnzz+8KhHi4bHC2FiSizPXiTqbILQ25J70IFGjVkDlDVN6Oph6erqym+6Cvw4+Eb/gmDQBS92lwQPrq70ILQy6WYepnTG6Rv8zItETyH7r4Q48FRnfJANNxyKSv7gKQY1Gyr7crwaNG8h9DKtgO5KcJPBWvDUub2gacKXR1MkUWdw61g3mMIgfvQOo1xl0jRvH1zkOchmLrGDzOciaIbfDc1tRc88c+smeMBbtfk897zEAXNgS3PhoA2Brfpro0o7gnYjCJTwwDqWVzxk7ULRYy90rwOCMd0W6Ic94sGQWufBH/pS4AFef1YWAR4e9jxo1fHQp3qoyg7Kaq8gkqij4xlcuIKuAsxZZg8yaSxVH/A1ZM44QUhcg/B1vbQe1Ge100MmvmpPZ3gao4WNsubeFsnuJJvsNuyZQBtKsOSUs1Bk3r6Und+VhblwAd7bq80aH7alhHjNCqqUJQUkuqbMWDRO5l1/HvhS/7v23/5tv/z6i/3040/2XH/C9d339uP3z+2Hb7+zH7/7zn744Xv76fn39rP+weaffjb979lfvPjD9H/dWrHHkjXWzud2sL/nf+J68ujYFOxR8OfJs8eca0/s/PFjZGecb8ceYJmlmTVJ7vTEQXFOZxPF1MxsRqB8zvk3A2k2s5QSNQ2oKfjE1dnQd0ozmylYNJtjW9iz/cWBLfSLnsW+LcD+/sLLLnP5IboEfbyu8gvaSX9hbSu0FsGfmZme3kFK1YdKG/yjGrnqBMMn2/qgsCm7rcwLNpbRoq3zsEwVieXuYzkRGXvXiTJUxzJ7A61x33CdeOAH6md1579Gy7pW0DOHjAjei5i3A/crTA2WB1ljBh9zBxNqJWcMbGQS11ERDYQ6eNkTYIe0Wa4VVS4quHxgvOSzsCGKiq1801cUBtG2hW0J+iWt13GNDnZCQUWHshBt5arahJQ2ZSoPcjrWPfk2aFISmdoKar++X3wJ41pQJUokLSugE9pK7G2GxUReeacEi9ifWuhMWavrFF4yDneIdFbQG1DPb51z2MsDsIjM2O/Zr5mMb/jtjgZvyFU0+Stdv6/q3nJV/hF60Uv4y7h2qLfqnw+wD5vwsjMg0w8ytyvb9BO8C4csrgF01dAtDVXeqs5H7RKzIR/VguPICka5GxNzT6hdxbRpkYlMxVNejrlnW8IQ8Ghj5WVe+yqEyjPTmbn3d3axfAkuHEvd/7WOtNEcaO5kQi28m9IfrceiV76tzDvAWKWw16TQ6Ifam6ZpUHrbTO00nIk5KXx0tVbQdIb41rwavlXxFoWN/ndpT7uSujY9epnrd8eAqHnLiYtRLiRdhzAUd3Yg16JiFxc1D/nDDDzMwJvPAJfhmxv5Oy0kTpE2zXlROrHHj5/a++9/aB999DEBoI/t6dOnBIZObG/vgBeQlteIxozc1j5F1kMFr4dfo9MGqlN5vCEZuk3TWNMAM1OeOVyXvPBe8mJ4ebk0BX30jb5+CXDx6pX/33iuLpamINBq1ftLW+YgpplBeDbL1usG7S8WHIQ8PGWvEJ/9p99+aJvpOC0Pin60ehlxqYBsrXJP9QR66NIPWenDQC4wdyb6y4XXt44OOo8HDeqxdlsKF9Atdkbb+MG4RlvoYDvuoMGrzsFTtVM6k70RmTELjHWrrspUL3soKNGngQS8O89Uvxsxfh6RmBvNkdoGprL78XWeb6IdAYFtXBFs2gQP8ASkVhNk+AgerSwobQjy6B/k1q99FJBZUfY20Mx+dT3/d3awp/3nYE6g0zUZeSZTC+FEej2caGeasxibeEE2qWcPqInWkoVDf32NXK71wIyI+sowsodRilRgI+PTVIbUbe3KUMcCTamU3jpkXXU9OvhXdCBjUgNqlRylRuOQDx0P1MuLV/bnny/s999+tV+e/+jBnm/+9Y1986//sX+Bb775xr79hgDQN997YEh/BvYbui9fvDQFB42TQ7+SOTw+skenJ3Z+fmaPnz6xZ+DJs2f2VHgK5Vx7TADo7PSUc+/I9g/2/XxTsMf00Z7mLJo1CfnMFgST5ntzm0NnaWaJutTY8PGhqZTIgM7UpAAQgaOUWvOy5FRrlgTNZ12LaJ8NFXTN4VlCQvJmmjQpOnpMBNxOKEzyBn4KiiTpToHojgknasBnrQVyypGb+0+xJPzTSyVzqd2hNXb4L37Yy36tdLy0rgrEoyl9nHTdYonBDtydGTk1gbuvcjHg0whPj+uOozNOuwooQWJwaKuhxoVYMhXXoZIqw2v1K4SEXLYgNrHhxZKp9SZKlZOhToxLlMmoAC8CvE8oEtJEWTKQuVaouDHlWou+++t0fbqkUudL1VOoTqiyNR4hyY0lfEmqvAdG/fBSZ55kA3CKpCWKS2lie9DRNTVg/d6TOcMz96rAlenMzzyLdJzzgUtb6gsJ3SNEy69wdA4t4Ss6eMfqkjNKbS5ot3S4XG2xqXtH9LXiWJAv9frRnutclled34dW6F/hy3L5yvyLiivs8aXFFV+QXUGXV+pDfV1Sf2VLviwTOmj4fsU1B7Az9ln6YMwM1vsThWHmNMeZeRRYMk3gMG9Rh5eDnnld5KqloiQ11EqNdaoPSH4bxnZ4gU3Zgyg565lKI9y4sioSDwjc6JEtQLn4PAaB1IPk9ImuAj4X3J+EJXOsecycYTFubIcq5goje5V1XgUB3TdOd7DjKp7d3NuOKbu5wVuqLa6tNDfAi54x34UOPW2W/aoeat8ys9HZdfOzJR92wlv2J8ypO8Fm5BxsCWiHRq3y6jeUJMkDHmbgYQbe7QxwNb7bDt7Uug6Kim1bxX0Ok729BS9DJwSBzkz/FpB+AfTBBx/Av8eL1GM7Oj6x+WLP0qzl3JlhqgGReogAuSVttxna8VLVNM3wKJgJ6qz45kwPVFc87FxeXvm/A/SKh5xXry5MVEGhKx6gMnrcQ8x/lVJfIAjKZII/PS+5xkONeOPFwuqDNw00emHn/YQK0lAVfE9Z0DCzuT3s5w0YZSGrX8H71EgnwE9zuWEzF4ifosrpC3+V1LPBxO0m5HpsMuwl7IWfUxsbPAost+0AMvojSCT724ieJU/0jxl8LrLUw9yMhI76RJEUfsvWu0b4mvH1duAY+88GyLfEnIquozdzeW+NfvHEfAQEAnKFAAAQAElEQVTtTetgvs9YIdbepOeUMfu+gKKfAEbW/FLZkGfWMvZOxzYCtF8vSybwouB7H+o6BGDUVn06kGPP/Sk+yb6Ad3SHv9SLFyRfBypKclnUUfpQP1ugNbryH7Ourb4RUaQHGFLIJcGnzJx0PEhfcE1H8Oc3U2Dn+ffP7fvvvrfvCQB9969v7ftvvwPf2g/fE/x5/oP9/NNPpv9D14vf/yA4/MpW2Jg1yfYWCzshAHR68ohz69zOnzzxINDTx0/s2bOnBIGe2NP3niA/t7Pzc/+zsP39PfM/rZo1ZsybfvwjrsGe/i2feTv3INCs/vrHN7KuANRrUgNrWM9kKUGbFipeCN7Kh2EzLZoPwDxQKDXm7cd8EDsT2uQYyA6jqdZQcBXPEq7pzJedgPS8ameG+k55tKV2XLRtPaolTIxZtAL38E39hr+dr/OSF1ghXj47XkC19pm1y+zj7Hs49MOOOhaidH2u8d+MxLqO7bFJGstwZRxwJSEglcJAkmRAFMJ6DbPkfCiOxqvOpBIV+QqRT67qmQSasKA78tBiP2Fsc31dXZ05E1nsEc1nmM2T69XUt6vJ6nUw7c6yjijT3rxd9V8yQeXrQH1Jcm9Ew/WhuWtMn0EO43N7F0pD1JgN+U+hpJAZcjP9O4dtgheoh5CPvsa+4Jz0DasztYJXU7488C8BFOQp8LIHdcoe9qDKJefPlf8K56qDR7YSCGpfOa7siqBBxQpeUJ2uAdnM6qvsf5/wmHl8ZWzMe+47D9qsdM1gO4JHS1teXhDkubAlQZ9OgSDK6kf9d/SzdF8vrcP/JZCOeCETUPK+sR3XnuZB41/hgih9Fz80b4KVMo7BsrcIjmSgwIlTr1CmtqKoBRnzMDSWfaUmxRvZaDxY982yqwEapOhdTMWmruRVli3NCk83mT2RdW4x3wr8vHjxh718+crvN8sl8865xUTRABvoq6ngw6HslFpPKjvzD8zcN8/egXPrdpmpWBLvyUuTsoRF5vtM5Vuwbv4W5aiuPURpml9fM9Wa8lwB7unQEkYy1/HN4NwbZuMgZymZzn5y014Vz+k22GfLDvwmw/GyKXooP8zAwwy8wQyMV+YbGPmrmsZhsbu3lOa2t9cSBDo2/fLn448/tk8++cw+/fRz+9T/HOwpQaAjdPYJQmvYDYaAfvUjULo5oXuTAm9dPOcMj5c9uj0lyThTradev/ZR0OfVq1f2p+D/Z55Lu+LhqUOxvItzT+55cQbIM1jp5YKbdQcVMidhRj/uPNnv0xpR4igXpWuqaC8dhx6IBD0UdeYPbdjKfEvo9rCdwWoNK38ozNLjoS0XdOhkHioc4lVf/Mmc3gKd44JGDfEkH1WusPILph5VyaQkKiBj3uxeUPsR3GMmcxLymJvs8pCUfJiwUr6WyDfaE2BSk7eBsauwbazfm2AY48RHt6c9UOdTPN1VXfnQeL9wbEDJzXX0MI0ia71uQ7KA69JMKeYDuf69CNpk7Q32V9beEO9YmfZc1p7x/dRRFq6gV3Qj6E8SJBOVPfzge0mT/+5XbwZN2DX2m8Gb6qaoMlGh1sHX/dnT9jpIJ7su/mpu0NUYtXm0t5wny/iwvLy0V3/+ab//9rv99Pwne07Q57tv/mXffvM//idfz0uw5/dff7U//yDYwzV/RRvNwYyAy2Le2j7B68ODAzs6PLDjoyM7PjyCP7J9ZPt7e/7LnXYxt/jzqdZSaq1tZx7U2ZvvQRe2WLScazMzbBKHtiYl15mh187Rn89pR33TmIZkfDS7EBJnhaaVMa8Ya8f6dLxsLXlxEC74pv6CwLXw0umlv0Rc6AXN//HxJWcKa8Yad6w9hxc2h26cH7KxU0Qq8Lgp4muEyJN2k+FvgNx5r5pm3i4EarGOZF5GxylquyhimXeyntGQicI7hlPHtuIlFjBO/brT50lzxT7omLfc0Ubjp904eibWx3YTXe/5+pJs1Fr1BYa+MnPEmFl33SchMX7U4zqVLgWS5gEy6MMMc1DrRv+lWaq9si+FkBtjC8uRhxSe+bCKEL5mTn/0oX5GA9gfxj1Kt7mp3gbPmtkAVpk1zTtxZZk11rWuMyH86MvcNoUyJczN+pwjs9uBypAwgT2NNyMrwEfvF2o6B6GZPebgDO1A5kukbnVJEOXKutUSujQFWJZct0uu0e7ikgDOxQRL51dcy1cEAq64zjsCL0sCMJ0HYi69fVeDLy5bIgssVSYwpADNCvtXoCNw1OGHPyfo3NecOa7w6Yo5vLJ+8BUZ7VecMT1BnEq9P/mCH0v6ll/VvqjgfUlHwIaPX3axpWCQykKmLrsf3EcU4PH9Ml2PMr8uFx91TPzkcgi5ZI5YIGdZqKAjU8oiVXEXndaLF7huIaGtnIIn9S+oAPVbYbbEeKQV13WpExmAbhlXRrdjLi647/z5xwt79eqFXV68sqXWTPPDNcqWoiVtZBRumsY+kO6oR/p/ItWhV3q3QXNf9XWwkkerje8aQvhGubwSto2ElP0126hjuTn1imMUiofiNjTfTlGOcEA60TUDM0tkO627Z1GjPR/cQ/4wAzfMwEPV68zAdVfg69j629roHImH3rnt7x/ZkydP7aOPPvHgz+eff2Eff/qpPUV2dHRse3xbrl8B9bwoWZ/wuQFKojdBOlNUXSO4Y8a7k4npeVgl1qPcZQr89FTq1z01APSS4M9Lbsgv/nzJi5QetjrLuhEXPfGd37iz+T/ye7WyFYGgHmR/SO2NBiTo1CXndYSPyDwsdm57xUPYyjq1546/4qFpDUs9lBXwINfxENaho28E9dAlhP6Sh8fOVthZ1Qc8px3+cFpjOxcgcD/93oJLmm130bNetwGH60kJP2lAbQ6oXKH6nUCV2bZNJM1NIA110i22qy3Zr/y1lIfIWncn/Y0+atsNmigHjHno3xjDHLCPDNsOgjo8ecMyBvaCKUDjyGbUjf1n+kfm7aQrXuvZm7GeRlvtS3MeueaUfvQndIKpLCCr65/ZF9pDmX0UMuwiy/7guWLZrwq0dyqw7X3Qr7/wyI+Mb92AGINkBXVNRAWNoVLxAmWuJqNDhh02NZ5d6NFdgQ5kjUft2TrD/i1Mx8vLJS8iL8uffT3/4QfTr36++/Zb+/Zf3xAA+tZ+QvbrTz8RIPrNA0CvuO4VAFoxDw0227a1/cWeHRHsOSH4c3R8YMfHR3Z4dGAKCu0RHFpQ3yqQw1dmqU28oCRr2zlBH0D9fAElEDSbJZ1qps8sJdfRn321c4JD/uufhjk0//gjVs90eElZbzqjOuZ+yfV/yUvjJS+FL/D3xYs/7cWLF+ClvYS+fPlnfJNcvk1WYGiJ/pK56HjZ6NgrgjF/PnUx3epkwLoIbyTQ/kEjq503pDBJDAn/Gb/npULtbkJRux+RQeYGP+QL3jEU9isBHj8/WTvf24wzO9BHlxYb3TDBG5K7F7HpcyAarZIT2ZyA/Slx1Em3AH/cd9YzS0fw+VVbYw+pVUBnQHDsAfRcX7rYGMcku7QLRXKVBbHYFCt9B7JpUh1l+SjA7k7eFuVK8YESs+ArMKHyapSpNMVYE1zUsX5YcF5GxasfaGaOTL+45f7aEUjo2P+iGT4jy6qTriNc1zh8P8I4RQzLzow5qjziG5Pr4Y+oMV7DHzXQmuhc1Qj8vKNv+TkA3zr98kWU87XT/Zvr74oX+5WCOh7c4V7NNXxFwGYpwC+FyosKktG2o90SuuTe77hc2rJAdR11FUsCNB16He11za9U50GgS+t8/qAEpcRn5F6vf/NQ5wP+9videYbQeEx7jmtqxbW0Qt7JrnzBtvxVWVQ+ib/yMV7aCir+ir5Fl5SXBNeXHuC4sA4bXXdhmT4ztn0efX6z73+OUkszs5Zzk+PV0py1S0Cr6FQ8urEgyv8CsBnUSyFi9esk3Qrr3jB8thkKUPk/hXQSvns7xqpxa300N/rVuZ/TWh/mO3Oexf7CFg28mWcUaqJMqqW/hoY70deE70OyM//LfXQv7tZrnlzX3uwvy7b9k0RTmtkb4QYlkoqZMyZk7zDXZtW+9U2auP7kUfR3c//FyVBdz2ViXRKl6+RR+5A/zMD/+Rn4j7tE/NzwZZsZ7zRwySF5ItMLz/7+gZ2cHNt77z2xTz/+1L4kCPTlV1/Z11/9l/8q6L1n79vp6ant7e9bQxvTaxN3l57IDcSPa/NPY9ZMYPGRnrmWtENW8yrpjXb9qIVp7uPZFAS65KFKfwb24s8/7eLVpS15MFrpQZMDmCZ6HrLMQ1G36q2jYUbe8ZAqrHgY1YNSpt44tZ1STwNSdpCR4HWTp10WBSv4FQ9dKx7AMuiQZV5iO/rWA2+nBwPB6wgG6UEM3zrX6axTWQ9oAnqyscJGD2Q70y7TR9bDFj5leBvmSSPrLQ3l6YyVFw/qvA1tGQAKeYRkjNcGGLaEDK1QOeB6adLe2/XYq5jUyfa1WGGKNppvAR/tnQDX3jDFlVDGpbkv8Dllja2CPWVAaxGIOdM3U26D4eqFSGuQp2vJOmdsOnytCeioXgEl0U2w17JAG6OtiWodfK7rvIpWqOPCu02NJcreJ+1FZUc0cIWb6BT7IVuFjH5ygdpYXT9RYbKOPm7mXzTE2PS2CNGVXV1/epD2gM/vv9svP/9sP/1I0Of59/bD9z/Yj8+f288//Vj+tOt3k97lqwu74qWk4+Wk0zWjNWDuZ3TU8taxWMxNv/I5IACkoM/R/pE5T3lvb2H7BH+k0y5aAjo8MOm8Sua85AsCQfP5wuZty3k4s6ZprMHlWUrozEBr8Q9Az2zWJPMPJHHVGOXUIGk8g2H+8U3X8hJfLwjqyP9XBKr/FPj2+M9XL038K6igf89MeheMT3Oz1Iuo1lzQ/Gm9saxEtyIjWF5USpnzinJcW2aSC6USotaAJNcRvOMkZ+RToMOZjv2d2WcdYwueOr1EaV8yTrUIp5hH30RRunsuCxXTVlWWGfrIM0soIWN/2tBfb0Y588aYFWjFVz+X6/WKn5pCQz9xPibK4tXGGGO8JOu6Vj+6BrDnOkbf4kUzPF2T1L7ao3inJP0R6qdCzXuyilE+1a99VpmcYbub4LzGNoGPD6vmc6Kz4co65iPueUvua5fm+5Y9vCKYsCJgIHoF3xG86JB3fu+7NLXJmlPmNs6UmKOsOd+BNPFDvKGzBXTCFuNlP+GQuX/4qLVznntuBh1BFafUddU/+evAP/wcgzNLxiVcmutS5+MgsNKtljyLLG2FbAUvqmcT0ZXbom6gHXoCsom+bHTodASD1OfK/Vnass6ZnwW0EZXvkkN7nid0nsaYNX8rUzmXa2uFzSv1A+TvEn+X4j1QdUFQCrjswrqBqh/6JuizlJ4HgS4Z/xVzuWTpO7ZGLtAeDrTsC+2bQDIPCrGxkgssPpSDYX2CmeS7ZJPq12EHkzCrakC+w88ASS7tBEKpCGx3Y2JJK1uxX64uX7Hmmo8r67WHdV37NY/BkmgOR7/kNJaGIYBWJQAAEABJREFUw4tvnFW7NxuqWv2Nag21ifWEmNlfkzM7dV/ARp8wkkVhyOsYBsHNgxnU3oRZn43ZYGp0D18HKQxOklhf7mMUr08b7a5XvLYmsVKyIsyScovzekcL+bRDXEQ31xalB/IwAw8zcIcZiCvxDor/HJWpyzNeegwk3OOIgbS8CO3tHRAAOvFfAn3yycf2+ZcEf77+L/t///3f9vnnn9sHH35gj88e8w37IS9LNOobPYKZns2cwZrxUtQ0DWQdqnKUA11kCq9rzEhm5A0QFXo6yNxw9aClANCff74w/RpI37Z3/isfLHG+9YKNH4pGMx5kVjzQrKzjJXLFy0jX9cg5vLHb8RLS+QMU9dAVN3i/6Tt/5Q8AHS91mYcvtR9Au4xOh43sKA9jktcy9a4DVR8Djx9hp7OOB4wV9SseYDN+dfAZpzv8cMhfL+OvdOC93uUd47iyjA2h4wGwg3fwoN2BLCBT3xnfDIgGsIk9jPDM4rPF7cYCLK/uN1tgofVAfh2M+kDYM26TdwcvUApg3IjXsbvdJuGXsNM35kTzM50r8cac1zZMj6WmDzDmBMyRIexHAgLGXAuZdpn1ZLHN4K3IjX0yRdbaC8OaaX2Zk+qPnkx9kyMjoGkVmi+3S9/YzmDsY5RJvg72Du0yMEfshzxpjwSfs/X4AIO72HMf2CcM03zMYgIZvQj0ZmbYTGXtY/0q5t+//0Hw5yf74Ycf7H/+9a198z/f2PfffWs//vC9/frrL/bijz/sUkEfzRXz13Apa55nZDPOlMRm1L/Nszef24H/X7P27YBg9P7BvgUObE7wZ7HYs8X+3CL4M7f4EzDOOdlLUDDjjWVBIGm+FwGgRETH7XMOLhYLU0B8Pm9N52IiWNSgOxMWc5s79myPfuZ7c2vnC9DyYDYzw9cO35dccwruOAgIKdiz5IVYL8zCJS99erFQICj+POyVXby88F82LqnLzIHmLmZRjgcwTz90I0adgeQ89UOiFcs0FCuzS1br7kN32dnhg/n+RhmKR+wHcuc5f7VvqHId8Y77OFF1ZaTyU7otT3gwQrpVh73LvmW3klZcCoBrcMU1IWS/HqSbmW21A/5LScm4RnVdMi6NZV23R79HOdYrpigjyy6js0L7QjcIDUjo0x7fx9pon3zO1BbIf5DxWfvG4BOIPqo+djCo/eIYDPb0AUodBWryCNlhDjqCEFn3LvZ2R3Bi5bjg5ZgAgoIZCiBw/S7hr9jDVwQuVqCTPjQTMMmyQTnXc455ZsJxkzMN301nGdAYpnC56gtinFcMk7WSPezIP92rO/qXD0u+MFoqsHFxwf0fH+Gv8GvFdSh65XpLgiEAeeaacxvuJ+vKWN1fbK9Azxz0+G1QIUOz1l4o62+V+tooCrE5j73JhubRUfpc4csKH9wv+Ul5iR8dssyzh/pWn25fe6Gsla/jEJBkydQvfo36V3yBdkVT5gk72cfUWSf+6spkX3N1pbUj+HNR6HL5irpLQLCI54qseWddWCg6GceEG2wXlRHLL98rKgPxEoNEnXRh2YSek6FDPqbN8lhTucGGC6r+lMJr2ulPKqN+xk9JzGYSDkAfnpM7Kr0d5xTU9wPPfpcE0a7YY75uGpPPhbm9wZZaYyfmRwUB2yKvjTdp39/Sa3NL/Vus9nkxmzFjSUjwQD0UInbAzaNuBr2/ilnzEedW7A0lR2S4Mplv33+IrkuzWrFmuQpvpEkXPHNYlbQdK79pzXcx/tb6B/r/2XsTxsZ15Gy3AFKULMt299lmy2SSSfLl3v//k+6XOWuf04sXiSLB+7wFgqJkubvPNjOZsZsvq1AoFAoriZLsfu6B5x74ZXrgdK39MlZ/ZSvaO4RcjXahyqoqkowcKqLVHIaa5sK/5fP557+xf/n97+3f/vVP9uf//E/79z/92f74h3+13/zmt/byJUGg9aU1y8ZiVVuQ0cDGLChwA2vv+ZltlVnrRD/IhkPZwd95+j7xotmZgj537+5s+7DlpW7vssQLj2+E2uyAzqdK53exgZedBDrreHnrODQPPMBzmUSAZwA9wBYP+c6/udNbx4O/4yXJXwj1kqayI9JIFTzyFypsJg59B/T4nI7Bi1dX4OX3+NP5i5l8Uj098oG2iPZQ95GgkOpzHpnkytfLSI9fPWV6/D6gpS1CBy3o80sguh0vssnbT0dhz3hhpBd4jPUAGXf1uiP4/fiWp4vZKXWtUl7UBdzEnwEvreZ1jXn4khiwBPVxok3dEXr6Cx/dfz1hx3JzGx/J62U01417XkZ2mZX0T6LOnhfeQZSDQj+D8gQGzRJ9SFTE5pDdjI7u4UCjiejo0aOO6aBAWvXKxhFoE+03+sGYUw7GRzRiRzCVk0yuO08Z1x0oRh1efm/yU+jor455khx7Y2KPeZ2pDQl9h7cdv0jbBGxrIake6ldb1T5VXaj4wE3IvpHQpXJA60iHC63Z129+sG++/da++epL+/J//se+/JIAEMEf/WHnN69f28P9PZ9StzQ3+eqXTeIy8MEqGP3KwWIM0KwulnbB/rMmAHSxWtpq1dj0zR8P/jTWELjxAI72J5+vuplF0rGqrAILdERDCBaQVwR5FgrwEPypqoUpr0avjgSDSNcEnxoCPtr7HIulB4sq8kIVfWQGxlTB6h0H0IcZlN5zmGh1uOOgvN227Gdb0zeC7tnP7nUAI1jUMud8zLBj/hNt+oePcYLRFikE3QBzmHu+EoQ9iDFIgMEm/ctdvnzdXKlT9blgvEUofokIpHRlNtEepUAWwJy7ZPNDeKqcUUeuJ1chO3NdpZUPVT8z55Ovlb31/Y7nSstSyRgUtPB8rS/WtXhfT6R93XSU2bNsALZ8PaGT+zzXEbWGqJ6hw6/RNxzzbxOJKu8MEI36pYzsSTroZh7k0fhiP48zcq+7p3og/0gXn9KYxlmWa1nvZZ50lFH7hJKHDZXnWaj+6QnkeKAC2ilAwVzuxBOoUOCl67bWFZ653gHpq1zHnuqgPzvgwRXsdvS7bLuPZ/0bfZAfI+R/Ul9TPrH/yV5HQKqjbgVQ8/+MtTXtPfv91nqwZy120Lz+tqOfrXX46OWhPeM64Gc/obdePhWM9Sf1uWPsJ+3tDuYTY0FH0r/iyXc54+K7A2lsDED+l3rlc0fwxX3BD7XDefrJ63d92UvjfEjsV5oTI3wOKS8xL4SB7Vqg7/B9oI9VZ0/7eqVBD+91jPXtqH+vX099YB++vyMYDWUvSvRZQsfobwft03wWeKDkdpY8UcaEFw73QzoCCa6Zf/iLgEu+CrB+iZ/DhVObqSwL1PfOSVdMoeILRlmlerOsGuutaEMlkVSwRS+R8kSmyGB8f13wTKj4wCDwDPL1y43L/NfJpARYQTQ5MdIZPv7I/y6vsQ9+Xd/Ul6pIGGtSh3tSt2iVxOpIJcUzJuZrhN6k/2XBxS4zz83pn3j/UcWKU1Aun4Cz8niIP3jINRP/eiz9FEGpoDp1aMyITrmrc2e+cXzynOfbcw8898DP7wFW2M838te3ILejaR8Rcv2VVVXMYFMRX9dLW15c2NXNjX3xxRf2pz/9G0Gg/7D/+u//Y//9//6/9h8EhP7t3/7NfvPb3xEsemHL1YXVHKRCiL5Vs3db6ocRbJUcaAcCJLm+p+6BjODlBzhBiUMx8hDqYLXlRU4BIH0LaMune3te/BJ15P0OOzyoTcBOuSjKho1PBFT0Cb3+gLQ+1el4werGwIwHc2SHBrg9aDel1Q6AQQV65JuDtGw7cGA8J48vX8NIDSqggE2Vd4jHn+Tf7BksDZ11vDx1etnzF7T88tnP+ASfyHcd6br/e8qdgBfYBDqBlz/xPXQYyydsZHSWeGnzltFWvKRFybsvwqkbJyg9AywXbaJnOYnAl2uUSe6igfsM/uk56ULpSNUvP3r8G/Cz5+X0CMgkT/ht8leUctlfbD3JU7UubwzMEZWflGUcss29DdSb1Gc62PDSO70g0899S1+Rl9Ax1U+5SBvnMPXhhPyyX3TzJOBwpUnCnMty1c/Yyx6vj5NOsYtudlm+mkXaWdKFGn4YfWL0kQ5VeU7z6S0HWR14Ege1jL1pjtFIum3uGzz1ZDltZB4a9ZvXhX9QVh+dB48bkbxAKnCroNECfgWrQmULgiVVMDQGDtE7e3f3zr777pV9/c3X9uVfvrK//OUv9vXX39irV9/Zmx/emH5NqmX9UoUt2ENWBHSapjFhQRAmYjPIPntLFSvzYMxC+UsCPkIDXbEHrQgCLa0h+NOoPLYiL+1WfvA7qZ/GdITWdUWdQm1VXcPX1iyXdrG88G85Xqwv7OJiDVa2ush16BtHS/bGJTqiF8pfr20N5PtyubLFYun2LAZTPUa9qlvoWOs9c7xnHu2ZU34YJeizJ/ijw2rLIazl0NWSn/9gMuOh8vSo+U/gfgpE9JHupo4EFFG1WcSd5mPBV9mUgjlzSfOM+Eg06ozkKMsTMbfbG++3Ueok5+FNTj11f9L4UwVG+Wk5pdNYp1QGbhmRfsqdNOANfaNxYUw65mPHGBzAukGe1xhrRWuVNZ5Ycwl+YC0n9oSBtBGMkEx2k9Yzlm1EdErd2vfoFqUh7lvEFwHncpoMLuf9NiWkMbhIdRTbhj+GL4YPeo71+DuBvazXBxrMqU5Q+0RnSARxktLKI4jiesg6L7uzPbIedILvK6116iN/BrWm/aX3upmv1O3PMQLpnWyM+nt9s4XndSu0Dzb9zRnNefbalkCD6hPaPfkzSCZIx6EyAjaLHbePjR6fvX5vc4ef+wy1jw94ksZL4yRKn6Wx74ayaJRmPOwMNEYFOV/jkZGHSGMj2DhGOc987BMEiKeOgbrpOEvQ5P2Ir/RDJ5DWeAz0qXQczCfVbfgVRrOBSGzhR9FIqEd2qcfn5NhWtyM5Y5RAL1DfHqh/t/p1J8Znu1Xw555+E7b42AKeXfoWkHzyNpD2PhNl3CXHbyMviYeKHx2aiPrJ5fg+CSdd/D4I6cPkcP1JPup43fAjjdiYw9VnwZ9qqo8yylQ5yrhtF+nGPjCTRx5yNe/HtSjPkwrE3ABZAJSR/ogEFXqo20Xjr3nhzXurjUwWrjMuVWdkP1fk3jB+ZpFOi7GCj5mvooTnK8jFaEdipg+TDiUm/ldjPlgJzvEIKPWTcj9L+tenuf/oyCer+mATniz5nPHcA8898DE98L98jcn9vJHEsjFrcx6hg9cFB56rqxv74re/sT/+8Y/27//+7/bf//3/2H//1397AOhPHgD6rV1f39iKQ48HgHQI0X7NS8fAgTJjsKFEcQJdC7hguGB4rlIKhuTpJVOCSSNEG7Db7Xs+mdrxqfnWHu63dn+/s52/1LEVc2ljDGqT0UbKmCogLRsU5yXGrONFX2gp17Y96T2AoqCHdxK1cV/HJpe/JvA0Mocd+6uUo1TJUzbMga1yeXtkEAHVuF2vjxeGTsEghIlwfTehM3+Z5cWq0JaXtk7gJUvtOP3YWygAABAASURBVABdtY0XPM+XDi9+uRztUx4vwX0Bej0Hlx650BFA6Eh3yDuV4yVZ305KBAQ61a/6ZkjwCb8n5NbQsnKptUJJQ+kj7hodEZAoBahzAAl0+NNh+9AGjY/Q+6exPTrSS+gkXkgp7TaM+wHmdUQOWw4GjhmETP7MMZbGptdPOxP9luiHRD856BdPD3sb8C2h6xPJKbYYMxsRj3zQQBfw1jDp92iRZo2obwUmtxn9nV/QZZN8twlFm0z3Xd2nOkRNcnQibVO5JN/kMweznoNcz2HNwSGsd+wtebs6S7TJ62NsTXDf8Msp9eNblH1GiC7kbhbUFK/LTEuAd2GLzPOIM3kfiVYTSInI1J4OX+7fvTN9w+err7+yr776i3/z52v4V98SAHrzhjXMAYODmvGjsstlY/4NGwI4VbWwGNinWMOyWVXRFKhpCNwsyV82S1vqV8EWBGgIuqxINwJ5shWjHMMw7Ug+T2k3vCRGXgjYqzJqbDbNwpYEgFZr7BH80R+TvrwkAERwR4Ee/U9ja9Kbzdoc602myC6vNnZ1ubHLi41dkF4rMESQaLFo6JOF6b+l9nrpv8SYdSAxXj3QPG/pg5Yx2xEM8gA3n8S3jKNkLQfpROAo0QajvOxE/OcSO0HZBVmPcZS+6mJcNW9Vp68v1cv4FN7zXEeDnEHvmerIiM5PlXk/yr4k6HOJm0BhLssIlIVzQ8bCzHxknsC5jooL5H78NRZWX7gRpZ3BBG22EQmq9nmAtMx/bzvzAZqADr86DDtPf2tMChJrZQCykUE5pdknBqD8lFrrsNODQXsIfWk+GPQR9WfXBvdOfNS44KZ5PybndFOelEQd3LgkGoG9qQzlsG3UldgLZUsfLAzwSePLfOqYQ52o1j+BkZ55Jp9F1d5TDASLewI2veu27LctQQDQba1F1ilQwL7SoSf09NVAn/a0W30n2pMekKuOjmdsp3IK1ChgQ4Bmt7u3vQIN8Ap67skTOmg7gTpVz4gWqjzp7NGZIFsEimSnxV4nPfkoyEfa2zEeXd/RTR1j1IO9Jfon0W8mEFgZ1I8+JupfpiiDcdzvWYZ4ujyfG5ePzZThjOwcELAdJC/KBCM8jVw+JPwo6OGHET6HfLxtrIMxlx0vB89l8Nn+YHMqtTiWPfAqkIylJxEYMqgv98mecW4ZH8abPWhLYNoDbNCO8XOon0e+pf+FLen2YWtbxkYBvo7x17eGEuNvzEfjOZ19GeunVrrAJDuG2pkmubn/ucyBP+hghkv5EL9GvkKH4I+L/DbKZc/XZWLUkfGelRyd6cNFIeFvkg7lAuO14NmwaGr28WjaazLI1IWJ7JfunpDUcZxy0c+6jS69x8ZpjcPTurTr6cxfJ0dVVlF9yNiQiJVZFaP36VQjTeCakj5cU0qFDP0wSX4NBpdGs9Q3cpkkuQOLh1xjohDkv/xVaiyWDx7Rb6ySIj+iKHHRT7of5TwnnnvguQd+gR74B1tZx82J7MyCAkFNc8En4Jf28uVL07eB/vDHfzH9cej/+s//Y3/+859Nfxvo97/7g3362Wf+94OWfIJf8cA0XkVs/OH8BqdNO2OY5Sk2NJCrq1DxGdIXFyyEIMY6AhN7XmgfOCj5H1W9v7fdbm898sSLkPmmGIwCZhbYnNU20i436zjYdjzw3Q7BpJ5yfT9YjyN66OshK+jFK2FP+zxZJtjRj2w+haKougFPlDDWb/wMeIUbvDHAiaHhiRfQRMWdH/R6qifPZaJ6aS3orOPltSBxEOl5eet5aekL5QVcL3OuQ37mO0scVjram7HHjoA919lbj13ZSNjpsJfcDvnIJXP4axM+0Td2FjRwkosX1ItAb3wk6RHuupA5yT3t9lUvgZakl3b5Qd0d1NPIO+WTlp9CIl/laBx9lujZ0SbcrMtVywRpFJj06GfDZ/W/bCWlqcMUkNHAe5oSjE+SjDzp5Tr59FM2Zjh+oU24cYAVPdnCjmwIyQ9QjJG3b49aT3vGdMnz8dgjJ0/tFrDReT5y6AB69DpewDv4TpRDUUKWSCt/oA5T2RGq3xhXKsVXm6AOU1skp1KSiRVlYLASFDL6Jgk+r3R42Jn+Ttc7Aj+vv39N8Od7++7bb8F39sOr7+01QZ+7W/16wZaDJT7TDyEEq+vaFs3CGgI4opE9pIrMFJ1UBtUZqDdYRFd7U6hIxxFEoqQfsSE7QqSsYPwkoDZQlQipxMuRWaypd7Ew7XMLyjbLhelXyfRtnsuLC1OwZ00gx7G+tBWBoTWBodWKPNLi16KbK9s4XRMQurQ1gaELAujaC9WeqqqoL1AvvTngAms+OTqGgXXHPrRnjHY6RAH9d8Pi9e3GLQf4lv2u0/h5AzAzXRG7cUodM2o164Ey3C2JYkPrR7YOaMnDD/ISe49pLNF1W5jmMmoBLploTnEvurDHFyUjJR3m5ZBAQwZjB0NGMGNkbfxxP32NSFDKZyrJKcgx2dFYU1XOpumlzWqv5n3X7a0jGJA8KNDC78CWw+6Ww+6D9fR/x+G1o78T++RAfxSovAN5p2CGggvQ3stgx+neEmstscaSKLoJHiE+4RD7S25/wl1Bbg/wAxMiodPBJzCMUP4JGBtTfzt6yvUkqVd1gR6/evzv3B+tL6G1Vu3airbWwSvt2JI/gw7ukqu8aIutFv2O9njf0SdJz4pxDxzYewz4XihZge3xS/51NkiffaZjP1e/dup/+A5fW/npgaXWOoIKe/p032+tJ6/3NGMzUqUll06HzIM9rBXZEDrKeLCJfshze2+JehN7nVP4HsjnYyR8TPT/x10BNQeDGQTmbmAuO8SX/DmVeYE5EByGpvGDkLF0f9g/B9CDRBsc9CfesRoGnxNGWQpxpREDVIBw4Y5Na4BS5lD+HCiOVyz28EHPNfnhz1nGfPtwy3vVvbXbez5wu7OuvbeOIKLmT4HmhoM51G7v0EUP/Va62NC88f7nfYsJQa2Jdsh3saJzIPNrLst8pB2nyG3L+cc8Rjzwozwb68u8+0Bbpd8zB9XWROA2aX6DA+1QbTHUWc2zZcEzouF5VLOPK+39TK4oBO90V12Z+p1MLmf/urfhUF06sO/lqvfm/rxM74SY56UmZyVzCMUzOkrNkV3mrr1unnHCY+FE8tOT1Pa4cKmg0EdKpZ8LfWzil5a4K95/o+U5L5H6VPB+dW1Jn/HcA8898Av3wD/g6jrXpMqqKvIQrHMQ6Oal/e6L39of//Qn+z//57/Af/sfiFYg6Pe//z1Bok85AG04yC0thGghVhZ4aDrlJclCsPKjbVNna8G4cYmQjQ6XGTe/goUQTD/SSTzAO14odrvW7u/u7fbdnR84d3zSpF/r8n2aukWTClARF8XLq5f5aw/nLx7yiYe3NMk21RHFIDOHF8+FXS724xFzPZRUXSpnJvsF5vmqSB7oeSd/neemdhbkcxlBFxzqMTY4BvorAVWAdS43ONIBXTRswHDvL+mJF7jeOviOF2GnvGzqxbxzuic/Y8+Bs+dlf49e79hbz4u87JR0Ir8TeMHuQHIk+lSHElFA447ujB0Kk/TAD7AC2rz0dvIRJNWteqEug+qlTbzXR1o+DdLFdlIHqO+owbtalO7xoQ0wgstQElUZ+icR/Bjw3wM+2DKQ6GMjz8ijE9HWgUagFvJdZ6TiDVuZMgAyT3WPLslnZRK8g3aobOY7U7szxI/Av+Sgf9FP9EvigJkYg0S6h/YcHPwgpEOWH4haSxx6O152O/ISNFHG0B+oe4Af3I58lnODdxvvvE41U9WlogVqU+E9nqd+wm6PrT1B2Yfbe3v39g3Bnlf2zTff2jfffmNfQ78n+PPu3VvbcVjo0A1UGbW38HK9XDa21K9tgcWitop9I45rno7nGhgCCuBMYl73Xl83fmLbQvcmm4k+SIxDkpOOSDsEM/O0WcT5yK2mjqZa2HLREPRZmn61a71c23q1hl/aUgGc5dIDUs2qgS7YBxvzvwVEsEg2joCsrskniLUCjf4uEUGk5Wijop01ASe1K4aIX3IICu/zU0mQaG3H+LSswZ3/naAdBzDgh/GWwzzzgbHzdqqtgGJc6h/IdEXnaKpT3WRb8zTPI9nJ6Pzw07E3tICAJvbNUXpSNI0+i5e1czjkqV71j8VglhNQysgtQMsRwyCarqktWaJimXt8zyXLPYwKOZ00T7DV0YY07m1aBz3t7OnHnoNsT/BB2EM70HJgbQlAaP30mkdaL6wN9UNivnXMWen3TncmvsOO9Lt+Z52vub15Gp0BJALWWqcRPyLj6sBFLnMemcYj4q9gSgNfV5IRZZW8QPlR+eT5GNK2hG+JunrQyR/a0tGO0hZ9M6bnWbknaNIpYAL1XzOEn9KSUSaXa0353g7JKCs+0XdJfUKdxj40jH3j+6P2yDlYo9pLk2S0XboD1H1W32Kro3zuM+ac9x1UcvzXWGhMOqUFZEq3BIvki0Nl1HanKqu5vKc7mb+qlz4y7d8+JX1GMEeUEGBnl2ZPoF8zNV+OT/H26GdAMgdJv1TPCZT0vJk+Y+wiVQiTx9eYHwXJebLGa4ACb1t+HmleCIk2GPNePEpc6HEvNmEtMPkCjKCGkrRDBYl9NpnG2ftev6anb/gQ1NmCdnvL/vNg3fYhU/Innn1d49ZKxhorc9HnDUEWPl3CLToA/6KAr9mv5NUfeKWPQUE8pixljnnELit0rlNkokLJ66zXvGEOG+iYj4L8zG1uTTSxB6svtYdpP19UlS14MNbsZ5LJ4tyXfvRD/Snk/J9xf8qImvGTzIYzpZ6q5IzqTxKN9p3o5ru+qf+ck2hml2lBigZywXzwqj6o8fEKp1UW147qcCXWB2bFOieG9Dj84syOCmXRT7tjnOtQVoaLZwepc6NYRHDZ8+25B5574FfpgX/QNXbcrPwCXlnFQUmfaF9f3fg3ff7whz/af/z5P+0///O/HP/xH3+2PxAA+vTzT+2KT8NXHH5iFX2jr2LkpSOYBWD8jMTfEQfSXOL1vjaBV4IQgvk/pwZvZigOvPj0PJx3vMC+u721t/d3pr8FtNOBl8CQHiLUiDLq3HU+NezhDClkbKgJGx2KHRQy7d1yh+zsBolErYlSBa44JcjQVdKiSgsp2lxXWedg2KeaXJ+ZU91wyw4YaDZQPkbcXzKdIstXMEw5UDlUTeOTw6yn74SBPup5GVcfKsDT0ZcdL0GtKC/3LYG0lhf9lsBBS5+2HCwcHEh1KBU6ZHvKONrOeud72yPvsTOh7ckrGOAHDpg9L1gjRj+kn3gZSx78GUzjM9BAuLFTknmadnfIO/xTUEN+dtTXjfXLTo9Nle9cnqivM+lOID/nyYc9PvU2UD7RdpVz0GdjxeadqUFhoDyP8tLN9XR2sNXhdw8SgFK/XiKT9AWlRfFfMpXzfOSdDkPQRP8l+qHDnw7+CPT/sfxQx0B/yCe3pzpkS+3hRbcDbhebSXn0sVPsuz66OqBJhuOWG6xZRIN38UtNAAAQAElEQVS9H+DxueTpRR0lktSPbfm4x7eWQ8HDw4Pd3b6zN6/f2Pfff2/fEvz5luDPd998Yz+Qvn13a7uHrfV7Di4YqaqKl+qa4MrSGgIkQg2t6sqMdZ+C8YMfjDteMAfMBtrVM4f1Vf09c3SnOaoDIjY7/EwgjxlFdbEUTetf/Iiol/g6Wt1UtlzWYGkrAj4X65UJa/+Vr5Xpmz4r/5tCC9O3igR9yyjGmu3kAMkzGtoiqCw22Qcbyi+ahTX1wqqqply0aME8CBSiuW+QGLmRGmhrTxtbDt9bAmq73YM90Lfi87eBthy+Op93CV16hFJPXbIpKF89aHQN81N35oLG7giMY9KBm7nSMQ8TOkkUfVlQ6QMdrFg+yDI3NoV8tTXL8v24RJbpzhiLvAdJ4/ooP7kkaX2Sn/A7MZ99nTA3erDnMJrBwQ6+1VwR6F/1cefBj9YSuom9bKDNTDLs4hN7pvOyzZior5LK0k8d5RN7ZfJ11Nkw0sRaTqzHjmBMcr09Y7XnrFnQ57Xjfo68+li+q27BCGJQJ4p0OW084gdskY8/PjbU24OEX2pDp2AUYzjgWy8/tEYFT7esvYyBddOj11MuY2+Zki+58umTngBLLx4bA35msH597kF9bojSXxoHh9JAe42ggAz9MsxBHQNwH6CdQJ921CW0Pi5b0zOow4e2347BtR3PmTb7Splcfm89QYbi26A+VJ+5bz47GE9dcx8zH9xf5Qn09ViGjkfwnvRkH7XpmutPQmdUm9v0ci6abqFw+XdsS8rYJiz/JFjBoBnGDzMB77GssRBI5dZmWbabLBdKTkw/WoZA+WyzrFMztkTlgAErvQ2Md8d47An8bB/ubXt/a1vet5yO3/bRnp8DPg9WaMca65j7HfPKeQKrPjeZOwmb3gcf6GNcMwFnnIrXc+cRiJRqr8lyaY9g6jEhTFCdifmTmFd6ZxRafBI8qAXftff4v7WW/Tb7vCPd8u6AIcZLe3PkeRFjZZEKuaBjXSOpRuokmlWRG6CIt8HlP+aWivLEFMEJZawlOVEbpco5AJdyImSiu8v8ptQvhrk7xTrdYd4ZCJwnESsSU62HUpnL9ykbZq5N8pe5VA3g+rA9KRVM2md7e8r9pZmofjtj9KhvjhJSfiSQ8BnPPfDcAz+hB/6BV5OadkDeqHMP9XpwI9Cn9KvLS3vx4oX97g9/sH/9tz/Zv/35P+w//v3P9sd//ZN98Zvf2IuXL219eWGVDnO5+HgPFrARQQjBZf6ezWuHXj20lWapsgoXyI0gWEI58bLT7joP/Ny9u7Pbu3u7e/dg24ed9bwY89i2YaANOkH6m03AWLAQKgsEs6qqscWi8YPfcrmyBZ/SL0Sbxupmgc+16RP7qoKv4KUPKspkLNyO29KBFb0AVTpD9dToZFRuo7YqVrw4HGCkQ4VuGH0LlVmIJwhmVmDjj9Ji0TXgSd2CxQAVbP6qlSzxIiN0vBx3/WAZvelbU0LPy9meF34HB6E9L3AK6PgBm8NDK/Ai1XGoaNFzwHuaA4iCRB2HGtE5OvIkF03U3aMzR87r8KfnhWtwPxV3SEwEB6PuY65xZ/71o409waWOQ5OCQPJNfqiOrtiXnqC0aEGXLNe/d9pho2POqF8SukmVUydVcelJP3akZOQlnErqS8r0jr3lekVpR2kv9am9blN2SXfQjI52Ft29+9HTl7KnwEbPWPRuu7cjyhj0BDoyKOc62MG21+V0sNIG9x5fWQzmPisfHxLlvM3U2VGXfBwkd2DP27C3jgNsEiRXu6E9af2K0sPdrb1589peE9j57tvvTIGer7/8yr788kv78n++tK//8rXL3r5+69/Q65gzA2MYmfMVc75mvTRgwZpaQD2work/zvUAX7Nupm/SEExZLBur6trUPs3Nez51vr29s7fv3tqbd2/818tuOaTof9Nqmb8dY8sgMoC6okWWipnfuEerImuyWtqyWdpqtbKLiwsoYC9YLZbWNAtTYCfG2iKFD8CezDgCiYwYA3qVqS113XjQp6mxQ/vqpraavTC6TjSDmoggxsYfBk1jqTmqtdhu97Yl2L3zbwPtOZgwLhx8kw5UDpVjsUCibM0h2QQy4E3zQWPpZWdjjU31V8cYd/RbElwH2yozdWTC20GWHKrTmUc36uOiQ9AXc6IwE9Hko8ycFbOr1K25e6RwmsCAdBLt0nzumWt75mnLYbTdtebwgAKHOg6CraD5AfagJ92zt/Wsh8R6MNaJgAfUlPCjN+8P8n2fQVd91LFOpD8gT6ypQd/4of+ybme98ulHL4NPru8yxtDL7Cw53VtSoAQbPq6ygQ/JofqF3nK6M9dVHrY0T2TX66CuBAa3k3+NND8F9EQE9A+FEY22VOcR6Ej2OO0Xpv3O9ZEx9nlM6A6YAPE/PgzP4Ooyn85kPKaDSY0i5y8yeaqTl0Zobo3w+rOv7rd8whc7woB9geJHl2xkAW5ZoGymBn+A/ZyfRGHmpxWQ/LjLCx5Upz5ANHdyloTlKuVG6k1MtCxj8kP+jH0kcxT0NtNRYp1QpZamp/W6ID31kfet5hbBuj3rQt8G2/Ehm34l7H4WBGrZe1uCQy3BaaFjrR3Q8uzY8Vzcsl9lmthfjP2ERUH96T2QS7l9Zf25TxKPbcrpZPl/8kLXG5MmmyXfKX2hNdFRv5D9xi/3fTt+m2lnLcGflmBQ68Eg+bzDXdYQdVZVMH1jtGaz82cANbk7ulF3PElXYzoq/+eC5slE4kMP0WOMmXPhGZGPrTvDbZgrw5/RR/oLXdl4vmeTkVGrvH8i95iFH7pjQDNcarAijIqTj7tNhQpzWgz5R7qSS6IvDyBppHmu5VzFuzOHQmbef/9ItcmIfBWOBFPimXnugeceOO6BXzx1tPx+cet/VwbZqHnwGRt3ditysFn6Yenly0/td7/7rf3pT/9u+l/B/v0//tP+9U9/HANAL/g0fW1BZYPxkqLSPH0CCdgQgoUQxAEuDof5xRMeeTD+QQ06AOPHVdgs9aLf8kJ9f78l+EMASIdADn5bvZRwQE4EOHjuW1LdpqGKFkJlsV5wqGtMf7R6dXFJgOoKiG5sdbF2ecOBVPmNDoEO5GOe5Bk6JGY0S6gOjqIFSl+ssk2VFWRrdWHLI6CzxL5D/DEayjTkLaHCAvvLKY0tD1wtbdGsHFXTmLDg8KlA1WKBnPYsqsYDXjV8Rm31YgYO2tGxsKoCsbLAQTuIAovBhGgVoxBHQDQWIkMwf1fn8JCpTemOF5eOwUggH5o6Aj0jCMZ44IWBJVuP0nGeYDQAv8QUIBhG22j3FOq7gQ/6EjYH66i/4/DTcQjqZJuDVMfLbCc6wr/p5Pm9uS4HPuUn7Kg8Js1BVWaHV1Cq4xpMwQcdxFSmoKdOB3PPKek01ld0RFWu5M9pYi4rvyt+cbBTwOQslOfA/7EO9x2nk/qRPsBJI0lHMUC0Q33vh0b5pf7gRVz+ORRIQ66+6LHrQNZzgO55ae6po6eMDPbep3vToUCB17c/vPFf9Xr13bf29Vdf21cEf/7yf//i9KuvvrJvv/6WINEbArMP1hG8GpgceoGumFs1a1FzcbFY5LlZ5hnjG0KwEKJJp9HcZz1p3TTMd5VFxVr62v/WEOv+zZu39gO+vP7hNfW9s3v2gy0v9B396W238sPc5TLGVX7UBGSaprYlgaU161J/9PmCdbtcr6xpFtTPfI/RuLKB3J2Z/8Bd9iOfGuc6FrmN2FR7K+r1fAvnrVBPoq8S/d5zQO8JyCqo2jM+ef4y9gwwF+VRdjuyVYBYl9oK5L/qq73fa9oTABnGj4yAjnFO2O8Y806f4IsnOJLTe+tIyx8bV6iX9hs2zlxeJ/3sWSSi++ipfJPbQk7lO3o4xjozkJhyHUjU3R8h4S8XeejBdMxn+d+ylnv8bJm7LfNNz4iO9kjmQKZ1NxB0GaQLErzanWi/0d+j0ewPY2BqL2OgtnfMpwKVk42BMspTWVHJeq0n/OgIFPUcjAX5kdczh0tf71D87ATpgkQ7FEjqvL4OVwQFbnrnvQ5sJ9WJLwM+J/nPWpBfvepTmjzXQU9lKGwZ2ZapXQJ73sQr7ZAOA0O/Uoh+GBhFrbjECGZYTIbQEdAI0UwosjmVPMSB/Ceg/j0Cthn9XPc5Hjvoy6Zhd16X+FyfmXgHbL5CJo/uT8kfKf4swVQLfSVDInq6iCptzH3pnMLznrgFlLkYF3PYEz/SOWQNsAWwp5fmAP1rAvOnY/10BE97vVvp18F27OXaF5jXWjd5fmEPXStzBj5pLjOnO4IqmuM5uLK1TmUJaHcEl4TEmkzwGcz3iW8ty0S38IL4gs56yuoDk+RlKMt61nMm102adeD+qw3UW3xo2wdr8T/TLTx+ac9z2Z69psXPvSXKqx+0dzI8DJGeBYwYl7qtiqTFFIxyJXOOBAWSHuBddUjOOM35WRI2TcqP88hmtWS51MQlH7uco/scyleb5rJfn0++FL1P1B1U6ISbZJXnInzf5Y5z82twTXYqp0/d0tgzFMlT0xWVcma85XQkJUD8ylJnuZHDNXdT+bJPpl9KG/UZ6yfzniKvpGAfXe/Lk7IqFc2YtDXQWXR0n/JnUqboLPU+lroqMG/kXF2GPLsapUqM7N89eXbwuQd+2R745579tD6yIVxwMLu6urJPP/3Ufvvb39kf//gv9i+//xfnP//8C7u6uuYg1fiDUy8rgx5MjEMI0UIIDpJ+5S3dWQsi5IscECgdtMU69OtHOuTd3T3Yu3d39u7tLcGgLYfTlgc4W7PvhrIEQmUxEvCoGmsWS9MB72K9tsvLjV0IBIMuCNIsCa4sOAgKS4Iqy9XKdTNdw2csKLtcwX8QlJcN4YkyC/IOWNsCmxljWfnBIbgBCj6JZqgtK29PTaCnJrjTOF1avVgibxw5b4WssQU6QlU3dh61RQ6Jjqg+W9Bvgng2/jEQZHOqb1mpr4GeS3pZ6WAyeAjqgUhAriM4MUFpARnZJt3E6Cp2ofFOsq9gU4hmc9iYNuwyYRJpqjWqs4Fbz4FGtnSA6jgotaDjcNTOIHlGspYXVdfHia5Uju1zV6knoctlCf2ONijdcRBzyN7I76kzf7Oqtx4/PI3M9Uad5AGVRPsHkx2aYLLr9nHC6zylw9h27zsSXNKn+9DURR+xgnQ3+keSjCyRTS0g9XdGsoTfQu6X3joOkXM+4a++cbP1X/G6s7dv3tir77+zr7/+GnxjCv6I17eA9G0g/b2ft6/fmL6NozIdL+qDnAzBKuaVAhENwcpm0ficrOuFVYuFxVhbVVVWwy9XS4Kza9tcX9vNixvolV1uNtaw5wTmaE/7W17q9e2/N6z9twSBPAD09o29e/fObvWptT6d5iU+CXQuLaXzdHkvWAzR6qrGh6UtL5aW/w7QylYEmupmYTHWIJpZ5B9EF0W5xI1gAEZOciEnKaPy+Fo3jTVgQXC1Jh2ryoLPcWOkArxohvEjUCp1lgAAEABJREFUP30e0Gc+X5g/HUG5EtDQnNXccT30P3jFaFHBqDhSeO3fapn8TeobDmwdn/p3OrQJ9K2CTp0ORhygEvmCes9BYS6qxiZ38x6SZA5Jx3zVLT2vEAuqM09ESR2lpIt9bQz+9532BEwKeg55ifmYVB50zF31kdbanmDKFrTMN/E9tKfvkoNxQt/QN/rVK/SKMnd6j9Id8wf0B4IybDLmwJ5kuQwN4nK+UD4CTpSRnx3+av7vCUjuOQzv6Ven29Yyv3Pau7zlMLrj8Ak41Pp473fWgo4+8DTt60DPnNY6VR1JbWI/MvlMvYbfpS/n1JhtNv9R5jz9Xp7+O2wyaI5pBWFI6QrcToHo5BqwMpaFswlF7VzeXFb0zFvzwfqO2niqrbT99X6OfCnVpsPK0RpBB2JzHBQoQ/6jNOKPu/IE1T2Du4J5XhjeKTefR+wurPnB52/Le9XW9uyne4In3f6BZbSzxBw0zT39yiJzzsdyLCt50j4CWuZ968GVB2v9GzZb5rjQWqe/68T+0s2QnFe+cD/qwm/hBWyoXItd0Vx2i210sCd5Wyg6nsbv/C2fnbUKZtGW1n3aYV9o8WVvCX+1nyTantQWb9c4RvQ9l3c/vcSlPpMEVlIlxZ5CKsKp/CPSpyZ792dW8FRhymL8Jl5McWBQ4oAilmTOK/1LQH0481FVxIq7JvipfekJp/IxnbPwPzOjdE7I4JpLnGc/zrTcpVSADHe456uIRbNkdkex+K12KQe90tOw4+gcOKnYKM388T2bkf6xfEpR5cR7O96je1DU2zMpFS4geebS0/n9GiokDdFnPPfAcw+oB/7pVoS/SLP35IeiuiCjjgs/3LzkoPbbL35rv/vD7+xf/uUPpj8K/cknL+2CT9SrqrYQonFm80KB964QgnF52kImfp/xAxmCQR0UCHrQktbG2fWJh/7e7u/u7TUHzjdv39pbgkH39w/+q02GblUtbangCQfHCw6QFwSs1pdXtiE4tbmGboRrW4vSBv2do2t0NjccOkFOw1+NuLyx68srk07BBv2neOU5KCMqPdEJkk+4tM1lwRX8FYfgDbgmWHXtwapL8i/Rv7jM6QvSGRv6WrhED6yvbLkWBRuw3thqxPoCmwS8VudAEGw1YWU52ARdrCwHk5YcmjNitbQDFvALuhwaa4sOlkmskAUzjdkpfD4ZP+iRZzoUox9HGPQI0gHJpA8GHq0ChwjOi5x/kvUcDvcEgkSFPWlRQfyeg7TyxUvWE8QZODxxUR57eGPUcR7mP4lDVkZvmoMHKD0DAZ92RMeh8YCBcoBDZT6cJks44KAGze33wxuNZvHXWW7Be8b8JUW8+p1+ylIzb9esDGboOkusIx0wO17oWw6Xot34ItzRf60On7vW7gmqvH7z2r775pV99eW39v/937/Y//zfr+C/sm+//sZeffedvf7hBw/AlMCPbBs/AZ8qxrMiALJYNB6cbJaNLZqFSVYvaqubha1Yp1eszRcvP7HPvvjcfvs77Sn/Yr/53e9If2EvXr60S+b1omnMmC89vutF/u7hnnpv7Q37gP7+kHx59e33+Pqt/z2i16/f2u3bdzkodb81BY/Vro4DjnqkDtEUhHJfCEh5oCZGy/9oAJwuo87o/RgQFsgCSV3MDRGL3ClfE2yp68pq2aR9TpHLLlWa66GqS8MhSyqqtFFPBCZ91Rsr9KP5jxPdBJeMt8Hy3GFxjRJpOLBz+DWGMRPlxCHOQV8kH/e95fHPB6Msa7HbObLP2X58z8ut/M4Iuch4V0kHNy7Tj/wztdVBL9CPPf60rFeN72Fe9tYz5of115HuOcTtQWt7Aid7AiaiuQ09Pheob6iRNiM0nX1V7zmYflCVnoMNZmAtOMbyLkdnXh7PuRCW9a61Q3CnxS/9Kpp+nW/LWipp0c7TO+t2u+w/+nsOpx1Boha+oEO2J91jU+s1sV476tEeIr8S+17xqQzL5BsMw89whBFMJTuHyCgJhzzU/MrzU/cTKAjkQI16MHAoLLk2GTA46Bv6b8DBA8xzhl/kLlv4US6qK+zfjJY+mTkgt4SZ6Kezxf57qI89A3OsonEGZEaHWUAhOI/c+GFvGAgMJwIiHXO4Y231zLvEWkjD3gy5sVa1DwjGGJoOqshVJvl+wtxm7nrgRXRE58GZlnW7Zb9pMbV1SJ5x73mtB28eeNfbgUw7ZB1Bnqy3Rd66jRbbnYLWMypZS10dgaN2FvhpCcq6rvu49/Kdt21viXZ7O+gCusPnM11jziMz5q8uZ8/eTkeX0lxzVZYB9cwlT/MJZS5XKJZFhYMfnnLXXLHcTuot4l+TPl3lSc5J8tineSZt07ZzrOApco6oJ37UbV4Pz4qpbLEswVxHacCApNL5UiXtAyqe7JIl9mkU5ac0ztQ7U/X5KBWZEWZ5JvmYrkZ6nuTcfC8as8KIlCog+Xw998A/dQ9oLfzTdID2tXljldYDSTJ9W+RieeGf0v/mN78h8PMH+8Mf/gX6e3vx4qUtyVssah6cgQBQ3sFDCBZCoHiAQixwywgzHiFXAFzoB+1oIaLBqwameg4COw6s+hbADxzw3ry5tbdv7zio7niR1hdEo8XFwprVyoMjawIfm83GNptr2xDs2WxuCPwIV8igkjle2PW1UPSgKiOM+RvyDyDf5deUE/8C+5TfQAvGfNV7jZ0JyK+B5I+A3iSDz3rYRP/6+oY6BOrBF0+/uKH+lwCq4NUN/JWg9Au7uXlhV1eAvCvybgrQuQFXAjLlXbnODfrCS1P6hiDYVSnvPHnSc56DuSh+6QAvXKJ7iaxgQ/BsQ/BqAoGzjYBsTd4ldALyy8tru7zczHBNcOvKLtcbuyhYXdpyKaxtQeDKQbCqOkL+xtOihhI40K/JOZQmGFFVyKGxWlgNRB0ENyOH7gM0jzMs1mbkWYzQjMT8zMjvYHoe57VCmsRjnnnsZQ75+aUBe8gxbHNgImezApKQAmkBtUk/kADyy2Xw6BpIxs8g21C/lKe6B+t5ie85TAr6tlIH37G+RPccOPW/d93e3tnr71/bd98RAPrqK4I/f7Ev/yJ8ZV9/9Y199+0rz797e2vb+x0v73sbsOH/4xfrV/1YVbU1BEOWy6Utm6XV8DX7Q611umxsyVpdX2/sk08+sc8+/4IA0B/sD3/4g/3mN7/1ANANc3x9eenlQoj4nWzHoVh/gPrN7VsPAL36/pW9+vY7/PzWvv/ue/vh1Wt7R+DqLX7p18OE7e7BevaO/KJvFj1IU1ndLLBdmXyNMRrMCHVY0M0kY2eBJ5+79yvU6EPxgpJCjLXVdU2bK1BbVVUWqYt4jj360QQZhfp2kurX/rqgjGzk/4Z4gb0FNmrcwIuZoaT63YY8SJYmXi4H9IOZUYY7RHeALnpJwUgOPZ3Tzjod+nQwgnZQHeQc6GI4l2P2wYwXdkZuTmJJxMJBpeoYyBU0h8PIDxzEEkEdfKDeljHa7fbs5zs/5Cmtbybt+z06vfUcRHVo6zhwar4mAjUY4pI9yN/oGuibgfHoQdJa2tMewfm9dawpra2OIFdHW/QtoZbDZ0d7PY98rTuhhxfEuy790qnd2EqM2QAS9bCSj1pLTx+ljxPqnzmOc22aIOEoY+CAn+EDSJ4oxC+NpTPjbUzjSOYSU2dQzzg1+eyQjZ+DsTonuSbdianjrf1N4K58xC23mn6hV/I9j2KWZ/5gho70cfkQLSW01jNY/JaLBjPtGSMi1KH/obCu2Fsq0/5Uxcoq0o5YWcRkgbEHaN6Zj516Gm+5UEFvZEgk16NVmqsKyAAPwGzvrQVbgjitB2QeSM/Q3uW054uX/i0yIfP6A85bPpDYbu8I5h/QepAHnYlurSP4k8Y1k9gnEuvF8M17t1D636aZojZk5Ce00S4aJB2JR6o3TBOvrEdQbz0S/gSBV3i+3Huyzhc4lf5sA6cG359+1CWPBFP505zHnj6WlFGSkXO5RX6cV2oq9Fgrj7Fkc+s5Pb8zy30myLZDNykUKv4EJavQk2yv0L2Kfs/ZOHSqf8id52jd5yJ+Pyh5crpJLlS6IYWoJISEuzDOfSUr3Z7x3AP/9D1Q1sc/dkewn+gh3nOI03NSyA0mIzPT8y9ykFtygNsQYPn880/t97/9rf2WgNAXfIp/Q+BhtbrgHSR32zAMBINkQy8PwUIQMBgA10hm3CiBhBAssCEGizyug3X9YDog3N3dm/+vYHzK/wb4t4DazsyCVfi2Wl+Yg4DBar2xprmwBp/klzDx68usJ33pCus1sktbk3ceV+TNkXVXG6jg5Wb5G/g51le2mWEN70Bns7kmOHVFoEq4cX4zBq5ENx5gukb+whRU2hAcKoGpa/KuSV9fkwckv34h/mUOEhGsuRYI1F0L4ie8JMD0wq5dH1rKQ1VmM+nhE7y+TSX5NfVtrl6YcH11bdcEgDYEd4QrBXWQXV5e2+XlBlzZxWXG5eWlpy9JT5C+616jJ2ygWf+CMRTW3reX9D/jNo3nirEFjdAw1tDliAW0gOBkM5fD101j+gO+QiQwERUYegQO4QSK6qqxWBBqiw4ekgHYiAjlJZtMexrSmSPYQVfyckCGx26yyMsGa4l1gKKZy7KO8szzSateeJv0KBeMsuQZcN58HWGEK7C2KhAIrJjtOZDe3+3s7Zt39urV9wRUvrdvCP58B//mzVu7u7uzhwcdzPemA2lin9DaxiC2BmowgM0QrIqRfq2tIdBTERCpCGoEP2DULte30a6YRy8/+9Q+++xz++w3X9hnX3xhn372id0QDHr56UuCzMzDl9CXL+Cv/VfClox5XS94nx8IEOztfvwm0Os3b+yH16/t1Q8EgH54Zd8TFNIfrJbszds3dqdfE0N3t2sJLuz55LnHBnsSFz1rpz+I1ZN05Zg7EnNp1pZO5vI90noKWKS9GRVtrRBF45aVTu46U5GJNKASrAoVZRYOBS2bWvOTPovMt4gdyz/JOz15G7RnC8ZIe+6oFtHnMgyPXg9kD2jNy3XWEZBIoPNDE2ObWhOfODzRUZTRvgr5wDVWS10RoBwDt3wl/PX+0m2Eni+C5pDmU9v2jI3Gp2WPF/aeVhCoI1DSsr9Lz8FzoOdgl3i2yEauRfUWrtQtr0aoMz6E7Dl9lHtzdDUb9Tu25jZcH1kS0MaZfsQAHTgMDwxyBr1AwKrvBtZbMg8UEdRR/7cKFqn/vZ29z+2Osg7X6X2sZQez7snxLZKPD0WIK48a4TLmAP6cz6O869B3TjHmlBuXB1icpjKaKGCPe74ol5nDfTYHSlc5PWj8TK7UCcX9I9slLVpqEV/wHhnWLKD3YUT0otm5OeHOkPeTKWbx0S1wm6oosoky78nkGgsEcgB9L1neB7KOVVD24hgqiyE4angPNkOzDB3tZVZ+GPRxwiRRJZkBJTdTzQMBDZ4jLUF6BXu2BHy2Cv4ApVuCPP5tTNECdFoPAt0x7+8J/AhbKCCY0/qvcN0T+BsrTfoAABAASURBVHk4D9nZ7iibkb/l07Ie9I0lnaC1f3XGCnFXI75nJJepj/Jq9+zxNqilgPbQXt9fed4dr72IrgAp10myiP8+aHYu3/8WHtGRVNsDXTkl7nHvZ+lPuc+tGuP78TaOSz4u5/ncpjkAzwR5rPghCeW4PqTl+XM9li4yjZ6kwvl+kwaKfulZxIPG+fmtGhNz3VH0TJ574LkHTnrgn2Kd8Kgz3jXZVdiifZdjk9E1IvcJCZ6YNQeSmk/0dXj/5JPP7He/+739hiDQbzjIveTQtiagEtHjHYMHMZb10smDV+mAoRD8Lm4EZLoOeQEbbkeUFxRM+EFVLxH6w7Q6+H3/+g3BIA6nfOLUcTDQtzqa1cpKoEcHRh3w80tabYbv+YDWwJ6CwxYHzNoPcad570+rjo+Cgg4j4kiPyy1NfTtH0yysob/nslpBLQ96rMgDtLlp1tacYoVstbGmKSCNzgpZQYPOSsEvgSDLanWVgywTf2UrAlWCB6vgRVfra1tvNugK8ARqNgSx1hvSCmiVfJddE/iSXEB3lK1HuqHsmjJC5g/6GwJFa4JGF9CLy41/w6vQ5cWlXehbQRdrW15sbLmEFriMNO1bjvC/ubRe24Jggr5BVCsQtGwIVqxGLKFLqxcjqhV8k1FD6wXzZgkWeS7F2kxz00GgxSreC34qcnmLPKIj245D/Nxe1smvr5IHM+o047WWcgMv78cgmzzlO7CZ0LGxjGhifeqbQPovyN8QLHn1/Q8EgF75t3xevfrB3rx+a7cEXR/0Mq7Dqr8MD6b1KOtOSQYSEds6YCw4aCxYRzpcBPyq6B+tu3pR25qxfPnyhX32+ef2+W9/Y1/87rcEfz6zFwR+rl9c2/XNC7t+eWM37CX6NbCXn3xqNx6cvLLVxYVV2BjYo3TQuCMw9e7trf9a6GuCVfrGkv4+0bfffG2vvv3Gvn+Vf1XtliDR3e2tqY07Dhb+DQsOKx1tV/sT9jJoBFcC+YqZcD/ISNBO3QuUJ81o/KOPI/NC+2QQX5QmKm0lMtUeVxFkbJoF63Rpi+XSVs0SfsFe0FhdVxZjsMg/m/3EmBMqb0d5HGAUIPE2dezBwICCOj5YqpcBcx5dZmzy/L3p0/NUvgkkSpkkuA57OTTXenyXxewDXuIYd5I46HwYlaGIxoST3OeJDwlykMODHgQ/eh5G+qaMU40Tsg6amHsKrHg5t2AWqMPoHzgzUwVCgAeSC4xXeA+MPC+ab/b4B5tccxumMg7zXkllLsl3+A6kaRwGxkFI9HFvPe3paU9P4KuHV1s7lVMwzmln3T7rDdjoQWI8zcfM+MEZ7jbzNxGIkoqDPI3JAdR9JNM+UmDZ/6P8U5nKZ6CGF7IMJzcKxr6YuYR7wcz7H92SL/YnQRWVggGmANaUF8e5EBEcEHx+HNJm8ZFeGGVBuqw3ixVqGRH+PChF26Y8ysX3QOv4g1hUVjtqyx9KQKsD6kVNPnvCYoZqxiNvRtQLPdMaa/R8E3xPKekVz0qhgS5dZ8WzcMU7SSPUjVXs4dXsm7F1xLcYLdLGevp1V2SeXlh+b4pWx2jGZfxozib2j04BTpD8V7Za6/S+Jnh650HnjsBR6hS82bFGkI35rdOtl2mlXyA5QVMFfSRPbr9nnSn400E1RwUcYcbyhBQDRpl+L5SZL1cFMg6XLyLWKtTbgN7RipgKFCbyRK0O5X9FDpey9YnJyXJX9xfefM0dfLS/+c/Y9/SnOOHDLhX/P6T5WO+x5EM2fkz+x3n/YywyaZlmed6dL/f+Fv0KHp1341n63AP/JD3w/hX3D9YJhw2EZvvFbWzjlIeoqiIH8cZubm7sEz651yf5n3/+hb3k0LbmgK2XgRACJQd/udcnvSEE40L21BXMuIyfEAKsEC2EaMZTTUcWvRTrmwi3HPx+IPjzGry7vbPtw9YGHog1Ly4rDvuNAiQERWqCJDp4xlhjAixAVdtCgF8sGnMskcFXM7ic9BGN6IPqKVB/9ZFYoOfAx0W9MiFCa0djx3RljctXluWiF8gurKatDoIaNS95QgM9B+VJt6GMgzIrBX5A01xakTWkXb6+NNH1PH0k41CutEP8lSk4tPbgj/ibMa28A591lJ9xCC5Rn4JBwmZD2WsPMm0IFGXc2Ob6xq6vX0AJFECvPTjw0q4lf/ESedFBj3LXVy8sg7R/S+nKNlfX4MouSc9xQVqYyy6vXmY97F9i65Kyl+gdcE3+ta317acNdR/hyjabjEObL21Nf51C/fx+XPhYrJjfK8ajYewa/2bThYkuCRwsSQv6X+QWjPGCuVXzQu9YNLzUM//jwgIv99x4LTbLwZ+dvSPI8/0Pb+zV99/bDz+8ttdv3prW1gOfsO4V+NE3GAiyDuNGECywUs3v4gJcZJ3W2K4V/KG+WNUWAzlFvljaJeN649/0+Yy941MPBL0grXFdb+gboD67pp9vGM9PPv3EbggIbW6u7YLg8oIgnPHTckCWb7d3t/YOX+XzD/rW0jevTEGgV9++su/1a2G05d27t6Zfa9ve3/s3TDodvv3AkA8Kesn3ly9eTDE9XRGObeVEinB+eX9odzKL6gPudQzsN9Eibedmpz9p7MQYg1XA+6tZHII/q6U1GjsOV5G+jDHKuB1+vFLqyBLPRoW3R3zNL5CJg1cicNDRALUvMdpp0Cfi+DoefqRvyG1A5no6QKlP9tOvhiX6ihNZrsjvXpFR0THIkx9mFX5F00Ew+00/0C8WjR9uXDB0d25D5rnjgtuEJdMGBVAIjigIpG/MJOZeT3u81JBtyn6k/0QtVhaBkYYxh0WsZQwx2lNAGb0KMoI2WIHbRE56kL3RjokXSn5krosPC6quHKY0iIxj5iPFsOU+ipKmbwalZcthjEjAV1yiLiPfqNvEY8tGRNax2nsM1T1HZTlfvs1R5KKSi1IOPyvmWwXN867kKT/DLFpwH6Ip2JsRLFbBDB8DbQmxslwvOi6rvIzkgpH/fkS3ZZQ9IJhhuyCQd0DAfjAjP4wo/JzOeekpfYzKInYj/hUYfIHL2N9ihd6E3PYYkM0wfbsGvbqiHz+AmvcR3wfo/5r+r9nnzqKprT5BCfo0i4XVy8YW7L1C5fyS9NKW4gny6JmwZG9peD/SB2Ur6AXPEsmWyl9KHzv10tyPWNN8gF/R/aqsrslvGmuaxSPUTU0+8H60w4/vL3lvSdqbFOxhb0la08D094QciW0gUY69Cj0jOK39J5kCO3u2Bu1RAF2VNZWVbekJ8IaF6DCLrKaINRiuBCSTfQkPkI5AMRfKCyrDFLpcRa7SUqjckrioG3qZ+F36znzM7UcpZ4M/osjoXS73q9x/ag3zRsz5X8XJn2z0rGdPNvnJjJ9Q/6FmPveYlf8l65iZfWafe+C5Bx71wD/NaqtoOs9si9wcPOCcki4PPT9IsC/17EiRl9IFLxqXF2sCQdf+P4QpAHR5ubElLxE1LwwDB4vEizzEQqAC85sYx+B3bhILsAM6Aux05azAo9zAYPrjmrcEgd7oj0G/fWdv3t3aHUEg/W0FPf9xkbJ56BLtOJZFXh1AEsxoSgYlekcpZ/ndAqG/Y4iSn23DPHmp/Meixgq66mNQRXrVUVsVhWak4muL9HdciArkkV5UjU3gU7/FiAidUK8sgtrRwFNGL4ToFP0lL3/L8u2ZOWV8l+ACNM3ammZjzSpjBS24vLy2AzbwV7a+AuM3htabGV9kTnXoV96llUDQigCJ8ypDQGUNNkdQAOiaYA90Q4CH4Mzm+qVtNqBQ6V/n/A2BoA16a7Bx2U0uq19jQ7aGrl0HOXUqALHx8lfoCchVxxV1CpfICAKtR7pR20lfHuGKPrixC3SEyyvSAroXcxAsuxCo/8KxsYvN1SMskU2gfy7oO9m9uESfOpYzXFxeUq9A3sXGVstLawgO1cyXSvOHQ03koKR1sdvt7e723t6+fkfghwCQvvXz9tbu7h+s5RNWlq/VNXOmYs7FaEFg7YdQWeRfMP6FYJUOOqz5BairhSkQFMnT+jeo6l5frhmjjelbPlflb/w0C4t19Hftjsp8fcVoDfL1Zu1/k+olAaJPhU8/tRefvLBrxmujNrLPLOqGuuVb8Hf0Xn9rpe0I9Ozs/uHBHghs6ddE7x/u/BtA2+3W9C2gdk+QgwBDDnAkL2snP+6LZGIE2mtClDBwEyCeB9WF74ZO1N/aEEXm+6goOFwyQg9GHZYq2lBZo4OVH7JoD+Vr8tAw2eM2uyJ8hmyTYLPiYkCTozV9Iq5Al2g+KHGgYvdEC3U5fIBan/xvAvX503gdzECn/mHzyzbR56Kwj5VYQekD8Jb2y6cYK4sjD4MKedzVFpXDTexQsxLIB+AX6SmPQJl86PFBSMyPw0BFM+adhYpeBtRnBcxPKzgnK3mFuk4wszDZisgEc51gxnqR/cHTFekDomToKz8yfqKCygvHfPSycbRnkbSXD1bqgDGTDH8Mu7IZa82JjAo+vA/Mm1DVdE0zYmEVa/IArZkZfF9obFGtrF4ISw8aLHgmLAjaVoLKE2AQX1cNegAfaof4xhrsNNXS8xbwC8oJNbQmXbCAfz+WuX7KLSY0yATlNV5HtreceNWfZY3rFl50MdYpvmCxWEx6DfkNz8RadLHIbXG+GflFrqdprD5BQ7ppapujXqK3KFhQVjbPAftHurnMgn36COgooFPhW2lLoRV1V/ggLPjwpwZNQ10Ntpwu8XmJf82I2ttUY6tZIl8AdBuhbtCV3gKflwBa9qVGvPIrq5G5/lTXEtuCdBYW2dNjjOZg0SaCM9qHyreBOn3DUEF4BXkAOwFbUwK8aPGGZuxVyWlPaWTsASpvHgjKaTY59hD2NfIMJO0PlFPZGAfqFgwKsII7YhxadXOw4MYLT3wDMkqIH6gjuScSS6myKOJ2xIwpsSqUKfcEfvnr17H6i/qJi1znTR5ljImReIE5fyp4lOcK//tvTCxmGvNtnD6kcwKp+Pe28B+1U97b6OfM5x6Y98Cvxh/t7b9aLX9jwzymzd83daPFelD6gxsmH0KKg2w22pAgeqo2vBDosH7NofrTTz+3ly8/4YB3ZQoARV5cVWpQ9EeMXmaDM7Nbfu2XOATuwpg7oD8oXYB8AKp617b5fwJ6+8beEAB6++7WdMjTr3ak4h+6pgc1Bbg8VagnuPHOwHsDm2x5n3CabE9USEEukv7g/3E0vyz8uDI4I1+PIJlRP4Eq5LJHAn8ZoF4gD2HveUXnQL3t5D1Fe2ycLSv5WWR/8p363bYeWJnv5YuAvNh1f0kn4H7EGiJQhrmlOWTIoknWkAQ6UMTG6lPwclrzyWVB06ytIZ1xAQ9WS1s1okBUQNaIghWfdK5WlFtvrFld2oogiubvgRbZFXnwBF1WI9bS3WxsvdnYikDNChtr8gSl15uct94Ueu26CiwdoLJXyIVRjwDOCqwnUI4A0XqG1cRT5oKyBHuK/or06uLS1tA1wZ4sH233cG/oAAAQAElEQVRcXNuKwJ0CeEs+6W2aldXVki5fmLHWOxbEjmDJ7d2DryN9i+bV96+dv7/bWrvvbBiiVbzsRw6AgbEKobIQK4shWhAsGJxVVWU6FNQcKnRwqRnHwCE3jeu/Qb7Gz8vrK7shgHNNMGy9XjMOK4ux5n0nWcfaxSVDYPWqoZ8u7frFtenXwT757DN7qV8Hu3lhVwTj1gST9GsLTb2gbnkQDGdN61bfWNIesSMofA/u7u/t4QHcbwkCEQDataZgcUewKKXB67bxbuOP+zHx7BHk65IoWjRdwlwv55GlbNoUI5pCyRCdIdA/sQoWCRqov+pCI+VknApVs/vmfTO4lGzLoCLLP9JLHKT0qxQtgbuWT9g7/3WJvXkQyMchoSzgI5xsyLbg5cdDWhoPZ53b2DMuHMK8/kNZirsvosLUVowetSdWpmeI2hfr2kRrxqxpFhy+l7ZifV4wR9esy0vWgHDB2F4wV5YeiF7ZcjliMVLmsubzlK+0616Yyy6gYCFwwF18CByAF4sL84AHdZ2jFXUvFo37nKn4xipklcp4/nLMz7TCbqX8atSDXyBbQF0+0YVpfRVUi5o5DVgzlVAtSI+gTO1YWU2dmW/gT1CTniHCR99DkTcLqyeeNHm1gN3GsbIG2w2+NrStQeb60inAp6O6aWMtoNuonKPBztM4Kk+5D6ZVN3rNE1D5p/KyfIE/c8g3paFjO6VXL5e2WDYnGGXUvZjD9VbonoD+XTSNLQXNT7A4iyU6K8eiEQ/Q0zd0jtA01oAVe3jDmjkC5ZQn1KyxhvlTCxXjLCxYg9BY1VaDKJ69JsaKpRvMfB+qIOgvFvTRkvm0or6lyYeV+7OGvwAr1uwlEA/Yw/VMLWj0jF1f2EpyaFN8xce6xr7XG03/uFH/cABBG8ki+572pEiOLqfc2FqUjb/ahwD6kklXGVHfbASoqtgI9LCXZZk39nyHB4ukNlC8+KE0Fl0n74pZcnpXCzIOObmWKZ0m7hdg3mNMrs9qOPHikPNkxkHll+OKvyPl+fFh26PuXPGMaJ79q/N/rfpVD32UOJToXTrPPAk/3EKKfVjpH1rjuXHPPfDr9MBfdcv8dZrwEVbHVnKGs2r8xxspD1rKxhEQXdqStDmJl0JVRVuvV3Zzc+PYcAC+4IVeLyMhqHDWPL0rMDRMD+AwZmeq55mDQwuXaw0WMh3MOgI0W4JADxzuhO3Djk/1OdS1fT7Y6SDErtiNSIVSTmUdHG5dzim4exKddf5J+FM0cTh6DNkVDvXrheI8eDfxthM7UbxkhhzMUWbuc70W5f6cpxPBGhN4hbEfi8eVqjp3KdeBz0gyn+tP1JHTypM/J3JsyieeY9jJ+Y/9qrE6Q6wtFtiMR2ZC3ZAvHOd5kEh59cr8AAONvCA7D41jXqaN5eDRxfhiC+Vl1V9YRdeX1hAUUjpT0o2AHsEjyVeef2krDqur9cZWBIWku6Ks+EzJ9zRUASJ0ct6V668lc1yTBpsNgY6Ca/jH2LjOY3n+RtO1bQioCGuCK2u3fcWaBM6r3JUpyLQkQHSBbw2H5ZoDj/rJQmX9YLZnDey73oM+4jtegNMQfM1Z0DgGxoy0ZEwAlpTiLRZCsIiNqqqt0Qs+NMbKAv/MYVaxsegg6Qd7+loBKR38Y12boZMwj0nmi+42/kSGvjaN2YqDxOZ6YzcvbuzFyxcEml/Yixc5EKS+uSBY0HDAUD0Be8OQrGfd7hUI2bMv7HbWblv2iJ0pQKL/aWkowR81ZKzxlMgbocjnPN4ZbpMV8Ju1MMuMkVxHMPGmPrLDD+cts2CeF2NN/0SrY2U1/aF0RCFm425Ye4lpJKY6in1zG4YH0km0ueNT9balvY49+5PQW2JPlI6Vn2JfdoXEJGCzTUPPnidQTgEglWNueNmpfup1OzJSgAyn5X8O+FS0aeFtqjn0efvURtAoTVs1B5bMwwuw3lza5dXGFAC6JMB5QRBozXNEQUIdQC84hF7wnBEkm6C1yLq8QDfj0i6YDwdckd4cYcU6OAKBJ62PFfUKF9A5JFsTYF051rbCfsEa3nF5aWvKncc8bzPTm8uvRvkooy/O2cp9c2UX1Jch/v24vLqmb8HlNeUKVOaGtHDt+RebWR77xFLQehWWF7ZcXFizaKwmuLPQeqsbqwoa+EdYWiW9J7BA/n40tmhG1EtbeL2qZ4VdUfIIMCyED9iqmsVUpsLmHCqv9KJpcn3ax7BXg2bEnHcZdTYC+TXl5mhIO5aN1UB9dhbKY+43y6UJHtBWekFaGOXNSHN+42Pw2N6CcVmQB3X/oQ1rkHbXSmvNkY5KNzVrs7bIGvT9KdZGwgydKF33f2kNa65h7AtW8CvWm9Lak3NawR7mBXt0Aw7ytXk+/dOAGpu16vdvBrF5RKrUvgOriyQkWWQv48bFZuPBHGSiKMQzMNmQXOWwAIthynqasi4b05CofQ6ZeT6qlPcyyAo1ZCTzRRk2T/MXsyzhftAkwXWaRvSzLlX6cQbeq/lLu/URLs39OZwTDgWT+nauRNZJEsmPvH4l9ff69Qv3bWI+CvrjzaJ63urVROnSvHP+8LpN9rkcxM/Xcw8898DP6oFfeJn/LF/+OoUrqgEVMIJBpLie7ga9QDTNyq45fAqXvLhf8DLe8MBXnnHS4fxjBjX9BN0GboMfIMWRINczYKEIBz+MoMMDA1b3nIcxznc2EMzpHTqsdKZv/+z2HHy2e9sCHfjadmstgaIC/fqH/mcJ0S15QtbZmnjJlS+Id4x6nn/Et1MZ19tiA8zLipcf83zZKXWK5nSLnwdfdUjtdPhydBzI5kikhY73kgTI40mhoFaiPw4w8yAMTwg9Hp6GXrmOYbx+nQdD8ME86QiaMz8B5WV0pBEabbRT8dI6Q7VoTFgsag4HjUXSNfk1NMbG6voYsV4hAwRAlgXM1bpZWyP4y+3GGqfInJ6mkXMwWoH8Inxp4jOu4AtG+ebS1uhmcMibBYR06PWADbL1+sac36CzEV+APU8XeaHXo/5Bb4PeBjsb7G2wI6w51K3XG3yQ/sZWtFeH7oagVrVYMsyVMW0IFAxjECgRPBmYV8wfJs0wRNZeYEAD6xXA6Vs9Wntal8bYxKqyhbBY0L+1haDxCmjmK9YVfbrE3w0H8TV8Y5HDh8VoHdaZvrz+GD8Rypwud+pHiM3GdJjY0Bb9mulnn31hn376hX322Wf2ySef2gsCYFcbbHNIXXDAqUJlIYz1J7VloI09e0ZvHR+v9US8EnLZxn1IdOgOky/VLcdyiju5XOYFYPBdPBx5+VKRzEWaFoByoTb+yN6opJwYIm0L5sER+iNiW2ZdDb1MYSyPBXd6hgRXyVNgx4PUvs/t2Ud2jo5AUEZvSRsmZYy+FiKfnItmkCFjjIRsmQI+CgKxechuIigoeSKdqN1VKaK2O5lu3iLTnh8j6xTUtKlm7DXWc0jeME6CgkArDo6XBFIuCcxcXK7tkjnqPFTrVM+TFXyB0g4Oy07HvPXlxtaUz3RjK+zlMpfwB5QyB3rJvDxghS/CmiCL6AXpC/gLbCuIeooL6rmg7gsCQAds7EIy8qTvNtzOVZZPwZhRT7oC+m5PunN4/ewl5K8puznBmrIHXNs8X/oH3JBXcAUPCBApX2XWmw3r9Ip+hKpf2ScbgWd8Q0BgAV1woG+gc9SkCyY54zPx5L+fX1rjdud0haygyJVukAsr017vaBqr34OGvKeg50SjwIf2rwL2s7paWBwh3jHlL8zT5J/SXKa2sg5gWC6sDxa3rw8FQbQuYkVWMIvB5oikM3J+dL0KnfhexDjLN3iHsWrLIpUsp/OuIl6yYOZ14LP6QZjGgj52PtOadbuoG6sWjS2WAOr8os5jUWt8hAVjtDTNmWbVwC/G8RGtLNIH5u3ENwI82lvgxgvvIi5pv/K9SjyysSVkWeSmp4VolJ6XPNFxfcmUyUul6yktFJvKm4M8LvUMGycZxTOEXCqF0Kgeku8wf9XL3fiIGt07v32E8q+honfP0dmR/Bq1zGyyRmapvy17puMRcT1yy5+pdJA/Y3kZS3oGIyzBH73T5/mIks9pTJCvVEl6PuLn67kHnnvgl+uBc+v1l7P+d2TJXx5O/OEdyCrdXK6uEEj4zpMfhSp3cbGyDYezK14kLy95ceTA2zRLLxtCoIAAmS4exlz+PIYG07/od+OOiMPm4NBBTcEgHTYlDzx6xffcejbLngNdxyGl23P42e0JyugAtB3p3nQIajkMtf6J+G6U7zgkob9VmjLQVkBnewrk2xGu48GlXDansUV+4YtusVPqnSi6ystBqS1+tASsMm0JMGW0Ls86rX9rIQeFOtqTkXgAdP6JPy8oemDwKX0HJP8wLD8vNI7YsVOQff6K58VH0lMdpY8RGUM7gWSx4j7Hic5RNST0gGQKcLg3h7cD+eFSvaT8LXHkSeri3cQ/1NOvqxl1WoV0DpKHS2UzYqxxHR6bfqglLdkBkZdToYaOqBuLM+jAUde1ibq8IR8o/Ri8eFO25sXawUFKB618mLrgxXo5YuT1qTSf1DYCa1C/MqBPbRVAcazXpgCXfs1FB5cYK9aZ+m+wnsCIkFhbSd/0mdaisVQD4FVb8jSYv5SwIGkp3VdZVdUEgRZWxdqqEI2iIDgq8pb4csFBv2GvaDhERNpvMTJkiXcYTUSDZjCNR155Zuor+b4hyPzixSf26eef2ecEfzwA9Omn/s3Dy8tLW3FAbaqFBexGd8BMjRsIaCT2iZ7Jov0iKZjhc558owXSBwZvpZzNf6In0HQqNZfoJkg6UbTgI/aEAG/wUsnIbQ3IYgxWxdrUF9IVsg9G+9V2gb6mv7PE+MnlPU0btOa1D7TsWxl79o6MjjYnBX/QGxg9Co/mZeMUDCY6CZiCQSpLP8m29tCyp7gNo1FcIjmd75H2ZKgPaJfaBjzAxTxzWlcWdcAcoedEnqNLWzM/cqD0YuRHylxen4ECRwVr5rXPc9ERLuNZtHqEja0Iih7A3JnprOGF1eoSPzKyjQ3p9SOsvD7ZvMRugdIZa88f5bQj66/RFVZQwNzV/M15+lbFqI8vKwFfnMoWug1U6zhD5bFFwHo1wuXorASX4Yv/zbZLa7AnrKAOl1N+0l1bozoIEmfKgX5xYTUB42bRQAHrrK6W5nuI8wvnlXY5unXNngRtRqj8WbidFeXfgwV5jqVlexeZNsu8/+lbMl7PAvk5lHLnKL5Tth7n5IFW5jz7VQ0i8PQjvTrruVy8UFlkzh+BuU8jzZBb1Bo5h5r8gjjyUF9sc5rX3MfefbWzD3Cx52r3YJUj5KKObDfiX6QNkb26nrCif1fevkXdmII9kTkQY/HxQKtIewgERVAvG8oJSyjzmXnfYFOooTV11WMQqLQhjbteTms/ypyxJyXfAwc0+gwaIn1agZJaoSe6ygjiJRNfoHRGpCxPHsrpyjLDqlIH0CfsZ3SOwSHWXYDlSpKqqCjpv+frZuppTQAAEABJREFU4PVf0Uvvm1LfmKDfJfFxG0VK/1JQO4WfZG/mz4z9caaeKPg+n7wvmHuivJ4wDeF4AUr0ld6xBC1Yku6LqhA8QblMH9+rx6JnyXMPPPfAj+yB963dH2nqf4O6misc+xr1YJfYKcwRXVhdLzl8rU2fXK55qby4uLBl01hV1VbFaCEEDA4zwD51oRoskBuB6AhsBJebhRB47EZTeuDFoCcQst93tudT8L1+3cMPQwqqbAmu3Fu7PYc7gkEP5IF2xBZaUGROdxyqMrakC1r4Y+Q621b1wW+3Xv9W9UvmKHLqcj8z3apeT++oK8vaKY2sU1BoSzAITHxLQAg56W5Ch+yARN8kBYgE5xPPkw6IAh4ieqAcgaeNHkAo8UCy6SfCCUbvH4MMl4kK0ipQOmMuKbzTivzKOZgZRRbJE8iwMWLj7OE29/wgPXAzewhdm/dDtZzk7Cp6WeR6sOfoPFClF/lj1HTNHNhlDRzrSJZ1YqzJEiQTJBc9IOtE9ISim/VynmRKF5SyyPWirYMLL92NXsKBvnWRX8QXFquKVoYM1lWQr6Ey0RAir97BFEMgJoROvgZDJjYEiz5GlVUMUgikQQjR9O0W0RCChRDMf7wzj3s+RnRnMFPatblFcDQFLRI4qtlbdPC/JOB8fXNlL14SFPr0M/8bQS9evrQXN9f+LYbVcmmLxcIq9iH548bKLWI7X6oSaUnk+uQqwpxwRuwkdQklnPrtKEttIJfLVI8rUJ51NbJOlBU5ZOQ+CDbXdQX2Nl+DrFFPTzf6EFtao1rbnQLcE3bW9XuCeT3j1gEoo5iLJnp37qh4QQcr0YxEvW4XO53+HhCBIO0jp25EC2b4L9tqhygCmhGs1rzTWI3QuAn518N0QK45GDYOD3xoXioABNUzZC1+hMb6HBQUWq3y4XJFOddRoKSAZ9FKQY2noMDIU3kn8rXS79MnYOLBl6InXWFNcEYyUaUFAivur3yWrw3BHucvLK/RMQCDzWaGVSP5qOPreYm+gAybzQRkyiddTygy0aw/z3Oe57ie5XXdMH5LsGAshcoi4xlZ4zDIaoZZiE5jrF3m1Ea5VciCmZepnEZkBkQLlC46si+UtGiM0QRuJkTKm6B5J2gOFig9q89+FB8s60foHIFpnRFLPaJeF3KnlRl+ZogPlBGNlmUkYbmbSOQukIkoS7IePBfZOYvc6SryuWCqk8zCT4WRwecVzd5DuVPeaEcCqiyP78JqAkB1mQf+YcPSIrLFsrEc+GlQ1xgX5HoQctVWxWgVa75iDulDBmHpQX/WgT6cwGbjz6OF5TpVHv/Yz4yf5HvVAIdsvCffeLjzDuNS1+Uhjm5ir3LZqHPgZSNh4QSurzwh0UOonFzySDiIZ6li7pA5cjOdUfLLkeGRKbmR26qseX6QAIie+nSaRu1Xv/CUS9WMROxfAWrrHD+2ypm3M/aclUP2gTunJ2/OyV2mokSAEnNb0IebGl/xyhLvek/dstIhN1JbrA7pI468o/Rz4rkHnnvgXA88r5SpVyIPS8DG4i9kpKpK6dqWvBzoE/j80r4hELS2JQ/6uqoshGDBbZSHVKESznmlA7oBBlDOqOMUQRrkhRAtBA6inEy1We4Jbuz1K2Bj0KQTJaiyJfii//7ZqfgJBFm2BIEc4sEsoNNR9hTtKBMVtqRFJ0zf4NkSxCEI5AGf0e6ke0fQCVDXlrpzWaWBp/FJ5ba36M3xjvQdASVw/y7TrSjwNFRp8QVKC/P0/VvK3oJCxd9ie4b2lkBT8R8eXzr5NKIb87vu3jK2lrpTtMhAOqCb+I5z7QwE71KPXt+ZnSDpoQjyA5CXQF70iqxQ//qPdMAkQy/OkMsztZA5f6LrMvL0HOW8i6JzJ5TkdEW4aJE1oPMIiScu6ZFVPQXy3Uah6J3O+6P8SJ01yJQ3brOqdkToAeRrrS4agiCNNQRNmmbpgdqGw2bDy7he9o0DjFo6WKBifAjRArJIWRhesemZwYxlRr4u9JSGDSGY9PTNjoB+qCgbokXKhwAlX9TgjWJ59MzoZl0wXFEgkzIqF6MLJASHSz6a60QOKQ3tWNpms7brmxf2kqDPJ+P/Evby00/s5sVLu9psbHWxtpp2V7EyixEE2hPMcIaUGdRtGikupb0ew8XxRQxWuSIIRYqGeC8k5hijOFJyZJnvRt0CnTfXxp2iU6iyxbvL3NQnnlbG6JcHaBT0bfesQaFnvQHm9VAOSl6jqZUO3LHDT2mH/Cl8yVVactIcmBT86VgUyTGNIpkfc8lzo/uj1aUtH0VryhzggaNYYyMjwkcOmvUI8TE2Fus50CVdPwXmxrk82ajrlT2C9PVcO4MGmYNyTQnauGzN2sMWfI18gtIFLmeuQr0s8kbBnlMo/0xejd5kF52aIJMD3Rq4X9C6BIPqJW0D7Ac1OOSPfnr+gr5cAvXnggGszPs8Imc9xRnMKssIZqxRIx1jRFY7omVqsXYbogXRZRE5+jFDZQuMeoQIFWzUMUNXOE0/kln+GdVzYryfk7FSErAJNv0kuAkwXOxjMkLG7MrymUA+jUjQkn9ESXBhb17OPF3kLP3HaWV6kcAdqP8nGN0l/+ZAza9gUWvHgzEN++SF1TwX8hzRPMjjHhmfKjbUWxvWuGRLfvF0pe6kP+BGjsIxGdE/p0GRi3GtgWwsGXutwwZKWus5QmPEngMjumQTql1GtSQanfcd9jb2M+e9BhTxSjqGPAMZ+r7Zeh6Gjq4BnxBQJfczF+UlnfLlOwkuia3QiSmCQl3rr3yjTe+tEd+43qvyK2d6r/Jc8mo0Ps48vrneJA4T96MYb6vfHhU7L32kNhPII2Em+kXYY09UQ57nzHr6x3n6y2lJU6/0IIdrJpixh/xn7rkHnnvgZ/XA8Ur9Wab+/gv7c5gW+0P5xF3JlG/+8ItWVSjCi0ZeCheLxhpeRPW/uWzWG2tWjelTYOWHELCmB5UAq0si0RElZ9CLF/rBooWQYfBmwfIPVPlA6Z6NstUfeiXgs2tb2+22tlfaPxHfEcjYPf6mD8GXVthuyQfQdkRHEEdooRk7gjkPR+hUdoQHgUY+B3PQnYI94gmkTEGnewIvGS0yQUEgoSX447S9IxiTdbboOAi8OCUQs3Vg8/4WW3e2VXBnHuQp6VOZ5ALy1ukd9bwDhcK3gtJAfoAOeF85lZy68acrQSDns6ylz9R3HcGggoTMgSzpwApKsEg6qQSFRnknWmRQ+wCUP9nQwfcc9DJ4Ti7b/usuBKMIPCXgAShknKZ5j0ROuQSUdpA36aE/8cjtfUA3B6rmQS4e2y6fy+BP6nOfmOdRUFu8nsQxa47O07kO2dXqIJ8y5mWQIYrAL14snPpt4D7wGi0K62srmBOSkhYYWsogl1UZLMbK94LI5hBCtBCCcTP9hBCsQlbFYPoXjR8FFFS34H4hm18oYcowPgIBpbMKPLYiqGvtNyvTt0A2BHuub14Q+LmxT15+4gGh65sb0x8VXl9cWkOwq6prC0EIZjHb8Tp0Ix0t5Cq4u2uijtxvsH553rHI5TYrH82oQneY2ZUURVNH0odU6TrRmaKU8EbGh1EQoAJkNKdczceOgHfX9dayz3XO761jLg0epFF5wbJXlD2qZup36ciijT9KC0pKXl5Ih3EtKK35SR6XtB7jcYbaiAtGg7kibQSxzpT7kQ1XPEiUFA6SOaecGcTOs922hD8easUpaADWZQsyXUpzGKauSV8M+SIZWQdRvnRoVkZOze5FTzSL52qae2leDyqHfJUpCOQckJgFAsLjS34gUV6CGrYzlJAtUUG82hiUADltRV+TC+khrQQ6rFNzKP0+oGs/EqpTRYrZwhcqufPcpFvsiy+Yy5y3aWWoP85BZqd2Tv2XyxX9yYj3+0leNnD+LgPk+DjDi062SJPll1jBE15HyOyju+SBNQfVOKBrI6LWH3t3rWDfFAS8sIZ3uIa0AoORYGa1aMwWtWHEEv2mejUHzX9ysKc3zQ0htxVlz3VKmUgQSAGfBXbqemE1e3H0b5RFVAK6QimvPQYg1T3586KzjmdiSnvfh7iRO4DsTa5VvGQCWd5xCc8MFCr+GIeyKp/zVDrSX1HuiWKhqkgoA97JdBvlI3mUPel9BOMD/hF6PD8+Rutvr5P7dO5HkWhss3yUlP7Lwp92LzYKnVs5J5vn/yx+bMPMxuPqJBGK0oxn3HuCmuoTodfcRZZA0ZYoz/ssOdRIiUMiZ87us1pm0mf2uQeee+BjeuCfdv1EPf3GHqqqauROuyPLY6yt5sHe8AnpxQWHMv2xzOXKZdnOYDawS+kAhCXOhZYRzLjI5ZHGIcNQc51gIUSLsbIYooVA2gK5wZRdTPVpIDCzs/u7e3Bn97fv7O7hlsDIA2d1XhY4IOmwZHqJoAbjcHQEP0h32M3wVxDfdPE177jk9SOyl3joab36OPyPFA4Wse9pNnJRg74Ph5eZvZlebDjISdaJdjtLDrWh8HP6YB35U7CF4JeCUoKCNaIdARtRpefoCNi0jlv67m4MAN0RJDvwLWVbBYqmoNQteoCgj/JkW1RBK1GlO4JgQts9YFeBtweCa5lv3dciEwXI1MaOAJGQPEC0pd1bygFPt6Q/AII4eYwZQ3hziAdlfHl5tMJDpV9ABfQ/utKZQJ3oeZlRJv15WrzLxvzzduZ205l65vkzvtQtqvkIIsCAKRhUMTcFT8Mfgj7UoTKSjbQXVRBI5TX/lSe+UNaG1kdeWJrjllcaa06cVp0xt4Xyt7iMn8CLcWCPqKpoVayAaLDo5WRnyHaiZGbR9DNw0wtLb7nv8Fe+FB+cooJ2nFDKInddKP5QUgyZaHKgUJBnvdnYzcuX9uKzT+3Tzz+3zz7/wl588tKurl/Y5frKVquVxWph2lMoSHm84pKtAoQnV1RPncikbbQByoWJk/wx6Rm6CVmGutkQcmJ+l8qIKGqD6Y81CzZ6kDSWzLdEwEd7RQZzlT3D59+05ySKAC+XLLdAaVVY6KBEBvVF6suJfJdWQpawobFK3UB7O+ASV5KOoaNE0tiJmUN2gUSRRomF0C7GLAsN5w6QTHBFxCOV6BQlS/YmG6dKv1p6qv3JGpKCA3JOGB1M0AyjVymaOxAmzAAr86OujTSXI2Mqg55fgfspEJ25VPSA6D74khqF4iX0pN8wAk3KgB7lkWW+wm38wTd8zQnx8imn0kwvIRIgfokvMNcLVHPAqczKTyk0p8qbp8XPZXNeeUKRieL/ODM9dXrLeWrbLEc25phliY20KcJkqE8KEPo1ptknTUDfzsL8R1U5c3KTvEBZhU+sy1N0yDrG1HW4aW6ZZQ9NPpQ5WyErvMHL8Eh7qN6MXDTdsg4mMZd57zPZKMBmFE95U12W9XxF4BduMf7sMTyrOt7fFPjp4NMc7HPJFQdqFlRjwlKm5nvSQJ4uyUTPoeiQJzUBNtL/URQ/3VcoSexLKm4GiQREI4H7K16zJpyr9bqFUswAABAASURBVG/i0yNHGM9HMgRjf8MdX+E4+TdJyTfhqco9z29Pafw0uUyysER+moHnUs898E/TA796Q/8+9s9fvZnnK/CH35msygNC1ZhT5Rf6WJsHgC4vbX15ZcvlhVUczEIIPE55JOuBTfQmUGoCeUYuYuPZzxl0AMZPGG3KdoVGNONuHJykKxgPPv26z27X2v0dwR9wSyBoe39ve2SpHIpkuByc5AMvEsYLRIaMAIxFkGXafUe4nrZiwMHLD1lOSfOaEh0dLwakY8JnKDIDUx76ERzKdmQX5OCPySdHTicFhBw7c562qD3Ou5zAUNphh3wPpOgQCAh+pLTNwSHkHcGYdAIFaQoOgaBbD/Bst/cEbwqvgNA70ncE1G49v91mqm8hOa+AELKtB4rQhbb3uVyWZV6yeXrrZW7d7rYEmii3pXzBvEyRnaPSa2flis6pbEpTj/h2/JaW9DN/RxsztmOeywlstQVFTtrLKVAG3xKAm3Sm9I6+O6D0eefjsmOMWqCxKlAatAIyaBJOAmHGXOr3rR2Bce87ZCApOODzRUEWwEv0nnQHEmWVbz7XBmYp81Vrwuf+oBUGBtNPWaPiHWXRkfA81q72B0cVLYTgYDGgMV684FfIBX+HpjomNPM2WRr/0GFOsx7whgyKJ2AZEYoNT4wmDV/d5TEdMVyzz2jv2Wyu7PrFC/vs08/t008+s08/+9xefPopAaAb0//IpL9HUS0WZnz6bLFyC3LJmekW4QTIey4/gLwnP2cFo1Msqg3Gz1Fl5CE6vqQwYuaC9hI6zNRXHePYsQc4ZbxFfV8Yehs0rvSj67MfUQDz2Z5kGUZ3DshPLvk4gbwoB4LpW0sde2jH3OmwnxzZpjEWaHLldEIvy2R/oJ5EHvXJFH4h8LTfkHE5e7hl/UN6zinvBKMBEWGu/XfBy105Mjo3EkkyHgmy2O/kaQggnjx/C2fEKnGKM2oaD4nlI+BCwrrkrsu4ZRlKMNOaS7nOZJnaRG38Ud0jW0jKzEg8IV7whN+Ya9BjmbzIIMuv9Kg+F3/cLZ1ROyOLTNRzOFP6vEgDV3LUHfN1JfmpTGnJC+bpGX/q6mm6FNdYaS0KHQlB+37HGm55PmjPEFr/9dGe59AI8j3owt7sZfaJzxYyiu1MIwF/c9BVLpq5WUQul48JH4Qe+2nfWefpnoFln9B+wj6S2DvkX8fe1vp/6LGzludcB3rSCXminKGruqL2N1C6WjKvkJv2OQh+YF+MY867YLwhl5NjaiIYjlgwAAs51NCzNia99zLnDD9dgB45ysw1ZhuZP8q24gYtyBlZ1flj/eOUK/w1bvJHmOo6SuD+YD6kyj/OkuQsPlLtbNlfTDg5LYsnHk3JiZHS05irwY878Hl9n4g5q4woRbLgI+6lzEeo/i9ReXbzuQd+3R54XjNj/1YEfQpG0RHR3qRDmP4W0MuXN7bh03j9TaDlcmkqp28PGIfIgQc9hMe4OdwIh8Qght1M+XrQC+IFZQV/8QuwAS44lc6el5iHhwd7d3trb17/YN9//4O9ffva7ggGKTjUDwRV0NZARtUohrTx+BH0IiHwnOegZhmezw1/DH8dKjtDlHxKJ4q78kRle15OdZ+DuQ09+nmt0MvQDAafQRt4AbIT6KUoy3aWCAglggsZW0scDoUOeoq2I9CjYA+BmHYCMgI6W0/DK6hCgGPrAZrbMViTA0AqI70CpYWSVhBuey/dO8oJ7w6/qia71KH8rftwj47sQwneZbnSlNOvqs2BL1vKtzMorV+Dm8vEuxy9TKkfPgeLHqZAj/QEtTHrUaf0zuIBP3P+liDSAdiWj1OZe+zfPoLautU3r8Y2q962BJSc3lEG3zyA9GDdSNvtbsaT77q8HDstaSj6W+A2VY8w1SWfhAfaIF1schAw5ldgmlccUGrWIMQcPicH1plgUIAil6FGwszCAMx/BulrXUlBvC/wZAr81IvKan07cNHYclmbfhXAC1G3DiUOXqgmCm/j2sxkIDkwvwG2PdsNcNOmc4L8dy0aW23Wdnl1TfDnhW0ICm1ubmy92Zj+d6RFs7RYVWYhmlnENlVo+ZJyIjFy5SGaLomFSeAO5lTEt8yVu1tyK1kylsziLFIu/nON6TmRYkZ+KeTO+k8cojqCQGkO+tLmwWr3ZbAg6t9QnNsd5okP8t7rQ0cfaX+SDwef6DXK53TmpTdPk136yJuvPGQc3Lh79z5uu3QSPZNptiveS5zcjuWqQjhRwpaqitA5TrV+6bR8ox2Qg0+k6Q+1+SBTvQO+FchXyUag6PojRXHMkJ7KiIIxP8o+Gpnm+kgergQ7QQxpzROxLC49Ux3dQNcjRCaNAqpxF0SzbMhpFyREwMvwTGNeJgLQek5p3k5zdpzHxlxmYo31SF91vg/SKfMwz7WkOhx5brrv1P+Yqpww06OvqDz7PPLkwp3cz9pDp8jnJSZZtmx6T5jD+/p9bWTFoZ/Qc4gX8NJG26IOZEc60gPd2B8de7z6oWMMJOv63rp+b/u+I7gCj7xlH+l4R2hBh75jrEdlMUUt5ruLvkjqCR9r56wSGdN5zkkgMA+cQN1ex6tKIvjDGFCP25acvtM88LT711vPBx+7bWv77db28PJpIM/bTJmxZ33eqQqtD9Espz5PiAoDegJrhLrkquuLcT3dGA8RR7SIwhwqeaQuvaTbB+CFPkbxjB2mepG6mZI4R4+qKG2BzgpW58r9SrJEP2vGqAkH1+C4cpUTk5PjfebuKPkAIfuozGj2SIbOL3Ml5tETlsZ657lnRPPsx7w667F0kjAlvX61TZgynpnnHnjugV+tB57X2kd3beSAtyTwc203Ny/tenPlfwy6aRp/oA7Y0afJA4fDDAQSckwJsAaVvOcBn/rBet42/KWAFyHzn6xlATqCdx3b8+nQw8PW3r17Z68I/nz33Sv74fUbgkBv7P7hnsNz5xunTEROt9GCp/0BnznuEdjhJxZW2/gcczm8siCGj7id30/GtGTO/oibqp3jqKgyjgQfSsi588imlDe3QXpsBK9pZMzSvAX6izYvjF3hRXl5TLzMddBOeU73ltNQf3mDFjnBurbdMSajDF5poYOfQNCjbbf2CMg7BT4U6DjCLCDi8jvKPuSAivQLxjwFSiaQt30CHkwhL1NsTkGeOT/Wc09wxXFPsAsQfNmOaHmRbeEFydq5TYJsh28P3ZnaJxRZNwvkTLxk3paHx+2Uvck++fBbx3YM/hBc4mVfhzFN2MjcrQLzPwYLQjALgr/EDRbI13wJcCEE85+R5Dk+TCLpKZEoq7UcQiD4U1vTLGwhLJYW6mCReeZr2+dQx/s/QMbpwOTTHFkPi8oXsG3lZ6yQmZqLTPJodbPygM8lQaCb6xd2zZ50eUUQ6PLSGn07EV8sVmasfC8P5+ahfo22necWldZNIH3+oi8wwuX+ZJ1IDSpM01wQuCuNHBLpV4vB3Gw0swLYXCK3XYfojgOzxk3otO78IN2jmVsQ4BzYq0AUsC+TZHHhH/cPXcmdOGh5e0jmsdBYUaeEGgunZE5X9iUn4VW5gCCTYp08lUeudkZ45Re4+OhGP6BT7oes0Y78APLROx/+oCNu1MOG6pPkEVTmfXhU4P0CtcXrourSvlzCBd7L0hGy/HCX7ENw7aLkCW6exj5svgbqGWCBHpisZ3uERD4Y2540z+DVlxBTl8ksSoaxDGxE4LLxJp0oZZDLctjXHB33/2yX+cPcNa39EdN4UW/mO+p8jINN2c3I+vKdOZnDFHhzwlPPWT3kiT6Zw0jLtyPILrqSJegj8OxLQPlHoN2JNk2g3cmxt7yG94dnJbr5uann42O0O/byPXLQFkh2Dsrfba3dA+ge6n8bkWfQXs9Vnkd7niG73b3tHm79G9S3t+/s9u0b8Bp8z/vTD3Z7C96Cd2/s/t1r297d2gP6O96rZKfnOSLwQGe8WpDHrKLNNMxSam3fbU26e97R9EzrqLsdn/WiGXvr8HnP+0HveaT71jqCVYn+xhC2GVbmm+YY04v0YEmTk7oSfS89wdAxjZcrqQxzw3nRMa1yYs/A7bscLmqPjnyACe8TXxkzO0d2lTcuDal7XpbZEV9kH0FLVaOqmz3Dj6K/EclO5vvBhUP6MXfc/cpnbzoUpafnLZ1lwJ7LkUwgO3c1Jqe0C+c3MufJn8lrp5mbOGf9nGxexvnK77R9nEOezK2IzMODNMs8e7qVGgqdMp6Z5x547oGf0QPnVtvPMPe/r2jefN7vd6VP01Gp68b03+Xe8Gn79c21XV3lIJAOf5GDSAComT+jy55/hg68hAk9gaCBPa2oGNtjcBsRM8Gks+fhv93t7Pbdrb3+4Qd7RQDo+1c/2Jsf9NLCQZ0ghAJPFKB05KAlBHiDz8gJeHvPj5yQM+PDXAcR18Y/p1OjUJRMyBnHd7n+Phxr55T0M3fmrop+Cs6YKiKZ83aKOYFeuHiC6+XLwctWYrwSL2ppkne8s3Wc5+klxsdf0GY0v+jykucvvb115LXwBZ7Py2B3iqKDvAWH/J0p7eWRO8+LZKb7nOfprJfL7axDlnl8odwpf1y+2DmlsnkC+Ym9Q/kxnwBWy3zcUm9bINmEveU86pDsRHerl+cJ2JSOUGzNqeQg29vSB+iP+epfBojRHlgDgRfcyqoYrQrmq8sXKIFaVpinieNkambibfoZmPXMd79DozKgEOlVdWXNYmHLZmkLaEMQ6PANoGRMEMZ+z2GoBx0uCcyZaY7lA4XmFZnMSMoYP6pHMBwmyIFkynMN2qJvHa1WF2MQ6MZuXt7Y1TUBoM3Glhdra/ApxtpsKp/9lq0CzNA/qHhd0UQyMk+lRRWlA+ucHBE8oVuwI32J8F/7q6w5pUIu84rIV3G1PdEf3Xhw7DhQa/wSNLHm3Chj5X5xU3kH5UmOptQ2AeF4KS+zmUtoFmR5yMTvA9VoXBgnX+vw/mu17iEaM1q+3TM2VgGBDNSmK+uncb+YxF4m51EhFzw6MJ5z0MuSUt4pGvJKORPoMyYWU0fz6jGU55AecDvUd0oxgEl8QYcJy7zFFnyaocjdHuMlmqDZFvpuN8/nbE+ynwt80hyYoHEawb5syHP90qNuH7Mn6lRb8DfPM42z9Dje4LexvtX3PlMY/4kXQ7+rPbmtKgfY/zzAwYczOsQL+X95bHFJ2FuWsfY55B94ypJOvegxOpdJH7+yDrb6bGdcC4nnyGNQpuR7f2BXevDy22jzKXKfoYdOOoGRfgqP6kY3y/BBfeJ+wOP/oc25L7p+ZwqCdN5nLfwB7R6eZ8Ge4M1HgWeE643UP4AgELQlyNLyrqRg0vbhgQ/I7jz4c0fw544gzzvwVuADtNvXBH5ev7b7t8IPdn/7lg823ln+Fu2ddQSBOgJIieASER4z+lGBH8EI/PQCdSbQUlfrH57c86EM72QTv7WW/A7I3472dbvWcnv3mMzzz+cdcy1qv4QaczD3a2ddCwhEab6TUWAHAAAQAElEQVQVmcbPfM4y76U/QqkC83mtDO1zgvgC7cjGjljS0DiD5rzSiPI1Wc1J5cNJZcK0L5Jxeqk4sgo8vmQhIBaFjLqT+4ievCbdpN3Aslvq00MJ2cnQ7plxyP14bvSOAqVS2FwhXT3KJBpl9mh80OF6LPdCxzfXOxadSx18mueel841HvPsqY+FU0vOZE2ic67q+TwpzN1x3m/T3NN7gXRVRryov5RI+IznHnjugV+1B/Jq/FWr+Ps3ro3nQ14qCFTXtelXv1684MD14oW9ePHSrq+v7YKDWEVerKOFEM10OtQzTdTY8tlfB38gBLJyPmca07cIEg97xV2URpVLOkJ0XckHdHa7vb27vbMfeGn59rtv7X++/Nq++vYbe0Uw6C3BoAdeWFq9RPK043I7lgIPJ3MYOzUXctJ+1y3qBqDud2RjBuzC6hP9nU8HBWVzAsbKo5QsUpj44BXQAFRFJXYET5B99lKBsxnvFX6o1NQWGnDEY1Vty72kTARqIUpJL7yMhcYso+eM/wR4Ce8ce9OBdg4P5PDCXOiUR1BlCtLM8rPezqagCnqtI8s6D3wQVHGZqOSip5BcOJV/TFrlBOmKHqAgjOD+bXnB5WV+e4SDruu4v+gRwGmBAj8ZO9sqrW8abR8sf5OolKVe8lrZB24f2nIIaF0uPXToA39R9vVmFpjLCwK4VRXhA2sKmemHRQkJQbIMs2D+44uOFZtVXKSbxlxUcLus+Wa5tGZFEEj/Awz1UJ1ZlMbAuutBYvxbgG+M6WGsJOuQc3DlcKH55sW4yUZU4AZeloQYZwkJBETak1arpV1cbOzy6sr3o8vNpS2WjdV1ZVO5MpUpB4tf1CiG9OgwJGa4TGz0piAdJYVMBcknF99UT8Rn0RAoR18E+ieyJ8pHyTNqLxMpVqyZxsrXl/oKwHfdYEnfkmQs8nrM2li2iH0LpAWIecKOfg4eSlwqU4ERsmGSC/KAwabexFgkqDoo14slqRTInPaDCS7ght4oU3nBxrRotoVauaQOL7kgnWNIYcToj7lvHa4VULID5Ku+CZI50BsDH2qXyp+D8k5xqjfly56DelXHkU/I3BfqnctdH5noXP4BXj6kozItbRewNZZ1nZEvPk4ylfXDs/Qpx36ctAYdPWqS68BY+nnIM8LbQFs0fs6jy97fKbBBAEMH+C2H+ra9H3+NZ0uMYDehY+/rOOy3Ex4IfG/Zz+5nUPqAjn2sYz8TWt8fdxz+t6A11effdiEYcUzvTX5kYJuAxZSPf5JPaZUtMqgCE0dQPtg6sLsXtjZPT7ZUD3D752zRbm8/bWqB2raH7pELPfv1njbuS3qkud9oL/3XFihgMmFnrQI8HuihbwgcKd3hs8r2lNkj6/vO+r61Hvl+/8AY3dnu4c7u797ZA7i7e2N3797xodob8Nr0zSAFgO5vX9v97RvbCvfvDsGg9sES7d0D2expc9o9MDYP1vKc6ra30Dv07zNoq8vR6eH3tK8rbRj9G/Ax6X2N/Y1twHcwbTHimeRsBcxNdLpxznXMuwSfxl9XzTrsWZqjFErAWeZrzkOAUDbne23yGU7eWGMV2VFR4ppylJuBgWw0J0deuqMgk0kgfYkKFT/ijEg5U1ElCkbdkRTpWao9L7dX2sJMTX0x+uyrmTTXTOEce2LjrIp05ihK1CIxzzP3q4jPUp5vZ+XnhKe95JW4Ysl5FH8jg2vSqeCULiD53qvUUJ2ZFe8teJo5Gir1y5zexWycd1KPuo0Y1cfUh8lcX3w/jbfKMh4iz3jugeceONsD87V3VuGfRajDyYfaulwuTH8DSEGfFwSAPvkkB4CWBIB0yKliZYFDUOCMEULwR6zxM+ghP5ino/LhJEoEE4yHhXjB/CeXC5GhwYaNujteIN69u7Xvv39t337zyr78y5f29Zff2vevvrfXb97yYrO1Xi+8PRUZP0RutCGO+2F+RkoMXIZdowpTPfgURxjUlHcEowibKZGq5CBNNUhcbvyoLgc3LuToTHICUSNvR3aDmaeNn/w5+uOyslPynqZm3hi3I17/pWtuG/L4ESjl6TcvTzo5VL+ADdJUMLsC/M9Hog8yVA8mdSVup0CUr5JxSOUBZkR4wym5mSJjNPI928/8R9xla0THXM3oCVqkGZTmscvhquNAqF/j6ZiHx9iP/533nnI9fAeyzINbBG1ax87y4Yc8T0M5rOU8lQV8Iqp05/nSR0c8enpJ7vb4Q+BA/RHp18gaqhbRYlVZCAHkPtM96AYQu9wpaWNNEp11TlRrk2nvYvWp22ROLRa1LQm0LJulNdDKAy7BZ0kq/aZ+0eFRVH4KOuhBFfhL5CXGx/wnUjbCBTPuSiGwGOWpgLBcUoPXvtOs9Otgl3Z1ufFvAV1CFRTS3wvK+9qojD5u2VSd0kBXHFVEMi+OHBGvH352uc+eZ7gYTEGZWNUW6OdIP9TshXWoTDSKrxvaUQF0SUeDt2j6SQpUwyQ61/uNeaR9Rn0uyF/loSLWNDw2UFaQUJCNAguSOBK8YKovRIuBAJRAGmfRCRnDuEdRkfvAfNccItOo6QgJ4QH0xFTmHN/lQMPRmmgJHHPQJTgxrRPNh6eguX0K6Z7KlD4r71l3rB3lH0Fy1q7mIOg0Ryec05csl8lzd0/bnkJH3oh5gIZ+8KDOR1DtJUllH+m22bbyhHm+0vomCu1MorQrifd2td4PU/3jGDNqlicWAzsxjLCP68A0oB06rGO7Zcz6bkew58F2BAJaggwtAYmOg33BHtmevIx7y/QBfWELFe5H+Ra6y8COyvY863uCBvsxSKIgQoEHUvSrTg7Kul6mO/FH8gfL+uSPgYg9wYwMZNIXlAd2Xha/HsgjvVeaD5b2SgP9apSDtu0IbuyB6I6gTKbUJ5nrYgO+6ChQM0dHmQ477YjSd1Nf0geddOiDDuTnAmuGIE8njP3dK9BDoKRXYEQBEo35ON55nPestb0l9AYfl3trCQZtH97Zw8Mbe7jVu9Mbu3/3g90K+pUwxyu7ffud3b7+HsBD87eFXhMkemv3b8dAEeXvb28JGt1aew+9v7eWPlO71PcK/OS2dfigYGNvgXkVLJjvmUwzYx4OzNNOf0Cadqns7mFnOwXKfBy2zLeWgJOQ7ST087wdTJNXb0YwXONu5SR4muosEVDvtK9qrSBI1ElmvuQD897tSaKypM2jCp6JtAenV8nLchWTH6JZ8mPvZ0oeV2GPNMj3x71XReKIkvC2Iucy+kx9hfTkUuaJ6KnkpDoxo2ZJ04vUmYWSaXxyyvzBRX4RoSeN6lGrJFWZQsU/jViypC54uuI+5cCXSwpCSZ9QsriOhZOZaPnd4Dj7kMolaRaizMOYF+KZLxplAMRKRgXX8Bs941RTLzPcx2mXMMqF4ImLTF8T6HOZeVq6Mz+UdLiGcyhCz+kgfr6ee+AfvAeOV+A/eGN/bvMiG5cOfZeXa7u5ubHP9V8xf/qZ8/rVsMViaXqoWwhUVQCrDV8IkazKZEcIQTrGGXNwJB7KCha5KsWCRaOABQ4rPXlt29v9/YO9ef3G9LeAvv32W/v66289IPTDD2/s3Zt39kD+fqeXerZT9jUu309FDUsONmPVH7Eb4fVrKzHWFuvFDKQli/jgB0CoFRg/hdcjn+R4eT0cxMyBUBRSLuUfkMsm/BKyzmg3kZowyqb6H6cTeYJBfzyoSyYhfk31klJASIA9XAFWgDy6ZOgE3ofI5vQDftqYrzZNwI+JJ59nnJ5zGUqDUu4XocVf2hgZI5tgs58Ar8OzYO6LHfUf2WNa/noeoulSHglmqzHFjfdUV5FuJzn54mFNlKRY17GpvS4aZfRQIM28DnW0xWJhy6axhb6NQntCiKafgciCggwsPC7WH8YlGzzaI40RrFEuT6DlVLeALQVfZHu5XFiF/Zr6fP1LAahN9Iglf/Hm5Z3Dow4yW17q9XeLtJaFLS/6LYeatttyQG1pp9bvAKW1XJgyqjPTOixAmLOC1azbhjau1he22Vya/jh9Q1CqJhCTC8oLCjx15S7BPgrOc+Mi9cQVbfqHP4G2ax+pYoUvoALIVH9dN8i0l2RZjOIxHkcYVLXQmMQYcFliDIbM4Hjy12aTHvNflBH2sXYVZE5lY4Sn2XeShVGSvTX2O5MMP9UvEV8sqH5BVanPC5Q2fpR3CsS6vCLpJcu+F9oxjgXJOg4eh+DKnuBn7+g4qB7QIWufwA65sOcQOMLLttQDmDt+KBZljnUT0HW9HXqFn1PKopvnXuYfl53riz/oqdxBv8hLu6V7CvkhnMqfSE8Hf5URsl5Lmw6QXMh5HXkdbTpGyesP48Ss8jHzmaTBHHQ7g2RsEJTr6MPeBg7QnUCwwX89h4B0x3PZZZKPUN9kMK4alykw12EnQ23oRn9bfM76mh+ttWMwoNuTVlDgCXTI52hJOwigtAJBJQVVCua64rOO6mP8KKuAhfuhssJsDLR3TVDeGLxRwMLtELBpBdUp6jrYhbrdok8gpnWQpzpH7KE97e1FCdgofcDO9tgs6OnPnr5LY39nmvJey7pMBOsS6y6J0redY8f6ebD99s52+ls/d7d2d/+WgM5ru3vzw4hXUII+P3xvb8Ht61cEgL4n4PPDiNfQ1wR8oAR/to53pm8X6W8Itbs77N9b//BgHf2gPlZgJ+HrgK/mD7jB5juKpmBCPtCm/XZve/qrVV9hY0sgaEu7W2R7+kbtVJuM5xeT8jBfk7lNv8k4jBOo20dfv2bYUU8iGOpzn37qAUWlMtpSamSdKP0Y/uYm8Vgy1+UF/HaadiE3yT2uBP/eC79G09qx1QrTI8M8ZfkHHUYcHkeIAjHcNu8TpG4ikZGBRBeg0HuupxQkV40CVWXr2JEccpQusiwPIsIoxnWljqC+kUBPK9Gfg4Otp6wUR57Kn8tHayOZ55znR9tjpoqpTRMQVORpPAXYPGwqJng/SprB0GaG+5wn6Zf6MhfjTiKhlEM8pF1DY3UC5sSY9Uyee+CftgdYiv+0bf/RDY/sVnW9tGZ14b/+9fnnX9hnX3wG/8Iu9bc3VkuLVeTVMpsOIZgJlmkI0SryY1VZrCr4yswfbWY6eAqJU/AwGGmzEILFWFnkIBcCdnlH7fbJ7u629pog0LffvbKvvvrG/ucvX9mXX31r35B+/fqt3fIJ1H7fW9K3gfhk23TwwY5RV+TQk20urPZD4hLaOBq1DZkOj02zsoZDZaYXztcL9DhQ1xVlKsrHAwzeqEO2LUZTXckOQQH25cMmbzkfJS7xkGTko+8UftIhn0OmYevHIKIfabf8eYyAixnmtiszdA3/HyOY60jPId2I/gnUZgdZ773GciJP6NEF/ggUfaQiYcGjzLlAFfxcjPa8Xae2xrwzpLh3RJm7Ja3GlfngMvK0aJwns+NlNQkoJQEZZKopMbZTwhl8k41EQoBEfI6MZ93UttC8JUhSs+Yia0rFtdYG6hiwPSjggAOD1p5XebgMSgAAEABJREFUlI0E7EgdYhYHacCqIpJkKOjTsOYXrIlmUZvqi9SbS3PXhb3Ey0bHS3c+WO1st7s3/crmAweQe9bqPZ8a63+WawkEbf3A1XJIbFkPeo2hPponuw48IMl9IP+QV7NHNE1j+rtADWu4rhuLBGFUBsf+f/beRLFxHMnaPQQpSrZzXytr672n577/A907//yzdFfl5l2WqPudAEFSsuxcKqu6uttOHEQgEAgAQRAEQ7JTyZOm1fWUQsRQfdNh0yRKIb+WWT2Qwr77adkLZouZ2oNWi/mB5ouFZnPvH3M1zQy9FtowDMaU4AMuz5AZWZ6Qp4S8qlWlGU6u6b5m5DW0yiCwo4BlRlK0cTvapHqm2J9mc7XsU+3sQO2MscR44Nm729jbkOGvWbPQDN2adon1InoTP1seSEkiIVbIybwuV1zbFS91wXN9VzdixfU0lgRyTI0rZOsJruQXs2zDdVNYfx+mOvv4SZsIVCwVgaJ4GXbdpA0vnyteUkegG3q7dNJmS99yz8f0BriPwCXjuEFnajN0s94SvgQfVvAr7pOMXL/ltwjIFLlpnkPXmWeM3I++Zn6N41JyTbmXfHF7WBYs+8GgB7+h3YqAwooX8SsCNFcEgdY9/HK+gjeuHMBwfWCptfUJaKzW+Dx01uo2YM1YpkB/ZT30V9hwECiCOZRNL5HZdvSN7pRm28XeUmEHW263jPZXBJWuYxXjwS9Bae9x+ds0PdaMby/w5Rp/eM1O4esQZdcB6xRswofsWYODw8uRIQ16Uxa3H1nciqmSDN+r0AQNJMRgtFGsmrpTw7yB/xlfx3pbcw+v8e3KQSkCLxfsyZcEci7PTnV+ehrBnZPjdzo5fg//DhyDLD9jD78gmLRkD7+8OCd4c6EVAZsV906H31fY3xj05Z3VKy2GSEbKQ+U51OHnlcF1XXGvLi9X8vVdM661ZVxLy9dcp8G/PLdsk8WU7ZDbJjuiEj7BG0ikFX5fem/yfUP7lT+QYB137F+hwB3glHnn9lNBKZv6eWS6jbRdHEqWTxEVfZ91FD4vs82hJXPrQClvjZC+OvzeERDIsLes4bmVFjfRHZ2+00GKTftsKPdmOvrsWYjXGcRpq31uFaoejus/ER2dZys7DafRtb5PVHeUKLpxDADeyWVTY8pTDjPceEEpf1aiMccvntUpQNabSf3wdjrta6+TXT2XAXMhl683mcT1CddaeN1ISLr8l6OC98romTty54F/GQ9wW/7LzPWnT7ROaviU/2De6sGDe3r+/JmePXuhx0+eUH6og4MD1bxIVDx+Bbz9+xkdVPxUlfwNgTol1bxspJRUVRXBnk3sWRuUA9603Ei2Yt0GvSQRzFnxID87O9ebN+/1w99eEwD6X/3Xf/93UP9q2BsCQGcEiJYcgtexKdJOiX811kCaKcVLWaZN/7IYL43wpm17QMBnDg4IDM0zGpfhmxYfzLZspJhLzZ6OfRls6inR33V0jIRhxXw9zcyjj3ZOFSSjU6WOA160cTug2+A+U4NKgfv3eHYxow901GAN0CbdACHfBjYb7CXoFKJcgLwzKHf05Dn6KWfqA4LBxKjp26CL8xg35cLTFkHohA24j6Yo5gNCya9TMaBd6XUZEtvqwRAmaTLWfswJX92IulH5dSA5MFGQuA4V/gRJ2Ozha+7O6JpBkHAeiVFbalRkBiSS28J4LNhwKcHX3I/zeasZ/TWMwTLXoSltSNxz3IAkCmEdSmLpKSB+pt1QFPdsVSfVnGjms5lms1a23VRJdGmNWN8Key7i6TiIrnS1upS/8XNxcSYHf85PznjJONMpLx1nvES4zi+6K15KOg7pthHjxXChYbE4hgJVaphf287kX/1aEIBpWvvbaztaobUn7VR1Md4wvEe56mXM0f6lU1/Phnuhod+WIMqc/cO+XrAPLhxoITjWtPgmzfBLK3/T0EjJ48rlzLs8Q2eGTqapalSlGjT06/pMJQ96AnSkmVIFuNZNM1fDONpmwf51GFgsTBda4JdFewg9AEdqF0dQ73Utbdx3zRgSqOjTKZFRVqYUuBwdL1SA67NiLza8164oL5dLZazkF78RawI/V4AX7GhzRb11CpbYzHyHnQ6dzutlF3vlXLVdvd3y0G7DuixYw+9DsVf0dqnbWCcjXib9QhlYYfMGeF7cwN77VtAVa9s+uxXWMWi7rYe/kHXUjVgSQFtlv4Z8zVgKNvh3Dby2p4grmjMucQfiUmfJnrzbukM6Xjy7ia/X+NlYQVeDvKNfj2Mj3vPZcry5FDsbxrjhXWWjDW3WtHH7NXO7ImiQsWLPyFg6EFCAzmrAWmue91cEDvbjSle8/LvOtj8M7Hk8IOYHXU0Q6zOud8fYjRUUEMDYDRZlH21inubtwI29wGXI/hClPa6+JvI92YMzgUCaIJd9Aav+/rWuMG5/S66hFIlmQamEbhjbOq7Rmjk64HJ1dakLB4II6Fycn7I/n/Kh20nG8bFO/UelwfnJqS6pvzw/J6h/oSXBmhV7wMpBFnxh34k1EhP0MEBFj5GYP0kd94L17NPBxwThNqyFzj6mfRc6jBO59QzrRjvXhUGymCT7lScI73Yr1tGSQJR/He2cOV0ROF0yv9y+i/4ZKpclRoORz0lu+2nt4uX805p8hPY4jjV+2W7Q8bo/1m/XfWKJazO0iH5s177kAlNhvxuwJNdBSCNHAY8rYF6T9cmFy6Ib8207U7VcUywUOtVwTx5y1nTNyLmUwTy2lbJ4bz5eSTeZqkzLrEq6Jk+A2UbOGWqqn/l948k1U38VSVCakKjmGuDT4UoPQ3OtEdpjhog0lu+4Ow/8i3lg/x7xL+aEMt3E5lR4U5cN84F+Q0m80PjXwJ48eaYXL57p5cuv9PKrr/To0WP55afhZcz68ZAlEt3FS6ZkwvM8qOtVVTKqiu2Qh7ZpVSGTwaXZAPPsx5WSKvSqqpZ5kdv+2dmF3r0/0Y9v3hAE+pv++tcf9OMPb+IbQmenl1pziBAvSYmgzxjYmfNi1CNemBbyi1PLi1O8PAU94AXJOlA+MV/wshTt48WOlytepqxvuE0gbM3kvhp8ZJpM6V87SJSTagWFp5EKUmqQA/yY+vaj3tgm8fIZfTC3oOgKW1k3jyPZxl6UelNshi1o3952jGxrlOdyUqY1YzYqietRsP1QSZIc4DKF7ZN1AoiDIp9SmvAoU8Dtt4HyLSnskMUDGGoj5gtKuVDLC1+oZcb1bhiwB5d6Cp/66yjWcPFLUHwaAQKuTwMSiDI+dvAgcb2sZ1nyNWdtpwC2K+bO+u8C8AwkpkI2jAs1Fb9z3ySPCWQqpSrJtmezVk3LCz7roCFo4/pKouUmYOtVnNItA1RiTv7ZkG2cQXOqVFUGs64b1TMCLbNaVaol+s46DNKOpBBDNMU3KgXq/GnvFS8L5xcnOual4h3375s3P+rNjz/qR/D27Vud8An0xcUFL7VXDLHYNPWAOOzYEWwocHGQdw1dRfIc3V8iS1t9U804XB91FCO5MfZ8cB1AhcWQSMnt4KIthUQwvGkb9pKZFvh3MXeQxcEV0znyBf6fgQbXNFKNgRreSNDUIm/VxLqAxr4zp53RqqkPgCl61UyJAE+KNdPzlJtqjs4MG63a2H/mtF+wdx0EHPRpCWjH/sUetiAYFEEg72mgpU9/o9O0aVs1qVH2S8VMt1NHjf1h/6xWG65L12OlHATiRZIXLr90rYaXc9et0DOuoIb1CiZlXixWAeuO6LAViMBGl6/1cK3WfXkFBUV3SqMdddAV6Abs2nK52DN/E6wzYhVjXsdLdPbLhnlO0df1eh30o8FL+U26K+oKOq5H53thsN3hjx7cb06+mnH9zGxheq25+ixTsb7FfZNMK8sqVd4/jNlM9azRDHhPk3XkRtloSjWiWg26M+6LOffFfD7X/ADMuT8oLyi381aG7dTo1ei7rVKFoQSmqUIMasZCv8X2jPU7x84MBG1bzbDVcE+lsIe+x2ebmGTZ4Je8ndzIi/odUBySfSh5jOp/MKwbsOlVeuK2Rl8cOxoEiFDw2BR90A9jTyCeGTxTavxb1zPVBb4ewdfh84RO01RcA8ZUQcOOKGcIW4kqg94UcHCFSEisZe7hNXuz9+fLy0udX57qnCDP+fmJTsDZ2YnOYm8+1QXyi8tzLdFbEWBxsGUV994aP6856zGZeLbgiArQW07wRMDymt2gy1ql/w6sva69ll3vhw/YxPrO99HaY0Wn831MHY3L8u7nyDUXZw5srNBZEfRxQMuBqgv/KhnBwBgjdTH3vnX2OePNTB5mX5f1LKI+ZIVa9suhGrpy//iwL3eMmRSl/pgeowwBWZFtCZF/dHJ3oTwwlCb8wJrJ4yrjCd9xLWiwlViCW+WbCh+rF+3dfTCfkPVtrvVzTfAJNlHN91fPYCupllNepMi/UFrHReX+CYpRz2dwPgUS0v2J58VYcZviqHXH3XngH8oDtwyW2/KW2n/BqtTvWoVed0Fi/0pa8DLx9OkTPX/+kiDQS718+UoPCQDlbwE1NKvklzw/mOJbPUg4DZA25ThgicQBRZUvg1FJPLilSuVnA7/pZRV6hqqa6qTlVaez80u9e3ciB33+53//GkGgH37gRfLtO+ouOBu4deJgxGGTT+TbeOnh5YiXojYwV4us6dE2C5m3rI1Py/2JOZ+gR+CHw6vbwC+CIqfd+AJlW4ZtzOWgUtP2tLmBup4Da8vBNcNtR7TU76KJvg/Umu6pj/EMc+Vl0GME+WVwLLfIsu1iC8rc3H4B3UU77c/2jdI/fMx1MpeGOTWUB0x9UOQc1H1Y30Wy/JpOrcTh1nX7QT2H4zSB4I19sqncfMFNuq5PPjx7DNgNPfNNo5QaeQ4en2nM2XPYQqvUAObl8Te0tW6ivXm3tR3Ztk8KVZJ/OjKfnwLwTpZJ1CcAda6qgquUf5CQ/M2cGS8I89mM8THG2mNNKlrckArQyLKqIncCo5K4j1BwspyKRL8NgR/brplHIhiCCI1QgJJShnUZGMkCZCQf8q/4xNgvFicn7/X23Ru9IQj0+vWPevv6tY7fvdOZ/7gon0L7sC4+v5R3DjuB9iV1PvQgC2reXfgaoVD6hR0T9YmRyIMNyK1AsZA9mxtkPueWMDdsC9h2vm74levZsv797aMp9bVtfL1T9rlE5wW1ZVyPuPYLNdxHC+7HfM95z7mvQwdr2Ge91y6CJ7A0p84oe9Mh5cN7WvQ4XNzT4eER6GWL+/D+pk9Gi52Me8o20aWPQ+ByS2DbY/HcEuMOPzF1nye9l3cE1DNWrAl8RkWH/1Hpk+eYWfuNagrm8DPE5Y4sgNep/MSEkWhhOkVvn7pRuqGHbYg1RPfIUYx81Nbnlm1waOu/3LWLT+8j/IPdjnXfcUi/Hb4Ovh70SxsuDFOhT/jRTi5TwcR5ORbXiUShTxXUgLiuEO6R5PVee73W8rpovGZnrbzHVQSURb2SLRe7FXq1agL7/M8AABAASURBVIISDXpt26qd8dwh8ONg0OxgoXnPtzPquH+aWaNU16rYS2Rjyj/D0kqVkvdF6uu6UU27sD1veQ7OR1C2vJ7NVFuP/TfaqcZqJWFHN/5U1OyB2xjsewIJmEpJGRUUxN65hw761KHppcLVMBmBoGOyXDJrZKTEnI1aFb6s8dFsNleL7xYRQDN/QHmuXF5oxvzn6IR/GvYmrlXCZ4FUy7SOvRqeOYVvUlKqKddQdEqgKUUQqVKiXv5hjMRkWF5eb2t1BGVWsTYpMxOq0dqAaZqUYTdx/6HPRGO+GOz6DwndHhW8yjjwmT/AMFRlv4X+eqMVwZ84W9J/Zzv0LeyWXi3zuFbrKzngc0lg6pwPEkyv+m//rHpfu8/SrtA6mdtXY/nn4WOteewxnU/qZmIdf0ybdvh2WtanG99uPpQmfSLLAaapzFeSMonq/ur0Ba6weoSrrfCLoYzh8zscXJwnfash3zrDHIPx2s6zL/mtBrYqw8CW5PbCT5/r7fb/MWrvRnnngZs88Kl31E12/uXk83mjtp3L/yPYixfP9e233+jVq1cRDHr85IkOjw7lg2Kqa57fo5sjGMSnNn48bFTxT6oqaIWOwYOhClrx0KjkH9SlDfwGHdcbVS3ODrq6Wuvi4lLv35/q9Y9v9eOPb/TjD2/1+vV7XiDPtVx2PPIqpTRTBE54yWp7NIw/4MCEeR+YTIHnZrjeNEBQpDV4+Wr9IoWdBkRd36ZpDuhnPgKbibqmdf8jUilT35T+Q49DHXWtcU3uugyPq2Ds/4BrkvvPc0SXF9MYc4yb+igXuelCLS99GYcTfiIvc3TbSRDI/Ze+p7xludwynnn2hefJnAY/ULbebQhd9IJG22ILavk1IA+90c9D22u66HyKbLBLH7RrKcfYuUZBuXYDDT/Zt/a3Ufg5L928xFt30KEOn9pfA7CffHDnMJ7qWqoaSaz9CkKKxzqZDyIQuarPpErxUw6SKVWazVow03zeBma8SNQpcU9U4tZDfxMIfvIp7YYbbE0na6j5+CYfmlVV9W2xwfgS92KiH6lSHosmP7ZtMbpVUs28vC/UvJRU8YLBSyOf6DoY5L8h4b8p8f79O70nKPSeIJC/HXTGJ84XHOCXfCrd+VNbxiTuajwy6S73M3TMeFIoVAql4F2Lx+BdZ1hiW6b2mU17xygyywO0CUpmNmG/SUmeS9s2rPGZWq5pDgIdauFr3LZKqQmUQSTROmRwNXVcm6ZpuU+431gHi5ZAjYM5DsgQyHFQZuH7k7qWuhZ5y728gGbQF3tR8NY/vM8aM44IINkWIAi0cN1WO69L6pA7YBTtw47H0arhOiVeFD3uztdVeATnrAIbmXYOBvEiRVWfmFtwPe1ciIyXRl8f84bltwC/pglwIMPAJjLzyX/ngeKuBVfbvf57VRloWI9rJZAGICd5JJ02rKQChPuSbeyTI4v2ye0pfMGU6NNQ+L7S7T/ufx92WmFzKum0IwhfcJ0HJddXuLwBlZp6phnrYhZre652ZrSazRaq4fM+43JG07botGpY47NFq1lLedGohTbtTE3bqIbWsxYd7p8WWs9U00dif0ipVqrpH75hT7TeDN0WvZYAiL9xN4fOCIhktPQ3lwMk7RweuO96NlONjbCHUzOtJdbDNoQM3JRSX2GKHQ2oVOwkbE5R5FvU15TFx63EfYG/g+f6DRS+70qpVlXhK3zSsE94Pu2s1axdaMa+MAczziPBc10WXIuYO3Tmfb6uVfeooFVVYxKb5hM897h9jVCmiXKFryrqApQVc+oHxP2+6bEm+GNelAdYjXmYBKrIyTYZHOZidrTJ+y2l4KmOdjRISSk1gPExDkpUivNex76zloM/69VV8GIMLNuoT+S2uUK2urriXHihy/Oz+PbS5fmFzjknLpcrrXjeyM5H320gMjU0cDyXXLEPMc59FZ8u64ex1dDmjS3hVoFaUhYNTC7u5HlOEyG+nZS+DBuBkP3j2C+ddFtP+C/M9r7dtjoZ0ITd1vmk0mQC15w9GkqxrqTaOr4GwHwig0XRFZAPpo/V+6ChO4U7D/zLe+DubvqEJVDXWTnFjjXj4Nfq6OieXrx4qe+++x58RyDoW3311Ss9evSYFxEOKbMZm15NQwd0eIhzDuB5D4MIXqpIhknFQ79SVVWSN0yCPrx78qzuwAZ04vygiv7rupEPinU9U6pqrfmk4/xiqePjM71+804//PBa745PdX55SR3WaNP6AMUhqSmgnAIN/TYoGV4SPeIQYhn1HMBSX/ZhNHFIMm3amZpmroYDmdG2rVr4lj4WIL+sHeALwEvcYsCRWl7iXB8Y5HPkByOQt1PwEtfyomn7Rd5Qn0Fb9wkaxmC0DS90gZYxlrEho77dwmE/btMdcMhs6CP3OcdORi4zf/rL/Bwb07oJP4w561i/se9oO1yPgbdNXgjwa9bLdqzfNshpZ/kU2Ybbodu0anbRIvtIJOtN2/fllvE00XffT/D0x7g9Fo9hpL7ec/zBtcR3Dgws4trhe/wZvi802lvP+nl+sbZYY3nNVWLR86KaFPeOBE/mxCmGJHnJRoYOch+ELfe9altt22rufnhhaptGdZ2UqkoiiZ/KgR94iyzzrbnhZttwigrAa3LSTqlSnbABhcjdmyp+orWGwSJzXSLg07CJzPDb4mCuA+Z/wLqYM7YZ+4Sw709oz85OdfzuDQHdHwJvCOq+f/tWF8i71QprHfdrUsPLSbJh8ePJ4pwOUOpTFePSB388+g8qDT6PrkI9t0v04nGk1DAuAzljo0CCJ0nO8rUJQ/EHVyylNe38q1exZvFFy3ppfa2gi9gj7snU6yfjSLFnuI6XvzbA+mmMuRqv02YBNVp5j5ulVgUJ3migbdNyP7Mmo9+52mhrGzOlVIMqZqp+/JmW3FVV6CSvA65vbpMUGiZw+1P2YhfO6DWsb/TFKbG4YJBbMBQ2cBtGaUTv8KZVT5V/rrXJ4pzbRuYity4g2VBGVDjjecR6NZfhtkYufak80XlG1ftZeRzI4T6QGI/1gG3sU+4Q3obsvEqJPSOxHzUz1sas5dm/kIMOLfdwO2+1AK33lqCsJ/i5AzM8Y2YEf9yu5R6PP1DOM9vBpAB7QQNmLTZp084aNejN6ka1afRF3WxOH8aB5geHOiBYOWc/XcwPdXiwCCyQz+EPGNMBdXOo95nWdkHN2BxEqukjeS7NDJ/WPZJGx+b7lK1P14BWlnnlFiCM5HZTOzXuA6nGNKAEQ0oT0JBix6bbwRqCRyHGVVW1Go8VP7SMf8a+EH7Htw6AtTM+UCg8vpgd4J/wDfKDI/xypAV0gTxjrhZf5OvVaj6ba4btuW1Dzbf4vcD7dRXjryTucY/Ps5YPZgb3b74TXCNRJHPK5crsLliWG+6dDXv1BmeugSniXjOpSkYNxULpF4UNbbr4BtCG2M9aK9p2BHx8oTwu8x3Bn+XyMv4g9fk5ASA+PPDfnMv/k9hSbt/RLg82qe57VZJTLsHnehfzXMz9nPicXtwmpvKBgQ1z/IDebdXuq9TfEvMpKrfScO+tGp9fOR1ntmKJkUs53y1n6QfzT242zjTF6hrLY19T2ZQfNe64Ow/ceeDLe+DubvtMnyYe0H6x9KfHT58+09dff6NvvvlW33//vV69+kqPHz+W61oOLKmuVVV2dQ4CiZdJv1zmrivFP+qrAUiqimr046Ev+axhcG5QxaGonhwiE4/w9Wqji/MlAaBTvX79Vj/4pfHdCZ8CLTkkYIRDTMNYmrZV2y44VLUTNEopQzJNEmUy5AlY1oMXpsRhuAna28CmfeG5NvRhGuAQugDur/VLGgezFix4cbM8gwNalP1SR+CF+tC1Pi+ALYigke0YlC3LmCv6mfTp/q8Ha2YKeTNXcyPQaW4C7VrXmbbYmPgPX7Y9GqhRyi3jzXOcM84DuTyF57U7/lxG1/OkvfUdPGkJFLQTmeVThI7rwcIH/x20lK/D47qOHLhD7j5pt2BetpnHYLnHB6WvPN4Z83O5xc+8/Hg9GI3LPcwP/p2HflwL+9W6A+xjY8YSbEHdr78KmqQKqEAs0cJ7nQJEPoR3vlFY9hXrvp3VmnHon/slgPnMZq1qXioSB+vK+taFcreRO9EQme9RH5TXHLA33HzlG0CpqlQl+q0kchqQuwy3L0UVmb8x09LvgheMOfM9ZCwHBILm81YNe4TbLq8ulQNA77mPX+vN6x/09i3BXAJCZxdn3MtXqHXCnPxilAg69IPwtKlz2jgbwOgy78ObkUvkrjE0aYt4S4cyKYt46YAfkpt6ICClRomgj/fFlCrGRzmhYAgqfnxqBrZlZO9xzWpA+6bBD43XD2AfWIDYL7zO4l7wHsHag194zyhyU9ao770UNlr6bzHf0GnD7kj/NXwgqaY/9aiR+WU7992q4bo07G+J8UwhVdhMgSbV0EbWM8p+mG001FHPdXZ7BqHxJwXrFxYjCmQd3jcgw4Xwuiuw0P6yTgaNnCw0Za2anSLE08xdG5ZBfVkSc3LxQ7DdQScNnCbsKCycKz8Fpd2URnsyUnRmypiDWM+MYX4XlnsdIjeb28PliY+XpZTRE7Y1/GTdRH1GzfWegZq9a5YRwYOF5qy9CEr0++WMgI9l7bxVYDZX27otMDVYHw20ZS8YQLlu0Z01rEPrZtqyXzlgMWe/MA4d8CDQc8h+duhfgeQ+WQQlEOR7w/XgkIDIHDr3uLBhO23TKNG3133FnpPqWaxXqZbwl/iJ6x0ZBdaWpuDs0lF2tdewYa1O+MtMoJJsKyHrUXwo7p2ow9cJoMiyT9FqE3lF2UylqqrD3w1jb5q5Zi1BHebTgvw8ooxPzI9gf6DevjkgIHZwdMSHdMZ9HRweDZgfHsiBtDl+XODHBc+HAPtxC99y7RpfB/zlvblm3FVKIolcqqSApj/2isuFmpcq62rnJybLfkpAZ1VAbD/7kwb0J/tQSRWUvDdAHVyHlxw4cjDH/8PX8mqpi8ulzs4vdHJG0Of8VKfn5zo/y3+g+upqpW5NBzzHaL43JUvJ8hxdEL1kOjJ9+e9I7N2ONbh/CExgq6KUk1d4rvEEM9fnRacvfoB0dgaDIIWDouw2CPL1c6EAYWF/KTp0OTB9z6VcaC++gWx5ZV+TetJwS3kiD5ZKUrB32Z0H7jzwq/HA3W2551L4sLJHjKgWZyaoVJ4hMw4JCw5dDx8+0MuXX+n773+jP/zhj/rjH/+oP/3pT/r2u+/0/Plz3X/wQD6IVVUVj66Oh75/PzkohwHOVWHXp4WNKvllc4OQhLySaFfRaVUlVfxDIG16vqqxWWmzqeJXws7PL3V6fMYB4EKXHAr834fGg4n2SY2kpJQaYJooI6POcoQ83ixDXGRyudcNGfrYSWHDdjioNi1NewrfcFhrmoUa+NaH2gmattVQb70Bc+QZuc2CgzM2XB+2et7lCVr4LdCn+82gTWm7j9I2xrJDbW+Ut2rd1uOYnRPwAAAQAElEQVRu5oxxBkwLXJ6p9X+F7cP2ZK55HgfyGtlFy7rJmNO2x7W2yHnBXRgcdtsCxttu4ZA+8oG45YUgA//1+gvoAv1t7B/XgnGN6G04IIfdBZj222DX5bim+KZt8QW0aWZKwddqeOFILnOY9gt66mm+Pi31tLEuc892LLNvkbsddck0UY6DcS0WW4aXabkf4EMOjfUOTazXmrZzrp1fCo54CZhzjRqPgZu5qrhvuHviXjNl9Qe/8eF8rTXBn9V6nb92v+64x5Bbb4NxUty/tIHdkzg1MZBuWs94EkGbpm40m800x39HvIA8uHdP944O5fE5MFTVlfw/0pz7QP/+PUGgtzp+914n7491xqHevw62Ymzu33enyEiTMfQDnEji14IYu4bxML6e32pLwTVDU8pWYyqI8vyFnVxGxJzIGQKK8PY5HKKcw5DM9yAIJDD2gRx/qE74pNEsNSprI68t1iBr13zrdQiaobyQ18ysWWjWtIE6NZgCAnUjGYxOE9TwhtBNtPM3I5pZq9KvZSk1MshISYlXiBSyJK/pDK9JwBprBjD+lJRYlwnqfhMvcdr5yf4br5PXiaFcMWjn4uitqKBI4rL4eoRkK3OdBQzC3QfrLDkroOBxQSZqHg9IoOhtUcuNLHRbc5lWZj8d/WBNCkYjloylGOikGKw7nyDBJ/ydgnIdIjDpawmP0NdkG9O6Won7M4ANJcoD3N66XF/2tLj+7E3NvFU7m2s2Yw0C880sr4mUGiXai7UgJQ0/yTwofbB2Uk2bdqaafTCCHAQy2vlcDi4Z7WyuxmAv81pLzUyJcQToI3lPi7Ll2VZjW4zJ7b3XZLsHMrW9ObZmrPuCBr7BTtPaRo39hvEb8O6j7ql5+rIPUqIvePdf07aazVTXrepZk2G+zvzMMpfRSYw/+qKN+So19FWrCTn92Ca6Ls/aVo3n3rRqm7liXszNNIM5sa+37AsL9tQ2nmGHfAh3D5iCI3iCQov4Q9w8L3s6x88OBAXM037WtprZPuNsYhy+9hWXz4AoOduDnfXaa1RVadcLIBwBCcqsM/y8MfpvRir06SPVaAKvk4oypa7v23u/nwGr1ZUulpdaXlzkX/kiAHR6ShAIen5xjvySc+GV4o9Hu1N2DcxMUrar0ndvvyjk/cel/XNzzYfBhv8BpX4Ut2ptJrXjuLIw2YCRi3kWuK4vQiaVUeuyQdUHk+du3KBIFYnK6QgpXktd9Bzij+06lD8vG3xk9zNAUjbkMtxQhr+W9lTuEQ3NbptOqTNNtXM3KxTebAHFu3TngTsP/Pwe8C338/fyD95DiidLmUTN4SZRyPDh5IBPke7ff6gXL17oN7/5rX73uz8QBPozQSACQN9+r2fPnsffCppzOJF44dyIM/5Ga3ZnP8TFQxkRVdmm+OEswMsmDPoKJFVVrQpEediJkaviX6a8ExL0udIZh4GLi0tdXCx1eXWlVfy9CvrV9CdRMCDlsdTb7VyGZ4iu5MiQFDyyEAyZ22ek1KiggW/iYNcqBaXOFPm1smUpDW1tQ8gQyAj/J/owBA00jMAo5V3qOmNXvlP2oacg7Ob6mP+kHONwmTEkxuYxjWBuIeup5/mRsI/KS2eTWg08B13XbfkqDsYzdAAH9GaKad3Az9GdwAfaT0SLfsZMre1SzgfuuVr6D5nlgUapaemzyUguj/B8Mnqd1hQEXSjP3XMrsjkHffiwbVpjv+FSsFZUc/2rHpBIuRxLtP+k09fIfc54kTo4OuAT4AO1vCj45SQOIm6yEeGMDfdbhk05COQgrP9b444AUL5Xu7hnUbQKpNOKm4LEvRG9hjxnHfeMAi6nyBJjF0j4ssZ/cy1iXIe6f/+IANB9wIsJ+0nNwX/NJ7b+X2b8d4D8v4S9f0sQ6NgBoBMO9efq/Otg/ptAkrJ9mKFH8xsyJsfsFKCIokdWgGRM1G0XEJCyzHbEPHMpzzbnWUJdr2upUeT96MZi4TiEer8yHBAycDWkN5SgwNdQqcFMCt8leEONZY3qZIquMtZQTGNH8euvYRNBUPqGpS4F7K6OC+jri4DabIOelLDrvvNe1rIWG67bjOu2gAcEnby2MpKsZ/3kF8ZYs4388uh62zKfuK4pYT012HdfddAsszzFPLXzwxA91C3sqOwUK8kvjSHFpkbbpS86jlpZbwtcSy5gx3Mp+g3esrwGdvXT0BZzuSuYj00b5pShWKPuw+Vb2ruPG6rLWKZzzHzFdG9BXDN8NASLfH0yFNfKfI2NghniWb8e5rEmFotWRuv9jL0xsQa8FmjEteD5mcRcRyh+6LO336DfEnBoZy3BB2OhOWeGdrZQ6+AH9lvsNj1sO/Vt3UeKtVXD1mq4N9x/28zUtK1a9hkHffK3Xg4V34Ah0GFZBjqlX6gDojOo0UALXM6YKVPGOW9U9G3Le1qmC/a3Ay0O5sD0gHGYZvmcIM2MIMzcQRfGZ+qy9+oZMs+5Zew1aOoZ99csfO55ea7iGWBqyGuwL6OED4ou/sAHbhPf3GsafIOtdqbwpT+0aefwBdTNZkr0l8JmxVVKwNetrM29u+dk9Vo965orqKpKVVWJLEPwybaNiinUIhOZ/OGeXM+9Z0uKn4rcUOzD/mDCH/Bd+ps+4PTsRCenJzoF5xH8udDy8kpXPEfWfHjhe3m8s4pVOnCFiVcnFOv0s5uiYlf4s5ejV7tn2pOFhmWFmldWxItRKlk8512gIqnOWglBAeztqe+kJ3ZT0fdKyLwrDbyHPzsw6GVxVvs75B6Kn3lD14wnyuzvWYYgM1v5rnS3XJTtxsLvpUWh0FDaKoTk5mza85S/ucVdzZ0H7jzwYQ98yl34YWv/Yhp+dqfUqOETqZZDhINAz58/09dfv9JvfvM9gaDf67e//a2+/e5bvfzqK/lXxR48fKgjPonyp1Q+VMXDyYcCP+x5Jm84RnhfjgBQ+NMP/EpVleSDTnKnSrx8ClRkRlKFTFUtv7ReXa11SeDHwR/jikPAasWW773TsO4UYVP8pAkUz68OvWhCVnjYoU7UB2yjR34RahgvvkmmbfDJPAewoOh6LgExN6F3AzSRm89wG6OZjDn1/D5ZqftUiknGV+YY442xM17PZ4rJONOtvMedEXZ37OMsxIxzavtGHjsxHtPdMf208vQ6Jl83I/rKdsWYMjxWI/s9rxPKnlcJrrFoOvgMsbhcD7EO2PbrTA2H9tYH//7eajiwN9xjvtdcl/zClso4bMvAHv1wC/Xrk358Z9S15rM5wR9/CnykebxctKrrRlWiXSV+IoP2iWIEgTg9OTgQ39YjguBgUOF9qF4XGc3ctdw5vJT4F8wWzVJy+m142WyYx4K5zQ8OdHi0YG840L3DAx3wsjebNRjY8OntpS7OT3XCAf/4+F0c8P0tIH/quyIIFIdNNMfkkRi9hCn2XPglMuYl0OVCqfawM08bLlfmMUVC09rA7Qxqi3yYJDIUnffAUHCFKqpLO6xFbS6POnkgLgN85Xsicb0F6lnihRNw/eqaemXkwI/5MDnpZ+xTa+oDWYddkaAe9TAxBmfYSynRpZHXWMPab5pWTWvM+xfGWS4jT4zLbUIPPijXNto01quVZeyJIa8oW5b6fiZUjJH+qZDZAXnIO3lF2YCw1lWACcVPZjw2FUO9bctS8vxy37keX3QVLQ1IrOcNjFGxZIockXK7bGfkY9zU6RrcBvsQlg+24MPfCEhmC0S/HQ/Cqd7IV2gDXtDTgFoJvybmYz+nVKux3y0Lar8bLfIW3SnwAdc3oTfC7Uek+FZQLWFXKUETBNg+suh70t59h8x16CdD6AMaM37bqLFhVLL9xraw0bAftOxXA9gLLMs2Z7RhvGG3xlQlhQ+SYEiug+/rPZ8Wmy17Z+tvkRJQ8tljQeBlwT7ovdDfDjLaISDUqp21anrM2lazNiOvf+opt7NZ6LToBbDXAv+qlu0Zc2zOFwScCg4XmjvwA+bULQ4O1cZYDrUIuqBs2UJub1ttPVfTzPHRDDTM0fNuwg8UYt5JfTlB/ZIfvqxln2XUtGW8jdHL7WfPw0EgPhRoKTf4qWka2qGPD6uU5FvK61L8FAobKZd9b2zDpVDYk1W9jMum5H/0kaqa+WTIHYo7AONhB5q/nZNbbij73lgtr3R5ealTgj3Hxyd6+/a93kNPTs/iW6JX1K3iV79ogKGEzYr+VH64v3wTrtkp/UwzL/hIcbMVxS9LGQ0Gcw5za/KY9yrcWJG1a9cbuSiWROamsizR1CVFlOltY3SdgSaEBLOdxmcbzp9WVRT2jQPxl0/jyDJXRtX35OvcszeR3G5/bZlGpjnf1bwm5Vm7q/Nx5dtGsmPhWqc79XfFOw/ceeDmre/ON7d5oFbNE2aEeHg3ms9bXuDuR6DHfwj697/9nX7/+z/oz3/+c/w62O/+8Hv99je/JUD0tZ4+exbfCjrgYFTzglrx0PdDvVt12rAp++Uzj4CaKvGiWkkViEtWcTyWHCRywMePl40qVeiJesv5wEdXV1c6u7jU+eVSV/7fH3hZjG8sSH7Gj4h9NdHUoDISPLaChYZKFIrcdLQTxtDDSLBFv1DLbwQHIH0Ive1sIwYy9NNRt408rqxF7qHuArGTx1cwMZgNRMVuw1vKH5rDUN8wjYyUOLBOoAmf6xKuuQ19ew6tqeCajV7nU+XFnulW293xYF/MR8U39uzEhRTDldCc0uDqUsYhzBM77of+mqZVw2G95YDegJaDecsB3Wigrs8vWBW91jS3TaPv1x0KcZWwU/NS0eqQl47DoyMtePGYta1qvySkWlVVAUmVJHj1dCNscTN13I/rbq0VwR4Hg8x3UV5p7U9X4bsIsLoFjUrCHQmUYqG7ooRSw9vAfNbq6OCe7j14oIf37+sRweL79+/xYjRXVVVac6A/OT7Wu/gm0DudvH/P/X2uIQjEOEsfnn6Hl00towsTfBWEsz61E32hm2umOToUiw3YvSmFVefMjBTFQbO0LnSogLEyZOg792fJNooe0tp8AWV3FjLzBV4HUx3Lc3lrFBxEuXSKlx+rRKX1XDAFdhxIiZdCo/G6bNQGhU8zxTr0WmrwQeig6zXMGmu8Vtu615+pQa9xHbDNxPrLqJRYAwEHG5JtAWUImqEbfqpRzrA11cdWVBb7qqit6c+AZwwUaJJEBvJq8PLYQtS4Lusl26VtmsB2YsRRh55p3862O3oeijB2eSCyImAdUM59b1gdGdSOyabDFr2lhm6TGo8D//p62McJHzdN8Xkt864zzA+Ia4ReodHG19Ww7UZKhvsyKglf0qlgIFknJddlICRlPnlcBmMTcP9Z5nraMs7U2/ccYlxlLOx7UWZM1kn0IfrGPfSdU/ZT5p2Hj0PPTgJhn/nRd6xHbIVN227b2F8WBG7mBZxJ5uyVB4eHETQ/IEizODjSAUHqAges54fI0Mn0QPODhebYWEBtz3+gOgd3Fuy/xlyL2QH8gRYEe1p057OFcwwufwAAEABJREFU5tAZ/c3D1qHm7M9z16PbEAjz/h8+Y/zJflRimj0oy0AW84bKczcFltlXphRpV8n1CZ2EzzNmSvgk+kiJ6gq9MXVEXOzjjTNWo+2NtbvcZhCMHPa4ZjK49zRFRX+G50C9xyXGQJf0xL1Gn6Tg0ZTkeUsbnkVXnO8uLy4iAHRyckLw571OeT6cwZ+fn2nJ2c/PJ39oISxUtHbKFswhxbifb3Dsg+Quo5tryYfJTlshL+kGcam+jXKX31b9EXXD4G7ULcMr9EbFnQpb3kWo+IERjH2VmXXxlxsUPld9VP6pY/soozcpxRhvqvx55O7SsGtM83XP3NBjKZoOwjvmzgN3HvhsD3xEw1907/mI8fwDqdSM1e7LqOukOYeWI14wHz9+olevvtFvfvdb/YGgz5/+8G/64x//Df4P+g0BoFdff90HgB5qwaGqrhuJFzwHfVZEbtbrDcEdQ/FTVUlVDykHfzo+pe3YLANx0rCOx0Q95Q4bS4I+l+cXugBLDgsrlP2wp5n8Y+qy+REJ1oBME4eSaXGX73wwscFJxU5xqLGcofAEReQC5GPSqOrxTbHbOtd5TB+CPO4eU90s32831+U+djW+dHk6po/l5Wv1JdD7ZXu+Zd7btHN/w+S366btfQ2NUI2vmKDrthDrJfhUDua8ZPtgnl9WWjXNAsx5mZ6r8QtSHNpbpXjxrjBpIwZsSYkyaNH3y4v/DtCcl4123mo2m8n3rbj3JLc3JEVZEWTtCADloE9HsGetNUHUNcGeFQdwf7p6xSesq/WV/HIQ91KZHN1Kznr0ZBBxGgp95R9/2yrGeHSo+wR/Hjx6pIePH+rB0REvRMyR9ldXS50S9Hn39p3eQ4+P3+vi7JwA0NLWQO4xLPoGM0JaIapYFlBeMjyzjk9/O88wdLTnp0xkT9U4ieBCg/HlQkU/KaAbfopqps6tOPZnbhfWkDsgaIPr47e1YLdo1tnNbd/I8pHL5a2cSpZKjD2vQwRW8GBMqczyRskv1YGkJhkNtGZ9GjPWqNFCDa/bGXXGXL7OXtOFmndAM6NBz7ButpVY5zlwlMtNct1Mlu8i23J9HfXlPsnyBlmLfdCWPtoss81USyAl9JTgKynWi4IigSZlH9TQmjmjG37ItImxzrBJHS/sje0hS/DJfHJ7dKEYUIqP5ivJ/Rh0RSHyyEJWwRqQoV22Mdi1fcbRgMRc7Bf37bKRGs+zzHmmwZ8E5xrGN8I6RouO+/A8K4aaQCOyDCVJleTx9cjzq1GZwu0SenVg0InxIotgX0WbHsjHsTBO9i2XSzvhQ/U/vnUD3MdeogWiO6skxhdgfHm+M4VfsNkG5mrjmy8taxK+PaC80IKAzGEEfQ7hAfwBWOxgV8d/H25xuMAGAZ6g5oHtEmxqW3iCO/47dO2iVab0y3684OzkgFGAflpk1mlp5zEH1DAtED6olH2RkDngW0Gr2O06nivhFxwy0o6g94Z6Q1DUnfBNMvCVesfRLHRXvOx7r++gm41f83NbNwvkrmlWRTFnU94SytYza0z5jQUGOib07/Gu+BAwzmqrjWD7sVaqPG/G6tGv2L/97DknAHRhnJ3Jvy58ubzU1epKa86Rnoe7SxVtbT9V5B32qNlA6czPASarNbxnGHsr1TRHNyfb2OVy+deVd8zBIyrPBSbqZNFAo0A2zokC8yUf0k5xkI+MfZdLXe8od43UrqRitNBxbyIgjTIK24ltYFvwpUvuu+BL2bYHDdsr1PweZOdwDRhD8KZizbGSfbH2NNkv6vuh+f76O+nUA3f8nQc+5IH+jvqQ2l19SkkjBH+TT7LefN5osTjSI17kXnz1Ut9//138Stif//Jn/duf/01/+uOf9Ic//lG//d3v9d1vvterV6/05OlTPeDlzy+p5dCnKol30B6beJxsNlWUFYeWShXlSolSkshd7wf6cnml0/7rwJd8GrRc8oiPDZiNV/xsbaRua/R1VAubGVEgc70BOySXjdyuN89m35fRczdTROVU7krKuS/bmiIqSpNcuJZP9c1fU/hkgYfUMf8AB8pxbLum3F9G6JY2A8UPGAu/3EQxub+t7VL5d0oMN/z+MTQP0eO9DdZyPT4J/7gM3AFlJ/k+gyn3WpN4GUutGl7qfE80LTzwi0FBw0tC0/glhhcmXqBSXWOmxnAF6Av7FXb8dyUWBFyPeME45BNtfxOoiSBQzW2WQrdkVZXbKu4nbHDQW3E6zgHatRz8cVDVX8G/ulxpRRDIB9AOjyUO2ol2Kj+pMDfT3C6p5YVwwZgOeFG6f3hP9+7d031wj0CQPzGfzRrmxnh4KVlx0M9YqyMw5dMnU93TyWaQjUNBMxJ1XpyDBrbNU8dUzO2BK+Wr5IzxpOBTgoIQuhWdkcxto6ZYAPtxKW0Ph4MjLtAQAWIEuV/rudeCXetFbr1p3SgvdkxT2LXeWJ9YS9eBpuUEIJpAy0v1bAKXMxoCDm3rtep6y5per5brMjKfwlbD+m/xcw9kgxy+mcDylLhHGsPtZtjMthr63YZ1cn0EUrDjayjWr7iOzIiJM2+XZdogRsqLaPRjfe63bZu2N0E/T9+fDfqNxxDt0QnK2JLtGtjGXrLcCB4Z9Q1ItHVd2DAPsl1sNXOFPPYJ5k1fRd9tBjhYHHWNkmmCJveRId+3Md/+PmDeObhd9esPPyBzkjPa4hQF7/IARE5hqwqVhG6BBQM/tCm2oW4Hkscj/yRneVC+/QCpH1OV6yI3n+H6EIX9kWOmkv1r+6b2g31JMKwNOlfDdWtZQ23bsjYL5vA92J+aUkcQqWEPbmmTaau4FmGLaxPynhaZr1fIsd0AAkIR8MFu60CRYR3rN41SaoYxUyBRFj6xfEp7f3XIPH/vqwECJt7mYo82Y3cwfxNUsRect1CwAZ3WDvSzyawciIF3297hjMX69iRjCLZyfgOsMwVqm3wpFeNlL5p+oMfA1zxr1gRpNnyQx9DlASauVcVgXe54Hl3xod7lEPy50IX/4LMDQHwo4aBVHBLdrfipPFYoydP3XLJfGAf9DTIY20ZqzR6QYgf2sxN79me1ZXz7210flOclPxRoQ8rN8JVFUeiFPQnR7dm25s2l7Zrsv9st/8y1HzDvq/8BlS9YHb3hIk4qcQtFOezDseaC/WCGAXRuXkb9eugJqnfpzgN3HrjFA3e3yi3OubmquK3uVUq5L/KQbji8HBzMCQA91suXL/Xtt9/GN4D+/d//or/85d/07//+/+gv//YX/fnPf9If//Anfffd9/oKvcdPHuuIF745h6uGF9mqqniOb4B6mOf0EAeHipy+ebibq6qKAVhfHGA2HAiWOjk5jSCQPylaLi/kXxdBaUjee72tsg2zMTvPVZZlzjl9TIiY3whXTNCrTiQfZjkYd9iMsdDxNvXhyEZvwk3mJ/oO4OyC/sY5THQH+bbdGBOiGGdQfLxDKV5P7newua8fZKFzvWmWUP+h9r+q+jzq/bnnsl3D5WbdFZnrAetBIHG4NxpeAJqm5aXEmPUvIfnT5JYXj4Z7zS8eTbwstDStlaokGdEBV43Dc0tgZb7gE+2jA/mbenM+ZZ41M6Xoq1JViZ9K/gejqqok0mYjPq3quHfWgSteBnwfOcB64V+vvFqGfMWnxHky9N3bFKxu/YkBotGFamLOLS9iC/aOo6NDxbeB/CthDx7qwT3GfsC8Z61q5hNrkreBVbei/xX3/CrsxMp0vynJBOH1tFWxYdgbdAwIyaOC5DToZibX5Vx9D4mXqQz6TD1KHdbDUE2bOrg+c9mguCWnHIm6oGNmSYHnOfIuZYza1znvcAVjbZ4XLlWq04Dd+rFsDr0yz6B+SbXMFLBmE9cyBxksr5VCzzz11DUORtBpGtCoiXappy7X8LQlGNIMmCG7DehHIIS17fsGJNZ502Pk0Suy1DI+95XH5jEpxpUkWeZxV/C1UszDtGYcLZj1mGfqF3v6bAZ4HjOl6It2QRvKIAHmlaIv6qB0IGMqS6FjOy3BsNymzKfxszJszrCZx+K2jX1puI8teC4p+nA/NMq8ejmzFOsZobkJqp6nrUACpoZ5Az6vSZ5bwUN7uSjn/vp+itzUpmy9UOsaroNmm17fXr2mVp6iomBAJsntXDSdIt+SjAPbYpNLzNc+s59jndlf9t0W7N9a1knU56Ac1yJhJ0Adtsocg4r5yz+JrKBnqZNBW+smbCb4jIYqo7SpUHE/rAHWdqyl2Pu53tAWNAbPggQ8h8Rask0MkSrlH+zRhzxOKWyShzvCP2yq3tsj2O/gD4GY/O0f/I4CiVb2P3aCc9bz+NClEZXUV40y8SHe6BO2bxlZsULNSKqqWnU102zWqgXz+Vx+Jpiv65mEmse45MOHSz7ou1z51/yvZJkcONp4L9+gVjFH7QzD+70UkyZjZqUQ1EEUB4HiRTshAiSYn56K/36ypR1DXLbBpPk8J2ZA8GdbFZk1rWT6GWBZ3Npqy/R253vafSnPbpuOAOC2KEp5OOSkfgGEXKzKnvnipHTVEYUL3+EgkrzGxs5CayhulwZxz5Ta/lr20jty54E7D3yaB36e3efTxvBPpe0tqa6TDD+8F7xk+iXu2bOn8rd8vvvut/rN734XwaA//OlP8S2gP/7xD/rt736rb775Vi9evtDjR30QaL5QU3MIqir5JbQjI13bqys/5qtEnqirgPj0ahN/IPD49DSCQOf+NTAOCquVH43eQNEtnndxFztHhhRl2pCimekWKJCibsgsMAYBDGUfwKZAyjnE+WcAe2VsW/QzTG012bU7rbytbqoHb1XIreljdG418Guq9GRugsdZ6rZ5Lz9LRliPkteJryvUazDFSwIvAbwQNvHS1xIQAvAtLwALPo32PWe+ReYXBdHGwdQZ9QfcU0dHR7pPUMW05RPnZjZTSokjEPcOXW6AuJsyVfxsOKX7YOwD9ooA0JJPWZfLJUHWC11cXurKQSDury6fcKLNh7OdWTNlhsFYai14eT48PCBQdQgYL0Hhw3v3ZNl83rIv1PKINxz2O8bjfj2+ch8lOjdQchqAWC7kutx/zqOGbDpriqTQhV5LVJAYbwW4OgzefjS8/6mWVKMBTQR/4Oi6m4D6aUIv2oSsjKrQEE6yIs8055PqT2XdNyO73syjvi4tkkSbxPpKnnvTjH4Q7SyDuo4KmvQy5EIuFf1Ca9QqlZfXTGfIZsiuI6VcN6X5nsi6lo823EeLLdOGsWSaUqaj3kyjjXbCz2mby4l+c3BnhsxjzjZSMm2RNbKNhJ5R+Exb6qwzg85Bpm2bqe3Gvcu9ar5p5tzfpc50psR93TRt33ZGf9tjkBpkDXNMwNSAT0D7gFrIxe2T68t6Mo2XFatQIKHjQtbzdfT1NczTManUWa8AGSl03BdjSdDczjpRaabHWHafWehnN2NE4DFlmfX2ANulL+t6bxiBjdw4co8hpeyzgYaP7e9aXhtGSjVzm4A9eCqjUgGsxndDyXcAABAASURBVNyg11Jy32QC+CD0oYlrpt6+qSKYUknsw0ZCRyBZh/ssX/+WtUFAvOWc5PVg2raMl3HH2muUaJ9SIymRKplQyBR7wTsLn3by+Wi12nB+WsOv5X11ZQdapwBThaVZz2ZhR38aIH6yHCanDrIBUJsN5CI5usyv6ec3J+hzcHCo+/ce6P4RuP9QBzy7FsjbJs+tI0DlbwttCHRgIKaXOC/WwDSG4gpWbccTbsNzzM8MwYeYjF77vGO+sB4UhCYKmP+7AUeVvoO184ogU69rD9Q0BxVQdDJCBcYTwUfmQuSszNN8j636XvYh4n5HnWwh56P0OlddF/1kSb6St5v58Mi226MffoJuV3x8ifasLD5Eo0nP+3oZFBFOkzVzOfeYc+uGlGsY1NfTTKmOlW/BHe48cOeBj/XAx+wYH2vrTq/3AM9kFViUOGg0HKjmvLgdHh7p8eNHevbiBQGfV/r9b3+nP/3p3/Rvf/43/fv/8+/6y1/+XX/40x/03fff6wU69x/c55DT5hc+Huq2J2hV+QFSRWBoQ1TIcF1VIQ9IV6uVzs8udBr/RehZ0KVfUv1FAZTz3uklYOQt1jLD+2vQXq/w8kbLfIKaH4DiwNueYZlhvsDlf0TcNv5SdwO1v27DNb/dYOfXrhdzvO3ael6lfsK7HXPzGivIWkUnUQvPQT4N4J7woZ+XEN9bDYf/lmBOS8C1bQ8UQaDgeRkIHfQJ9LQHC4Io9/Tw4SPd42B9QJBl1rZKHKh9X+XjJfeVKoaQYVmMi/vMh73VeqXl6kpLAj/+Cr7hAOvlJTLqOg7ZPknH4SYaYmpIo4AZDdJgaNAFNtx+7lW881RqGbf/2+Z7vAw8vHefF4J7OmIeLeOuq0RXHS8rK8BLS7dSx32f7dCXk21y4O+A+0nOlH1qfkSF1KBfjT+Y6As9B7F9OkZegZJsyXwX+x8f+FFAmai4D+YBZtZNMO46qJZEsKiwmWIjM32+p1xTdQ3oXZOhtzf1Y089DZ0pH4KdjHrrBxrqkvwNorpOMhLedBIZmpCq56ihTQrwIneNFllSw7oc0VJmraaM8hI8pYk6l3ObrJeSAzLmbXeElPlCrZfixXmmbMN0Fx7DTCnVILdPybSdlM23ymPIdeZTjG2G3JjvoW5j+RRFdr2N7eW+G400+1bMLSMJx2ewHGBYfXnVmc+wjmWFwqPLbRNLHHagWb/kFf1WUviiVvZJ3ZcTFCij2FD5QUCKsQwiq0ZhYKJfi7Z0XQ26sO3aXVC5Kwpdy41cWWzeZCfXs7+gbh5CcntAGmWId5LrDItNA2T2qWUZGBnGVYUoj6WXc1/gVFIjJV/jGaSl3MrrqWlm0B4EDNsou64NPQetYLBbgZLMG7nMkMLHI92oI6juoI8pbFZ03g/LbKCUTRHksbN2gidjbrm9+8vYxHMl1zk3Rp2audXsHTPNZgv5by4dHbHXg3v3H+je/fu6d3AknyPrmnVGYwd/uvgAYKM4DGK/SpUSqEBS/uli70cH2vn55JVHZUqRyaRodq6LC2WvZKmYS+bQz8xPywfTA7Nt7wZxVmIeNw6D0dO28wcxBAvWzAMSwQceQ9G8QxaMswlPM0s+EmiTBuXg6XsQyF6clK6z16dwXXK91WdKPD7jE5sXn0Wzof3AhPj2rNe1n7kQ9pD97+tiUfaSpZkbbfXtekHoIiJlSc9sjS/X3OV3HrjzwEd64GfccT5yBP/wavlB7AdkbEaReXcq8AQTD9iGQM4Bn+Yf6OHDJwR3nuubb76JbwP9+c9/IvDzF8Wvh/37X/SHP/xR3333nV68fK4HPPjjRa9pVFW+XJX8Tw7yYJpHIQcW8Vin4IS86p/mV1drnRP8OT87j/8W9Pz0XBdLXhDZTUloY48Ec+1h5dHvk1v2syDG7MEU/Cy9fL5RD+vzW/8LtcRRvpZ7gRsGufL/bIs60j6NBa+/DF5AQsw9pB7JLwMZ+UW15d6aqW3m0LkWfSBowUtBfklo1LR11M0XcwIo9/Xw0WPd50B9cHiolk9UfaD2vVQgVfJPKRP7kQ/qPnCvCLBcLZe6BL6/zs4vdRl/Y2upVf93tro4ZLu1rQDfcAF4J88JkJiVBbx4QLrQYeamlBv85f8m/pDg8VH/K2H3eSHwJ8Nzxt0Q3MKT6uivI/jjsa26jnK20YWdzGOu70vCLKgkXhKMBE0MxrBeASKbj6JN2V4+rvXiNJkjWvTU7yWZy0EfR5xdhhIgy6dxyhwIeyuTlsgpObkfw3zWo87BoRrJLqJX6rcoevtSabuvzpPckcdLkuyJKYqSZVM+RdzLj4EYO0MyDbO+RsP4SpspvW4r11rewJomrpvRQPdDO8GPxP3ChR7a7/K5ftdWjf1ZwPdQSrUytWzU1U5fUpr008BbdzreFpuWGS02M03J/IzydeQ612fdhmdhSuancL9N9KcYU4KfgqLYS+LXbS13eQSXKQqmhgumAS5eUJ6ymVZUA98s/ThkWsZFP/L95K+zpe2+Yi3Q2nYgQ8plxiejrHbzxqA2YaZ24d3PAKshw5Y5296F5RnWK/1t01zvPOuYsx3TApe3QAF3xf4TewUF01j2pVGMa7RpMc1oA4c+Ocn1/bphj2siuMP1xsfe8xLlxAcABQ1y8w3ypp0puexrkmwDW1Bt9YssOvWcuSrmub50LG/9Vk9VUtVUSnUtr/9k4cRGDJV2pMn0ksqP5eb93CjwGKq6UT1rNZsf6ODwnu7de6iHDx7FM+nRo2d6/PS5nj55xgeFz/To8RM94Fl1j8D/4eE9tTzbmmY+GU9FFwbkWip7c6F5RJ4GXsEGOcMl9S1HLmv24l+cfHrvXmMDeK7Ec4cLFLK4OtiknBfZ9QlRe10YktEnUdzNhoZlDVmhCIvfkRURrGINBdNnH+ij19ol11ttdbKr/oXLH+7L66x0am08hPvJXeAa+c5zvS9LXKKcWTTAqoYFhZr389X0DnceuPPA53vg+h7y+bb+5VvW3thruyGRTUGxT3Wd1HA4aXk5PeDTnPt+qXv4UE+fP9NXX32t7779Xr/5zff63e9/r6+//VbPX77Qw4cPdXh4oJp2KVUSQR7xEy+l5RljGajEP6jr/A2gi8tLgkAXOucFNf938Ffyp1s07xMHTA/VY+8lhXhjNnLZSkYufdm8t2syACb9WjCdLWOaFn+V/K91UKPvysO80HHEo85UNupN682DWCeNlBoOtYCXAN9fPiwv/Dd/FkccnA9k2cK/Akbg58njx3ry9ImePn2qx0+eEJi9H/U1h/OqSvEq4HtoCwzI5Y4X+RUHmKUDQBcXBFdPdXx8ovfH73V6fqaLS+4xgkTjvUPDafJkjLjnGD91SdWkFJWcj0wT8iT/vY22zIsXnNagnJLrreqDFfCnwYEV9/mKA5dhO4ABdTEz0QDAJ4gBIZkzYPvkuQq9jrbyAQ0zGCWZQakncK5FpYu6lYNRwEGpvRDjcgv8SCOaTwxRyrJg0Orr6lz+YrntGTbIONzLFBazqDLZyRNXZRTZZ5aYWgr1CRVjpJgKXmEe1CEgwUwT+oM98/TKddU+iHUesN6HkVJNR9VHINGdwf3T30d+TiUCMyPGOm2N4UP2E/1PUexs97evnywr+qbFzpQvMrqJ5PEEM8lS9v8gcZuhgPcpkwSXMdaN5QphhQaKXBtGr2SKj1MP8XxOjcfGdXId9zVKGiDaKv+UdRAxqSz6QO62BUWVMqmUBtrLukl/Qx1M7rtXovzhNPovt93Toq8wmcKau2XLZN8MUPyEnjNKyf4Lv2Z/pqZV4z0vKPys0WzWZtStGvim1BE0Ssnt6ux7MVfsYZYET+5uDC+MLvY4hCVZ19cSmsdBmyhXsqms1rlpZie5fc4jQgOGOmww38ScGtbIggDQIWfAo/sP+TDiEQGfx3pCwOfJ46d69uyZnjx5rEePnujRg0d6+OC+jg6P5F9xbtuZUl2rqpJIUqV+SFWmMalN7DtiXkaCJin0q6pSirmkoGRhwPXqf6iBK5JCEX2phEkS1nIOs5MYP2OOx85WTUWpYp7ATQ2VH64HDcrz5ip4nBHUOlvKFgxwzc3I3hiUp0zC/rS8UyxVFudnaJFosnZca7mpYd7wiEw/D0N/fhbtmIheIpuOY0dpb7FvtLduv5CrQicMguugHraSWXNuByWZ+yAw9UGdO4U7D9x54IMe+Gk7zAfN/zMrTF1XDxOteTTVdRrKu4x/NazIUkpKHGjms1kEeB7zUvriqxfyt3/++Ic/ykGgb75+pecvnnNAeKA5B5z4VIoHuF9E5Z94HlY+A6iq6LeSNsg7Hp5rPm2/vMzfVLggEORfWVmtl+zBXQZ6ToxCDBuW9sGYUuxT2ai9P3d9vWkus7ej9/l8igfh57f/qf3/47fH/f8AaVxTvtZ5wJbl65/LJbe88IVO9VxvUJdYvXHQNzUaxUtA26olyNouDjg0Z7R8erogkHr//j09IPjz2J+ygkccuo/u3dOsbZU4mFcpcfcoYwMF9CTfcx3ZGqy4kS8cADq/0Mnpmd69P9a7d8cRDIpvA1HvA1hS5aYaFnkuRe6zI10p9gEzIS1Z8VKhyDm0NwYvN02qmWeSy9FedMEbhw+/8S2gCAKtx18H89/+yjcysv7+p9zRhqZ9oi9kQtZ1bmt0sr2OYM4KGw7sdOgMoGWH/or+VgS9lgZ+cXBsubxQgCDZxQWBMbCEt2yFjm0yEsU3grDDDMgZg51VS4mSE1OVv0xh/meFD5ZTDJ15JMYg8AgpZJlzAwFzIceGZwEXU5ryISMbZPBjKlYyTXjgGrj+aQs16+dmCBsZYy+5nBBMUVGusUWPqYFm+EW1IEUwqEHPdQlaA7eD3JqsU2l73Ja5fY18FzNkBblOsQCm+pUU99Y+Kn5GeYdeh0Thi2D6LCEqsAjeBHShW8EVmWmPNKU1monxJpGRGmgNNewnw3yFrSkokvaPi4o0AT3oBjh4lG2gv5Ncl0VTYyPvdqNO1tyXh54rYt4wNgG5lqjPftutGRvgKSqrHpBIY72YZ+xn2Erc+N6PU9Mqr8Eav9qfiVYF3HIMcE07hKQibzAFjx0Y2lW5zmWD0m5K/X3VNLMIKsXzYzbXbN6CueZ8eDA338ua2SL06rpVPWuVx1rTF6hmShWUDxRq7NXMYda2mmNjQdDn4JCADh9E3Cf484gP+B48eqQHD8Cjx3oE/xB6/wGBoXv3I/DT8hxr2zl+6O0qiY6YQgVXSaxxXfvZKB5aIYeHJvSaxFWoAfO1DYqqseLksswklCMNTJR+WsaF2jJw3XbHs8Uq1uxZFzOKeqFImQV5TsTweZR0WvOcugLxfMEICQVbhHxSmnRkn9A22VM1jMuT6n3WS3Xnr3+5CchjgYnThelOy51isWHNAsuS+y+Ca5QHUC/L/uyNuuHQrpf1eiOJJ3L/fBule7mxm73Vnuu0F/NGbmbOcNNCzRfkGcaQi2gPZRkndDZmAAAQAElEQVRzRXLFdd3rkqx5l9954J/YA58wtbs75BOcdbtqTXWBVHtn6jfb2Ah39rjEU3cAL53xbaCH9/Xi2dP41bDf/v53+v777/XK3wJ6/kz+W0CzOQ9/f/LDQ9yP8w1UBRWXkpTLPPfjpWzFC1gOAMWvq1z6hWzdv9AxIA+sH2MyZUwyzEvxEPADBE1KpIGBj+QOfyrC0D9Y9lPnPG3/06d+7bL8dJNf2ILne4tJT2AX/RrcbmU7RpGaL2hU1m6+rxolDt0N91bDwTuCQhzE23ahQw7Vj+4/0KMnT/Ts+Qs9f/5cjx4/jv99b8FBu6ZNFfcVgaBNFUe1DV0a3FbyPeEA0NXVSpfLS4I+BIBOCAARBDo5OdHZ+bmuLi4JtKzRpZXnRvtIUz4EYxbjZt6eUZYW5UwtD52UeBEw6qAUaSVu2C73ubriHjeW0A0y5L7XgceOgHGtgO0ajJHmTi6hjQq5gz6gI6jj4I9p54M1oHHur7dpu52DQEv6xSdL5r+8uFLQUjbtsVot6WOJDcaRdxq6z73D5FRLCeSC6zL36bnb7uLTrTCaPY18VUZx6cWSKb/d1m124RaG5fuoZVXvqQQtwIVUlb5upkXflAaT5DZlfF2s+4paj2MXiCN5HNZxwfY+D4qFSx+fSDtW+6fAo1TMS4o+IZHoOmhkW4WQdJE7c902EgszA7nHz5gSsP2g8Gl4wUZH7EeJmoBtVmQGZDdZfSpz+Sb0eh7rLqLqpnZFjtJuu90yKmNi/GJu++B2URVZ6cC0NIcn5WoY2zKiOq8h+y+jVmIfjv2bgHdi707JPszI/YsX/mjcZwlafJx56yVfB1leOQfix/UQJ9jE+kgpqaGfpp2pBQ7WzP2hAc+ExcFC/sbO4uBAh8D04GCu+J+55nP02wgGVXUrPz8CrWWLvt1R/LrXEc8dB3b8ocOjx095Bj3VA3/Lx0GfB4/18N5DWefw6AG272lOwGg2a5UIJGnyE75m7x1FG1j2ej+g/MQKyh4+8JVSlZTwRUq14AbYR+p/EtSAfFxiIKSP0/1Irdvs8dlnthKDrDJPHs8f/DFSniuU/ZyyDJU+RcOeL+S2HtFxE5AATusFkL2pt9WTvSrs3rvyW9V3lT+xHAEXjz0PPj8wbrNhv+2rDxvTCq8vl28ZvatAjMGqAdohC3ZPtt2NV+oepalo0qCw0aq2UpGY/9fA3SzvPPCxHri7Oz7WU3v0UjwRtiuyyDuP4brEQ1cBl3Zx7QLwcPYL69HRkR49eqjnT5/q5YuXeswB4fDwSC2HioqH+CY26U5VVSlRln84A/iPQW9MefD7wbder3kJXOmKT9yvLpe68sshL3X+NTDX+2nQ0daA5HRtUFksf2WhZ+/Il/KAnf3T0cXD/afbYaUysS9tB5M3pVh47m9H4SZ5qFm/R0qsfxDynPnWMKIU9Y2SXya4d1o+RXWQ5/DePT18+Jjgz0u9/OpVBIKePn2mB3wiO58fyAfuqqIP7i85CLRRfJi64WDdgfV6w720JsC60vn5pU5O/Gtg7/Xu7bHev3sbZf99oBUBkY77LcYyybCcS57nFCH1fAoQUG8btnVxdqFABFgux785FIdKFFGPhAM8TqIsnIHXYBX7QNcHc1bQzGf5iuBN12NFnb/pE9R84Ir2a+ysteqMDtpRznTUXeKTggt4xntxrovlOcEg0yxbsQ95Th3jxAhDnox9dy7UxvIOuQufgqndnXY+lRo74k8vDlfz5qYxjIr6m3Sn8ilPk5h81c++1Jl+PjpsFgjevWRqmy5VZDeBqmhTdE1/Cmzv50QZm+fjfkrZ/IdAm4R+Dz/zk5+3CRk+8F2qCQ1r1Fkv5OgmnukpZOxDUClTs0lVNJELmVN/oUvpV0ljOQ8jYx8YeJgEriWEpI75dtQVwCrPncpcwJsVIjyb7Kca3rQgiQZSbTeZpxip8KYZKXxfeNNQJHOwye1H0KnoSInnREsQKD8n2gjezAnCzOeHmhMEyhSeoND88FCzhfmFWnSaWaumaWSazNetLI+/9XNwqMOje7p3/74ePHioR48egyec6x7rMYGg+w+f6P7DR/FN7/sEf47QPaCNP7CwTa8fBh4pvlEyfKukCllkPvhpw3NqwxLaQJHa0RCnCt/nIFBiqhVQ/NSRT7KUJoXMTsxkwTSnkjSVfBY/2BiYTzXDOqStnymGnytIwgjioL7OyVkufWI++mV00Sj7OGObUMuPvWFUIduffap99Wau2y6WSo2px+EG5k1H9JKeaPBZsTJqfjp3g42JeMJ+hPlt7e0Sza8JkN2lOw/ceWC4q+9c8ZkemD6YM8/jpd9w6rrurfaCvnQTKZvxbNbogMPGgweP5N8Ff/mSANDjRzo8PNCsnaniYOPADs96eKmqKvlnw4spj335ye9AUEd5jdH1esXLG5/GX11pDVbxorfikODHo3f4AsWCiIdbGfIupSNrQ0jmfiowc5e+iAd8Ja4ZsvDviWsDymvsurgstN2am+RZL+UVi1H0uvFg71pPO+5JFrQP0f4WkA/U/rtAh4f39ejJI718+UKvXn2t5w6yPnmmew8eaM4nuqmupQqbqrjNenB245biU+eN1n1gdXm10vnFhU6PTwn8HOv9+/d69+49AaATXfgbd+srYjBEGTwY5R9bzVyfc492QNyRhusZsmLsodJhY6Pl1RKbBFEujQvKV3Ffa8XA0It20EjuD5u22xHA6XzPO3AD7+CL94DVckV7UGjULekLGQGa0BmoZRlhE1sd+gUr+BVB5uVyrSVBr1X/TZ/4BlAEqxgzgaAlcJ11O8bkQ7rnHGOO+WfOefaBL22ZmalrvgD8+wJfwMxNJnB9zKa/DNfUxpmMHDNFL6/hwmeKOFLRLTSEXygr/WLOji/31T4a9eWqfYmx2MbPDeYVc6lggLuLcjDISnI5I0V9lmcJ7dgPhNx1cX/iC/NZK9dkHqnrUkPRfM39XAFTl5OsjSloBYo/g90p9LJfGYm1zSo3vTbgfnoxP/MeuxVvAjr2Z+JsI3yWAvZTg88M8yjJwNga6m01wNrtKTUk6kLPVMEhHBK7aebLWCiZTfSdfH0TfTW1mmamhvNW6w8N2laLdqHFYqF2MdeCDwkWBIUOCfwsCNTMKR8s7umAD+4Oju4TyAEO6ID4pg8fLjzi+fLg0VMCQE90RBDo4PBI7cE9+lho3izUcO5LBkGkOiXmnRhZD55tuDpvl0i9v0S8xw8kl/MjQBIFK0aZrP8j/YmnmB1RUc00e9tyHA3JF0g4kHSDoZtrbmiA2G0M5kDperJftqU8ksTDWR17u/mCYW2WJoXS3D1APpgmTWQ/5gZb0iz6iLy/ZB/Q/HTbnosxGqaEL8Zy4bgDvIC8TgzUSo2LwU9lFjAckrlrsKpxrWIiqCe8Wd/rE0da1GPSC/dAL9yvOlTeMXceuPPA53hgcrd9TvO7NvaANzPDfMboVr9H7spyuc9H1V7AXpdq+fDhw8aDB/f16PHj+LWVAw4fDg65rw079YaHelVacRrY8KmQZRZVPsiYsQwMgaCOwA+bP48Anots2/CYgrcyZZMeZWiF9uKebOv2ws8gX8rOZ3T9z97k1+Baj8HY8XVeU67oOE9luqOS16Sr0HByvYsFueySOcCBwfeGwQnXAvm3lfxtN9PQRCfqoC2H+sN7R/HJ67MXL/TNt9+ofBvIn9Aecpj3fVhVHJ83lfy3fzpOb9xOcRD3t4DWHLD8q2BLAqvn5xc6PjnR2zfvchCIYNDpsQNBl4zDbygq01C55zruvxgXow2ZqWGh6wiSLC8d+DnTKbYdXDomwHT67pig07H8LaMlwZaOQI1tuWn+oh4GSGK8lnc4IGOtXF7FmByEieCNAzgG+8OKPruBRw8+2nKiDjqUN72tTh1t3G61WmpFAMhBIAd/Lhibv/1zcd4HgFwmILTqx0tLhhwDhTplnsvjAg7LKyXyyLL4J+VcitzefWXu4/NPGITNGxjvCRxTilVgO4ZFpkZeFtbI+lkmVVK0gQzU/BeAOwIkjLk/Y8K6uAuqc3IFnBsbsP+YqZ/HvsGzEFP4v6I2KaUGmAKlkJGRdnjaoRhy70cZJRhU0ZL21jHnpvLPwLjwefi7tvqURbBPN/sk+8p8zWwSbsQvva8QkCiT70+uM0qtecPlQuHZW8lJjIMEkxMqifNXIAJArVoCQPE3eAj8NOb7QJDPZ4vDQx0uANSBoEMCOveMo4d68PCh/Bx59OSpHvh/93ryRI/h73Oeu3//AcGiB5rTdj5v5W8MKbUS60tqGIuRoGnyWHCZPWIy3g0abPHkG06DEFIFUrWJVesWLiNipZFbALkpZdM5v0nHhj6gcWPTXEHrSGTMbrgUuZIc+QaymxDHJE136yhz2aSaCdZS5qHInZCafDbGLpOnj51CYbfS2FOeV9/SBdh8rbYa5AJ1mfmC+dTmwMOU5x/svt48VMvH6nFO/eRd3aMY64v7SN/cHjN8ibbVsoLrQp4ok4KvIycrAthBBv+T0xc19pNHc2fgzgO/pAcmd9Uv2e2/Ul/TDcbuNqbzT/J+Z0mh5sXLVs1O2fqwcXigxaLVjIOCf7c8+SOcUOKhPwn8dDwdK+QV9Ym2bm/9pq55LibVdaX4A4Ap5X0caqbzQ9hg5zePCcRJZEq9jmUZfiwYufRl8i9t78uM6p/FClfSl/Lvgtt8GOOK7DYt6mJ5oOi1GLNARgoxWQQ0kHutJg7QpixcNHxY7rRy8IO1zRJ3Crnr/Y2gBQfwBw8exDftvvnmO33zzdd68fIrPXn2TPeO+HR2NlPF/eTzaMfpjSQjB4E2cgDIgQ8HgS6XS4I0Z3r77i1BoLd6QyDI3whyYGh1lQOv7ry/+xiLB4/EBgElBsyBn7F2wHYvLi/D5vHbd3r942v97a9/zfjhb/rhxx/07u1bnZ6e6ILgkwMvGLBB4S2oE1ZtG3sCHb2ausbU/XTUe7/pqJd564SCtwBGizG7PvmVIlFBIXwMmxN9wGTbG9lOgP1Itofdjflw4mYyNtunISnMQif/h7pLeTpwHSjDMm9Y9GHY8qiVOK9aYoy9j/Uf5q73bElXM1Rgmy5v28m9ZVmVyd7ceoYrC7V+4Qt1/X58qtRjNbbbuZ+PAXOmodsbsL/i5PlMh2e/TsoxgRRr05ojZx0kZc1DVbSCd/0UbpkRetZhT5Ip7XzfpCjXNKoRN9AEKnjxYx7yT5o69gG7umCcZmL+FUXTDGlC4V3OQK1PbC09t0vsR6OXu8OezaTUFWqpefdJL1yvuFb0m1IdY8vUPGiMmVIEieZq2rlazmj5vJYDQoeH9/jg7qH8N3/uEww6vP9IR0cEfhb31M4PwULNjOBPAk1DH0ANA0keQNA8bMqUzA/zdQFfIiZ5Y4VEufAuF+yTlTpTGzPMc0+PbAi2inkoIf9yGeOLTiLbbxYVxfxKddbtykMhxHlwXMGxVJvNcnOfhdxVHjdtowAAEABJREFUNM2Wcs7SEEtDqS+Gwk4W14tnoE10W+PfUfwCRQ/DmJricTcUO/uKgayh+fmMhLIoD0pmeiM9seTzgZE0OAozlFncMPtSDIbhQEmhMZ1ACO6yOw/ceeBLeSBuxy9l7M7O1AO3udZ1xkR/q+gtmm0SWdO28etgc3/7p51xYOCQUCf5XcwvVV0EgDa8Z3Xyr4CJn0RlXVUEfGpF8Keug088raqa7dhPLEP+Sc7kBwI7b/CRIU7okKL482dlx//5e/pn7YFLlqdmVxq59OvIPR7jptF48AX7dErb0CEjWc1iw7zhNesTGaucIsEUcq9tH8RGvdw4cej2/XXIp7dP+GT2q6++0levvtZXX73Ui+fP9fDhIy0ODjRrWkwmcasN6HyoA/5VsMBqLX9T5+zsLP5HsDcEbBwAeutv6pyeE4S64h7bbB+1aJ/tcOd5cAbjdcrfqFlpeXGhs7NTvX//Tm9eOwD0NwJABH/+9je9/uEHvSfY5G8GXfpXq9ZrDLl1RswSm50nz+EzaPAIy0god92KsXWA8VGFKAzkbxKZtTcBm4H9G3YRFwqLNTekexq7n465YZCEXTsOuRiDdYW22xouF2p5RsldS3v0MUSh512m9PFp7OHj2+zTZI77xLWFkz5QI8UoC7VGx0E4lyvqKkRTTObsX/egVuzj6n/ctme/DGEgcUk+wtpkZh+h/StXYd4xwkKj4Gw6y573euea5TWPbLdMs0S9BiAoKdSpLW3QCTuJ5/fAoxTX2NSoRBUWzBuw/0jJPjWujTnPZV9VkSX8kOybHuKsMvgLH/aO2bLcxX2S8tawVfOphUQDA0Lad194nJZ3/R5mnpsYbbfzdW7UEMjx86SJYNCB/OHCweJArX9FjA/y5s1CEfCpHeQxcts8tx2eDkm9fe8NrqdYUhSrvpRpZR8CJ1fwuYWsFu6zALgMiWQ+nzSjyHTco+H+MnLN3ynfMAaGswmfwzCMzMMMybPIBc8zrxlfD+QI4ARBgTL5p6Tc48e0oJfcyV5lpoE858wI/pdIzJdUeuq4ujkxK5L5AL51sejFghkKX47JQ8FPdGBXcXvHdTFfesnjyHnI4ibrPdbzIb/L7jxw54Ev4oF8X34RU3dGrnuguLe+VkVMZls22fekUd8vZ6vVSn7J7NgEjQ0vVFVpDe+HYsVT3w8/U1dV7KwtwaOjo0Pdv3dP9+4f6ujekRxIattaTZPYgIGVC2IMzgpKhWmRmbr8c+DntP1zjPfXYzOvNMaz48JBTtXfI13rf2d8nzSmrbbXLIsFHea8qn0vuGzeNCrIuIU498RxKF4cXHZ9u5jrwaMHevLkmV59/Y2+/fY7vXz1Ss+ePY+v8s/nB6jVqqpK/uG2k//WwHq94d7stPLfBFqvdMW9erW80gWBm5PjE71/+14npyc6JQjk/x1seXml4RtJqrBZcS/Wah3c5Z4VP6vlWmfnFzqm7ds3b/Tjjz/qhx/e6M2btwSC3oN3ekeA6f2bdzp+904n79/r/ORUV/TpX63yxDx/mwtg094Kniwlv6wYif4TLy5QCT5j+JagA2SgbdAt6Ntm+5VsV/wUCjumyfWqeqn1Sls3drmvUnz7Zyj0jG0YFHsCd0vyJ4Z7kNbM0fKh6VbPg/Rm5mN652W0GLD6FJ5s1I39ujpEkdlDYBDCh3zUj+KXyOiDtNeSexsAw3KRh24aoBVii+D+8ZLnbYgXHzYCDRimwuyYaKxRZmnqGyOx7llBsNQLoBOOGdrZFPJSdieGyyGO1i4NsDiArejHdtkTglgrAhxmfq0oE2R8AzswCJ08Q9MpystwL2P+OJaEj+ATkYvG/gaDL0LVtjJy8CeEOQtfuS4XI/dQjCiQBV9hEj1Svn4wJPET1VCneC7AWGZ4nZha3jm43deFDcabeKNNTa2mmbGXz8GCs9aBHPw58Ld9CAI184USQaDUtGKyWHDHRhN8inNfDV+zFSL3nKJTRH1KjJ7GlKgnF+uF7pFWKj/WqZCXsuAr7f7Y8I7MIsPinnYxcRcMV3wBfIYpNzHG3vP8nafEjEGdCK5CS9lUlIV3nOqx8Udynn3fa09Kw9odR2Fgclch+9RstPGpLffrl5n2dvuxezZxOck69r8O6l3L54Vge2PRKvzWC34CCVvRPolbJC5FzkpNoaEUw/BwjSzZn9f7xNum9mncye48cOeBiQfubpmJM34uNgd7vGUZUi6Pve3b7GL/paLjxOFfL7m6uoo/rloCQWPrfJiqqkqJk0BVVWztGyX4BS+19+/fl79+/PDhQz2Ev3fAoYQDiA9Yw4seq4A0mhy4rucK7Ytb27TrPhfF3pR+rq2fs910fL8+ft+1s8z4NYzW4zC+/Fj2WUXm0xlIPvWlyKPrfOCJI0+fmXTcK40W8atgj/TsxTN9/epr+dfBXr38Ss+ePosA0GLB4R1bVYV95XvM375br7sIAPm+XK3W8q96+V71r32dnBAAOn4vB4JOCdBcEtRZLi/lb/d0/UtEwmbTvzgkn5BYxiuCSeenZ3rz9q3e/PiG4M8P+vGHH/SW8nvsvT8+1vH7d3r/7r3evTsmIPRep/QVvwbGPtF1OdKRsJ1RK2E73/ON3F8bfdZqkCf0LDMfoK71i0xQdOCjnvJAo9144Ba+Thp/gifDtJqqVqprtWBsn+iba4MCueo8ZA0/LuMLUha5XEBfWVjyBLMLRNfSVMcjvqZwg2AYxXZ9TdGAXE/bbdjGJyrTcRSe6mhSwVT9DF0nfgqF/RLpBnNcCkXHrjf29WV5D5N9Kr9WWbjXg4MhDU8xizKYEU4gp5jk+0Ipr3EKJNcgDyfZVRV6GbZHAZtZR6EDz0s8OW1dm6Uu2EqUkmsrtJHAk0vsLwjkH38L79cGj2sL24t7q+rGQu8wz9cesK8N7w+p9znukOvDTzuGoo6GmZopCvBmsU/ierDHD+OzxJW2iGUak6IPSkFdkzXcbuDCjkthnbNV1otSvD/778xl65YB9kdf5wFYjzbuMHgHfQx0bZjgD08iuFKG7dMoz3U5F6skAfFTyUzi7FelSqWLpO0fqkKwKx+2VWo9BwNWRKGCfH42WPo4EzvquZjzMNA/M4Mn83pRTIqr16+ZOiXVKeED7luZGoKjQZ+b+xLAclisJ8ZG3256qcffxRrpBb84oXcWM90yFPMd94PhRQ1LxQfSOKlecSqYzr6v3iLWTVwPscKheMySGp24ftAhMb6BH5i9wqH2jrnzwJ0Heg98BvG9+BnN7pp8yAM8g7ZUePdRhre+vqpnb7oIV+sVQZ8LXVycgnP4S61WKx4mZVPkIeOvImCOZ78qOq14IHpjbZpG/tWWx48f68njR3ry8HG8yB4cEgBq/RKYZL04p2gyAps2sLmV/KQIbEmjpVt/Hrob22/3cle6yQP2+1C377oNlb8ixuO8DbcNddou9OyBxD3BGYf1GQfxq07+do6rY41zLySgWG0hDdamXMoUO9w/bbvQvQf34491+m8BffPNt3r11Ss9dSDowUMCRQSCqppmVQ9pw8F03QeCVgSBHLBdXl7Gt3hOCOQcH5/o2EGbsxM5MOS/67Pi3vYBLMWYyOm+I3CzvLrU+dlZ/DHp43fvCPC81fu37/TufQ7yLP3HlM/O5QDR2dmpzk6P5T80bf7y8kz+O0D+hpEwnmIvqNT4235GSgRdauD7v0VuiozATviJetMxUNTwSXYLekrguG3cJsO6KTVK/sf4ISSXFD/mAtgNm/TTuL3bQBNvLa4P5ciSh51BOV8XGL+hQHJCJzPk5g1Yp2t6kzrX34qbdIdR3Np6Wsnqw/t5GizJSdVNfVhlt263bB3D4zHMfy7Ydx1VGEfJs+AzbA1DxN5nNP9lm0x9tskXJ+Y/jmKYjlcxa9ZrcwpZbnXfV6xdsyOqkZ1wYZMgkIyQhyQ4zDll3xcxlBT1hUbhV5TF0injGdxqxnBFl+dldh9CbTPW2J/2t/cFaOxXUIWVUe06Zw8ZrjE1Mh9d+OYzLCrU/Bb6K0x/pLgWsa9NdLaaMtY8Lvoiua5j/880L6voO8ZuBT+bDNfl8tA+dGYUa3qjjtxtDViSZQYsKVnfg4SmWH8V0opSRSkjKf8UWkURXxdBlEWbntlL8g7mfOcW2av9ycKdsYjRq//pwpH2lQUdH2ZCR4dQYOy0T1UlTyKuVaqUhucbXuLZUicoUPzQwMrBj1kxW+hYs8vt08AmaVdzWu5wnlsaWT5yufzL5Xks+cMqu5ihkTwew+Mo1PztGKZd365XavNl6FuZBJwVDdPdskfcr4Ot57p1Det/5ACs/i+AuyneeeBTPeC76FPb3On/ZA/kjavmoeSgkJ9keZMshte80HYEfS74dP9Yb9680cnJsfyS5xfLdbdSfmZWihNLJR6UG15E1/IL1sHRgR4R9Hn58qW+/+47ff3113r24rkePnygw8UBveYDifwI4MXV1P0XyD9+SgywYESC9SHQwISb/wTsf/BEH+7n1wiG7LkP+DuOka5zYkxmit/M/9rgsX3emG5v6UOg7Xb+Y88ESFes2+ARuq4hcJFSw62CHS9yQQMoBO1YxoB2vn8W3COPHj3Uy69e6re//Z2++/Z7+e8DPXvyrP/D0A23XzVggxnHYR10cgAofwtopavVUsuLS50cn8a3eY79K1sEcs7PzyJQI+5amnKvrwnurhS/9kWg6N27t/Lf9jE9PjnVOTZs07/6KQ6+nHeVv31Eu8srAkbnBILOg4btq6U8f9tOzC+CL0R6GwIwPig3PiyDkHNYbvBJ5pM8f+sYltl/KWXfXedtXf1P1dN+IfYlE8zj+woQOCrjENfAFco/eRvKbXOe5bJejS7UvdEczlLLig50zyHRGtGG6s9L2yP5JBtuarhRoeb70XsG23BlHrG5EZZlzVFmzkY/F26PTUz7EhjiDriOrHdz3nFNDTS8Gd5oY3ec6F/TtcyY6rpsfKxsqmu+wO3NF9rz06JFqrg6wDcYvKDZNzhK+KuXwfbJcqMvur6we2nWjRzDXpu2aiTaJmSlWTITmZlfHzhB9IPadeKHyn0zz9csc7YfPPcU/o4S6wqa7ADDirsoclNjUr9nCLuiFP1XMtXwkwbO12RS6FnXG+VOyV7gsdGvZtdVEvulkeoG3jI3N7V+BhOkrgZ92SqMJgi06+qwWcpBbcIMfqKhmILiB3miEOJKcMo/CUKZnLTpAZkmOybgrK+YsL0kyA3iqPuczMMTc422LhhRcE8GBYbdhSdgKFbAqUI30TbWDc+yVFPC72nGs8r8LKlOSQmg5iYDHGTqrQ+yLcZtJoItXfrdsrdV9rXcaejGBnPwOnGtm9jGTjeu+inY0zY63isPn95UvafFlxB5vlwRph4euNmkHfULj+3mwdzV3Hngn9cDH7gT/3kn/vefWd0PIamue7YQb35sgsuLi/gbH+VvfzgAdLm80Hrltx0eiH4a8tQ32fAy6ZfCZoYEi/kAABAASURBVFbHN3/iBZYA0He//U7ffPt1/FHbJ48exzcY2IHpqVM8COmHAqIUMJ+PN3DUWaeUpxrU/uuluC57pl3ku3SP6rZot0Epb2ttl4rOL0G3e/700u4YxRr7XOzfquKA1w/MvUXwh3VrmsWs2hr49FF6D1NkIfPqhqcxzeLA2C7yt4CePX+mbwmgfvvdt/rKvw5G+f69+5rNZujVSlVSBbj14l5aY8C/ChZ/B+jqSv57P/62z+nZid69fac3BH9OCOicnp7qannFkdB9cx8SuPI3d879zR903hIosv5b2lj/4vJCqxX62K9UMS3A7R99Eew5Z5/w3xe6ODvX5fl52BafSruDxBwTgZ8I7HBAzkGdJr4FlHxwRuZvRwXMWx+EHvUNEZeGPSbTWmGP+oEyGopK0CHhy4EPphrbNYm+8/VwG2avsse4GVNU/Ljgv9tDAW2lGm0jeoJHnhM8ehrklAc+a2zXFZnpPl3LDQ/A9BPhZsakWS66r4lwh+2Gb4i4At1oBHVxQAi3SpZk2JNeT1Pskw3NP4LBsgM7BV5QW/gIE6G/q4fdXVHo7cpdNqbKLhv7ZFO5+YKpLjfOtMiCs5bivlJeKia4ngRXKbH+jVhW8o9rDPPGlK8QGJAb00QfliTbNvVav7HZr6Yie6wMp2MDtMQoskI9p8IHtZKFPYIkZg0akApwiOuiTZ95n+By5QXey6xD64m2JX3lDSSVax31/XrwuKaIuj5jTHGB+mLm0zAON7MssVcmPmxo/Cuzbav8wUNLVUNLBwdoAyfV5IZlsIy+C2Te+QA3AYl6DehrN6Zk3uu1UU8sBL18k0cXtxfSawnbYfZaxS8nCPdOuosRk8W1Zm25KvPmKjJ7A8R9mVSnxD1K4GdmaswoMzHLQ5ssEkaDktlgAH6aaDYt7udrxSWMSjcwojBkk56QbZe8/K63QO2LJb8f0Cdpy6Tnuy2QRb5/t8Q/Q4FLgdXeb0w+xaKDCUrV3sQESGPVVmEU33F3HrjzwGd5wHfgZzW8a/RTPOAN2vCGZmRbcTG6tfwpvl8AX7/+UX/78Qf98MPf9J4Xw8vLS14EVzwSaVNVudFmow1sYoetCf4c3bunp08fy9/++erVC3391dd69uSpHjy4H8Gfhk/8cz/YIJWDAc15aCq241Lvh0M8IegpZFCneB+AseynABM5eRyZ+xfKb5u0627CL+mim8bwsfLdsf60dl5ruxZvK8f63VKwBcDLdjdZ+Pkwks/zHqGbWBa/DnbvSI+ePNZXr14RSP1WL756yf31TPcfPpD/oLqDQOJEt+H03a3XcX/62zrGFUGgq+VS/ts8JwR9Tt4f65j7+H387Z53BIXeyH/k+c2b13rDve6/92O8e/tWJ8cn7AMXuiLAs/HXYzjPu5+6SqpAqhT3qoPB/lag/76Q/wey07NTOWC0pG+xl4ifhps7QSHRyDTKWMh8gqOKgvcRw4KkSohAqbcOoDLJ1NnAyfsCEhKDtfMD1qM9hhq/IAWasIni4PRQdWYhF4FkDtg+JPrEDtQWAw78eBt19V6UttNKywqm8ik/9j6VXuPd9y4mSp6OMRFN2DIGXgKH7iwrKlO+yAr16nWjKVw3LZvfJ9vX1rqG9YG7LqA4pCIzHYRut43cw8+Ze9ns2r9JNsqHId/GeCpR70kaUegzl70G++KEhJS24z1QUWtAPibRlvQxmvt1fjHpOEp7Y+yWe57CWDtyRa9Qsa8ofpD0G5n9532n0KjmXkcjs6O5XI7ctUYUptq+6CNczZ7vX8MbtS3MYza3H9buwf7FpqWMUbuLuVSIGXlq5KBP0yw0ny2UoLW/kaKGdkAekr/Zwz3PaDtABVJSZyA3hc0p941l1DKf5eSx0DYwBnY5B0rmjamR3TJNhmef+R2UpoXuVP+UorfKT2vvsV9vEUdf1k2sF1P8WKcUgSAuhJMlgLbIcR7Mxyb72bqFXm99c42d5n2J9mYht6fR0u16n1e7PYR+XOXaT0z+vKPY7ci9AVKpiUtUCl+aTvr50qbv7N154B/dA3e3x896Bbe34GlXa17qCgRfu5Kr0XUr+RsCP77+QX/961/1v//7P/ob9Pj4vRwA8qf+/lWQeAjywO/6T3j8Cbm/mfDgwQO9ePFSX3/ztfxrKy9ePNejRw+0WCzUsNOS3FOPPD667cv7ybR+yu/Xvlnq3qbY0iwV8YAqhV261eLLFfyWNsWXsrw7/KEMQxqm+ln9TQ1knuMjljKvwfjHlGn2BZPXSMHnmfWY97csdgvd1Ur52NeLOfRgynEQX14fGPuKHNf0S4H1y01hJfTDdalRfBPo3gM9efxU/h/Bvvn22/gm0JOnT/Xgfg4AVRxAK4xuHABadfHtvCuCLw7AOAi0XF5FAMjf7jk5OdH7d+/i18HevHkTf+D59Y+vCfByr//tr/rhx7/p9evXBIbeyQGjCwd8r1ay7cQNn3jZqBhrXcERSKmg3kPc38XFuRwAisDR2ZmWy8sIRuWJMkDakQ/LwtOMQmbk6hQK25ldMthgv8m1fSMKbpPXHYU+ubYg+kDu62L/FyAKs/lT/Y6x+lrtAXujr5/1/5EQfosB2xPBkGVvSaYUhzQtT/lBAabYKRSRVXuESfOIP5istxfYjhdLaNwEt1DrBehtr62fU864rvV5k6yXMxztWb8hJkOLvCQbz3ysW5ybablyri/IenaXJVHaMlYhMiD7ErqkXBNMZJNyZn8d+WRsMaBcHuY9+Dcq92Zln3GbjOzZlOwj+GSpVNeZTo1Qy5WYSj7A24SBms0asH3aCS54Kty0JF9KEIKe9k2ySA4kWdKpMunB6OggpVqNP2QzUsO+SuAHueTAT41uP6BhJi4XUB2JcrRxAd5kBx6nZ+CzYDcEf3aUyvXoLCdzA2bk0l6gslf+iwnHuXb92POQYuB5FJVJFd5L+CjBBYUXfI2fTWGlOulzfkqrQsNGX+hJmA/5JMtjLQKXjMnYS9UWLRa3hD+94K7DSsdzdiggmfaH96JYIf/INDX1kU0U3qIv9GtQErcK94dLMQgzOyjySadmPxhJnPayY/KueOeBOw8MHih32CC4Y35uD7B78VLDKSKSn8dIiAGxUfMCeXm5jG/7/PV//5fAj4M//8uL4Q86Pj7O3wboAz5VVfGI3GjjciXVda35Yq4HDx/Gt3++/uYb6Ff5v7F+8EgOAMWvfHgz9iZqSJQyk+AMRDuJJRIq+2t3lCmijy2YrRQmnO3iutaWZLuw2/hLlbd7GS7Mrph5dbfA3hxxrXEv8Jh7diCWfSpyY798B+JljNFBU2DFw9XIsgbZLrIeI6YubLAYb6bo0eXN9fTTt+fEgQuZD6fUZPTy3LbY+RC1vVGHrm9MecWxPjkEkno9pAzBY3GQoRdOCPWUaMUVheewjsPo0LwhAqb+RLfR4eERQaDHev7ihV68eqlXL19yXz2V/4e9xeJADZ/yVlVFVxv57wD5WznGarXinr2Sv6FzcX6uEgQ68TeA3rzVmzev9eMPr/Xmhx/1+m/QH9/G//R17L/3hf7VchkBJW5yRlqp8uSqBK1Um1YVVZ1WV1e6vLjUKYGf0+PT6Ofq/EL+tTLP3c2Sxh+7hcE6hXBaN+XFDhMKkW0iZ6nIOgVRiJo+43qHYe9LgSxPqZJS9rZpSNH1+DJW6tj/Mt9hYoRYP5TIzUXLPZlHtEf8AdH+VpZO8QEjO9VMa0eyv+geXFOo+Y9BXL99ijdW4Hr03U/AegayT0vRmiaFwn5W8lqagOCpfipirU5s7o4ruW5X2JftC/o3yRI4UuZ/pnxqH76L8QfzM3X4U80ytr0msl+9IvZW3yhkL/B+QMMEtVpPYBGS54RebDJTGTXXhrNd71JuSY5hchplKUxsJL5PMzr2FsM1GEZIkkFF6AZ1NUAjF3umi/FVUnLAJ3EWM23kb//I3/5RTasUCJuhn8sIcyrFZKaICm9qZHnHWhXoMNZBxdrZuCoyM7u4sQJFJoEdmF8o0d8NPcUMI8OVfXAtF6vwmLZ+cs1YMbULT+JQPWlhwaRY2N5MKU7pDS2mKvv5uCb7q26U3jKOG9t8RMVNl/Zn6m7viCZL2hd2vGQTbesYIfLgjChsZ74mxrb0rnTngTsPfI4HbrjNPsfUXZsPe2AdKpHHLuYMsEsvl+c6PT3Wjz/+Tf/z3/9X//H//R/913/9j37k5dC/OnJ5caFuzYOcZCO8+5nwArhR09Q6PDqU/8evp08f68mzp3r06JEO7x1S18SmK/rojGhFlkCkgcmHmpC5SYr3tNiUyUatXuGDZLuFS8b1ZvRzXfjFJe57ik/vwOGL21txJSc+dG+7+tbYI9snRs0WttHx8NyGokcbyHKXk1YTPfOAN/cc8Ml6nk223Zddj60s72VR9lpgMPDZdi67raWG+QDr63rAh7Ehd9usi22UWVKxvhhobxA9xhC/R0R9lltGK8pFf6AWWw51CjmN/DLhFUWVxSx7Dvb077UfUwgpWZjOmpFjIKWGMZWWHjFtaeTA6eG9A4JAj/TyxUv5bwJ9/c3Xev78mR49ehh/WL1Otfyz8aexoFuvCd6stL66iiDQFYHdy8sLnZ2dq3wT6PXrN/Kveb5+/ZrAzxvkxxHI8TeHNgRDFIfgSj5PMgVtuP83qw1Ukn/vc5NUbeCZS7daa3l2qdOTk/hfwfy/hjlofHF2EYEgB6PQZH52Nw0oJLAvbcs3eAAwAPuwY20F7VbqDIJcQbs1eoZtG73lSrlPjJIoROorhQ0DP/f2/bebsv1RRpW0dpOJXRe3sK9un2yrURRiXMHdlFnDuKl+Ki99mhrTupv4j9Bz93F/YMPBDEO++NtIyPZByEdggxQmleLf9lWh8lqy9q7QsoLduu1xjX1bvquby8XSp9Dccl/ufqYoOrf4mhvNay3AamYF9nlpu0tvsYWq5wG5nvpmpR/RSyQE7tN8IGd9ezf6XPQmvhTZmlh13SrDJF2XTySptzGsvr48UYmwSSlvV2+Xis4W/QiVLX0P2P6HQraqSoGq8Yp0Zd6lo57yDPGGl6Axt3gu9HU2oISNvgyva3BvrgekXG9ZD9sAXicd69XPmxivl3qvMpJqZPv6MDlKY+lNiyNvzSkUIx3rvxDnLq6ZysIUzz8q+7HDfSB1PCbiQYGP/SxienaOsa9lWYQ7dbgXSc5hSAmUNOV7WbE/bULVThFJSXtslKovRHPfOS8my3Rz7+SkUvfL0N0Od8tljV2X/zLju+vlzgP/Wh64u9N+seudH0w8kujRj2/IkDr5mz/H797p9Q8/6L8J/PzHf/y/BIL+OweAjvOL4cafqHOQr4Z2orRRXRMAOjyKANCjp0/0lBfTx48JACGLryPz6PajoIsHlbmJAbOIxhF5SQCeFqkcYqwzgDoZWWCTBTx1tYXQs26PsJmQZggu9LOpnzVnilv2PaJBsFUYpD8/437xid1QOgsRBVM709eNfPVdAAAQAElEQVTF180v2SteuP0iv/T/LrW80HKKizNdXJz2OA+6pOzAYiD4M9qA1YVWoAss1WHPgKHLVQ88Fhc2lyOwE+Ui74jVZNCAESMnH3mXM+LIS1sHpqKeeWz35T7QRaePCKBGORbHLo1OcuYqdLKvYjXhStZWEWStbKvXDRF8VnEOuAa0im/8hBXK1kMN652attHi8JBgz2M9f/k8/hbQ11+/0rNnz+VfufS3gFKdJO5GsgjKbphLR1BmRQDIuLq6lP+o+8X5qU5PT/Tu/Tu9/vHHDAJBb9+8lYM3/ntBq+UVH152BHcqbGGVYA8xJWQCG3HuR+iRVlBjQ6BpJQeJT09Odfz+WO+xZ3p2zvVeLtURoCHz8HbQUTYgzFb74Lkg70rwBxprkeu4Yu2ssN3BGyqDIzLVf+lHfiEyEoKU8JNBd9d77WQbq7CVefJec0e7fIuSce0bs9ccDYdUwxWM+gj7xKh67jZirYJdPUZqP4HRvse8HzE+6xqDqaI7CHrGtmGpDnVoTBuReElKE7h8G7Iul4Q7JX6VpbcVsaUucU9n5LrEVAoEb7gM63YUx4QcmyF25hfkAWiF7AaK2K0hn5w+qV1MMnfhdgVZUvINjAEZkgc/FGC6mGlpb4pHkI8py8ayuS1ZmCRz4p7Je7wL1tw4mwD5pPTp7E9tf1OPrJWoqiLfza73miXFD8nrNtGq3w/gtlMt1SCE6JGCnWbZ4lQCf02R+yduGGsb6JC21FxgHCRxcaktyRWZN5dKZRSc5boh9w1KF6Tco/dGKl2GDMnlATDRDDoowOwUY4lZFrMx44dC/8xBXbhTiqyMazOt1cf/lPbTFvtk0/oP8B5vUdnicyGsk9m/+RpEIVrw2Ag6Zpvw7ViGs5keHT4PBTsVxmI0CA6RhwwanUBJ7hPSp6LdF6eEIU2L23xu13EvT+VZOpUUvirMF6ZrnqE22YnPoMxM0E/Ac4clUZdzlXWN5IMpmkT2QdW9Cjc2zRU571tuFXrZHbnzwJ0HRg/8BO7u9voJzvucpmVTtuP9LFqtrrQ8v9S7N2/0P//zP/rP//y/BID+S//93wR/Xv8wfiuAT9o35eFSSVXlTPHjbwAdHC3iD9M+fPBAD+8/0OG9I7Vty3sXPZGs6P5Mx70+XkNCxHMSmh9XVh8QDwtKpmNDdJGRT5NbG1NZ5v2IHVHM2IKRdX753H0b0bOZghA42z8bxQSK8j7qtobrTHdgsYHYxC/Fdq95RNuJi9bxwt35pZg1sPILNy/08bdllucEes51RnDHuDg70cXZ8YiLKe86AkRnpwQijHOCQRmr5SXxmCVBoYzoy/0FOg4U+AEeJcYGH4tlQhmjV1KGvTOtW3Fwzch2HYygny6jgzr4FPPy3EDXXdAneuYHrOgeO5RllPHQt+1SGf1knv6RYyTGa7/6208U8pVDYH/TAFGvC2f9YQ7ouL7DDh6gFr1GOjw80OOnj/TixXO9evVCr77+moDr0/h1sIPFQjP/7YcKdQ7nHQfRNdfsytfr8pJrdaHLM3DOdSMw418Lc1DI3wxaUh/f/KE/WjPOSv4D01WVBCcpgQpAN4ByBXxXVehs6M/tHQQ664NA/gbQ+ekZ1/sSl+E/2zbkH+YT19E86OVTqeed54/f8Xfw0BVz8txW7F2r7grX92C+Xqv2m0eIVZJHKEYaLNl2ij4YR0f/N4L6aBVBn+D6bGiNRubd9y7qXrvIt8ulMjFGj/pDKPqF4rEYu8vwjMTryCRg8T5YdZB39G1kP3kEeaxW8Lwyda7hla6ijaHbf+gn4h49jTE50EOrPGN6oxwBHyyWEbiu8Lt1ZaRdaWda2g48HQypgiuA3Uq2xuDywKiZ8hS30rRu5H3Pyu25Dtn31JG2mlLwnJit8r2PIJKlKqOf0A28kevCvvsAthFNI+vImQNCErY3AFGkDXmBryNgjB33kO+TYb1jM9t3bn2ahWxKzX8uPLLPbVva3WBjcGaFogGJtKvfhbRkro2mZMHj7Uytge7kXq8t2gfU7DETPBsaCTsKTGqsELXTrIqC+wxmyGzB0oKhAsYyYb0CmZd/in0oiUADOdfZlxDOAwkEb/0PYK8ewpgjdkmKTwZsB7lJVVWMqVKlnZ9yZuzFvXpf+gxiA8M9PvHBB0254QeVBoVs2blnBCVFJbcHjzpYvIEjhnsIfu37KsDdxfpZIyP1uhAn1lsQMps0YMfkYdLIxNdvrBD+pXStATKnnQalOKqPnNU/HfWkyc22ot/dgUfL3KYEVHMp51H9i2Xus8Cdmje9DUWnUHQnLKV/6XQ3+TsPfK4H7m6jz/XcZ7Xrxq81h+d5UF0tdcoL/A8Ee/7zP/+P/s9//If+67/+r/7217/p/dv3im8ErHl544FWHvoVj3kj8dCvqkrNbKaD+YHu3bunw4MDzedztU0r/9Hn8amVOJi60yn8uOBBygPDHKSfVa/jh6WRjfR1U9LrIeKZGWdvZ7ZlICbRL7m2bEzaUTfqUvgVJ496//CYgd+ycGB+GdmvFdIbjVCRU6htZZjPBx3Wgb9V4hdvgiArBxaMi0te8h0IuiDIcEpAiMAPa+qMYE8JCJ1FcOiE+jNdWH5xHm1Ww7eICBKsHAi6IhB0xUv9EuQXfxguK+skLnKRMah+vnnOuSxkhmWJw5h5EcAKOHAwwPaX9AUiCOS+M1bMrdsC80ZHIF6esNv1vMdW4Lrg/etTjDXGgCNxa6y+fZTqnNDPY6VYFPu5MHm4jvtHWhwu9OjRYz1//lz+I+vffv1Kz589lwOvDg617Uy+L8WL+oZ7ds18V9zjl3GNLnRxeaFL+56AzxVy13Vcz47gyWbTcWdLVZVUVbVSqlWbVkmVjDpoBIaiXKmizjpwDHOtq+WV/L8I+u8Infp/EvO1ps9VBPn86WB/HWNGndRTpLS3nydg7B2+dsAn40pL1sgKLLFnaru+XivG36Gv6QtHwjz3RbZNTt2wjqNf6vemcVziukzbeLyBGp1aeMGAx56vd9TBZ1qM5/os67TGpu0GQrfo2VaGJTF8mJGyBvoyhOQ52Sr28ZN9FWNlvXcg1nzYp35Cbx4nJreS21lQqPkMj2liUri590Uev+uLLLdwntAx4P0SZ7MgdBElZK41pCZ0h+APdebtOtOCwSOup0XuHWNbvMv7kFvvq7HMfkowmTJQ+JymfJZYL3Mlt07BOCpznl/iuRa0qA/UbYYCzGYLifvaV3wE1ZHQi1/Lc2GjBE8XFLoBXh9ux6ph6ZHjzM72UOniYqJKokj+pdJ1z3y+ZdvaRh5rmox+v3W3ck3QyFzy1QCUkxdriGzRoBBfmu55irGkTIfeJnU1njWirpdjN7ig9nCUsMC1st/hsgQF+Gm6LpnWZj7FgMjzhUbYt/L/TkhpTLkXl0euL20LLBzR15l49K4wz0xj9J5FLrsGP3IWlEGxHwncJFUT/hq7t8WOVr1T/vyi5zMdu1SFNzX58Yj66QzSTcyc1sOzZBP30tr7L8/brof3eLSijtuM9vRGgtnpx71YegP2tpnqdgT8pmVfHTcytuWKnkt/vnrUlyLsZ6a9zfKcXbU7jsTehNxrlr5NYliIbkuo7qneL92jOBHl8ZSWpjGGa4NgnKVVXZg7eueBOw98SQ/4/vuS9u5sfYQHajY772kdn577xfD43Yl+/NuP+s//85/6/wgA/fd//49++OGH+DWRC14c17z0++Uwnn08KCujSqqqSmRqmkaLxVz3jo50cHgYfNNygEcu+jJ84A1KOW+4ih8/KIzy2AphIg+lYCg4wVtmuDhB3tKzwLyRS7QJZkrNA1LHWJxC5VefMSvGTGLIHvkECEna45qdWVlrW4RVDinIfBGGlyjKe1JHfdHvCHKsAmuCKCstl1CCQRcXvKSDi7MlgZ4LnZ31ODnTifH+FHoSf2j8vX9ViCDjyfsT+e9MGe9PjoMPaj5Am7NjbEFPToOeObAATM8IaFycncv/E9WFA0+UB/lW+RQd7PTfTDrDpgNUZyfvsYmcsmW5/K6XvaMNKHVQtwnYTuAEnRMCWmcZyxOtlvAEt1bG6oLyEj9BzRNcWgUou96wHP9Z3lEXIMi06uGXt45r1HBPHREEunfvSA8fPdLjp4/14OH9CL4uHHxtW9V8zJaDNCJmu9GKAK6DPUvsXxGMuSD4cwmugGX+5s6ae1wbX91K8a9KSqlWVRlJtpdRq1JSVSW5XEPrlOSfzuuBoNL5+bn87Z8IAnGN/HeAlgSGVj4kMwfPAyK/K42004pCrluxJjNWDk6BFXvVisCPyxn4E5u2u6S+MwgChVEM+4Uuj8ojQ8qB3fYL6IqKDcipn0IukHfYYBDkcIzb7VzGErU5hf16wmc2cnsy65ozHLiERsdQLI/1boLMtgyKYRs6JuqjYNrDthibg455fbgPg3rXuQ/7ZEBHoGZS5/qbEC/E6P7/7L2HguM4kq4bBCnKpKlqNzM9u3vOnvv+z3TvjumuLl9p5CgKvN8fIChKqSzTbvZsZxZ+RCAQCHgSCCmzyD+0pTPxgqWXgbcopZ011A+QKBIBmQtqE7x0VEYQn6G0nEBGLeJdTvGButxzUh2ep7RAAtuJSzGSs0G5GWOFLMs05WE0MdQuHhBSA5zpc2k1BQno9SJlO7SGYLz/aV3n+Youy3maH+wgSy4N5L2pI7s+9h05Y5AkuJ4i+NRGMdTvgwhlvaS65d0A1IW0V5W9rC/6GFTB5+LUxueWO9U7tZPTjJRUfdTFCCkvcSmWJHHxoIlA+x6ibJc748OuCDBEGpyyHz82UM+R5wWhLvGSZuxfl3geEUHlHWRE5g7iJUT7UhZoyBhqjBfNCgMtBk7MQSdzmSq3h0RCn/Q1J54GxKElJJzvM5xXbsTBoDzJhcSrFYLMZij3FEWQFlIIQd0i0YdkioQsQMbhjGicfcw/ppzlUMY3lYFPzCju4DvvMUwKamziRnFqcGQOfT5F2T97IMeP3hHCTmmHiqqMIL7HSVvUooxeI5lXQhmiYyBzi9AsVjqBmJA6Q78IWYedktmBugmPBlEqekiecCfKJ7nHSRpCyLIwzH6ykeODPGt+KU2WvqgURUqg/WpDu2RBwoMkpSQ/4JzskPvEPY3A0wh87gg87aXPHakv1Msveb1rBPMnHcNdmr/Q9dJarxt7f/PBXr36yX56+ZO9fPnK/+aPLm+6IO65FHZdZ0VRmP59tAno6F1fnCildsT0UqF6fAhowHijegofRw9h3p3ctdKbI8W8D2GSHB5d6SMy2IM97JiAREH6Tomkm0EyBarvDaT0vyhWM4Tz1avVOQdeiqfI2aKjPA1FICL4sDjVgGHGJ2SgzI94lQfZRBqbPpUmjnlh/NHVQSe2nbW69DeiLU6gne12O9tuG1vjXFivt7Zeb2wpLFd2t7y35XKJc0C4t7ubO/h7u727BXcAHmekHEPuFLonDe5xAq1wFjnFoXA/cgKtViscWYMg7QAAEABJREFUTfc4azKWpJekE+7RX6n8KuXfi+LwuV/d2kr0/qanH3BMjXB7gyPqfZLdIr995/zqHr7H6l757728bK1WH6j3pv8G1B3OoIxl4nEeNWCzuqGNwi2Oox60Z7OBh64cd+gsyV/iPNqCDfd8OT0a27W6RPrNhHkNNplMbDatbT6bQ2fQmdWkq3pipZxBvvc1b5Gye+aoYa4a5mljDXPV4LRpcaC07Pc9zoIOR5CgvSva8QzQWbcw4zkA2Ot28lOQE3gAFCGYdPd71bOjDmFrG/0NIhw2qZ4d66axBkdXS1+Oobw97duRv0evhbb0H3kDdX3JSXOZbWlvdLAovU08GWiCs2oIjPoRWfBOe13nyTsKlFPzJYMVYb1TkgdJpC4400Hf+JTXZC9peKy0ILsUQqb2JOzRVVD+MVAj6HLJY9lnyaki5IcgO0qNKG3KtlSnt4+xcUpb9ZQ3nF5ZRzTw5Dcfkw5jCYG0w78x0rGeevTyrC8dCp0EdNHLOqm+ZNd56lc5wfsfKU67fWydN8u8U7JF5SySfiDXeeRKizhUVswRVUkJMxWfIMkYSZrqfiiX0UjNQtZJMrVBTqwAMy6nNeNtpZSetxCFvhrK0mfNy/E6by36fDWmPBLo47zDtjkOdau+JMOW552np3paF2bUQ/1UQmAFw0efs4ilhGS7o/4Uct+OU1kqmnK+PP6lZVX+FGqFZKIZKa1RSn1LXOLRYV0Sk1SfU56X8MWmNGCcUEANnpGCGQXJlJuob1zX0XiO1Nyo9DJUX85X2QStnyw90L7wQeBrStJhrQ15kihRuI75jzTTGvLkSaS1kVurVng2RbLM00TSY+GIo4eDJulHAu8KzHhmwTtBTOipOQ3mP9mUqODCz4lS+RRL/xwn+UOUeXTCw7yDZNyYMZ81kBE0k1oisD4uLQnt4z3PXo3ZAWnuc2lVnZDmTHzKEydZT4dFoXSyEWl/qi+VUJzSzBprWnXSGMSSdhRCngS9DDKkMx+xCq/2k6cSPt+kRWVT1szfHeh9NKj9JRqpzZYskyZgxG3DKjdwVjjKR/5lAYP+HtY5CP6LCktfyIX6McjJI6rWZsG4TJZ9gg5FxnY+UeYp+2kE/iAj8LQrfuWJ9ge2Ht4ndoOPdP9w5qHUoqO/AfLhwwd78dNLe/nilTuB3rx9y6X8josbl00ucbr8FUVxYu04qVxhLMU87w8qQphiGH8h0BAaE8SLAhNPth7DXs55G30jgHdZfjmRdwjYUlnZEDtk6CicBG6PyMeFfLVFLyJRkr9rUJ0fw9CYB0oICAwBAzEwqH+Ez32GpnIjddizQeY8Q2PnYHQ1UyBUXA4rq8LE9C0U/xW/amJ1NbW6niJLKMspTofaSvKCgH6wEqsAJ5Kaw72Hi33HxX5vG5wC283OhPVqC13jPNr0jqO1rZZgvbJ7nEj6g8L3OJD07Z57HDv37gi6xzGzwvEi3EOXpJeJurPnHv7e7p2/NTlq7nHCrLBzv76z1fIWB9WNrZd34AYH1Sk+2P0SR8/yxu7v3uOkEi8gv0MmR9H9O7vHKSTbKzl3cCzJibPxbwfd4cT5CGjL8G2izHt5lVlas1mDVXKA4KSJ7jRp0t7CUVMUhU0Y5+ksOX5E6+nMpj4nzENZWeGHLS2dyLi3ybnSbE1OXv0qVaNvBu1a0zeFtE/22O0cnRkHeodfGs2KorCzP4iLojB9K4hC+EgizqbWnU1bHEy7TdPXi2OH+vwbYzic5BBq6Ffb8y2LQ+1JVLo7Szot6yXxyms58LaUUXt9fVv+CaZ/RmxWmOexrqV3BGWwGCP98scHkS7vQlWx9km7iayHbkvbHBzy2120uG8BlDwCc2Jnf0pJMWm9zRJ+gPJUh+PgAChJl1zeeQqiQQecT1QXDcmd0hazBp2W5qr8HronjW5o4eOANBgteZInyE6So0+dp3wYycSfIpXHprcDSjvHOtleGDmYJJOOaBo0lUvtlEx5QrJNu7CttIOBFj3WQ8fbSdegymeI+35LltEhsx4xC/u05GqDaMpKdqSHfKh3nJd0VVeFWDSDZAoU93WHo1zzFVnrDp57WtdyAhn9U56PBfWM+5bt+dIhcaC0aehr4vXtFAfyYex6XvYjzk/TRU71Sd7XZeyB1NjUn7ROU2WH+rLGl1LsDCN8vixDpNZ8EWRJ5foWQ1SPpMfIXWSX+vD2EUqp9CFt+S3l1I5ao1GTvkBRBXcWZS1ZT7zilJISGJrVmYZBeYJ4cnuZc6lGGpzWC88W+NS+lH8+Dr2pTO2k/dbnQ70toz64QaWB9wfqstwLpdXaBEn77J6k/D5h6T1h9EPyQerMoXWeTBFqhIFPDJrezpQ6jT+S1at+RKOUivIF8QcM7XCRUuqzEswbPRJ3BN4/6qkDXnOmb/60zJl4Ry4nc0eFT+sP/ZwlpZwb2HyZTzmjmDyZdfR1Wt+O6NRbRgHaTxqG0Pla0HONxKNBPY96RvR2o9NTdbVsjON85UgSFTkSF9QC2u75igTliwriHyCVTWLxQkrlIU6pkTwJ/FHm7KntQTUx6rPrjQ3SzjSKSUf5p2Yke4j9A5HKCQ8yngRPI/AHHoGnPfFrT75GVPiIXX+gcxBdrlb24f2NvX392v876A84g/Qti812a3u86zHy8ji1owuhy1JeIR52z0uixWGkT/5bHTRJE3icpoenYkHqDrXRH7C8EsTrxUCGdLx9FCaYAytkefB8OKcqB5KZnlECFhUv5XoknGIs2eaxLgHy3yr0Tfhy894uRRnZRE5/BpVKLgY9vNxIjIP0Mvrx90FznnlxWvESTahCjaOntrqa4/SZ22x2AfQrfxe2gF8sLu0SiC7mlzYH0/mFTacLm84WVoOqnllV1ZadQ2YVVQacfQY6Lvmg2SdngTuGtrbeCGtbrta2Zs3qG0Xr5cqWOIaWTu/920X6hpGwxJlzB5b6xtH6Hr0lzp2kv6bMFqw397bdLB0b/x/M7nHUrNzZ0gxpZNS37fW2yHcqhzMpye5su7217Ro7OJPW6xvqubXV+j2OJZxFN+/s9uYNe+ylvXv7E/vsR3v98kd7C16//Cf0B2TgpfDCXr8G8C+V/+JHdH9C9tLesD/fvHllb169slevXtqrH3+yVy9f2luctfrfttY4s+SYMBw9Fc6gmTuAZjabThl7nEHQWuM+qXHMVVaEYLrz7dnjbd6zODP2fkndW4dc+0Sbr9N+d7BwnLLZVRhE4Iackl8UVhQF82kWZReHSfpG2Maa3c7aPQ4dd2DtTZffhnyh5bDpFIdO4xfjNP8tunIOJRnlyW/1rTOeL9HbGmkiSDXSADN6RsTadUYi5Xfo0SYOwupXVHk9C7ycdABj4gfuTBHlIAuRNma0tFt8qzYI2JEONVBEG4omwJ0GNYmW0UbiUpBG0veyjLvhQDHmwil2S5B4OUla+iHaQOX0gcr5Q9tMF3uH8iN1JGo4gYTABW8Mr0+2kSvfVO8jCMgDdjIO+moD9Xj9UOkBtzXo0xbVgVwXjwQdkPe0ERoSDX3bA3oqL6q/4RVsl/SQB/qa21AprTpET2Dql6OjbIbqiQw47aG9/k0e1oAog0kRyY+R5C0+FeRuL1H1wfNc1npZIrftFLtGHSxyAh+ksI5bHK4Nz7EBzdqS83XrtNW6F9CVUyivMa0zR7/mnMe264gC7R8HOi3lE1grzkN9ve+9fVr/MASNBeQoSAbU/kGeVq1WdOj3BoM65H6cUdmPa1DbxxUeyY1WeE70ONcjKrjQp0Kc700p0i8nEvozK6dEO5emSGk4yJ45FmSMZBL6eob1kKRiVU9ORel4U4gIypeNRBPH5yE5majaB9LcYw2egDJWCUlpHPMM8WQaC2c/ETGFvM8jQFHtyiB5CIfKct99e7rYI+uH39IPz1feDdHHtKO9SHu1IEVVish5qLGAlC14kjFOtI8PGb3gl5DQFy6d5lSgDS6g7ghyoxNPDt0gHoWRACMF79rBhLSQJTIwZMPTd+0b9bkMpOXqyf0TBaUKgkylS/IkqOxBpN2cU5igB7Q8LZb0aELifVKm87n9mSpDkJWeqnyPyLvIQdn8zOi1VOAMDu3zbnrUq1GQ4M2RJPUzMD7ne+oZUqTuMXFekRuTuYFRQjmfh77YZxcaD3Zuk9d0lOESRTLPbJjvGQSHkXmkv+g8hacR+O83Ar99i8Z747ev7Q9YQ/88718Ke9vzYG/jjotra/rbHLc3t/b23Xu7ub2zFZdd/UqInDh6fhdFcTRinV7wvD+c9jnSiBwwdziNVlzG9a2Clk/4dSDVAzY95ntlHp7+cCQiIGT6VZGe+KICvPIElUeJgB5yc5AchYhM8HpUXkBmPZWdU3hxTGa5pz1C6PSXRdmKqDBYyxWeo4PSKZOVJc/8YxQdZTHOaeyUEJAPMvEgi2F9XIc0LXYeyjjq8BJw0lShsoMDSE6gmdUVToYaRxBwB9Ds0pJTSI6hEY9TqJ5e2HQys0k1s0rfTgk1U1RSdWH64W5urdamo7XtTmhsvQVrYWPDr5PhwFnKsYODRw6fu7veAXS39G+vJefP0uQIWuIcWaIn/TWOmozktFlif50cONsVe2Jla5w8jj693S77/KU123vbkHbg8Nlgb0M7Vjh+DrilXuGDLe/e2M37N/bh3St79+Yne4OD583rH6D/tDc4ed68Fv0H6X/g0El4+eqf9vKnjB/s1YsXJofQKxxCP734wX784Qf75z/+bj/88+/2E7LXr1/azd2N6WLZ7TsrQ8A5N7V6xtzMmRuwWOCgWyxwyM1tinOoxhEUyso69nfk4L7nIbFnD7eCHDfQTtCa6SLT03GMTzDrCD3gI0DBQ1EUZqBjMvfYbLGlX1drmMsG50+L07l1J06Lo6+1IY3DL8vlVGn9Irsnv+O5FYE5TD9qznBzSmtUfxA4slaHbHSoXq13KIoIHDhsVIdfoL0etWPPfb2lDtXVg0Kuf1Su5bLeHINLtmwlXbUAqFkQVrcJsCeBBrLOTaAew4ExYHD+4FhAvsfpQeMYAJw9/r/TbRgXeP97SFuytqRFN7QfqD2u13gZ41kvxEiZMbAbhbHsEd7QM/IE2RFNsh11AJw05khtHvrS982dOX4hJh+nzcGB1DJrAuOBbvC1tEe2Z7xkV7Ql3YAdUN6OpxF0cBxl+Z4yQoeegA42aSBprY4ezOcDGXoBSH5Aiz0hQhOkc4DEBzmDT1HSvf20HhhzrXk5fxxr22wytuzZNRAFzGfD3KU9sWNed8xrC20wDcXR4+ssr1mlQQtihury/bWj7BgqH90OjVTDGRMI65SQeO8/shz6fuTkmAZK6L0wlv0cntH6zGI8V8aaXrDrJUoIJNUZiAcXKQIEl5FPoPWeYijIIDAwifcxkKDPV9qTHh3Kjbi8wRndXMiSTDUZ77iD+JTTOKLhYtWg515yCjY8Y3aOyHPYp8LrLNBNdmEeD+XDrIelIhZV6wETW60AABAASURBVKnuWAavyiEMEIrOQDtwGpARNGSnOWq1GTHvJqfSs/4Hk4Q+MSISqu5BNO7BmB8URozyhV7k9Wa+p+eI6kQeeQ4JBjV//yFUCDScbogdQ68j1Sa4nPoCo9sHFz1YCH1dpXLFCxQogUTBaYDNMB9aqQlkHALj5M8bJLCKUUaLAEOa4BkuUALkEN1u1lNK4I3I6yn6fWHPe0r2e0UK0iaCN5GUB097RLIECjktfgzkhLEk138skzS3uc8ZyiW52ply1GpxSS5OeJDqx0FyuiUVoBSEDmZOfUtVpVi5n4JMD+VHyqeybJFl8mBZjIr969mnFjyNwG88Ankv/MbV/AHNPxhZHY55oPKUirvIAXHrDp/b2w/+TYK72xtP69P2jkNHUQTjLjcMXMfL0L8NIIo08eY6EZty/OjbGdv1xnZ8kqnDKs9TMz3ljHpJoKYYKJ1AVtLJekESjwY9PYzdjnQEBBEaodLOSKVIZcapR26LHA96IAueIBrsJFUkv0Y4MeYVKtKLKiGNgGSj+lSMvnl/j/rX6yl/pH7EaoC9p9IVjnL7ROptruJAZViQGlTFMyTytgRioaJ5cggJtekbPQnT5HzAITSbLWw2kyMowb8VdHltl1fXdnX13HFx9WxEr+CvyAcX13ZxdWnziyu70B8Wny9wXixsOp8lTKc2mUytdEyglRUBVKUVQihZU4XRSEDjvZOiwIM61jFSUNa66aMaDnoROO/pvcWOPdNxeYJGHBh7R2PdPmG/39h+14DtCGv4pe1wFK3lHFp9sLvbt3Z789re61tA77Ij6EccPy/s7WvRHnIKAX1L6PXLFziJpAte/YSDCPz0AqfPD/bjj/+wFz++sNf9t4D095K2agftL8rSKhw807pmLhivGU4fnEAzfRNLPA6giryAA8isMPw/FnHYtDhrIs6HyAWygzdkhj1jv6Nlog6XMW6MXs6P6GDKrCgIhUlvz+lqj60Wmzu1jcvpnstrxHa65O6tdcdPy7MoA5nKOJBxsW1Z0y11QcyBddVurMQEBAoIIydxrW5YSkiYEElF2hgx0DLfumi1uQ7a1Ho9ey7bAB3pjeG6lNOvren5mNBwQdsMbZe+Uc/QJpYg3jgTfDkq7c1R66QZ0RafIWfDMfa94yX2Dp2IkyC2a+pc40BbUb+whGYoLWyQCfDoN/5tE3j/w+SJtvCt/vj4KTaUc6ysxRkqvQbaoH/APY4L0CypJ2PNfMq2xgSeetsejdef9aAbMC7bKn2HrYTN5oYPJ4T3trl/x3vpg61EH8UbW7HHVvdv0Xvfg/L3CStoRvr7W3fYP8UtsvsRVtas7nuIBxoHkJw4S8YArNY4dZaO1M8147BljgDvwdYhHujXIPW3sEALmt2OPjdJ3/VIs0/S/pB8h53HsD/OU3l3IPXlSDe9rQjVvo7a04KvQ0s7iEe9kj1hTSrVQ0uzZ6Xsj1EURSUOYgQlHiCkxy/6KusY6YxNj8Rn2KKXZdonMRDZqylFom95as4hnfLNq89NSbLCSWQ8ouyMkXI81k7tTXs6lPSrNNOeNqiE2smiY3g7VGEWOu9RLxnz1EL9DXO24vy0XrOmthvWxo451jOhLzIQlRUGwWcwGpNzao/J0eX1R3w+dB8p5yU6j89GxVnpFwpP+n+UVNuEU5NHSr4mTjV8rkdFT3uhph+swKVgxoSXIVioQDhA8qA0FSElTqGECJDPCqMmHfSpW1M05LGGIu8574Nr5dZn6kKP5Mh2po9kI3rB6E4f7QmlRf3F63mqrS9wfvRyJpTGEY+D7Hmajnsu4+LpT0WufKKUGtwLlUhs4hQLSZbiVLt6kHL6mHMKw4ZKymcnwh+Hh9Wnsq4lVvDEKHKZImEkP2IZiKP0U+JpBP5YI/Bwb/2x+v8b9FZDKoxN67FnPNiTzH9XGSdQ0zS25lC64cC/gd9zKdIlmDORK+pyaLxQOr3sU8LlBbLCOTPRlkvUhkPL3d2t3S1v7X655EDMgZeLVWqJYsFM7xG9VNJD15MSpddJfiG4qiKBMsrNbJ8UEfLjVTRKLyPrOw1I9coTVErCzJMmyd0R5rcPameu5cDDEbKc5iRWjMbEKSJ9iu6jJeXHMaijq14KaaSxMYSklUZGsfkYKR5UBka6JJwQ0Sb/RlBVW1VVVjuducOhrhdWO+aDA2ixuDLh8vKZJVzb5fUzu77+Cjx3XF5BwRUOootn1ziDntvVxSUOIODOIOji0uaLhc0GzKhjajUOjXo6sXoysUqAn0DLSWXlpAYTHEYTK0swKa2Uk6gqrAwBvuCMVpoO9lURrCpKUAwIODVCYTbA9NMxnD3kLAKFI7If2GvaQDgMuj17gIP8ZnNvy7sbu7l9b7fv39qHtziD3ryyd+A9vNL6ltDNu1f24d0bu/3w1vEB3RvSb1+/stc4gV6+/AmnjxxCr+z9u7c4lm64HK9sq0v8rsWBES1yoOnYq2pJUQYrQ2kV/da4TOqpTeqa8ZrZFEfQzB1DOIhmSk8Zo9oqjU9ZGkNBX+wIxr4PPcRb/qE+xKQ6U917+t/hNNuDlvYk2nGOBGhFcD4UZkE5wUKoLBgQFVhngb4IVU+dryboCiW0oEyCecuNn9ADwkOH4O1oeTa1PO8Sbf2i1fIcayUD+cKcPoGP5DO2yu//EHXDZU26EZmeZxilAppPdQQraYkLiNTfBGzQAOnvoXva4MDRszdd9ISGEj1ig1lhR/2sJf1PcQLOkxanSutOmSUXxZVjIznOlHbAGucC6B0xrShlUrk1ZVR2hN4x08oOeo2AwyPRexweGak+l6Mje0Ij+6DReqSdSh+wsg26G+w5be5JY4+6mh6bBqeM/hA6WK1uWNvv7V5/aP3uLU6dt3Z/+3rASjxO1fubVybnqn7V8v79G0tAl71z+/49+w0b0HvhA3yPW6hw/+GdJRzy7skTlJ9xz969//DBboHyhJT3Fhn1qAwfpqz0B+dBs1oyvusejcnh0+JA7lhbgr9reUZEHMwttMVJ0+Lga1lXTbP19+dAR786tnEeuxthy5wA9KXrUD5p18NWsrdj/TQWWastay7ShsgeTdDzKq/LNulID0R0257GNuuIskT7EKAhKIY5CkmPZW68hhL6fO2Fnv0MwnP2jBbWk9QrSCybhXqOratluXk8VVxRMvP+Y0X9Yzxa7Ozazr/1YPBq897psT0ZSHbcitQkOkbK4gkAQ+VpfIqDDibJMdNLJUupq2G+9CHaCqei/z28bcO8dd6c4M8z1SxQNJdz+ZA4w1DZIB3zgxBG8gySHvYeP4w0H9IVFR5qWHoZnMt4RBY+LVeVJj0hq8MrCFn0GRT10QBqPF3yGSUPKkwr7xuZoTzzGEreVbyjJryrJpw7AnyAT3N/sJ85dh0nBnMMVr2PQ+rLGYwHrYfwsOipKFUVWb/iMszXmpc+iDx5iJShVKbigZICbA4ljMbJhsoHhpw+SCT0yS8jJxX2hY+lSgGC8Zxlg4862Rc4Sz6vUXkekwlVkrhPxYEzzKd0nvKfRuB/+gh83i77nz4Kv0n/joeWD96phQc+z6jIYWPHwUefQG5w/qw5TO502EAp7jvrOBx1fqmDhxL8lV4UmBhCx6um81TL4XW1Xtrt7Q0H9DsO7vdgxeFFFxlUaArB/I1Jkib4Q1jtEBDxIlIsFdeEIS1WgHXBwLuAyC152VMu6QeqBHwqA0OA1xtpZOdQDnO/aji1nNLjKoZm0CaCvydpIU1XLMBSYNDr+UCPDzjoZBsMLpofD647NuzqaqNAQuQItAcvGTHtVMGEnA5+2OEQBNW3gYI7hWp3Nujv/tTuFFpY7d8MusSJc+FIv550YYvLHosruwQuv7xCLlziOLq0xQU6YD5f2BTnxRxMe14OjXreO4Rm1DubUtccTHES5XRldT2xagJKobQKZ8cEh5BQQks5hpyWVrJuyhCscFi/3rXmNTD9q1+HCkFzUkiW87hMceHbcVHfchm8v7/hovjO3r9/bR/e4+h5/9Lk9PnwFt4h+Wt03tgdDqA7LpTJWfTW5CR68/qlvXn5wh1Bb3AIfcABpP22xtmqX//SHtzTDl1a9tqwtJaGW1FVFnCSVJOpTaraJpOZTacak7nNNH5y/gD93aC61phUFAvslYIOF1YUZopC0VkwMyWNH/HBnwoaD4PLz4poHQ5jbwfOn07PFC6PHeMTKSdAUghYC1gCoYecOxXj76hLc6r2CziwqiPQXsl7qJ8JFeUq+iCkvgS1nDqMdgiRZ1zkgqvLcKsLoJ6HoPVvUbTWjPgW3nUpm9uf2xuC6sgI9AuUAE717P0bUK1teb6uedYuhRXPR5wEyVlwg3PjDtzY3eq9LXF8JLznGXqDI+AWiAq3yJQW7pCLLqH3jgYHzuYESSZd6UF7x4ucRY0cL+hLx6H0gBXOix44bRqcNwfckwcG+YZ0r3ukt6JdwtI2K6j67c6dW++H/lD6Pf1Nzp4bHwM5fG7v3tn93Ru7vXmL4xTcvMHZeYpXdofz5w4n0NKp0m+RoUe5u5t3zi976mmcPXc9luwxwdO36H4E9+Td3uDkwdY9uLv5YDfQG2zdwCt9R/79DX3A0btiT6q//s0pHMDtdm07fcCCY6blXRkF9mrHutpr7fGcaIHexw062s8N+no3K73h/ZzRwHu+HD3CoL/FGdQwD8Dla9LIlI9joRVUL/VF3v++nrX+B55nl++JPZdAYc/7W3TX0xZ5dGhdJ/gi9yiwtwRPDJF2S0KKT0sNip9g9IwRDmp5h7nEjXtEUhRCyDqiNM8sM1JRvxmLljHRXtd4t4x5i0xno10eG+zkVpfOfyJSHamikWJAoowCmWhvUe1AEnk+6tuFW9bK/f0Sp+fS1pynNqTb3a5XRnEIyYbpmWanPznvVP556fOl+4aemOAxj+R4XhB8ZhjXdN7+wdBY9yA95qQjHEuVKomUI8B+XlCThEe1ZY35FGFxBc4KYcJ7AFRhYhPOGNoPCcYHMVKUsUzF/xycK59lmR7sSiJkiV65LMacPKbsCV9sUHY6eQyA87A8Hoj7gFxcT8QmZEFfYyk6BlpKegOcQfAbB5pE8De3+pRAL+kX8ZnKf6d2nan5SfQ0An+0EXjabb/7jPM4JKjadElrrdm11uqiJuePrnJcIDsBXkG6BZGgM4eoYJ7Z2Z6D7Nq/AXRnd3d3dvPh1vR3V3So0mGTolzGzB/74jlF8kA2SN8Qfxh7jkdBL1RWBoEyxCmQNzDwOchGQoqxm7NEsaXK/QVd0QbSso9hEihgkthD9FY5+4sitUMGMv2oWbVHymqQeNpDUJNpHxwBRrmOk95RcqgFniD9HphzO+pvApbIkxzNx4PPx9iueOG4CKYQKBZgvYWB7irNYFtCgIbxRRmnREVajiJHPbO6mpk7inBG1Fzy6xkOCmExtwWY6e/YyCEEvcRZdHl5iXPo0h1Dl9dQcIXs4urari6u7eLqClz4N4gPvc+NAAAQAElEQVTmF5c2x3F0Ibn/WtmVXaEn3YvLa/SA8q4u0YefX9lifmGL6cLkJFnIYYLjRO2aTGorcR6VZWVFKNkOhfmPhoezsHouSclJSzyEbDJ04Ys76zjQ66Kx45K242LYNBsT2t3GWninu621jl6G02AHGi4Eolsu3lv2WwO2yLfbLTYaLpk7aA/q2bGvHVxqWpwxcgypmTScEKzCcVJzUJXjZ1JPrGReQhmsVKML9cL8J/g+N/pKP5hdPDxmvezAd7CdcsmRHioE1XdIFRawEgIHZZw8TlmMFfWex8SqapKcdrSvAmqrqFBXU8+XTqhq+MoRKBNCacHrgIZgvhEs/ahNei5FLrwtz66EvbW6DDZt7/zhmdjnpcty7J9XKi1zAZMFEB2htOGHR6qXkX09CwVd5Fd8wn8vp+Dqzu4F/1/fbnGA3JL+gHNEuIEK4gXxcgKJ3vV5dzhYJBN9HO7c2dzhEFiOIP17/xbOpncKNdAmO3BOKetsw7prHGvsAOmQltydFb2O0iscPiv6uKJ/q/W93a/vHEveD/qW6N3dB7vBaXKDs+Y9zpj3H97Y+3f6ZpvoS3sH/wEn6du38ND3UOHm3Uu7efcTwOHz4ZXdCDhV797j+MGxmuhru3uPMwjckHfjNKel98ay7Ia6b3CmfgzubMXG7ft3JtxQ1w28l3H+rd3hsF3Sp+XyzrY4uprtyiJ7kI3Methb8J3BuiF1CNoZ0TqetxEnQOQZofdwws6yU0hOAAfrs+3R9LTtHTuiLqNO/3tb0KH8ka7W9c7k+MxoeT5EX+vUCZ/rSHTPGm5NOkJUWx3qRdoL4jK01TKfadJSLGTpL6fs6t5Ib1dEYKx9vFEINGgAs4CI3Jj6hJOnVb81hqBxZ1njfVU/UbIEqnG7ZtreJUYIWEN+JhzyAjrF0TPC/EcahXMMJVVE6tzh9NmYfp33/v6e/b227Xrr/5MirUVXtihHf0gQUnmY3zz0XfexUHsZQJ7xZ6o9bRJnSGklR5E4QBeMd4B97Md1PqbQ56FH6BOfSyiRxxCWCToUVHrUszTuytY+Fe2hdyO6yUzgfRkwAxAEwIS7YonUmYEqNYymEg/xiexUICTSx6oy1ymelpCTYhjC6cQgykH1aVKBWH9ned6h90oe+X8keACVfiAcBGqx2mZHYzFk/7YMfdOaFYZ9TY08bokPwdt4SB648sA6d5p24VP0NAJPI/ClI6A996VlnvQ/ZwT00Bv0Sj+46OEbeADrQawXVRGSQvAXcjG8+vS6S+/uwgougwEUBVqB0gWyVMy8APXocKqL6Gp5bx84COvbCm/fvOFw/oGDzMpaPllDzajaMAGwg40AOP3ouWyiREj0IhFgPcBTeHhwkzzooaD0ABjCcb4LUDwfvA3ns36R9OO1ZtOj2kesclN5YsJRf5TpI+YZnjrkH2R+AO5zj/OzDpQwqJxlHlc4aS6lkyRqksdIE87ckw8fQsX8A7+wc2mva5w/PZUjSPBvCc1stljg/LmEXuLsEX8BvXJcXl7h/BFw/mT+OqUXOIMuL3v5wCudcO1613Z9+cyur57ZJc6fSxxD1xfir2wBfzG/sPn80uY4oaa0Z6J24fypyyq1FyeDfl2MzqThZQRyqNgv+iZLWZYcDgtTOpBZsI6NU0fct5CddVw+Oi5nHWnj5FWQX+CoKeCtlxn6BfNdstlkg9uideTv9zvT39Zp5Pzh4t0A7UFdxNc4hlZgiaNBf1NCvLDB6bTdNrbFMdTi/OhokxXBiqKElFaGYKEozIrCiM2oc4yOk7ygNgwYdFCnUADqe834TKe1zYC+mTWdzmw6m5IGogPmOHgkY75x/mnOBzD2+uPiM2hGnfmacvBK13IQqizzNHPgPFxcmJdRnoCup0VxMM5AjUOpYv25A4mGh1BaqIKFkFHBZwSrKjmYatorWvbrQHxlXq4MPoalmX+1X0foljltudy3zHXjl8wGp8sWxw1gfjY4SjYbXfjukQF3miwTj1x5m804vcTJB3Yr5n8J1o79bm17nIhOcSzue8jJuNtJb4xUZuc2ZGdtLeWbT0A6O3R21JOQ7YiuzP9gOvlO/W9gLbnULm2JQ2SJY2Tpvx58Z/p7cze3H+zm9p3JCfThwzv78O6NvcMZ8w4nzvu3r3AAvTTRGxw+H3AGvYfeZHx4bbc97qH3N69x+OAQwsbdu9fmjhnncfbg3Lnr+VucNbc4cj5AM27JOwKOqFsB+QfKfniH04d2OY/T50OPG+Q35Dt9/95ub97Z/d2trXFwbdZL2+GsbduG15q+wbG3gj2c/hc2Y00B1sg4dOR3rJUOp8QeyCGTsHPnQMtzIjmG9tay9yMQbbs9jwhk3Q7amsp2OHE6nhsdZUQHXeQta7BFntYitpUG7jyCKu8IyKR7JKN8VBtpbwRG2w99Cd6/lNb7Q0ipFCv9uUglHsQBSSBSEIw6JQIKiCDIVA1tUxs1lupDwzNQ2OhX31cbP58kZ+UKfsm+W7O/NubjxBgygbKAveh7Gsa7K9OCpx+Jcjt8tnm2OGUluHouDFX79IxocNqt+RBgSxt3PKflvI/MGQ1IRSmYbBZwxyHJD7IhrXE6iL+Ii1Scp5dmkkrFxaeEv0EQZgp7GnjPnIo+nnbrH1fpc4c+9unPIblMyZoxEM4WUhsEZdK3QalgbQefwRwHS1bKwHqTPeY5iAc6dCsfFV8zinw80+C5uPT4EO0P7GdwQVUMeoH61RoRVW99S81/hpZ4ahypp5rrPWcPrfcENGis8jxNUsHTYs5gnJfqpzUwGg8GjhLHbVAqeBvJGoexobH8Z/IyN+6f8/TN58PnQhqPG3+YGx5Xfsp5GoGnEfjsEXjaSZ89VJ+pqAebcKquy2iW8VAug14XwYoiwaww/+F9J9oT2MKKorDgFyQoPBLTT4eXSNhzudlyAV0uV3bz4YO9wfnz5g0H8ZtbDlX3fqDSS0Q1mr+dKB3AEPRI5jFLGERiRjpJQwqCMh8D+fSfGIUU60GfgMhDVCscnuyjUXW95LcjXhcRgUpSDKNhAvRWfdDFkYN2Cy+kQ3d7yCfPHPQTHTLoZgv68uTpcPkYzP/uCGWHl+DAqykOOZLUugSNWwKVkD/WF++zizyFqEKJfTR2a9ILRANQH3hWDXwIumSny7a+PRSq5DSq/CI/5VLeQxd8nAA18As/joLZ8MeoFziT5Bi4ssXissc1VGnRLLtApjR0fm2zqegFDoxLAJ3ObTqZpzrL2kocAyGUFjiOOQp4UNHuCnlZIIVHaoW6JqcJzpTI5a3zeePYR1pjnRwreyvIczA3Bfr6FSw5gdIcM784cXY4VhscQPoG0FYXGi4OG/bhBqr/MU1On+Wai816Y+LX0t011lJW66mjLcZ+LgPt4/lQ0OaCtqqNnsX+DtTtPO3wunE+OSUv9nnKN3iVK4rCQlXaZDqxejplvGY2Z47kAPJfM8PxU7uzBieNz9XUHTUuw+E383lb2AK60Lw9cN5o3IGXnVF2kcB8uuOIcjOVI1+/RuhrAH4mOwvVNbXa2wClXTOcQDVOoITK/BtpzGdy9ig9xsRq6VcqW1tFuaquKAPKYGUIZqwCIuMmbmnIIsPVsk331vKcbLnQ+eVSc8dFWpdrXUibZsvlcwN0AV1DN/7cbJjPhkthi36LQ6HdNybnn565kQuqYE476tkD6uOqGsfgEia9hA4d6WWwbynfOTpLdH+GRmSsmLaz+AARm8hlivUMIe2j0EeFGevKNDahsABMMI2X+U9k/UScnnvQ4tzYa522W5xbAGfKHrgza7OyFofYHgfTfrvC0QJcBsXptdusbU96j84Ouhvoyho5Zk6wJX2E5dK2YLO+d/0GulEax9wGJ5bzpNc4s1aevrO106VtcXRtVT/tiMxVR/uNcfWFQP8KepoBa9595sZ6RGiaoz3L5xgddjrWTsZeaQHZHkgumRwGkee+rzPyI2tsT3qPjsbVgVOnZb0JjSg6Lc4H/+YQY9/u9uZ68C5T/gheB/Yi9lPf6MphKr1rx5FWRC+R3meDcmd0D6LAEAIEBBpBcGZEMWFak7S3pd/q70bPQ84qK7AGSz64unes2Hdrd9A2zF/k/avi2scJkb0HvCvk6MLs0CiQlhxCdeJoBIT20MK+nSTgohVkpBAhAsvDOvbVfod9bLb7jmZHgIKCK4k5lFXqFKrhVKb0UNw7Isl5JL0UJ42eHzqldAYaPBKIHw3SPMp8ICC3lx1VgVij6uQTbU46nxEHRodwTjMoj4y+KWdrHIqKKZhVTYWeY0o7FGHkQYj+NH4gfkxAIwhD7pgfhAOjOmkL60pB4uDrK5j1fZLsHGSXFeZZeq1rvJU+gKxhUpRL+pEgW4cspUqaE/xEFA4ZH+VU6qMKDzI/ZTn1RJtIz6pIXwgkVZOAwZ7APYWnEXgagd95BD61g3/n5vzfX51eZMKjPWHEJ7wYqsmEi+2Ui+6FXVxe2Gw+tQmf2hdlMLNiKF4UhRVFsKKAWnGQwx1SnAJ4su45ROow9Y5PT9++0d8ueeMOodX90louMMZBNPBqDdQfKA8x0x82pixPZSQ8jeE9j5QobxG4JJdOeogrjVjBlcQgE8nATtJtKcaLgDQMuSd6SBQGM0r8hlA9Ah1PXetjr5I20lKaSczhs1UaGhm3BOSS9UCRIJn6KIgXTvlxmv5jj4IE8YA5Sa938bSMBmpuhNQ8yTO8pX2UZaK9qC+byh2sSuMIoz549X3xRDCSGI9zOU/IMA3zNRQqC1XtqJzOTLRiHddc7qsxqhmXd+ECOgfQ2ZXTGXQmB8Ls2maLa/ZEps/hn9nlJfQSqm8I+TeG4K+e2wVpfUtIDqJ6MrNQTEBJMxOKorKyrG1C3qyemTsjcB6pbfr1pTpMTP0oi2DBCrOusNIMFI5gnQUcQ4azxaD6w8rGpavFCbDjgrzj8rblYqxLjUMynDv+NyxEBf1KE/tSnyZvuQBt2IcbyjVyBvEpc6N8HBO6IO5xOnWqy0ytsVCIFgOlmZZ+OqaMPe+6UBe6shVlsLquva8XOF0WFxcmzC8W5k4YOWNwANWMR62/1cQc1fWEMtMeia9w0lTYqaoZcyrUUIBM9oXKy077cj2l3AzUOP5q8jXmNWl940dz4I6mXD9t8F87rOpkG1pXFXxGCZ9Qexsr6kJ3aAN6k8rCJFgZKrMQFBiNAMz3V3oGRdNebtl3ulj63xzhxL3zednadgeYx60cGv4NmrU1u401pEV38MKe+d37RVz7eYf9PWC/63rBuoiDAwGZp5Wf0aEr5HSiWk/xVJfLcszo96nr+LMoqmPYUh0Z2PU81gLZZLI+UGMUoqWxMFZUwBkqFDgbK/iqYrzgi7JAqzD/oT6VFzrxrEluxjST/rLuI+iAqMCLBWfbrkcDzciyY9rh1DCcTGN0pB3MT9fDmJ+YgeyQVjt21nke8+BldzQXnjEz6arNjGnBfJBhARoYkcB+JABpZAAAEABJREFUzqPiVP3zTqdII5XAuDAiKTa4lO9lsKOU9ESPZBr7nI8CwVVUv/Q0npF2tWo7bcz98zTyjvbk/ic+8tihX+i3jJucRHIsNb4Gd9by3Gjpc6TPkbKqI4E258ppgfoB+ZnBO3W2bKCvh2pSLUqLE1Vb1K5I39RmPSM3PPP0t7jWOMaF1Wpt7ghSWt/GwznU8JxUv7RfNX9ug7rUEgcOGrYcktQsycZpr9ezUkuCPxd4PrAHXNxH4yGLWFM9e8b6APYVz32376sg9aov/pB8IvthgY9IUqWPKnh2dyb7s9pwKBh9TxzbcdvHIlLnpWScDZ+j/TlNPW9H85qqPbLBhEYthH4u8eJq+ZBKuudtpbwHca/cEy2pA1xZNQueYMOJFrx/kGm9WRLBwj0SaK9y9lrPMJ5UhRnIFJRMlSv1OaANUhMpYWiEWLiPhs/R+aiBc5k0nuDNj8yE7zEEPBKYG5hzZX6Thpyr6En2NAL/HUfg92vT01b7/ca6rylYKCf+6bU+Mb+8vLTr62tbzC9swiWn5CJTcPPr8ou5MCuACb3MWTOTvCgKaJESXAjXHKLev31nb/U1/rdv7O2b13Z3e8enais/MBo/OgpVeikw+1yfDBYpD+P8Buop2Rx7kJOrw54/xXmIk3R5yjfjHgHoV7AjW1EHUx1SufTKAdXyqV5LWnKe/jIz2PHErx2p6ULf5iPztNWzPI9XE33WyynSPrXR20q7G9rcQNV+0UaH0x7ij9FYg67Q5m8NkFbZlN5wX9qYbLp9bLexYV4aU70JpDVuIxzGXS1u6UaG0iPQJzI/GugpQ6/42CrdPyo3soo8GZaMRJpk1qmBkFHVVvnlXTQ5DGqcBzWX/ESnrPk5F3jg3xDB6VkDOX88fWX65shC6cWVLeQIwumzcDy3ywWAv7z82i6vvwLPbYEDaDa/ssn0wqpyRnNq2jaxYCUIgH1W1jadANoxmy1sigNoNplZjcydVUVpBfoF2gVcgsH1YE/JCSRw6+QeyoUMx06LM0BOnEbfENlsfd53rIsdToWW/F0P/X2vBrlT8prtzjaOxjabxrasD+m2fpFjXrhwHPY+rSnMAns8FGqPR2Z6DnCpdT3ah8BQsQKlMgSbTmu7WCzs4vLKrni+XEEvcQAteuePHDRCjYOmxplSCUfzV1kVavPx8TmtLEAdAf4xYCP0qGpswFeUq0Vr0jzf6oo5AXX/B6brqmRdAGRVD+k46trUPqGSDUdFW4JZAJahEWB1KrCQca1IgEowPeeqqrIa27Wvgbkt5BibL2yuXzGcX9sFmLOO5vNnNp9eO2aTK5tNn4ErxvMSZJryp+hNp5KDmrwZVKih9YVN6kVCBa3mNjmHMLcyzEaoafMJbMLq7BEm5JeOCgdOICe4jDGB+jfzoCHUJl5jlsZ+xjiC6dTqqeic/vRgL0xZB+VkYlVZWYlDKJTBAmupCAyzCZ3p+R86njsCzgjLiMcOHlOaZ1eiOIM8DcVplMt0lB3D5dJDHnHoOAYbqc6Iw0T7z6nr7UjuLDrPnoSa2iawBqzXD/2FkK7Qkwh0+RXEZyDOIaBJUN8TAvtKMGgCg2HWvzdgUlCdyAKpwP5MVGPX18F+xTuGQ2cPaDdOnEif9S7soB373wTXo32iPTpuS+4g1ruJZ0gLGsq3IIL07GAMvA00oA/B+6KWqB0gsX3ul5C+D/Tv0G/JZCP6cHhVcKwcYupSNu2P9Mmffzi89a3I9fLeVqulrdfrhO3atuRtcfxscA41zd4i/Yy5L8mwKgIYJcB4S0QFdcvXrBI9JHPWyxemsXDQOrWRFiaOde77ZMJ+4JmwuLi0xfyCd9Gc/VuzJyauZ/yo6twskidBNQon4l+SVIWj8nuNJzJvAzTNxUHhl9Tu5g6mfhHntjwamdE89ElvZ9knfgbx8l7uwKUFQaUKPkB7dj7vU2V4mgwvs/f4s6Jc5FR5LKcJuWuJBtYLBVhXLDqYAqA0xDDjkJvTt1GmMzioqfUH7SEDkXiIgnopeqzsktSWxI74XJh2pUb3Gpnk/Jz+pTT6XKT+yLbwBTbzGFHES47SiP7nhacePY3A7zQCPAF+p5r+YNXosHHaZT23NOC6SE0nUw4ZC7vE+fPsmS63lzblk/GKS5LKdrrY8e4oCo96Ux00w7j0FSBRvW863gAbDlYf3r/H8fPGfxXs3dvXdn/3wZrNmoMVB3FeNKE0E6oymJ7/ahNFzQ8U5Ivqi0FOkYaUySepJJQvwEqusm4DxqnLKckBXge5Vk6OdmNOuexG0pFPq9HgheSPc0r8BmEwPTCjSmjsKCUNHThb+uXgANqChrb64ZUL/AY0+uYGfdjg3Nk4bfzi38AnbEknbAb9lE5lj/m2VZqx8fIbHEPw1OnOIh+zjc9ZCx9xFCVwIWJs7TN+fWzUxZ6NjDlzT/c1VylBFmnnYVPo9UgoC0KAUyEhKzNwDJne6wnIVRIxKyatjhgTNavchqclE5BFR00e+VxcDQQuxQlT1ufUKi7PVT23isu1aM0Fu+aCPVtwWMdRdHlxZXOcRlMcQTW6oaqxV1K2srKacKmdsrcuuOgDyswdFzbFIVCxD/3iWwQr+Kc4wazozEz7sKNHohzAi57voFozkcuZ6J5P8fbiRfUpMgOzH9BZi2zHZWjHupKTSGi4yLnzhzzZiPuOq6PqBIQCaF+LFrRNDSqSBjneuCGFwALPirIMVk9qm+PwubygvziALq8ucXpc8LyZWT1jLOj3dFqbUEHrHhXlwoDKwgSEhCrTKqWD0uJ7TKATZA7KTbDjsqq2CZiCSqhrq6oK1FY7r7T4ijRyyXrU6LsOaaeUC6AKPLcM0Ff1m8XGAdNABC4ZohCwiZ2qlv2Jj8EMR9hicWGXrIPFpcbmCp5n8OIZ4/QVEMXBmNMzyZTG8bhI/OVC+l9TDtkFmMPP0cmYwoMZzqXkSHpmM5xGjsm1zUA9vaTPB1TVJWMFWOcT1nhGVV1Y7ZiTf8HFFEr+FMfpVFQQz/qfTq9s3juzLnBoXVw8t6urr+3qmfCtPXv2nX31DPr8O3smfPUNlPT1c7vEwXohZ+HiijG4tMX8AiwYs4VN5SQqJ1YWJWDsWY+BJRjYF4FVKGhvFPAFE5LQoRWBaGcleRkF/AA2WuZl54BhGmHiCB18Z2xZC0VhZVlYVZYAHmERCuQGCtNPUER9xv419qRDaZcnu4XajKJKCJ51Lsrl3RYKOQ2bQpfIg5h6si60G8CpAN6oX/DngKtGmjkGjhGeL3scPkLkmdHyPGl5F0TRthv0x1XTJTNFwjjjV+FpKHZk2kHE1jQBMd2J1tLeFof3Fkf5Rt/y4XyiX+Nbygm0Wpt+HUx5/uux243teG+qX3SG8m7lJFKdwol4nGRI1elAxwfQKPGpceJSY/15Uk/Yh1P2zRzH+SVr/8KmPCOmdW3Kly2v0efpkfnF3LgJvy7vtfcmxasNna+YJCwSYaf1zChPEpURzSgYGfsVfz6v80mLmHBa+biFB179PNU8sywowO7wb3lG7Qccqrtd2jtaR3AiGEKROIfSmTONcfmno1RScWA8e+pEaUOWbBQikosKR80gkULfsWjOZJn0BdIuF/8o1NNDZghUCkqJoCIZbq5PhKGlvcDJWMMFhwizh8RncDLFuSgR2sj+1HPubMkHtlVKmpl+ehSk/fPwoPKfZ+ap1NMI/F8yAk8r/necqNLrCv641cN5tpjZV8+/tj//+Xv7+ptv7Pr6mR+4Ky6t/uojInBU7biHdqYzZ8eBu0OSHoOdFUVhnHc510ANKQfDBkeFfu3rw7u39vKnn+zVq5/s9cuX9o70/f17aziItXzaFnctTp1ogeOCvsWjxVBhQxRLyEno0AOkk2XiE4x6+wczOvqmS7NZ8QmfPuUD93e22SxxPuHYwGmil7OhJzsJ2Cfk+mB/h0BthFyRt15tEgPVi0louai3frBuTP0SGv91HdKeB3XHTYPT5wDpJWyQfwoqt8Xxs+WgDDj8NjiFdGhOtOFQs2HIRBunUY4gd/60dKEH3jr9gdM0prxgmU8mlsmhU+Q5LxklxkHDMEbKo4wzhxytVYfLz0X9alBRB2Vx8JhgWlECsoGv6ItAOelE8TUtrDHeI0DDzEIFnC6squYc1OdW4QyqufTOuPSmbwpx2cYJNJtd2mS6YE1OsVPS/4mForZ6MjO/9F9dc8m9tquLaw76VzanfI0zpCprylQW+GdWmAnsMzYdgQ45H/G/dBaKYCUbTk4IIYRgBUUIpm2pvdlZ/ils+Ec55Uc28R57e2jkUNThSKLjXiBgqCgoAVxAgYiudDqUdNkuUoZZMGyb/3Su09kee9K3UJgcQaEqTe0zaY7W9l68pR80YAIwanByHJU5GUz/vGL6jOFDGm7fw/P3gbaYO2N0MFd9QqTelr3j1PnIOohULAqhKrVEbXbwUAqhsuR8ovYJc1Si4UC5D1jADomBgTf0aWfoIeeT5rrGkTHjcueQA8i/cfaM9XENnoMxlfwZF0LW10z4yhYzpaHuCOrpTPQgn0mX/Bm6D1Anm7P6ymbiJ6QnV1aXpEUnOIRKQbIL5GAyt9qxsNlkgUz5UPHIZ6x5B+t/xpqeza5t4U6cZ7a4TI6d6+uveL98Y8+ff2PXz7+151+L/9qefwXvzqGv7erqmV1cCCp/aRfzS5vNF+yTOfVPbVJOQGllYGxZU4FhTo+XjtHuwXoOrNuEaBV8RpKhh8OnAvq7Wg50lIc5rHY9SFEBVWFbq6pDQFl0YYwlDgrTOpfzZ8JaL+UEYs1UZcHypI0qb/qJLC7gK1x2ellvq1ASXZTEnYHKImbNEhNkQzLRhAJbCUb7M+KIz7Lz1PqftF7tpP1kRrUu1aX9s9dFl3d9q3eUeBwtEQdRQst+oID3N1roKVbgFf9CaBwAgUZRjxigIVTbkkNqz/tvZ/6NR979DecN/QH8nb45uW9tz9nDn1c8s/Y8C2kwtlK7NAYMAEFzmJByiLUgIKdBdQsuLz3WIB5sWAlf0X/RAA+QVaG0mvOWvhE5Z61fySGME3Q+n9tkOrOKvEeqtJ//w5g9Xvhn5QRfaRTNpjv4o9ALwpHw5yU+aiM34Izpn1vuIyZVC28Plg8x+yB9+zbxkQ8atR7JRA0jBJgvC0dlTjpQssSyNR5Ivm6ZhwBYYOQUIBiLTgFeoVAEkuG9c/DsH+K0BwaGzM8IYWSd2o5KeLr0+ETulYxKHmWTeFgG4S8Mqc7UyV9oyouXHj9FTyPwNAI/bwR+i13+81ryhyjFA0sjzokigAs+Yf3626/tL3/+s33Ngfz6+tp0CKmqyjhPKjgV45c8XhJOdeGTkDHTXTEQBV46Beg4BO5wTKyWd+7weYUDSM6f169f23t9G+jDjTWrFU6NjeF1wEL0lwA1clg3f2/pwCgYL1S9PBMvvR6h1xPVM512tVzs9M0Vfb37HsfP7e0Hu729sdX9PU6gNcGpQNkAABAASURBVPXtMNf29akQLAETxNjz+FeMsmHvnRI9RM5Vcyof0gOTSslh0dvUHIbAoZL5CkDzJuqQnDke9yxy0HXo0M6BvcFRl8Anoc2aA/MSrMC9yZHWSLZZ20bUsWXK0GuBDtXthvQBUc4h5iz20Nw5dAHwmxpdUHcGaB6OkVOmMqibdEUdShzQr4ahisjY5PIHmvSjVegBDEY5fJQGBrIdjZXrIZM8oUZcsy5BBcLMqgrIcYMTqF5ccNl9ZrPFtc24sNbISxw6FiaUqdCdWDmZ2ZRL8gUX/kscRRdXV1x0r22+WHAJn9mkrq0MFbun6OGdNevoBWubhpsxd5Ky1dAtLc19cFrQJ9NPZ8bWdCjpUIEiwBbs2MJHNWIzYk8XHwhys6IoTGZKdIuisFDIlgzSBrVDkCamitAZxChkhWQgPReidRikqOl/SCuL0kIogB3qbaOlFERWAjR4JAakIC3ncOaY9M7CNY4i7nO29/5Fi6LUp2eD/90dnkst0LflMvVv2enZ4WuWMrRU8aFOuJJxFqgJjpaoveqFNNXShJxCzaxUHOh7MO1Loa4qq5nrhBn8FMxZAxfmjpP6Cv4KmfCsp+KvyX/W46vkBJLTBwfPYvbcZgsg2mPh6WesSzmNvoYK8DiFFg5sOf0KBw2Av7yEgssFupeC0t94/iX5C/82EjYun+HETJDskvRC8HzVeU17Mi5ps3AFPWCxEH9tC+0Z9oR/k06OI95Hc/8W0cJm0DmO1nm9sCl7qp5Mcf5MkjOOwS2ZhYLVl2DGEkTSJbBW5awUWJDksY6lcARDN4HSHgL5Qp/orSul8j1lfWPQ80rWdsXaLXH8TKrSJlVl5aRkvksrQ+lz75WoKOvKiVPsRaUiduD1bCQZBKIwhuuTMVD0WdemdjiNZGbAngZsnYrU/oRDTgFbUHFhRpsSzChMSLrUQX2+p6g78p7fR96p+x3vAKF1GtlLkXyjvZQgttEPEmwEMBJ+MYsV7Kb4qLDsUrfa0OrDjO2Wd9nGduuNZeePLugdjiu1MaIvK8mG9mrhc1cFrbPSAs68EAKjADKVckkaGhzwJUwfJNO4Mf2UkzD4OggqH/Q+ECYW5NhhvVS8U/TO0N8ou2QvXD/7yp75++HSFjiA5PSUPTosY0aTnaZItWUkyThWzjj9y3iNlDCycpIc5fwM9uca+7JeslWP2jbUOjBH2VrGg+AxFZ8UJibuYv/ukQM0Q2+FwcQXMY/Wd2LF11YvE8+CI8W4KBSwHsQgcH4U9ZUkorYKo3xnz8k849HI26HccKZOeZ08T1ECuyQxR/GZskf5n5dQ34S0h5w7Kfjr1GP9jj8x/pR8GoGnEXhkBH6tnfeI+T+2eHgI52EorT86M+w8mHURub68tq+++ca+/fY7+9Of/mTffP01l9NLm0w4pKDDcdN0uSuwEYpgRVFYAZ8Reh5C6KzTi5AD1pbD1/3trb17+8Zev3plr1/+CF7aWxxB7969sfvb97Za3Q3OoMgFTC9SHQ5l08/EPKuDnto9dZ5apCNdTpyEBufOxh0Wcv7I6bOk3uXNrS313/Lq20Y4OuSc0NtctjHBozo6JEuQ9FeGKjtFX0UWp6RScIx3z5Ew2heAWKQ4N8RleA4HSs2xoIuI6EOkEpGDsfqpcW5x1LTtlsOxgIMHJ0+Dg8cdPZsVDh/G09NL+DV6GUv4FeO9sgYnUAv0TSFB9lo5hOKGqdGv+ukABNW3hVgTqlvzN4a3jK71nfSk9ASmnHSKYT4RZFWlAOMUR/DlozSVpBmvsJUrVTlBMpxD7hhS+nOQyoRQmw7zVTWzega4uNazOftnZhWXVjItcBsIZW3lpLbJdI6T9dIur6/s6uqZXV8/t2vo5dW1Lfjkd4qNSpeDwAwXIe018ZxcS1CF0ioum/5rY6Rlu+AiSqe4vrL/8AB1XbQOKhlCI+FsjgqsFgUx5QK2yxJe6SKYQY0f/yYPhbHIEHZuA6tmvo5QyKHITGeReZbzRZ+s73gG7P1yuGePCi1rp4HfsX5a06+eSU8Om2whU+6Wpq/v+OyXSE/AEDCbNIU4OuBRpnpvAz4fnL2RunQp7cGFsJXTE+dnAy8o3ZIWol9co5enw1SaQigZE8bIMpI4xTrIArU3Y2i3NGh3SfmyrFgPYFrbtAJyaDDPdb2weiZcWl1fwwvPbQafIF6Q/JnNcfgc4yuXXSCf4aSZQRc4YhL9yhaz5zhZMr4epeHl6HGgt/gGvR6X3+DgEb6GAum4Q+i56ds8su/A6ZOcRsgX4PI5jp9n2AH6VtMJapylcnLVOHqEzIvOZvRf8pqxYH/McJZOoTW05hI8ncwYv6lVJXuomFhZVMx62SOYdcGGZahxZ92aT2JH6gy0N3r4Ou95oxzLaFQG1sPBespHGEBRWOHzW1rJ+7KaVFaXE6tAKEuWTOGwMz9FsEOb3ShrjzZrDx0BGYvSRIz2GUxh+im8/NjOw6eW+ZcvqYqxgqdYwMZxOstFI3pqTEJBXRRBVlhg/TtIwdKMDtBmNl1kr2svxX4viU97Spsj6Rz6YP1PqgMjpMVDPhqkM4KzasMBkWdTZB+r/vTBRmPD3/bZ8ezxb/3saQplGIdOoP2p2sL7WIaQnq9VZXrWlqGyMvQj1tPAGCAkltz4QSJW+VCCy1zHZRWDW1kIJTZrINs9KtI872veGYvLC7t+duXvhQucoVP2QFWXlCuwdwipyeEgOOIkF46EZxIawDPiXqRcRsqnR882XwoSqnLB9dI4OvuJiKnpNVLbZKoXfBZhJX2W3gOlVF0vzolMe/EpGRp3PO7GenFV+p9UWNsI1LaITO8+0QHkuQZ5sF8cPtHKE3usQVZkFvqyG9Kn/UCLDnjbYIeAbOCPGGx7Yzw6yvl4ovx4dp+rtiY2289U0jGv9Jch9ZEZom+ExwurEb+sqsdtP+U8jcDTCJwdgactd3ZYfj1h0INtbE7PZEadYJPpFGfPhT1//ty+/e4b+/4v39t3f/rOrrmcTjl4VxyCdHnseHsXRcF5prSyCBYEjp/B8k8+CEA5TAfeN3suW/qd+9ubD/b+zWt7+eMLe/HPf9qPP/zdfvzH3+3FP360Vy9+sndv3tjthxvbrJZcEDcczlojwnC0wKlDdejXi0TJILRc7Bp3+Nzf31L2vb159dJ++umFvXzxAv6V3Xx4b+vtCjN7bJjVVQlqwKGLPvHBnssxjz1eC7ygCfab/VDFoa5USxalVIq9j8xX8DZWFmi35uCAmj5wYAzAD47qTy/zdOJr55WXEayqCtNaCFRCoDlqQcsYCVzKmS8/OIviMGvkzHG6Zl56yGmEvMHx0+IgktNITqC2XVmD46clv6V8hJfDLeL8iXLsQRlo+yiyxw+tFNKrO5VJEvNZU+uPoZ4oT3P4EP0qwgkkHSEazp4RkizpRfSElrqEtAppRS9PaZWnDaFiTDUXM6vqqdW6wOpir70DLcuJBaGfx5qL7FQH/cWFXV5c2/WzZ/aMvXcFvdKnvlwAZiqHfuCyUGgjgaIorCTtFxLyypJ6uWCKVtCiKPxoytazjr0agRxADnI6oTP/Kdi3RQgWymBlWUKFZK8oghWupagzXY5l04hkk0WjjAHBuVRCug4uYM1ua/rbGul/21nbik/gN6sNzkTk+lsc7oBp2MesPXmA0gS6NY9KYsFSDeY0ECd4mvaj5SHNeXR7+qZPq2/5tDwj9CuTqos1Kbn/CqXntTgwE1raGzFwaILqFNx06vIh06tWjlpiozZI9lnwMsFKelMGKGuoDJlWmKyoI6H0PGTs55I9H0g7SIcBMxNfkl8iK3FETjJYj9MeVbWwCj6jluOJdI1jppbzBczgD7gy/zUxd+RcjHjkLjtPB3v1JfVdmuqfULd+NXIyWZhTHDtTgfqn1Jl+pXJhdT23ugKi0oVOJ6TZN5OytrKcWAjAKit8BIOlfwW0sIJ5Klj7ByAgzUJmA2sDHCOyL2wEqR7Sln7YW1RmDtNP5yUMQVAbSp6xQsU8TeBxBJXwFfs0hMoC/8xhZ35CL6NdNNUXG2vRjkCe1ygqJYpQrIBksyQzi1R6HwMqQ5DekLBU/ygNm+sJPIeC+hzM64KQa9bhHYiCO3t37MGHiD6wquvQ/lzejXikvI/BlTxS2aBvITrjIoYsWmQv6/2z2TY8f1Y4f1amP/y83W5sv9uhozZIv2AdBXpTWP4pORRofVX1xOq6toq9FJhH76wr0TbNiw+SC+CQERvPsJRFmpByifeAoDUQQsBmZZXbnzpN7/UyyamrxjG84P0wm01TG2ryQmU2NCLAFzYkSZ0L0vqk0rmCR7LUEUbVpSll6q2nPx4Vx9l52I+lx6lcwbH0E6nU008omZWagYdaD6qUQHioOkgiE+3d6RgZZ8hCFn0N8D7jvBMd5CMntw+fMNxrfTnRGAippHqaUkUSsMp75mjujlpz1E771PI6spNtj2mqHzvOHFqUdfptkZLsi8SMYi83Sp9lP0vp0BfUCVhKMcwhnBFppWuMhINi4s6qp6yn+GkEnkbgC0bgaS99wWD9WqolB1cez6YDyPziwp5xAf3uu+/s+79+798Cev7sK1ss5jbhk6miKLzaouBBrhcpD+yiKKzwRytUL0EHB2NeisaPrqORTwPXq5Xd4dx5i5PnFQ6an374h/2AE+iHf/7Dfnrxg7169cLe+q+F3dpmdW8tDofIIS5dxc1rOPA8inlR6eWqC95mxcXyfmnv3r2zly9f4fz5EfoCmz/iAHrnh79u3xrnVqurigNV2VP6QR/Mf7AJHeLEIPm1gwxzIHCz8PSD06inchTE0K4AKkFtFvoDY+0Ohin9OGDmssmRTHrpkDlhfoUa2gNbytO8pwtKPxZeOe2ySCs4xOCw8XHWV/y5PLfu2NlyuD+gcdm6dw5tmDt4nENyBkk/5aOPM6jlMq4/vt3Ghm4L1MEhyahHL9oBOIHouqk5TsXQokNIbUxxkmootVIkEz1GhZKMpFUU3fJBlnUlPwcK+2HH8zDjFBvjumLfUF0Wgo/vzPRp7kxOoLq2wEXQipKqMMCuqUJpFXnT+czmi4UtLi7t6vLKLnEAXV1c2owLwGRSW4lzpihKK7TvgBVmRVGAAAorkWmtFNCiKMx/cNS406enNlwcPdcK/UNX5QTVUYZgZSgsQAN5ho7xgwkud50Zl7cOmGy5UDKzkWqfkLzjLrS3HU6X9Zb9yR5db9Zcwla2Ir1ZbXHc7sAG7FhPjUUmMDLKhzG14Sc418e0j0baAM8joqBstG3EXutoWG9y9rS0Izl+Ghw+Ca3WM3KnPGtUTvVjyWgGs5uq8LSivaIxaA9BEpFQeqykl3WGiGYRm74QBM0p2KOgshJACblvZSAxQPkJWmtCSo1j6ZNWGbVC9ASlLrg8T+SccITKnGbZUZr1l+WV+JmVXE7Lnp9UM94NB5Sky4BOkC6AGvbMKvov6G8yaQ8yxBoKOVPJowF3DckxAAAQAElEQVQ0uqLb7EnXLxl8UEhWWigA8iDQnor3UVlKFig3RkE6A9YD6xFauBq8KOmj4EWItJgdORdZz2rJJxYZxkJZWokjSm2Z1BObsFcn09pphTzQzqA1EdCnoLoL0dIS+Qhoo/bYGL7vVERWBPFmARKICM6T7INs9OxAVG6MIcPLhnF9mVe9gqfNCrMEKizol2D6kQ7oeNfvcQK1cgIJo/0VkUee9dqjJns8481HI3r9MvNlUF8OJWhSSvAcaWlHQ90bnMz5f/na8vzZbrfmv/rl55NggcELoYRSlAku6J3WWlWXVuHAq2q9U5WPLirnG9q3wwkRDoDULxUAR88N7ITKKtZGXddWCeylwLshBK115QerSdfss7qe8k6fWOV5RWqnpR+abiGxJ/F56YnSL0rSy6F89LHsk11PRX7FZozrk+lfB+ca+KU1jTrM+o9a176mUwtZiolxWbb9sN6jJdKX+Lkk+MKgDoLlFeL8Ryzmpj2iclz8OHW01h8pL7GalZujNC/8RIgPFuFSQPo5AeUjtdP0UeZHEqflTtMfKfqU9TQCTyPwi0fgacf94iH8tAG9HIRBs4Rj5CXTIaPmQKJvAf3l++/tr//+H/bXf/srzqB/s2+/+9b0d4EWXFTn87npkynRC9KLi7ktuMTOplObTmubcGiacECfTCqrOUTV0AkHmrIsOF51tueytd1sbXV3bzfvP9i7N6/t1U8v7fVPP9mr1z/Z29f6JtB7W3FpbPiUvuUSp4NjS7mGA53k9/rbPh/e4/R5Y2/evsLh85O9eQne/GTv376x5d2d7fj0j5urTcqSdk1t2n+aVlfpABZ4G+mlRPct/egtKCiVqfhfCb3JnviRYLCchWoMjUptI+7bWjEvFQdFzY8DvvID4owDYm1VJSrUpEVnpjK160gmTMgTmBfsyk5VlRwuA+Wpi7oJxrDQtj3v54QW588R3OHDBR7aNBsu2hucP6DF8YPjrnGQFkWndWeQ9HbWxq0j4gBqgSjXdepiALgcpMMEvOkH6g0SnxFpm5A0KUggjao0ElGhMSqySIeeqoNAun6JZrz9ZI0KYuNO6mMg3kHpCJOgekOvQwHKSl9AjbYRU0+aK4311GocqNV0aqGssEtZVFo/LCpZWMUemdQ1TqCZzS8XOIAuwBXpha9ZzWPJPGmPFkVhOmNyV7Hs4Nl3iICxu4x2FqLoiRamH8UZSpuRbbJXhmAl+0MIZWkFaet/OlUEUknifOGDuoFCMilDRQQ1zAorpAPd+0WssQ1OnxVO4OVyiUN2Y/pfxxocMA72eNPsWUetxR0YLlDB9M+IZfosNIl9BqugXwut29LzoqX+lnpanh0OTuQRB1Fk/FvxGfQzmVGNgSp7eN3wKTPFozqT4BCHkqIl+lATDlnOnTvoH2SUc61McRppPoD+/NHeKXkEVyOKtC/BfO0dNQ29QJmEykJ4BDwLwhloDeuimmhtxzzPF545YUCNfWQ4f8IEHlhZ08KqB40xrf2EPR0S1HZGzHVCqBgyylqFLUAqCGFCGlQTK0FV1FYWE2SVlzPWWWGyrxgaCzv8dIlFLGacY5SzAgnBea3ZDJOwYFUA7MmKxjYi1zMjhNJCObFJPbGavT3FWTvl/TKBn9RTq9jTBTpmpeknKgJaoxCfK9EDpPEIWKM+u05TiQARIGeCWpvFY5vIjpLR0mxISB5BNgVYguQ9RBgNhJSxAUoXFCjEZLC32IiEvcWO/dxCfQ/u2Zc7INo6jZ63t0i+4SAy9TGjt4f5oT7xSUzbvU3meUmmWCPcYQa631unfb+jzl2qs+PZ0nn7jJksrKDxRVlaCBXPwcqqScmcVlazfmuttapKeewjs2CHn77yo5nMMrR8U9NG2EMI2MIKtkKobALS3qpMZ6+AvAzByhAsUG811F+a3tPKl60wboYdJZT9u2LU4y+vV/P85aUeltAQCA9zzkg+1mLWzJkSHxV1Obcvi3l1S6koxtcHwqyW25lpljsd6ZEuwWF6VUCQ8BSSA8JxDoIUEMMQmxvMvAtSdCo6TSetIT5eg4P4IfOInUNPD9yR6igxYh/a/2KJj2oaBi8b2JOpBu2vxHmGP3KH6dNcelM96hWeyNMI/E8dgd+/X0d77/ev/o9Vox52ucelH4B4EPLJ8HQ6t2fPvrK//vXf7T/+7d/sP/7j3+3f/vpX++7bb81/NeViYXM5e2Yzp3MutwscQnPHzKYcfqeTCQeoiU0nE2gNoBxmJhxqSh24+cSo3TW2Xi/t5ubG3r59a69evrQXP72wV3ICwb9/jwMIJ0+Do6jlghh1kINuVku7v7+xD+/euaPoFY6jFz/803784R+U/9Fk58OHDzh/tlaWwfTNGH2b4tnVpV3SVjmu6rrmoZ9674uOiICAMfAXJOxAxf8K8PdG9PeJR57u7fI2JXiNqR29fEQkDyg5GEc/IHqaS1Co6I9r8NISHRX0eiSjb64PxZlQYcPBWNT1xCrmp6oraMlhNIAi2fRPaXXK0aGaUy2H9Mhn+YIO7KIRB1G0lkP3ztHi5ImglfMHJ1DbrE3f6Ep0A7+xRjIO/a2jsdg7+aKcQHrZYo/OMCYRGD/eEWgOpNEjTgLxSgiS0Fc6YBbS2GjcSJCTxuLAq5aMdB1CaZgimTuGyksjlUmcyqW0tzZojBnLuraKfaJv8tTsi4JxNyvc9t7H0WhGsIr9V09rk3PVHaqXl7ZgvS5Yr1NdKNlHZVVZUZRmheqXjc72XGS4z+AIMrOusPzPeg5iRlTYyQ+CgouuxiSUpYWytFKg3VaQaUKHzS7ZpnhAX1IjP1hhIZj/FPAFnCDRQNErioI27k2fuuvXL1bLta1wAK23G9uxNhr2c8On9FoDjfMNl0KtI404Ro+CrPcCZWcgYihZd5GykXUk2sILu57Cs660tnQoj0bfWC8U7UNgjRX0KVhFxwLPwYrxzpcyRGZoEB2C6tdMOj2ID9yovQehc+widpANkDDJ4iBLaeUI40qSjqQJyhOUUp4g25JFWpjBuI5SSSqZkFJD7Ht+SI1KGbyg9a7+jVHRAORlkkUfr0B/DukkQ42g1kH6IJ1kVwLlaXqcIhA11plZCSl9njRHoVC6MGPtdzhpRFEwY60G1y/MoJ2NfyRTGkow8iNQGfOfgj6SgY0OGHly7kbTj+QBVayzPibsWYccP7wTJ/o2Hw73Svu+qi2UpaFMQcaFONkw7JPoY3GPg5azx82gI4STAkoLB72skGskLVbwesWAPMhkm8udIYrmLUaFjeVpzycdvB2I+qB6BSU1cq6HrU7tZmNGOXj0TSCcMa32ujt62ZfwEWjvt9JxXdYi1Po6ZFeQ7TEk8yXqws7jo0j9wobvdRzSek5G2kOgZVkTKzyf5FipQmkTnrGTScWZZWb6xqaceRXvxcA8W3oA5II9pfyIC7I8iBgoTf0ov2edSK3UPgG+RBjtXIee53vaH3XeYVxaaGRMomSYNek6CmzJEkTB88QIRwkJ1DpLkSe/LDoyN0qIZXxlLDK4ShrjniDpGajZLobpx3XUC895LNIz8bG8z5Z/kZHUo8+2zQCnEsSEh+VOenqSfKDf54ejceqFI2WW2pDKuZl6BuWVznYkU9p8HeVY0lMkraQRXDtLsuZR+iiRNT5Bz45T0Rf6OQb7omfJuA9BbxMLZVJkiBJD/GvXislHA9v60bx/acZT5U8j8DuPwO+5737nrv33qy6ePHlKHod6Qejic7FY2FdffWV/+u7P9tfv/93+9//+X/aX7/9qf/7Tn5B/bVeXVzbnYjvnU0/HHKeQeA7BM+RTHYSntenyOpuJ9qhr02W34FDdUb8ufevlyu7v7uzm/Tt7hyPozZs39ubNa/vw/q3d4hxa4QRa4fTZbNYmen9/T957e/vujb16/dJevnphL1/8hAPoR5w/r+wDNpaU2eFgmnDhns9ru8Jppb9llBxAtKHics4T3w9tZv5iU4TIE5mS9esEf8npQoW5nodTldQXBmp9xaHPdOo8HHman+AODbW/Ql1QefJtBNWRofIC5SlgOtBqjgOH2wqnT11ji3mp69Jq0pXSjJtfsGTS7Ro/GOTUHYFx0DEcNBEkSt/8kLonZ8edgQO+O3a2XMC3pl8Ba/zbQfqGUIIcQk2zIm/lOi0OASE5ghpsUB/WsMwYRTX9AFozBNYRymhKojKo0+Y0KsexNBxJzdkUIVC/BiBV3x2nebQIPV0K9VdVRZFQQKMiLusjCtSvv7eEQ8HHM49rWViBnGailMpEDs6x0/h1yBIUG5eUBBqDPZ239Y2fyIHbLwtEkTHoyCD0DpsCG4fgdjxKMuUWRbCyFErTnqzUtlCY/hltSZqncZEETojQp4CZ2mikTT+dFUVhoYfapUtMs93aGufP6n5pWxxBzWZnrT6ZHxw/DesAmV94GEPTT6L0XImziH3/NQZCi6OnZTwi49O2rFB3LIoKnRlyU75bwz7GGVYLRAmlDY6fSbBQJrh6SfF+pXma4k4fjTCe83TxOIecf0RlOCFSX+JQKOFoA49q20P3pA804mxBB/3cyj38MVp0xsAeOtrDKrOHz9jBp7qPY+klpDhZSE/SaFD6yKPAqMi486tBWHLSRxoTIZVH3fNlR/Piac2PozP9ekkUP6zJwoy5Mg0C9ZkV5BSWfkQLpNgPJWoMEroF6Ho9fEVmrE2HoR8SVH8krfq7aG4zGv0hPxTYKidW8nwsq9pKnLJTPiipZwubzi54Fwp6By7820A1+UWpZ3OqH3NGF7yfhs0DrP/pejom52Q5X3nnkPNzDYHaeoQsO9Y5pFK+qZW5wfAU02MOO8ong6Aykotm5HThAilF0zve2G8+fyyKqG8D4Qw6OH7Y7ziBor8rkvMnSk+DxQyYU9lyo6MoyzpvlzJS/VGsw+uEcxNQjRbTC0dgTgsQWBea25K5EiaT2tyhx/zJCVTXE6vQK0MaQ0o+Eg71nlUokzS1UbFg5vWrBySDUxhU1fZWzy7/hqzGJTIU6sH5enIfH+ZSDnuH8FDjkHeOozzzkdaEygrSEyWPOfJWMceSslzGxPlzEUOq3joKKdBtjYXYj6F8LDM15yRX7UOkPIgHeO1viCfHEU0gGWhT4mBIK6BNsNxHiQagq2fJOD3wBybPD9oHoTjZFWXgSqcnUc7P9CTbkxhVn5w/igLry+gGCkfynCg83/hx8x75TCMxO4oGE2KEQ25f7CAYuGO9QTwU6OdnyOgZihFIFEbjoR8Jg62P6Hw0K9X0UZWjTNr8c+r80mqO6nxKPI3AH2MEnrbJv3KeS+NIXVqoglXTqekbPfpVsO//7a/2f/7z/7H//M//tP/49/+w77//HifQc5vN5yZnz4xPP4U5zp8FjqDLxdwuHAvo4vCtBvQvwBzbs7q2SofpUFqpFyinCP0vQM12Z+vVym5ubu31m7f24sUL+9vf/wH+Zn/7//7L/vZf/2V//9vf7Z///Ke9uGIxfQAAEABJREFU+OEFjp+X9vrVW3v//oPJMWTcgOe98+q7P31rf/nLn+3rr7+2y+tL02EuhCq94Xgj65Al8O613/wnjGpw3qOREHZ4sfCSIXkaUongL20/LAUkYxhpCslMhD+lZCFVeQGnD2WriksKF3/RqqqtwgnkjgDJmZuAkwI1r1PlEzpIx7AdaOS2l0DbuYCnQzxXyMgBX44dLvnJ4bO1ptmAtaOFb/M3hNqNRT/w7qAcabADQ125J2Y0iTSUrhKcTxMqVnrkiQXK1zgJpk6k3h/U0UkJykmZHtH6M3HWOuR6UdcUl8rLMSZnkN+WJJbNivZQd9B4MpZVydiXBc2BKj90FgvAQTri/Gk5bLeM2R4aGVNDbv5TEOuiaxa5xegsit+D4emsxRskfo9wz/pPs2JDSdQpqzQ55Lsl9lzgFF6GYCVtKkOgTaUVRWGIzX+k7lZgTKWQ9iTCChCChAIs9jsAh51gRRHEUjnt3LUmJ+4SB+4KZ+5W3wJiXTR4CVr/pHvPmmhwCO6slRNoF41hSOUfidEgRzHwPZ0uSwwMQS0UUCHQRbO+OSSdDcb6JyOE0oLPEWmefxYC+cHGBVBBJonkZH12+AL9EqM9IrUJSFJAntJje5lPNLqOsUZUhDGBaATGQHQUksPHWG1jLfFJlvJjn59sKzcBB4naSUJtg7htdi/6zvZtSfxxTJtLQHmXU4jg8xaZy1bQOmBdK31sqLDAWiUys8L0E6EJ2CwCWaUZ9AD0CAiNzB7oUs5lUDl+qJaqCmv1jSJkKBIqK4rSQjmxyaS2STW1CR94TIHeN9PFhc0Xl1bzfpvgGCrRCdXEyxFZAuRBCKOsjtwxSJ4G1E9FOZ3GKBoDiAhKrMBSthAKC/rn5cXZgx/PGqSH8qci6QXmxHg2BGDiXd0jVy+oqzAzAdb0ExhV6erd0OIEEprdlr2+Y9+z53EEtTiCouY802xfZTHidUNT0FglLsfqWQjE/k6bWD2ZmP99NeZlwYdAF8zR4vKSM8kl86VzysJmF6KAD7Wurq/t4urKLi8uOdvMTe/EECo378/2vh0ucJ4+73nm8AD23abF4x+KHOSmNPmW9VW4VHQKylBez77W/2D91vS3DfW30jabLWPUWGzVZ/TcVipPkcSMYpdJbST7QvZIXc9hmTtr14UdRy+1TRgX9RVgaSH0vPU/mkyxzJdZSoSkmJPKPYOATDgQuJPgs5GGvM9R+3t2IKpaloLqhyF4nuRHhUfj7Qp9JP1CfCFOUCIhteCk1mOVpPiRWM9DVX1i5SMlyCrpjTrgdXnrECqMeaXP4bgmN+ERuqI9SpLjMJQaGHKlCxkHLRUfl8SkrEEPhnYTJ/k47oX+DBnLP8aP2zLWky2NEXNOdeRIABmFVDTFIzFssFQG9kwokWGa+FxQPcK5vCfZ0wg8jcDT7vhXrwGeYGVZ2hQnzXw2s+dffWX/9pe/2P/5P/9p//m//5f9r//8X+5Uef78uel/qJDOfDozOXUW6OubQzoQy9HjvxaGI2iBQ2aOY0h5Mw5iU/T9EF1WVlFXwROV44N1XAR3HAhXy2X6Y9Gv3pj+tzD9keh//O1v9v/+1/9nf/sbDqC//83/ePSPL360lz+9tLf6ttCH97biYtnxYplTx1fPn9l333xn39P2r7/+lgPfBQ6gmVXUpRe7DssDvvgNaz/vh7qHBS5G6C2lVw0x7SdOUvjEmAX++ZvHy3iUs9SdBJec5B3J8usz60AV1C4OzIELcOWYmJxA4iULytMFAj03R5TbqJf5MI4II5eBBBIaVx3gnXJI5hQZcW4ILQf8Vo6htuECkC4BLpMzyGVZvuXQKx7IOYQTIeIYij42qY7cLLqiUdJgJUo7VXVIakqdQBkMHQreDyl/Jsb6mRfFGhbEJSitxqiNAceCUNbMJqeE4Chok3T3XDh3OD+2tts11oDtbmc79sSeW+kepwp+HotcSqPzncnxo0+J5Th1cPZm+DmIY9KDbAtKkCnSQ9JAo8oy2KQs03zDlyH4ETz4vFGGYPophshzTFqFhBnGj3gIZQryQxFM9qUmp5Dmd71a29390tbLlW03G5PDd8/FT3PaQhNa5rxlPDQ/Gdg9CZGRlpchugopGK2LBBqh/JMyYUiLA76uSwuBZ5FDfCAdzAiDuickEA7Sz+c+o1wpa9ILtFxUaUH8AepuatxBdkgnfelEb7PSY8j2OC1edkQF8T16wmBgPlgZEBCUDvAE5JRxGZRWa73veyr+AUpaNkLgclwCC62Z5PCRfc4CoOgOo1jzZwaUPITIOjOcptavRFGsmqjLPY+kt6swY44dJkFhprTBszCjI9DiwthmUAOFw/uIw6espjapAe+3Ke8zOX0SndlU7zIcPvrGz4R3pt5roZowRJWFquzrkj3ZpU3UGwN1D5DsE0CdYtg6p6ees/ZpcaohpT1JpKKmvWj8pARMH/SwcJYyCsBt+D6CU34GeioukEOKIH0BNsuUL0gkGmh4oswZwsg7YC/w/N/j5BB2POfa/Zbn2c7a/OthOISlG/Wspx8UxZIqEx4ORWBOBYMKmju9w+p6avomz/ziws8AF1eXfCh1gfNnkYBTaKFvcOHwubi6MP2K+zW8ziw1zr2qrqlMPVALci8Trzg9axh/HzMobU0ynmHItI4jzh/lSF/QahNNUA59Qldcq/7iAGsYHznJ73lW3q9XtsFZrndCw7sxtmhSxFj/qsuoM9nqY8/reScPBC79skg2hFFtnvToy0yZxrOgDGD/wRwHZR9Lfl7qpGmDWcb6yOCQAROEo1zvsFbvibmkhDqbnR4V5kvPjn9UVZqjLI+mIm7U501Wo5U5+1M0FT5ojdOss0OGeT2BONAw0XGe8+OyLkit6tlEXMejlM5xKVmZU07VE2ceiSL73mugndIVPI2+rNFUBVIFSMHliX0Qp/LZwoNsBGgQYA4Bg4FaSqCgufOu9BrsLJ+VPvkICcfycpQcZQV4Qp8JN9brpZmkscmpJ/o0An/MEWCX/DE7/t+u11w81aZqUvIJ2YVdXz83/5/B/vI9TpXv7btvv7PnOFnmfHpW4jQIPO1CGUwXvrqqcLbUHLx6cIiaTic2mSS4fhEwrwe9AMuDWmdNXWj1adc9zpz3OHVevHxp//zHD/b3v/8T58/f7e///MFeInv75p3d3tza/WrJZVkXheCH9AUHPbXrq6++sWfPv6LdX9nl5QWf5uH8oV1GO82f/Hb0owe/P/lpx0CPNH6lBPWr50fWVCcCEQGWt9rApdb2hUJKodILDmrITkOv4+LM5+MnaYKyZDPQrsodFJXJ8ZNQWhUENAIXGh0k0DMuFMaPxkzVH4BEJx4fwM418FjQFz7H0uTqAAAih1uhhbYcaJMjiAsADqFGMjmBBM9rTPnSj0oPl0MujNQ19Ia+qGkOaj4E2uTtUSuRUobYhm/pDHnK7yGH0FnQlV7u5Qcei/DkYo2DP3GqNcVZV1MXNIZcDCt904q9FWi3hc5aPhHf7Ta22Sxtubq3u+WN3d0B+CWOks22MTmEGg7/2120LRelLc6wLRelHReGlkNVy56NjLMcRBp9TZPO1wVMgpnSgSiEgrkNNlFbypJ9W1pVBivJM34wQ6zglrhqqHdm+J564LLlxtwxnp1T0hQiqNABXoAkGXu1lcvelsuMPtler1a25nLTyPFD23X58U+/1R+tE12GsC8nT8DEGMYYIyKkOYvoPQaUzgfGIITAIyFYXu9BeyBUZposByzB61YE//PDxwwc8tQjr6OULMMlfYSMdtNwmnngo7eXdK8lcpAhl70SKfRIPpRDh2wPp7K+nFGWR4KJJqDteZ9D1bMDfO9q3wDn3cHDvmbCY0a34xHCnsIJZMgc6Pv8s2+MlRmBO35ovvM0xb+tobUsWIEEMN/qt2Aup4AhBx1ogZys4g3eyopQ22Q2tXq2wGFwabPFpdMFdDq/QD63GsdPNalNjh+rJlAGJAAzX6XqsWFPVLDf7Ef9ycYj40b92hfsu9bRWqI7nMyt7dmLOz1XHGvbbtc4ZsE68dv1xv9Ye6KSp1/d3Cp/Dc/e3W5XtmM/y86uaUzO3D3P8I760n5s1YjUKDqvFha0KQtoJfl763g+RJXRr4iJau+LDtjRnz3oKIoh9GXLwbyKGms2hMC2AHquMRdVPWGOpjbjA6g5jp0554OLqyu7cJ455cOiOU69Wf/t5QUOoRkfWNWa87q2CttUmILaDfaARjO3tB6+VVsFnltxDGRDHjyNxw5tJ1Z5QWO059mNJbKJeb63PPsaxlLPSP3BfH1jco3jfKdfmfXnZJd0s6mRPdlMcOEoOlIeyT/Nehul5iYUCX0tsLSa+YPxEZFcc0SBAjwIZ4XMmWn2eu0w4nvRLyEsDpbFiYVIHSMROmWfDOzVnvUeRT1fWG/qWULOTTSI5OhovSgjQ+OT+AOX0lTSMxC3A/Uw1hzzyjxSRBCPzGg0+0ElbxzCod8jk5H+CQZNfewznXjkRlTryILLDlFqQ4oPUufYJ6IRymlQ7AlGVlMlJ/kpeWhJSnt8Vug5j0fUoWfFWIGmHboumwJ6PmBOiQjjMp/Dq4iQdcd8lolG9r23QYknPI3AH3AEHtsbf8Ch+Nd3meMW75DKfxXs6tkz0zdpvv/+r/b9X/5s337zrT1/9twWHKzkONA7syiCFbwAQxU4B1c4ZGqr5fSpJjaBVkJZcW8IZkWh1yoHB7M9Lx19w0F3xT0HoIYL4ZJD5ocPN/bq9Wv74YcfkxPob/+wFz++sFc4f27u7my92VrkxD6paru4vLRvvvkOx9SfwF/sa9p3jazmE8BQVbwPAU/y9NCn/p4PQXLzB79eXHrmk0ov05yQ4FdFMLVAJlWF18uTXy/HAcockLUzVXMpRWGCt3VM6Swls26miBQ8ma5bXtBbovaQwaUlMB4ar8CcBcZVtIKvOFAHxjHAB6elBSuxKARoQh7foHUQgimdgIoqHPrJ6uJSlw7M8FwaoiM5glqcQa2cQI6Gi4uwsygnEIgcqKNfGHWQ60ETqJJ2aQR6mVfL6FCvCUqrHZnmy6Rk8P5rXOI/AUYfDex63KdUfkhzaaV9Kafz2rxt2htlsJLxrHACBXjNZsdYbHdbW8oBtL6z27tbu7m/wxm0ZJ1vbMM4NHxirv/GXI6fBgdQs9vj/Gyt4ZLUgj17IbKXOm0kr7Kg3sKYCkucOQ3sPTl6yrKwiv1YTdirNK4MpRUFg2iFGT9yJEF8n6ZILQXUobq4ixhVmvOMbQSGouqSFVM70O0AYuZuz8VzZw19WbO/7/l0e71ZI9uaXxjZ+xHdiJ0jqBEOjbczZlRA6BOJ5DImGz4PSf5YrPIBQyFUFgIc67rKPJmEvigcIVXqTC//AjKcej9WXnm0w82Khyl7GOnBhhlDNICuIkAvhzJYEEhTiphQgnFQeoxxnnh9G+dBfhp/xZFKhVRxkrCLcdEkXnLlC8Y+SIjH/ScAABAASURBVDjk6Zs/SYaDIOfrV2lw8GqPx7ilf8KOmnqdLtVgWkxAtiM1yoEqWUR2oEY5dQSw3jsrxJiFwmkkHcUD50mbQyMG2BelMKltMp3ZdDbH8XORgPNghvNnhvOgns6tnNZW+numtMAeIjLVEy0YDMhtKeAFyO8SImMo7Hl+7m3P82KPo3nPOLc8axucFc2usWa7tQ3Ong17cgVEtT+1NxNWJmeE5CscP1lH/6ufZA2OowYnUIMjSfZaHNORejqeSaa92C/W4POTOp5HQSPkEumQH3UJ0jxTtqWN/o1AUU8z/3ruS8cLjSLfv4GhFyrTPq7qymrmZTab2WwxM32rR7/adYkTSI4e8TPOLw50pFuh7+837Mm6mqXnipzsO+oWWo0baHHStLyLnGZe6Qz9erP4TMVTLmLHcPrse8h+q2cfeS19bbClZ6S+9bNc3vP8X+Oc29hmt7Y9+Xk1qYmC2vmbIR4sj9iDcMRprJjCkeRzWa0GoMUACJ9bMA3Fpxp2ZK1X7slRFolD3QcOcXqWUIag5Ai0m+cGq26QqeRBT5yg7EzFg5MkkvTEkAElHGOlMe+ZRCifiEtJERPgFMSpnaKkfdEoDU/w9zyTx5PC+wmbxpW8h6G3kTNOkuOC46zUxBQnHfFCNiSqNuVSmUr+KZzaeagvDcFz6H+2HuBd9iAatB/kfLlAM9KXouKx5THfazyRpxH4w44A2+MP2/d/Qcc13GOcNIGnkx6Q+j34OYfdZziBvv32W/vuuz+Z6DfffuNfmdZXrPVNkTIEXmDByqK0istUrUsuh+jJhDQHY+kEqKGlgwJnQ85BnUWYvcCBqOVWueFAulqu7QYH0OtXb+zHn36yf+IE+of+7s+Ll/b27Tu7u723zbrhjtnhXJra9dUz++a7b4Da9if7+quvbXF5xQFwxmGwpkb10/gJ/SFR6crTag9d9fdS5O0nkEFwKfS3CLQjm1U11MtA0AYSBGUlQjsJSotIJvibWsIjSKMXiGU+UkoJcZmKpypGxaslmS8rwUrGp2LMKuZwAmoL1RQq1NCJI4SJWTVxXfGnqMh3aA0IobAqBPTTaAc6gL+EmnWoF1ocBDsuKi0QbaBbdxY0zbqnG6c6JLc4iCIHaj9MY0u9GSDDAdMu1+VRI/YxZF2NwlhPcuGcTPIM5WdetE878YiWJMoQMAZpHAoSsYvWciHbsubXq5Xp0967u3t3/KyWS5MjdNV/A2iDY3S7bW2LI2jLJUt0x6VOjqAde2ePNyayj1RTp2aAoijMAMHgTMPCVFgZgs9HVSZalqUFlIqicD3TBrXRD3Ijh+ay58ilAjmaIk4eB5XCGh01/1ECKM9okwpFFtueS85uu7MNfVrSv5W+wcfFUZeqPXtfOsYFz3RJcmAYoyl2y2ahpz3BrHk50qJ+kE1CSYCCLIgWinpoHhIqrVGeWfnyh9TYCr3egXjVjJ2dNuKg8pDbn4rcyqlwlPbaSUtPgCWoBz402BPl4elSl8OlkPWhzC0TbY6U+XhckjUGyTSZsu4JuVqA0sfYMz+CHDoRZ04Gt1UbgNwcDcYaSmhfwjPHezl9wD5umPattXHtNOIUjbajGcBrpuNQA14Hc+xzjTVRFFm1nSMSRxZr/mAhsnYFY978176UjpSIBZpIi9JCObGyrq3GGTBfLPjgA4fPJdS/7TM3OYJqnEFymAqBd1vBugmhok8F0FNNNoWOVolGp2wXozkJ1G1HsF/lR8syWPqnSiP7Tntqp2/69I6e1XprcuCscfSsV2tbLnnm8NxZwa+cLm0Fv4Y/YI1sZSt0N8g3OG5X7Nu1Y21r5FscSFucufp2UDNyBqnujj0fceBEqAnMGxtWg5OgxjICncsZN5whLc+Cludii8MjI8JHt+MTRwmzEApAn0MCCQIy5qXi/VTVE84AU5vhwJMDSLi8vDRB/GJxQd6MOZ+DKbq16VlgoTL9RFZHZI0KekYdsKMreyA6As5tfXDR8Kz2divt7d6xplu6nRHhM5KsZVO31NXyXpMDyJ1vmov1KjmBmMNW/dd4BbUuIYz4XpKIx8oUPPGrR8wENrW6IR7GvAs+Hf12zTtTd19ZT84oPCr6kp4dzB+4g+E0aof0Ge5csTNqg0gmMwYh+2PEn2O15SRnJaa9KAGQKS0z5Q3UE0Sjto1YMg7hnByz/ZpPVR204XIBpx4hPAmPiJOWtzixp3qjrKRAHEqiHHKBrJhpzhcNPFnPjWcuK50DDtIDVx6yfUjP1TJSeWKfRuAPNwKH3fKH6/p/hw7n4e/b0if14Ao8/qZ1bRcXC7t+/ty++9N39te//tX0q2ByDM05SFVcoHTo7jjpdhzgdAB1nid/x2VwjzzCtzrocJDZcUja8GnXWodSDjr3HC71rYAVzp8VaX3DZ4uO9HTR3VGm5aIbOdhGDtB1PeMg98y+wtnzDU6pP/35e/sq/8FnDnyBQ1ykvgReOnQrOtQxgYQH8adQhmSivxCqdGxCZh3BRFKUFMaqOc8p2YeXdOoLolHIWlA/EUKVK15spuPKlO+QghgoeoGXY2DsKkGHaBDcCVRbJR7nToBWPQ2ilKmAykonoUQfIK9YG0GHdaoJVAMh0Fvmh1MBYc/Fb88huT9Msy4aPzxzIRTFCdRmtBsO3o3r6mAuaER0/cpQ+gBdNqnLL6CtSeeQZyktpxEtUlDzEmLKk/AIsiUcCc8kko7Pm3LdKBHjYAUUWWQv7HDorOnjivV/d39vd3zqe49zRL/euOJiJYfoGqfJGkfJGt2NY8cnwnvb4gDacWES9ozlnn2mvYbpIRTslaJPFfCB+oUyBCvL0soALQoLkpt+OjPsiBNURpSiTsjlWmSGv4l548Km/UjdqjcXizCR/d65XOOgUl4c0501XGbW9HfDPtcfhm7oW7rgoauQoSLYMD8yKe4zJA+KIu1GJtZ1OpSUzlCGeFGBfBFB5UOgfEaVeGbdyqwgeg7JpuIxjjT3pATI5wVZkuaYJj5633Ke1nPLfkHKJTn2oOMoKE9lonpBOvEp75inNFY/HqdyB5tK7yk1hlvIbYDK6eNt6vebiboch49T7O3Zv8B67Pdb1tKWPkFx7rb9N4CsdwLFTk4gyuH8cXvQTnahJrB/u4L+9b8W5ntB65IRUClyaHVhkXVuLOTOjDVcALOokSqDlZPKJvXU9G2fmb4Zwjttvri0Oc4gORDq+cyqSY1ebQXPv8KfaaVZKIyFgx2MErwuoo5125FmG6gSuD4or2cTKRL5NWLW82CG+lscLtpr+qbOEkfCCqfNCgeOnMz393d2r2cNz5z7+1v/nzjvcT4PcPl9L7+zlfTvVAZIjw9hVtJxG7e2hF/iDFphf9ljrTzqXAs4neTo3rH397Qr8uyLmgHGQ20+jIJGDaHy/dtALc/7nTU4UtoTuA36qfKagMDcai5CqMyAaGCeKuYr0Rox+xwHUXAUJn0vTyRT6bygOhMazh1CK9rwnvI2KK+hXaIZpOXAARGHZut9zHlQ1nJqPzxOnnaA0nveZ20C61Zl9T8kbhmrNF47thU6dDLQTgHySGDslNMrJZJiic/jU/mpVG85JWiLM4NQ8+aSz4sKqX1evdL8dTGud8yf1DL0rZcPaTHegZSBiQBS4leKB3vUJV74lUzLDFZFeO7yeCKR1j685pUEIrgIUCNNDI+UID7jV25WNvuF9Je04qRDD2oO9pj1h/KHkgfmngRPI/DfegT+dY172j2/49jnF5YGPcNGj7oSnnOxt0i04oB8Mbuwr66f25/kAPr+39wBdP3s2vQHnycctHQJ1AFqoLw4nMdx03FjjNA9F9YGB1Gza00Xv/VmY+vVxnR4XHIpXHIpXJFerxtrcADp8NVwmGq57LaU3WNH7dQf4NT/2vH119/Sjj/bX/70V5xB37pTSM6hwAGwQZ/ASy4CdSUo4kWmF51cASnth0AGJADnrZe79i+I/N1CRJAVWQ3YVj2iqitT56mfAIsmDLGKORjKvt0yJkgsDUH850L6H4MOzyVtmFgVuPRUMz4ZnVqFw62q5vCkoc57Hul6gTxjZlWFvoBzqGJdBA7m3mfvEz0OmsGMaCSB+tQxMXvmquUwDPXD9o6D9gg4S/QpazpAb8kTNlDK+OFbVz5B9iL9AIycZhvjDFJKwxB6Hbicd6AuPImkn0Rqc+LOx9LUnFG1gisFLotpHOg7fOQCtOdSvMMBol/D0Kfpa9a/PqFXWt+UWeP82eIQ2/aOn0T37A3AntixwFsqark4RBwvBKwW1FdYUQiWqKSFWUBWhsIdP5VoGchnTqwwBet/glNk0KIQBQjVLzmaVNcBkTkjR5WLqC3s9Y59jsfHqNoo6n+qxbgR7+iP+qpvAW3p73bL/LHXjQufabToT6aYM8OWp5VHe455FyByzZQQKxsOiToiAdIH9TjQqMAYhFCx1pEwFsn5k5S4g8LQN2IFmaUisUNLPNFHKb9PlD39LJJLiqq+vH6hrA9zZ0dDnWmNt1wwY2TM/BK5YezhdwI6OFUiaA05NO4TbT0fHhrHUP44DS9d6YgmrHhWj7EhndBq7nDKNrSlcUo7oK1jxb7M6S38ln29BqJKr5GBZmWtO3iX0FXKp9+R/RyYhCAnT49IOupvxYAOPiHPbccYJT6NpAafdcvC7oTOrOtS2kyTX1opJyiOHTl/Zv63fhY4fS7M/9DzdG61/sZPXaNXW+GOhAnPlJLSTHAIVDB+smCfitUKGsK8mMgAlKk2laEpnkxRkcgvigNtwo63yehnZy37z58tPDPXerfimLnHKaN9dy9nDo6cJbjHeXN7tzRR5d/LAS1d5Cv0V9K5vbP7HivKLt0hdGvZYSTZSjKVWd3zTr/3d7q+MaT6VL8cUXrny7kRaZsPEA+HQiOkYcn91/NDwOnSsg6k7+AZ0fJOiAJrQ2vB0DPtc5Wl7xoFJsiC/tdFnDyVozLRAB9CSXblMBNVQXMTETt6jracNxrQsqZbnlVCI0pa69zTfX6kHS3OnUhbHazJ6GCvohN9r+IcoqzsNTg4G+YjoyUteYudVI4FRJ86x95E9ZylhamhIRiNVwDwSXoUH6TYOsr5tRPZ/vFq/rxaDq38Uv1yKJDrHwQPmC+t5YGBzxYUZzRz+zIdqZw0TNM6yv1iNmoP5VJnqstZA2XKWGLsPkrCRNY+nC+zVJyYIH0nHimVMG7+mE+5Xxgf2T5KnDH0i2ujj1/0yczjbfgVmnLG+L9W9FT70wj8i0bgaTv9zgPvLx2NunBStz8i+2ex8zo4lcHqeW1Xl9f2/Ouv7NnzZ/bs6rnpU9KyrPxTKh3Utttt+gOSGyjQtxiENXI5fDbrra3XGyC6Nf2ay9pljW02O9vKOeTYW8sFN/KCkt+nKIKVHML1VfyLyyt7/tXX9tXX39jzb762518/x/lzZTWH+KqqzULVH+p43lsP7486Oz60pzQF0PqNQ6CuFMxZIgJ84PDetwBN5AhkAAAQAElEQVSBUkKSUEDt1gsa+Hte6XFTUaEYdg5CqRwj9TlpUMCZMRWfEBi7wBgGxrqSI0eOnmphdc2FyCGnz3SUTvKZ54knz8vVtKkElak/gTrPYmgojPdRp5M989cCqA78wA/KfmDe8onwlsvihvUh7Lg0bkCDPpdmDtPml2bsacACFARgArI0GshpE4Von5iHUHsPUqWEgyTNkdKSH3opTlKH9wmur86sMKPGEAtVbZHFvcfJsePCoMvHvl/zreS7aLu2o7+iPZC3/Z6AtcillhHjMGegwHbhNcCk0HWe9hbizClDYSWJooCaWeH/c5J0OlrV2dEPOmaFGeiA6DGUUj51U48uLIKpz53x03kpIw6yFc2fExscBxueASsuproc6pmx9/7ztFHZ2JkxT7JDEQp5jOxhSHMpuXQylBawI5HYMeg/C5PATGnzMCAuYgRMoBmD+kn5kyRqqSTMo+FhmVNVaegInqj5+m0ZAdYzfBT6y2QcqNb+CHIKgSjI+QNt0W37b9REqPgjaD+dyGNcs68OaOScaXN62+dtWZMHuFNWF3Qut87L7oC1RRxCQgtt21WyIbuOFQ7NJft5hc216xpt0jeAzB0/zKFTjc2eJcE4cclucRhGHIpaJ5G1p1xN3YB+iFVarPIdCCLrscD5o2/1TOsp77ALm18ubHYBBYv5hdXT2spyYtJjoWCiYD5UW1pxvkyRKmCSy7q4hJjIEAetMaGXFKeNpD12Fvbg52Bb6+6QHdn93kCJisK034qitMJMObbH6bLjvSqnkJzKcmrscGzscCQrb0+HnOLM2ON42UuOvvNKgwhaPYuR75jvPfO9w0bDe37Lhzn6dbANe3qFE2mzWtqy55dyDOFUWiNPDm7WDueBZteY/jewjjo79j+TawPoTEebOuY6Ap9v1Q0f0W/Rb3nWt+hEdCGmeQqhgFQ9X8EHAK2ggufDB8avh8Y02WCnyTZ1NNCG+hrVA8S3yFryIk4f58mP5EXa4Rh4rdME6UX02t4JNKaag5TeW+sd8FaoNxb79S0JAqO19IN2m34KRQnKSNyZWD07Ix5EHy08aH2U0eL/qMLDzFHrH2Z+luRT/fosIyh9yo7yBVQ/EXwkPfqE4jj7s/UfVxy37vi1dSgjThiqZgLYBv5skNy3gZkN+WKUAXXiEYk+jOvsRf+XkFHLfb99qtm++z6l9JT/NAJPI/ALR+DkEfMLrT0V/7IROB19npN6mXCE4UDWm0JnglNgdrGwZ9fP7dmzZ3b97Mou9b+BlcGy80cXuhWHP13uVusVjp6VfxqoTwKXy5Xdcwhc8sm/sOYSuFk3OH4aa/T3CnRI5QK85wLoh3oOF5zteVEVpsP6fHFhV9T9/Ktv7Ntv/2zP9WtfF1dW1wurqppDEo3kbRaAf/sEasZhkBxOT5yjdHgP3iG6SDp1L/GSC2T3BO7nB9lQ/VACFfEy4aWjg17LQfEIyGMGrUKTelOr1HRBfRqoM6jIPoSidgDlCJihTmVm0Hfkrkf5OILBH6Dx4sAcEip35kws0Rl0ZvXwLaC583U9twrUrju1inXivxaG3cDsCQZVHQGZDT/BOcWCJ7jsesNZA+aH7ZYL487SIXoH35gumfo0VbT1S+WWA/SOMWhAujSzIplyehl6MCCMAFUwCOI1EFAEHg71e3KIJD/GOCU1pemZz0XiSSmDttATqiN4WnL1P4SSNLqdcXGMXM6itVy4Whw+e7w6+IOQdbaDb9gPO9CQ15BuGZeWTaE9Ij2SJnQ4gowxLoBTbMu3U5glCYwOfWUIFopgJZfEghxaYbSih5EHW5iRbfkHU7AFF8mcATWB0q5Y0IaOvuwtrePOtH/1mzlFUVhRACuwYRbZ47r46MK4Wq9ttbr3P3QqWWRfpLWPah40nyfSHrLQEymiCQYIpJUvqMUCIoWxDQYhaAwoJApRQCtZgBkCy895WaTlNjaTZJ7dR2l19QmzEm6EKB7RuaB6Ur9lVdAajhZKwBqVZcEdmPmyySU0gjY7WriMaz+kfbHGmcKekONG37DxPbJi7yREnDAZLfwxsrMHKgeNbDg2lN9gN6F1m8hwAAz8IJOc+mlTzO1zG2uL6ETsRqXVNvjWqcoALsq6TJucPgxMgAZWXoTvupY5aNkbifpaI88cGtmC0SpgEjrWnbHuNKLW/2hENe8B5045mdh0OsMBtLCLxRXvskv4C5vO5zaZ1BZ4joWg56HsycBhjXQk5X8SqJSUORnX5cJwKFOw9gSTSIBxOyieo0bb7czPoQ4ZCV7vQS1YQZ3qo0GtoO08IPY8LHY4buT82eB8keNmh2Niz57ryOu6zjqeL+7w4VnU4exRmUgHI3kGOumxCZQn7Hln75n/HfO8w6mrvwXk73Te73ICre6Wtrq7t+XdHe99AV7fKlrd2Rrn0Ha5tg3lmm3D2mqt0xxj30eSTtJyE7yDyNWOSHtbOWL8V7L2lNsBdo/yKWMWCIGuM2/qf4bkguaT52+oCnRKIF3jJ4AUotvKNvesOU5DyGAISe5tTOrEqriH9HiHoeW6LHiaT4q+RbWb/dv20JqOzE2yRXmaoHnzJjNvoaRttFlpKjkJ6J9IPIkNpx6RIDj76ei8xiPVnFd+RFqcl//Spj20+pmN/bUqHuxo945b07eDZTOW/vr80IDBtGoWBoFUBHZScAw5MMFYXtAvD0d1fHnxhyU+aZC2npR6KDlReDTJfjybd85i0v1k887ZO2funN6T7GkE/uAj8LRV/sUL4PiQcf5xF8rK5lz0r64ubXF5YXM+La35BJX3iun31Rs+Bdzg9MnOnxUHwSUHvRVY4vxJWPPJ4MZWOH/WfHK43jS25dPEhgPdjoPnngNRy0FUEN/JOJ9kTiZTm/PJ7PX1M//mz7ff/cm++uZbu7zGATSbmb61QmRmFYc6gEPI0yEg0yFZFJYQeesJ6e13kCNGNEqj+3ODrAQMCrKhEY0cDls/wLbWNgA+CsiVl8HJkUOjSiUE+pBB52hjkp/GelVhSsUBKSr1tFsjQXu8jFhnaGVkbDwN7/mJBh/HmuoYS/06WKgtOYHmUGEKPaCuJJtZhZ7Kmsq7PRt+gjivS11IIyOZoCxaMirRK/rlTn3Z06c9h30d+NPlsuHi0XKBbHTJ1CUSGh0NulyiOWjrAD4csBkH1ZHSakMCYkS0h7EwQY15ALVyDCmkNCVJEIeK9lfOu2W6oPGX/UQLxrO0qphYVVVW6hJaTq0oKkB5SltXcBGjOfvCf/uJO5dxb0h8Z8bWsIhORLezwjrTT0GU8f+z9yeMjeO42jZ8k5JlZ6vqnjPf+/9/3XNmprdaUokXWfquGxRt2XFSS1f36ZmJiyBAEARBkJJIyHFBniXXZB8ochJJkDIv/i6Lgx0KNSnSyQflrgYp7KfVCMiAkpQSlH0g2o/aW4gDo2iUAbgkywAhKw7vzCGHxvgTN98T7h/ih04dAO59SBpG2kzJ+iBxIw0jpyQ15JzhNPUMdp2BiidpsPsLlwZcSkFnOyJn2sI0B1Q1FDzLsYNkqYBSI/TSKDg1K6urlr4MWxvgiebQLQ6P1nyAGgRyIJO6DEg75sNrHCCg0gcQ9OFa6NeftDXefuIe86jegZYArpmQW8O7AP4fi3wNua3lwVvjCba0LWX0cN352gvgegs88Xqwr8EefmDKwQMPgOkC2EAfvfvkudEDAzZov2XoO2Jde+bGgBftfNbFQCB0IIA4cEGMXAixUiJLCCXmAzSlYDujKrP2cmrUENBZdgt1q6VWPDOurq+1XF1puVyqi2/8tFyXjbhIC6CLmSEnZSBSIj8HWKQiQk6iKAbgFGQhbJChsI5UKZ/npT6ds6N8sMslCuEi0/SdfVXmJsYS95m2UdNkhpWRSAAuntqICx9Sdt7AtTvYz8Zcvy6PlHUAJFmnwwG4J7NmB55hfgHUc117HrcEddYEd9fxP4d9UgSDePHz4ICQvwnENf/AS6LH9YM27AEiAEQwqWdexT3AthQjIyfjGsaGgfqe+Y++CF717BvcxhB20xALkWecXNsMWHPI8Coot1NdM2Gakehp0mJNtXTE4SjkCi4yUYzMMwZga4yD4GW05Dk0MEG9MWPwOAIoi+vZdVgcSyRDJLLUZjU5KbN2D2NQ/dBHJd0Xc6iAygSjh/wrkhsYvrzJ+ei/vKWUvq4rHT/uVczRkVNKl/hzma+nmbKLjb7Z9Iva/mQmayvLI0gKxL2iEPBK+pMNutAddlzg/n4WS4RUlou1RcHEvMM57bpvge+h41v6fW3z6oF/Tw+8XjH/x/NWH3Zf8tJij3DPpm/DRs9v8f3WL4I8bPriN3wI/DxOsI7f9FlrXQM9tOvZBO3ZwLOP9FmRrUsGksYE+IHk3QGQcqPMIbntOvlHOd/++KP+9ve/yz/+fPf2B11f36htV3guxzPM9/MCLvOY42GnCkiZHkSdaaDI+nlw5MF+OR0aQeAHPQGaRxVbPzZ4PbBlzFs2x1sOOYY1B51yoNrK9QP13gRalzHNMYr2qGIUWEyOiZmxgODWhCTJpZA27cLJ9ghmpNrSeIJDsCPT9cRTS3/eHBec1SmCOvi5dSDIGOjaa3w/g+l3gjKHrJxpmxOWGEAkzq/kJTGaQjifumVoMllYdZYw3AyN5KxMfOlvPQze/Pf4jkOmD589B8ktdM8hNWDYMR4Ox8iLDXaFcnge6GfSG8jWGOiCZCrbL0+AyspDgwy1DHa74JlvgDcAnoqhP/o354UcSFs01xw8DSstFystmpVys5DGBtsTIIIlCjyMiaNExgtAKiCwUoNRQNCpXEsjrAkSZABZAhqyJmcZQ/pKQ8LCdoQxRScOf3vW9X4kWMMBb8/16nVp3kCdReTW6Ixpho5vEAwjNkx66CBRWecU46mTnFliz5rfcD184iDoe8eawPFus9EAHykSNk2Ns50IpyT4LrMcSnmeu87ajSsc6zN2Slm+jshMHSstXkuNiewsYF41p115Xn6OF3z0Wt7g8ikUrnstMGCfASnaFR40RPEH8qzvgQOzr4k+1v9GcR1wPZQgCwGgGnSZ6osc/Cmw42snoJbB24AHAkUAurZAyEy6oo+4BncEmQgIBT3Dlpv1N5g2j/te+fbPmnbYwPxvCQL0DgLt6Gu3Yf63ImOgnuBROY3QAzyCDYx17wAAa9Lr0WuJGq8GICFXwC0oTAkez5HUZLWLRouu05IA0BUBoBXBn6srrr8l19+C+1zcuxrlWCc6++RSNqpQOOQJKKlWcZmhp/ASzKNE4Z3aWHiX8iJ33rpIeuyFmud0RudN06hbtNxjGB/jXBHs8u/1XTNe/++dS/ywWCzUNK2anJV8raasDJ1TUgB+cM9Z5ZNcptAAiCGblOFZtgEnSSkDEiXxwXruCRp5OvnlDkGeeP6tH+MbQGWPQICIe8AjL4nWBC/X3AP8MmlkTY3MNxOLHtFPoMjQpsHrAJktQaCtMc+DbbxULHDa8gAAEABJREFU8TrpuW9aKsSPWTFaObdABipuoHPpBBmo6Payf61uXsMYfXMLqHWuB7iHyuMP8Hq2TdjGM2mIa5eyZaI32rpjwP5sU6Oc8sGfmWrNZNEOx32DagqhWvhyXHQ9J39W62KFaveTpunAedmkWlvxodkJ8XLtUXTmniPzReolzR7ki42/rfKlLr9NI63OlR79TyWJehLE86nWV3yQfMIoNbiH9OwKKEJ/xZxrbjLLV+REvqJXD7x64P/QA8/cZf4PLfo37fqLzZ7u3n5oGubtXMWOu7DOZsa3T0PPxmvDZq28yfcmzps6gIPcAxu8Ghgq3/JZy78BtHEQhE3ajgPlnugP+0K2TdPBNbaMdMamZ0zwwGIT1LQLLRZLXd/e6ocf/6a///3/05u//ag3b+60it/8acNOj2EgC9uzxPaOrGzwIJApxyYIkmsRQopCpAE62kbpUubaImVNtfU5Ln4bIrCzZbzxmwj397r/8F738UOZH/Vw/0hAjMPads8hy96kPzaexU5oknvzhi9q3Qm8S8lyhqg7yB0I2IwV3XMOzGJmEK4pMNSAhfmm8YltKvotgz/NYwOtOchzYKAv066zXAV0WQfTY80My6UgTzN3ceDga8r2dRhL4yEOBN7gG3Ya2PgbenA58PoQ6kPkGr9SPwWCEERrD6CTzbf1WS/qTcJ3su3BcWGyvPCc2w9R4czmMybzSgvnBSyb7YPB/kiMlZ4m+awGvQu1GeAA1hH4WS6utGiXattOOS0kZMaRNqPbSvshaW9aic1W4nppNHJtGAQOUNYICBnNP6PgJEDyoSLnpJwzTcDiQzDHGgWmFHIokoM84yAN+1EO+vT4fY//I8iDziElKSAHRq3iM+nJ1CUlWEkpJdk6WTFgHe6v5xC/JiDweP+gNcHiDfeMNfeUnnuD6Et80E5biEgYhAecAiKbeId6E8NJjSUYsivE4Em5gDWfdlBk5nkzLxTaTQpV8vNy4b6QP6MzY48BI2mcWQUTYHx2XUOeW1ZWi/1g6BzQiBrlIakMnPHjv7gXDiOunKAH+xs0QD+DIuc2vqaQoY0MWBH6wKHfdlSIHhO5Icsf55l+SxsvEjzPIZcboQbm1EEqgeu1OnBv9Dd+jPvdFhmuT+otYz0ZG6yTJRPj8oF/2GEf4xhZlyxJuTt53GLsE9Az5hzLKTdqCIYsCPB0BKmXBEOueG4sHQjxn3oR/GkJlOS2wa+ZtqRA1mEaHOWJBjnBlcyvEP275hSS8MMZMIqZUFVwjo8ixzEdeZWaa6+87HliPAuPednp6mqpG8a9Yrwr8FW3VAcs4luIrKeUaZoYQWJIzDbtoxTXruKTIhf1KaBB2pByUgGJZtSB5Q9Wk+LaZy4duNsRpNkx75vHtdafHngOfgp49LeCCAKtP6214aWSn5s9AR6vTU++rbNG6xe6DH4WWGZL0HC73miN3hII6gmCDiy7QW7vNWIfFasyNqKtNWbcKAxfBU5RRw2i5Obpcx8GeBBxL4bKoH/mveYeh2IxT/WYQRf0Gd2Rue1Q/Edd0yYZ2sa2JNXPQZ/9UJn/13i673+TGXbCVzT0od2e+oomJ6K49qT8ZYXxWbGjvudlnm38p1QcLVSsrtKp3Z65hjNEQNTlUjnRtTQxZ8izMCv+BcjmczbURVPx5+S/uX7y2oS+Wc1rw1cPfIMH/l2bvF4uf/bM2eMA9/+yCZn6940UNqWSQ/A4gLYgBW+oet7Sr9dbfWLjds/G7YE3uX5zt+EAt+VNnwM8Ow4ZWzb0pvd7ti0VUDBwuvSewY/MAgnNie2RMSQPJgG5abRgo+qv6t+9eSN/Ayi+/XP3RqvrW3UrDs1sYus9PTD65Q8mYzgUhG03mGFcgVqZF/jzWY4O5nJmnAK9iZ1nHGi2HHDXHGzvHz7qw4eP+mjAZ+VbD2vFRhcf4Z1QGjEF2zOpNIqKC1nZ3F6QsAEBmXktUMYYTDRdwrCnNET/2UNg+8pQgj+1sd84guYnMNW7bUCSAsOvJhoDdXoQOEtUwqEFeU3mhUXBwCpw4dnAQT607uRD5eAgUL/BpwX6/lE9/q91gw+jEfwplqEoUvRnx09qXcZr1JkCTcm8S1C0IRs6bCF0HfuEM8f5g1zwGubGh/iFUtNxQF2qyQvl1CpkCfiMFZSwwJDBDaVcIIE5fFGA7zRy/QBjAVEyN9E0paSUkvxGOdMmpaT4gEYIg4MykJG4PDVywi6Htl67XY+PS7Byz8FjBOyuqQsN2BoNI0OpklJKwsJiBh1gFjSEymfkfrDlfvE43Tv8LcLTbwBZLgslJgpM+84JFV7kVW9YBcfYAIkKcmUwCZxRCVAgd9VsnUeRenADPJNoikwGnhH4HLuZCxRtHmiDxgoZum7MFwR6mrjm4EKX39dirUDDsWRRyMVF4t4zTiDwoAHmAXy/IYgyBOypx5vwODEjjM+QpQG00DtBNk6Up95YQ9U2mRYCE5iyQ+NeiTqxjuRrjz58jYo5HyrsuHYJ/nBil6hXyNJoKPOZQaGPtTLaXgcFABEAirUX6w6JuPYSazZhukHl4zXYZJ4hCy39rZ/rK14kXOkK7EDIkuBIyzPGo6MhLhiAEZKOxcdjY+HkgBQj1OyToCvIxlKu6cC3oR4P4OvG15b9QyeIMlbyL0nFoqr1HJ9q8BQWTlaTGrXcY5YEf24Y983tja7vbsMHSwJiLc/P1GTlRAsyXCaTlGTTC9B7uYAlxhF1zhDOSGfT4AQESWaeIdpTlgkM8z1lv99pR8Bmt+Ve7eufZ6R/FP7RgeCHNUGgjba8XOq57+xZFwN7CdGWhCZ8BkGS6/a8RNmyJra8WNqyrrbxHGBdsUfpacfqpw3JxjCP3ABIjBc6M/YAaJgKJyCXXaaJeSZPYTD7BOTFTjs3UZncyJ+Wsd1+AA7iRajkroZy/7nBxqahnxRmRR/WahmDPvfJnxOY1X+NbBmhGENRMBb0nfMvGeJcZk5/Z1Muqjt6zFRCxgA6SadWWfKkmv3Lafnl0qH9gXhZXpoLQpNOebQPE50ZKB/SdOVEmwPzTyV+d9cvKfANxNfTfESWrzDn2zWGOe+vSb9a9eqBf0sP+LL7tzT8P8lothwSmw52HWL/oYYHSOMBZlVKe26cm81WnzaP+vjpk+4JaDw8brRhs9ZT5/vkiPTI5rCAG2cldlEpgZXQmGP74D2lAUak5CoybynMzxjhzfrbH37U2x9+0I9vf5B/f2jFZh513hPSbpCyDrfyOAvAwpQjE6koHJgI0MI63PYAITfLQmxg72VwN2C3C+jh89Z62Mpvsvv1g9YP97zRfK/7D7/pw7vf9O7dO70HPn28l//3ky0b3yE20FneeBsyb2pzblGeFf8YCwRllY9tDmAE4PJYtmGlGu5RtrLAVgP6wmTpCqGxtItuKn/CdtolOBg9yUXZajLeKjpDnVkAQyG/lEZaAqghTQID2OChjtD7AhwsBw6NA4Gf3sChouANwR/APP9ZmOfIctGp9QzyEFASyf0YrD1+AwgRlwuUPASxLGQCF04to3FiFPlMB1kc0gF5frmaZBrIlLMWyk2nFrppF2qgM0Eg6xvHRhqzRuCAlblyspSyUmqUjM0Djwlx8RnBvnC4ugIlGLCpVvbhDmhSVpOSUkq0Fh9kQhgyAdF25CA8aOdgLgerHdf2zgeqfc8Zfa898uMwYt8ozuZ06nZubNsKSC67aoz5N4Vb4SYlbBCfgYNbj94t87bj8NZbf8yRwracjXPQiE/JWgZ0FvBNoDQx3yIVQ/tgBiopSSj0vCgnmRb6IUo1GicC5D5daaD4JD3HfyJ4gfGZtl7atBpsXNzMkI8hZTWxdjKmd2pZMy3rpW07ygvK8FwOmYbWDVoSkFXXdAzR35ixPjstMNVgEkSRzbTO+CjnBt2sYfTmDPa9Kvqd+oLXBjRqM60q0Gsk1kjpc5QDPANzPcSBfsc62mroAeZ+4NBufiwm1pZ/P8pQdCTsIhH0GVhsY+BREUgRdcqITXi6EEq3SQl7mqbRctHparWS/9zr+vpaVzcEgfy7P/DL/Rf9NBrwyWAbwxli7B5TAhsEg5QByNM0hiWJusSAU1SO5AYQvBGgFwrmGSBnyV0ephs9Ls+qg3zaKtiS5yosmMqBUAL2HPqbQCvGe3V9o2tenNze3mpFMKjjBYr/DKzNDZIJcKrYtHsE8I24L4i5MVdRhqKKnJRUehNWJEBPPqV+qovBjRqZT99XNqyBzRQIchDokZdKj58etHl8jEDQjiDh3muE+324kXktHdrbWMa89awrv3DquV9tDZR75HsHgahXaYBdqQA+gygJfZl1nAO7XjJdKkseawM9JA0evyGqBnlsBjYENAzmgRd8sw73ohg8wxjNPQWEMUEt15mDk8vFQp6fpluoiTmaxA+6pvKfgab7UumqjIFBRHEqBe0sOXsRLGF4Uej5yvMOn5c81uDbmJTgeL0H8Wz2tIsL8/Vs6/MKazPM+LZnVrxIIkM6rQpGZNX9s/pT0lIGTVdknrD8mcyJpyg0CS45SZ/V/Hn/oewbUxjwDW3zZ9t4rLGMuYiPvRypzyp4FXj1wKsH/hAPfP7q/UO6fVV68MBsBho2zfLT0jyggW5yDtFh2MkbLP+Jl7/Vcn//IH8DaMshsWdDN/CQGZEdU5JBbLRSbmQQGAIJVI3U+5lqoKjgZvIskftPRTLyKzbsb//2o3748Ue9/fEH3dzdyV/lD/t4UA2aPm5GuZR8qy9QyiU3p1DH3M0MR86cGlTqjEtPmT5aIPMQ4QQjIg3qCTRst48EgD4S/HlP8Oed3v/2m97/8os+vn+nT/f38gbXm9HM2Bo2eD64td1SgXOnnFsgMyxAhqMdA30NbGbZefJsxg7SsdYUDDcBMr43oAxd1MELdcYUvzSh8UzUnHMoIuYW6jQ334C7nKLSZQMDCV4ZmzkjLMBSYavpCdhsZ5n243s4DMe8jJYQp94+Gtj4DxwWeg6XW94w9w4sGFMufA6f+NKydOjeDn7KbKytL/j4vPrbc+0+XFehNCS36XOAVRItmAuxhg8dMPcCrNo4MZJMfU6NDC6LeobEWSsBCgieyidRnwopSB0/HKjwQc3jB54pG6eU0G/ISilLlAVSfOgnMBnXJK5m2ANrGiBA4+DPFh8a7/FtDy8O4hwGB4DkXmicUZtRa0yRPsIto8cwlnFAI6SMDe7H+na7nXbo9xt/0/3IHIeDMkoyQQ+QTBujkeoIFIQMZTsLOFAmLHoBMvNxAHRmoIjNG9W+dKgV+ovcl+VHDc/JW+IF2FMHDAH0DpYBi5oI8Phe0ancO5bq2hUBmKXadoK8VM4LoFUODyYMQecQdy5Gk5hjVvIADwmFTINMok0DLNBH+0lfB+66K3XtBNy3On97xJi6lgOqA1Jd63YtbRsgowd9Eudi+xdwEJb1I2DYzr59BD8T0cmWBaQkAVyOYd3AYhmY74HDvF+aDz+3RNgAABAASURBVA5isVYd2KIXyVIuJ0pcS23TakFgbNF1WhL4WQDLq5W6ZRd814t7sHg2iX6wTM9+zivPy1795g1khieK4MNLQEmlLLcrjAs5MnbGhZpnWSFfeqF1EZvWe9viDwJAS+DawS+eqVerK4VP8FGDL5omy5CbhFuyaKpQKX+4cJkDGXzBw3KdAXJKaSYvvJoAnXxCZ22EkXvWgf8nsZ7783qzloM+D/4toE+Penh4VPxI9OOaINBW/jbQyP2nPsPzpB018trYs/eI+wj3/vgWEEElB4V65iRkbInnuxoRODHOLLKAnFtIjz3p+Q++oNI66RjqmNCkgMjgTzi6omjbox1XIEWSdQGWi/VgOmmxaMtvN3m9Ah2BoMz8WE90QMuL6auY0elXtfga4S/SjhAJn3+N5rls8eac893pP7yLr+jAzjoZ4HNtWUcncmLZnDd2+ancWTOKz/RBcxJ6Efk/S7bgKzr3ULx/+IomRdQNC3XIL7Ds5UP9K/HqgVcPfLEHvvJK/mK9r4Jf6YHDRDSzhmay+/A9r+cN6ZbN1Waz1Xq904bDW++NHOKDN2XIKdO4QorG1Kay5+WZM+0h4ZFgpxQZBQ6KbIRczOhZcLC44a3ljz/8oLdv3+rm5kar66Xa1jq9naIJqVCDytOolDRtskqJOuRqvckvAfdiPcYcl2g+BDjwM/hbJQR+vHnteWO5vv+ghw8fdP/+N3387Rd9ev9eD/cf9ciGdoevfGi2nobNeMemu20X6jiktIDHahBj9iCMMj1Z3pZ7DBXbHoPrnoI5ZWSmio5ZHoqpIRWpF3Jk4nx4JlLssAWGWjoK2UMeQ8GWOYUq6Zalxpwx9tLBo19zKtjvRa7HI5aw5gqWGsngE9QRB8mBA0Bv8Lo09hwR/Il5Ag+s394HCQ4GodenTDQ4RdeRoS/Wzyl2leEga2ImZ+lgOZt8fZhXykMdAYIk3JSk5PkB+dqhqPiM5BNMCMaURq6QiYQao38LwUuDkr/1cwB4pBG5ASzwJEnJIznCqKQ9F+awH7XjeraPHPTxwavf7bXHZz2HrIFD4AjYfaMP3bSTgXGIa35IBBcYp/WNYB0gSZabA+0592tPnwH0M/pLdYPiY+vURI4WY6BxFRh/mppETRaofEQOdeYZrAUbZdpQWshBhUo+xWjZP+Ve4tAlPVyq+RJexoyqwbi2OadbwjUEMnKrNnfy/aPcS5bQK2AB39Bhy4KhtuAWZXYcc+CL2jDNwzDAQ0IEh0RwSWjPeUG7ruhpl+hcqgN3BH06B31OoFPnABT3s5Z7W0swIedWGf3OMz1HGvAj60a8QPA1OHBtDqypgbXGwkNkpI2ABBirfAaQgTUyAl5/LGOp2m1pf1OO/hJ0Yl4bB4AWnZbYuyToEYGO5UqLxUrtomVsjTL/VD/oJ02lHPhYHumLZAZA0hAGmG8onGhU+YELZzYSLFSALnzca4EhLDN9QexZlq2IhkhcbpvEwJWaRl23kH1yc30l/0mYvxF0fXOtZfioU4NMSo2UkvxJk8LsAIoZF2HEL1TYEGDEBwaBD9Ff+Baa1Klod5uRa5B7DGthzz16s9nwwoQA0MM6np+Pjw9aEyDa8hzdb3ueFVZEOxTladBeFwM3ky2BxS33/ggCca8feC4MXnuIH1KmYRTAjClTNiiw14chUXQ9ID4TgprSZMNUqggVQVq8QjDIXJYdAG181MD44bnedrTMz4qgZQGuPcot15WHahlEvyF9e8tLnR1tv1T7Eu8w6y8JvVz3fYfycl+fq/2Tbbnc3TOzcVm4jIi6k1YuAKRSf5YjfsI5L59U/tGF54x8sd/aaDhcgSFe2RSOY5oo1xmoe5ImkSf8V8arB1498NUeeL2cvtplf1yD08k4lgYOgJvdoPV2rdik8eZu4zf4bNy8tx+9YYyNI20qVsMWMAWobvnY75DkTwpeyc0rm8YUm6+OTfzt3a1+/OFvuru70xWb1I5Nfeag4fuyb+UGnX/ovrAsVShvuA7seAS4roK8twqo0uwyIYfgOQjhtsYDG9TeQYX1J20J/DwQ+Ln/8E4fCPp8fPezPr77VR8pbzb3qNirabJWy043d9cRwLq+vdE1G29v7tqui3GSIYuFNid6JYsO89R/xfCDY3wJrKCA/XIJ6KU0tP5CPc2nuglRb52HllP5Ka9y3K+lXTZdwJwCHq+HUerHaTYoZQDtT9ORX2w6LWdWV2ljPr05EBQHzZ2O3wCaaOYvDgXT4SAcjwUZsE3FwqKn0D2qvQ6AsA8Mp9RZLgonWZWIVZVbkK1OIeMWHGGCPmQcQty3pcRYRsNIPro0SUEHBb9wB85VZgIR8Bnky69848eSE99kwOgRRptRtoXeEuCOwcOYHD9TzyG770fV4M+OoEwAh/U91/mee4ADRTZjDL1JI+1l8OkHPKBzjD6oA5vGOhmP9CPzwKMU7t9zQNuh3we1gIkv9Bh8DRmLa6kxr0EgUiZn5oygXGUTjF1Ee0HOqciA9WQEokmUo9LZZXgm+OP253DS32VthYvOAcoAOklUEQgaAAlXF8Dewp+L0jtrK1doO7URhFkp+x7pQyOQ26UMbV6Au5BxuULr+ryEbyBA0l0hV9ocZbhPIdeGnHXQRzY2f0Fbg8sLhT1tAjMvrDiPZPDcGuJPYPfMeQGNHpVXwai4tFgh4pNZHxoSVPHoMI6sy736YaStxDlfQ9QKjFwyMKsEftq204IA1WK11PJqKX/7x8+RxbJTu2gZ20LKDZBC16QGlABSBqbkPioUVrGVTt0xLNeCwm7XmZ4APfkAWZBThTw6HT9Vx5HzuyjfS54oKGPLGNTmVg3PVf8Z9RUvV+J5xIsVYz+TFjxbm0WDi7JSllJy2ySayp9MOcs8lwwed5kXMT/CFyMQtMsxPGRIZruFITsDqqYR2XHfx31nSwBo/fioNS9P1jxjNw+P8g9Hm9+z3xi9lpBPeDVna7C2QQ5a71lj/lHoCAJFIIh10w+K+0rYorMPc4OOnBvZN95bZF4wFdwwbgMy0ZebJmdAFixwQdlFZzAz+BJYGDFQNaRidIQNSV3b6prgz83Nbex3rpbXWhLEbOHbChpPiTEdF+LEO0P5rPxMsYpV/FTsaOeTuqjy5D6p+SZGqPumls81en5Ul1t8oQUztUy3mPbL6r6I+4V9PqeL5qTnak9sS3Htpkm24qk4RweF84EWgRhvIb8hPyhWLN+5hllVYc/6Lozvl7svP36qxj+wq9rFK371wKsHLnvg9fK77Jc/lzubhSCb0+59UOu3WzZma639P2/wRm636+MNPvsx7udsqv2ASW6d2O/xgCHJPMDbBPbyOvlEfeWMcn1mM9SyCV16I8Qm9Ycf3+ruzR0bo2veXrbyBq22eILd9QmTO71PF+bP4UTGBeSMGIWRRY39lDLdkDX+EWEHFwiA9f7hyoePWn98V7718+4Xvf/1V30A33/8TVvqxdvHjs3k6noZwZ9bgj+3jGe1ulW34kDiTR3gfo69V0rK2eDMEn8UuL8Z0J17mhCk60CRTBuiQGa6gHP7ytvSimPTjT9LHbNvpR4ULRlZpCAvZm5VwQK0Z0UpoDTN6HaNwaqN2emDaMeCjP6ZLx8MvG63BO62BC23zJ/pngNCzxwNhtBFO1oXE00bYNQ6AhUKegoKHcpVrtQ6D44VYVj27jBoClYHRD04HVloHjVwujXEhQCtgJGrR8AoMf408UxXSKIuAkGIVAw5Ih9Atf+ssvSbJA5ysl3GBGNwF8GGkUPUoD0HrJ5D0w6w7xz4GYhGDAhZRwHFZ3B7lWt9RN8AjRi6xIFdcrBoH0El6x1leo+AdRBPkq/3kfoBcJ37GMKvoX7KipOaqRR2V7pUwTIBzPwcamCJ+0me+BXL5dBhARMVm34eLDVfdyHpjST+KVEbOFF+AVNV0wBhAE1pKk0omEGXnvcyhttkNYA40OfcgXxf9D1lobZdAgRz4ps5phfUG5fATtQTzMmGkJ34XZGJ+vZq0tFF29waA+4rt/AK3cI3dO1Cxi0458lG1l5cWw7GjjsNxqytgWsyJp56seoLjDGyHDymkyGWqlEjE9mzZvase8OAzEA9S0ZeR2LNuc+GAE8EfgiwL/0nTqsbrZb4gYBHTi1Km6JSpUfrMIj1IZscdkOQEEGIWvoW/RmChBV1oalQX5pXtTq05aIM3VZa4ZK2IpdCttBzKZttOPBiPIlioicDPVq94FEXvmKeFgTFOoIL/jbQFT4zrMBLnruLrmM+F8pNBmjn6xywmjnQCX04L2DrbCbTNfHhuIGZBopGwpbqjxQ3gVG+740E5v1nYTvu07v1Wv5x+LUDQIDL/W6rgSCPuGeLCUkMPPRAu+z71Y4g0db39n7H/czrrp8c4M4FHQmipsxYGecUuIzgT2aNWzeAA5SNRU+kQMY6/ZhluYtg0dBhgv5tbyEjL21atd1CHWv39vaaF0U3Wl2vtIq9QiP3G8Jk4VKw0zB5WuFY11Rw7RHMPZZOKdt+yvmS0uTPLxGdy1zs7CJz3uo70r5BW91LHnH974Pay2UtpW/LmCrg/LL07+aGe8lIdR0VMsfarkvTvFhoEKTotuCSB2OWfZ3Fz0l/4zqa2fFVZFx7l23xKA3hgxOlR/lS70pTjYlXePXAqwd+hwd8Jf2O5q9Nv48HuMmdzMRJgc3UEN/+8e//+A2dvwXkzdbeJzkM8GZ8YDO35wa7Bw/sAl0e2Ji4DhZSZZuSTJGZN1I/sLm3PDt6+RBxdXUtf/vn7u4WfKMr3ui2XVMeVn6CZSs4gwOPcRw2RWcyLro66k1UcMUEZkFWdYPHw8Z0w6Zy/XCv+/sP+vABeP9eH99/0CfKD/efeHu51ogv2qbRsuuw+1Z3dze6423ebQR+lmzwOmWCQjm3YjCqn9oXTFguGSBJlyjYp+lbShcDY9Pgn+ib800bitAw+fKIR/biA+EyOF4Dnt8iOg2PEZGCVXEUnstONwjzJqYNbmlssDn0jA17zgk9sGftchhg/rYcLCLwQyCzZ06H6RtBciMgA5W2TtOh84Tvsc8ByepLyEilESQEh66Y62zaGgs7eByEnAJgO434bOR68LVQYjkD1fiAiyXhSwWYZxhLXaIlwuVPwEwXqRGywIi6ArAkDnMBSowMYCe6J4jRz8Blr/0h7NFMIZ2RRFvDIAmREuyB6Lledujxt3q2BIjXHMg2wCMB4y3Yh7PdjrlBZo/8npP8njYDAacDuGzFYRcdRMJ/ympmdJDwLGrauELxbwZVwGjmwIctyx6gsd5aqq3B2Fe5jPBIBkU9nit808H85swaTgCTDuWJrsr3jBe3RLxJtj3G1DJOoO10CMRwyC/0Ct5K+RDsWSh3S7WG9qrQ1OXWMhWQob3baME9q+mkplUDCDqDc27ps9OiBUe/C/oovpZt9hwS8OkJ/PQc2AcCPwNYYNl65j7HWq4j80qVm1YG64orGbnRugJgFLxFAAAQAElEQVRGt4y1PNDWPpKvL+xpsXO5vNLV6lpXVzccnq+1oOxvvGTGUjSnMmvRsHQzCGMrWBfr2tUHiH5dKvJlzk2PZAbQ51KmD0OVQ6cqlBHRq2YwQlcofJ18RnzPiFBb2VZ/ADNdZ8BPAgb8aLbQnBFs8ckCn62uVlraZ9fXim8C3Vzju6UW3YKpXig3DR0lVRcNeSw+tE6VzwgyuIsBOpIZ9KUTUHy4VdkkoaqUyX0LBSlxn8soGrj+Ru4Xe+7ZO16o+M+pNwSCto+P2m02Grl3Z4I8Xk8eZsaqHD7dayRI1HO/79fb8i3QuNcPuNzWGdzTBPgiBgfOuVFArOlWGdwCGV9l/NEe1nmVA7cV8NWBrrxG7cTzj23njM6ATD+GBEY2QyPX5oU6+ukIAnUE4jrve9qlWvqXPEIdPyfDOBbyUeKbqaO2cxXHGlN49FzgrJzOyvPi77X0c+1rfcXzvj9De3Csp5DyOjZE4c/NwoyXuvSDgPp67UCSEitF04d1NVFKRZs52est4RewLA02T8bIWwZ0MVlLhYsCE9MyE/lVCKu+Sv5rhOc2mTa4/R/Zp/W/wqsHXj3wvAder7/nffNFNX+sUJmegY38mg3VJ4IdD49rbTjQ7dhY9Wy62LOJPRvA5pCH5Z7CHv6ew503ngMCoyEMTbPc8gVG2hgWiwVvv651d3sXQZTbm1s29FfqWg4ifkAVc/T5j2/vZ4BNqg/2SwosPqt3VwNtesa55Y3kw8Na9x8d/Hmn9+9+C7j/+FGP60/ac9htmiy/db67u9PbN2/19u0PumUc/rOvruNwZft54HrjZL3FBPcCBSJRC+0Utpg4B0ud875nOax7ovDY65EKX2JnjMV+4oBnX/Uc8gbWy0A56sKnCD7RWtaCYtTWm5AwNGDKQ6amgS68rAYaPlwFJMoGkJP9SzUpas1y/wNrqw9b9vLvQzgIse3XQfccJAJcT9jKY0INe6EBQMO0u7JXXDcwThlcZXBn4PNkHWEERAYUh8sz4ZPiyMHWPgK4ViigcgRIlBMHruCZBoI2b4LwQmTITzyB47pDDYmSYiZSPZSNSWZaxtfqnkPXvh+1dzDGdFy/A8MdA9yttYv2A1B0ptCJqHqynvb+9tCO62Gz7eNH49ebXfxemPGWg5nrenzofgNo56AxTelnmEBxNFZo1+xjpwEkqRyKUHUqFXU0sc9zyzzmA7hNhdwgcyGxfE/1TRvtC6JfwLIxn4MLamqTqWoAG0CniTEM+IEBMiwaebzcK9sI6CzVOtBzgBXla7kugHtSwchx0HTAJ3PYzLTPuZOalr4M6KUPB59glNRkNYCQaTL1JFf4+ugJ/AwcznvuAT2H8fgzMK6vMqN25ihN15W8AA80GhJAZGCAH8Ci60eCuARFh2lWBstYjP4zB/SGgPui67RYGRjjciHzcwPO/uZP0sBaGBiDAPuxwGQ0umA7fwHc4oXqeRWipDnnjHZtBXElmR4VvmDcEFMy/ykUqy1fxEq50JGfMazB/IqFT+yflmDDYrnS6orAGYGfq+sb+ZtAS4IP9mW7aJUcAMLPQ8KHVgK45znAipk58KKjBHuCARw8MVbFB07gmHrqXE7cp8N05pybkGINEazfEgDyn1xvpj8J6zdrDbutxIWagIzPCqDINwPWX0/wqKdt73UIlGeR1150q5jv6Ixyhpgg51Y5/LNQXAesr/BV4AaeodaxJ5muFcu4bUv7IyzUEtQpgaNWbQR5msDRR4YHVNo6imwn445r0th6xfrFMHl4AxkjZU1je025Ep/BA4JuHGLQgc+zmZ+oOpGi7zAC/iGxNirtNVDpQzcw5rT1GWBPqV7Zpei6LOelfJqbbzjlvlhy54ZnhF6oihaX6+cjDbHTrDktHktFW8mP3EqF518YXo4rTWfeQVs0POdXrTOM7jytJePsMldlhoBkiTlHHkQqBPnvS9j3RIF5BldMeELmlAEWC6L8O7Ki1g46Ur9D3WvTVw/8pTzw727M97nK/9298Fe0f3qI+dbZc6Bbrx/0yX+b7w0Zb+Z6AiMjm7bD859nog905XAqtmWzQSXxmAHAcgMAcdXPaGl4XbfQDRvROwInNze3MvhtWOsNWDwVLiyXc5bLFfQtHx4UbHRio8UY/c2RNWO+/3Svj+8/6qO/AfThve4/EfyJN5K76GTBG9X4cU3s/uGHNxH8ub290uqaQ0nnjSVGkUK4Zi7HwzczOhdqxRHXmsu1R7nvSZUtGX6YNhzWfezflOvMNUaaA54Pev0UUDE9sDlXHOMtU2WNDegIdiwIGMbzkbrcwM/4Bd+RK6CBlyYAwcuAAkr5SAvrbZuBQyRz2XMY2PrPwYw5IERACNpr2fNNAytB21Fr2XRZhw2eAfNmYUaC/LzXwg0NURlUEXC5VHvFmwJi9YMVl86h5IMQ3GTJoH3FGGCaF2CadgUFxxIVgp3IubZSSsoJA8DiMyDt4Oy+rnXmyz4YuKbNjy6RKwklbuf2ggaiD4T2BHAGAkYO6vT7vXb4c80BzEHiRw5rjwRPDWvoNYFjfxPI3x7sOajt3daKwq1DnC0why5hmAB5TlALb5bgD1EPgQAtyWs9/s6sGeanBbIPdIHNlyAnQXwxUQfkm92hMCfcz7z8JfQF/V/S7AUZW3EK9NFUYMwLgLH74Nh2Pkj63gO0AIGgzofK7kotdAHTK2XXt53yArrpJO5lIgiU0TWo/g9ivhIy1k2QwQaBA8T8MRPcC3rWUh/Bnx7eTi4PcS9gspNHACbQU5pBx+wZo4Me0EK7kZDsPvDImmSpIVVkFGsxKf70q2sJ/izlYIb/rKnF9sSLBHHgVm7EjAe4V0Mtw0Sf+2NcVAy+Hsy8CB7jvCLNC09p62N9eo1WqEIJVQeYmA6EBFDOtMMiqClRxgkYilJYA1YXnSxW/DKE3SNcA2LIHBJ9mXbLIuf6AXWTH6lMzGFuGnXLTsvllZYrP7NuFM/dbqHMs1ccGvf0Y4i+oeWP56HJyk1DQPAIcZ/RmY8wYtZr1CbybD1UBGY8KcowuKeM3Ed6B43XG/nPwDaPD9r5m0DcS/YEgUbu6Ym11tAmY5NB9hf3oN5A2z6eSV6HHjdGuB75muBA0ns+QobOjNljzy3XBdeCr6kMzlwTmbWVWVsB57TLAa2iPXKtAT+63NLekOPbwI2sr6XO+tt2IUNHn7XsPqSMjbNUixW7Kmj8ZprVEGielYFOnBCe6G9ABGSfbZWomamvFh2GMKtD0gsyUMxboZ7J80UV5+qeafw8O9bDwcqZnHl2mrGBqpPOXAePNUv+YiqS85xho4srmLviAAgo9VZ0pFwCzJjA9wk4F5LX92Rn1LpBEMfMY4VN16w7AQ3AOs34NlcMXT2daWoAHdMTxrHqhPLo6GzOc/9em09U2G7gTNxNn4ia+QUwb1fVVoz3X9BwlCpCM034qfD+MvmrIa8e+Lf2wOzq+rcex7+58fNpaKaxmMfNkORv+/i3fx4e7uNv8zccnns2X94Mik2ck2YfbuWzkqhOZEkpFaBASmzZJGcJlOiu49Byc3srf4vmFhz/+xeHlewbL/WIkUwAwQPHw8qYqq9NjC02HvFgUmjy8ykOs4zvwYGf+4/68P6DPn4E7u8J/HzS48Nam81OtmvFhtm2viXo8/bHH/Tm7lar1VKdN888VMMk9wNR/AUxJVt9Mozg8yAHT02g/sQ063RGHgywvbKDqPRYKoS/fPBj0z2wIR+gT0cxFN/O2h6UBmHNM4j/mchlr8U5mDcHN87oLgAxTaKtHKk0YAnzO2BXj11bAg/+JsrWgSCv420vr2UDkqGChsztQZWVAdSGHgaPQLUC8pjMrBqgwyom2Osk6Fp3bFEoTrfjbCNpq12R4Pv6MH2EWmuOaYOeilFdalJcd0oYlJIoyB+rHuhziDHttefAtcdHLjuQWwBJK3EzpfLPOmDTNP70a+QwsAcGojR7/5gr180Wvzr4syb4E38yCt5wiNtsNqr3jj3yA+1GLLdHMYNLEQrFtiHK7gcoCfsLcciLnNuotMW/4es2qeVQ5QNXlPO0uaVeAOexg45vJry//ebGX9mwQb4C9lM6SzPfNNBAbqYxM/bwBdj+KHSn7DIgIGe3QV5gyvaROxhcNnEOiFXWnmt64Lry9dP7Wz/cA3pgYB0MXk8cbRQwopa5Yr5ZSFNzeFDDCc9zOZagUT9qz0IYvCYs44YczNVkNQR5WsC/Y7MgeNEtl/K3gRz8yR5DbjQwrgDZYMDfgIj+6AOMQZE/zZCtbQI/lZBt0XMfj/O5utLrvIdiDW0Ya22V8SuLuhYLdv0MBkJkA2VDkbU/ASuPFklh/lQe8OFgX0YbCyTWAb4k8FB9uIg/C1tpwTNs0XVqmkbC32hlLkZmErAOjx//ptyoaRZq2oUSay4g08bzZBkxOm42NIFIlPIEpiFRHIdasDkZQYPHM3BPGllLPfcTB4B2vHCJINDjWv5zsGG/RWcv+4oe1dBnqn7jXuRvEQ0EgQKzHoVuepyS7YDE7eTHxJiExmzMODI6M8EaHCVfPwGsr7iOfI+BzoY57XLONMlqjaOugW6U8VMmQNTmBfVtgNRK9lWsT48mCcEJrMf1mfIEmn1glRIDCRocjIppFuVZdqyaMSGf8EMhFSW52lBKYjVVKlXiBDOllEsOoaKt5C4bir6Su6xJqtDHvJnIY2tTz8EkPEPRg7MKrBPfu2YiEznZa9XJLDcwrkD9gQUd7AOD0pymOEv7iR7oW1xJUXQ/QZTstLVLcygybu5mWVPZjIkMaWeUJwQ1T9XmzNrLWiyMWYes8SabRjP4yTTA1snnCaPUBvtSz0deg6S7AF1IR7kLlacs+ro0h7BP5Vy6qJaZmPFnpFu8AJY8zqbC/+YZaDYhqEi2p0IwDpk9cSi8Eq8e+K/zgK+L/7pB/9UHfDopbDPZPG3YfD3w9s2HOr/F33OAG9nYKSWlzw0IAcSkyECaPm5vEr7fGnbdMv4E7Pb2Tv7tnOvrKwIpnTIbKIudP5QyzCPk82pqP5fqndrY4Fu5Hwo9QYGd4ps/H+/1/uNHlW/+fNTDw4P8Z3C7XR8P0OXVlW4IVvlPvn54+4Oubx0AulJsEDPWFbU8IiZiMskbzIBLVrNBFxAtUDE1+WNRdEZGqh3NyMqyg2Isg+0DetbGEAe/LYe2HrN31O+RA6DytE20PJVw0OoEUEAvA4yNb6LIQlGFptSFf5ABDwZkB4PpALqizcBGXeCAA+06xSe64wBgOwx973W919ZviDkk9ASGfNDYxng8jmPbUGATgqgZ66SSWB6kO6k0jJhf1kDFmCuvc6oihXjYHEWVrwCNFAygs2TPnLE+X4xGSQn7Uyri7tfXrv0w+ls4zOMYvhmZLcbFdXmwYGoTLUNBQqYw3YbmTOvA3AMcunz43+LPzWYbwZ4th7fNdqMNb+xN+9s/Dij33D/2HPDoOtozeClswDoScysAOwAAEABJREFUBVIQ0fU8M7e0swj20q66PTP3bWZDC7TQvneE/4UDchZnOlRBk39x8lLG1tizB/3FLf8gwUv2m1cgi/F7vA248ZjB+CPPQEFTJ9ogJ2NDOBfeYMC/AhizD+OQkZrIyZiEIYI/O+6Xm/jNFc9x72//1OCP5wZRp4GVY6zA7qiUam7OgPzA+vPzZc96GrxOKLtOzGdDsGGx6LTgWbFcrbTsVnLwJzcLKTXK9XrCtrIm3NKg+BypHOXLmaUuwVz6cIXMmZ+lMxYefD2XDnvp84AvSs1bQD8zBvuQ2qO/8TiqRwA2bhkncCkpZ6xiPbQE1Dr71kEgAmr+n9QWBILadoFrkWka5cYY4Jm8gL/oFlp0HfOwDHC5Na/t1LCuEnp9z8spMTO0i1x4odBJ/uBLbI5lEUXKzLkwuN/t41uFcQ9h/+F9SPweEMHknnuK7xmZNoaWjCThw4H7+cC9vOdeZDCvAMKzZJcgjj9oVvn4Q0AGjMVNIxO0ycYeD2PLxhXwxUk5+IyP9oWfCf60ysj53mQofHiWxSdSxgZbXyFJ8JRdTiBjzT5ZOpQ8ilII8UKSH/kUTtMLVSeCTSkdxJmToCMrdad5onhuK8IkKk6S/R4M6khBnmaXubJfTgWfKV1qP/Em5IYHO1yYm84yNKusjEMBFo1JTBj0lCKKaaY0uWyqAFFXapwbisYBBS7NAekvTG71nKg1U4cICUJxaZk2iPWW8aGHatzkrKbJ8rUtaPNFvZ58kIHn/Fym6KWSMTk/BWpJpzz3YKbhvOb7lG2j4aiNvvwcPzIOFDXQJYeY0qz1jJwqT9Ch5cliQiQqjo2PFHWv6dUD/+UeeL0e/ioLIG5UxZhCDrzxE3umQd7Ur9lwOfgRb/B3HPKnG13OSSkxjam0lTd6lFPwE8U0VRgdH6LBRVbI+cHTLlot2XT6Wz/XN1daXi3VxkbLjxu3nQHdzUqnpI2/BKdSh5IfldNQgjc4MMCm0WP1Dzx/vL/XJwJALjv4tWNDism8OVloubrS3d2tbu7udH1zq9X1tbpupZxb4MxI2xQ9SGc1hVuNuCTnBoYi+R3yl5RhAOlSJ2YHYOsA9D78GdhoD7HhZl1A+/cZWDmoqPNtPLI1AHujH9sRS2CHFSohC60WJhAecrmhzJv8IbEOkQErZCf6UNbJJ1S6eXBLvzHPUR5KsAJ7e2ztwV7fAdB98JBmfBhM/zpYY5WGUBNZ9BRUCNLA9Zks08q4ZbFkiGwctlscASPA55wB/oBPxgAzgZpSIRIyhXKOH41egKJrkvN1FrIp8hr88Rz62zt7xjqwsTff9oSQs2hHm4S9QZspBRlsMvlDb7Tfc+jvObA7KDBCj/CESMijeHA/wB4/7/HznrVjGGmzZ2NW6wu2XvolmTIQh8DDw+RqMCUn11Uf+3DV+qDlA5txZiYApsMJ0ZlCSv++6dI4GKtHGeOFBmfuRRJ0wz2pcRto8+GZr8qrZfDk2eJanO5y8ROUVUQNNHhgHnuCfP5TWUPfb7hWCQgx/zGPyIh1rcDWwpr0ujAJz+teXiQqn2jD+ojrEB1lXWCEq1mHuWlKwGHV8bwg+EMAvl0s1Swa5TZJOVsSzaXHYuVEuyrqTYRYyShiFVayjiMv7OdzSz9f+1wN3RyqDjTXAw4LfrU1CjXD3nwGMcacVUSYT+aMgUcx1AXFWFA4wjBMHnBMJSBEGCsi4SuXE/eodrHQCn8uHVxzIIhn3Mr0El+D/XzrwCvqVrygub654dkH8By85eXHLc9C/+n2tX+M++o65mhBsM7f2MoNo46bQXJ3h37F/LtvnX3K2sDXPDNG7g87AosbAsteZxtexGwfN9pt1gQetxr6HUNEljHhrvDI4N+PqmuJ+p77zcCamnVMj5MHjCgdE7ZGYYZN4iMjRSf4PgqK/kKcrLCcA5EsByCVaZdzS3PK0GLsFFQ1MF0TXerJqUaJ5WRM9Vckh5VOxztr/GTMs7qXSNqRJok04UvI8wF/QooxSOfDqLoqRuKZ5PEbTqufcC4qKkznhqpheNY5lrDh44sSljrAiSH0EmVwCIAblig0FPksESAqPnlSMxP6DBlNycoCmoSxnzJcyqYBqEPy+gN8XWYbAN0EPpuiprTIRs7mYPmJP3gcpoG5X92/y4biAQROvGoJ887sq7pddQlqs0t1l3hVvuJJ5qxYBn8yxucEJ/4zaHpqUfukB3h0Qx+4POjX7NUD/40e4BL4bxz2X3PMvk0N8Zob+7h7+YbtDZM3448EgB4fH9lw8aaXTf+eBwtS8tu9lJIEpJSU2CAZcoJOwRZInP/E3kzzj/mWa3KjtlmwWVzK3/oxrNh4dh0bJQ5xysdWlaz4WPO1lEdLm0BkJErsxXsCXmutHwj8PH7Sp/vyrR//t7Q7DjoehDezDvZ4w3v39gfd3txh9zXBn2u1PnhmW2ewxgLBgjxww3/uFIAm0Tf0yYPxID1vCf3npWpRHMwwcvAmmvn3mugJlG23G/zlNbEjsLLDehYOuS3PzLzHHYDJGSgpFRQ5XDoZpm8cBCtotq7gISbfQaGnUP+8wzJuHxDywgIDgSNsUECeaiqm3uOJsexVxrPlMME44A0GjzU06fjBXFqWMnYzaYU+y8uY6QvCm/7oPNpGhrQxfuA6oSBfG6OJyArh32k2VUUU46CNXv4cVExibpGjLYyoHLkeR0zfTzCAh+CNvlBDBlk3BDKQUhJJMQ6qchQg0kg7zMeXvicM07c2Bg5fGu2gomyEHvHlEMGeXr3lOJztKQ/0OXAw6wm+IoLSKWV3R9ZMZSNUxlqEpktyp+RMObdquV+07UIRCMrcPwKyvMk9fzWL5mj3uexL5T6n5zvXo+6pZbgHfsnty6OPYO/P5V02yKIHQLIkX8pQXInkNaHbSrk2/DssPQGf7faR68b3AK4fDuk981o0eu4NU1sO8rSe9eO+y9wd+MjsWBvbXa89wfaevmBJqVFDEGvRdVqslvJv/iy6Th0BiybuuY2kDJSeg3BPVbHpAGosNgdYp8k2G065pfQcv9R+a84wMRzdtrcq8b0DOjMugyh7jEFPvIllNpLHxOVGYYgRW2UFOoGvuDQtM/rGA8f11t9w/SyW+JWXMX4GO9DjYJCDPkv8XmClUnejq2uCPw78ANe3t/KLEAeAVrfX0DfIEThinhbNQk3TYHVSuZGAKVFQIB0Q1JQwCo9o5P7Qc5/wNwd3PIP9Isbfzt0Q/NkSENrHCykWK07MU9NAlPtYj/N7Okonr/g+wo0vRGVeraoclye6otCfUy2CzalAkXTajDoSbNxrwhAlZ2dQ6+ZseJ5kgDRVwJuoPxKVXub5WW+nAz2rvFy0tiz7L18W+Cz3cqdzbZclLig+CJbr5FziUH2oYDU+ZR5qg6iGBEZv4KjxCitEzWd1lWX1hlr+Wuy2BeibxqZBscyDjswccdlxJ2FReX9SoTwjMYyEAEKlAWLQbucK41nxyDobo9sCpNJiypsJn6BzoZPKlwsXm1426qLoRe25DJ+63BT6Ulvi0khMaRIYOENNZFTM6WCQ5dyQv6ZXD/x3e2B2lf53O+KvMXo2UZMhprxB6tmI+9sR/uq1N16mfWhjV1YkPYNJ8Uh3Bmmk8nFJscVkD0eTsdClMvKckrzp7JYLebN5xVvDFbBgY59ze7ZpkkR/JIjzdPrAO689LddbcsWuhWbDOPCmcL3e6NOnBz1+upe/+fP48BhBjh2+yDlFoOrq+lo3t3d6c/c2fvB5tbrWcrVQZgNtbQbUxYPXtCE7m0Gpx266Vjw6oaf6nOfShT5hTXLfijKOLDBpKF1MhTnCOAy1ZQOHvviGFMGRPoI/W/wyQb/lLeye8SLv5uizvRl/ZVZEzjF19JpcC7h3EGmA6+HTDe3tiXngxvJPYUCvYrfi46nB7QC6P+ihT6suQH+5UQnQHddVkR3kQ6v//MvrO8bGOugZZxhk47CzjAE90PRETmfkITORLlYIeTLPpVsFYHcGEkIuJ3wDSUrAFyTEuGQkXZYdz9guD5z0+v0oH6ICOKB7bD0Blz07mMHAKXsEjs0TlgEpBz7yoRLgK5ngjymZNnCRu78R2oc212WMTTkppRRivqfsOeDv8W38ORgHuC3B5R2w3W3Us4561lnx6eRU34w8B9hpnRXsPzG59m/ruc1wMkEgwNdhNoanJk9NCnZumJhfhpovE/vzpTySClPvuC3W9VSco6wqazyvmdH2tyFYVmYvD9GymXiew5grDuSH39Oa5m8gmDfEWqLtJB+Tf6CDOM1GiqyfnsBhz/rccajfep1w8KdGmXn0t1McnFguV9xrV2oJVDQLruUGq1hjlqs9mi5gjqGU5HVUyRdwmMM61gEsbK7xc+B+DJfrDzUQnp9iiuchx/gyazgzTgokeOFx10/64huPEx0okQPmA1Unlzt8p8zSb04g0YdrDoAtQeM/9x1AQC2CqItODvys/E0fgjs3/rbP3a1uDLc3urq9JgB0FbDkhc0Vz8QrZFdgB4FubpF1G3879upKi26phud64/ny/SDTM+ZLZC4b5jQ2yR+qR9aT71Ned14b8ZtivHzYbdfasu5KEGjktuEBlXnyGhy4zwxxL99xb9lR3wPUW8y6DXZclJ0BToCrKtjULOeVg1GVPOB5/YEJYb5BMa/k8FKA/a0TvbAPKYkG1Naek1yGAT4IfRFRev8i0SdCpW3Jj5X48Fj4PHXe3C0u8cw/g6PY2aScyb1YpCnpRZGLlbNG2WszX5T6JuZMdbQ/LwfzQvbEhNqw4nJjOWl5bJNO+CeFQ/s5t7asmDqTvk9Bflmqiiv+slbfU2q44JPn9dfrzRIerPEFOBvOWfFCg8pqKvGKXz3wX+2BF66u/2q//OmDf3LzYlPkjZPfuq3Xa1XYsTH3W3z26mFjSlkp8VAByJX8zzRgAW8TLOsDYQB6AwdTyrnRgqDJcrnUarWSv/1z5T//6jrqFHsd63kZTm/vT8bybON86GPg0Nn30zgfPunhkQAQ4/ZbRm86raLhsOEN8fXNne5u38gb3Y63orlbYGiOP5mz3DBZnXlIGswLnE2JR5HtBfAFCWa1GHsoPU2lvshOtd8RTWZd1li6ttEBA0YY/GbeB3UHS3xgGzi0mS826lZUdeKC8LFYF4YoC3cBJU+Tt8QnFYg+rcHQwpuAA70myDLP9VMbtLhZAfPDXHzt4BB+9WGiNW6xx7ihRZHpCYT0HBQ8lq0DWw5CcLDt4yDby1KZPJIJQxScucc5VugNkex+jhAVFjVheywE5OlaUfhIijMn6FJKE7PikB1pMkGUkaEY5Mhp0PMy+GDNYbpnnnrGugPvwXtjAiuWGbkmSbROskkpFexCTsE2CVG1yyORknQA92olFnF7GmZjwDLuw0GnnkPZloPbZvuoNW/yHwEf6uz/Abu8vqpnxQfTmUvJdnLlwCHh35Z7h7/tk40N3E9Ml+sN5zb4H8IwexgAABAASURBVFEVS4N6NmtOa2gt1IkTNBWUXF8Bzh+Sqv45/sqO5n6Lpg7mGKKgoyfwTSkxtiN3kjoi3DwV0Mz17/thzBFz2PcE7XytGFMeWU/iumGmpjZeCBzMp1KgFPkhQytzO6jn3jFwLfrbPw62e50MXkspKzcNAYQF0GnJc6LjebHoOuV2ATTKOR/0lR7llRgQFdgd+Csz6ypNjlQpf0POQOv6Paxh1DC6sN9jCIjAdkNNOgOKvogO4HIZN6qFE8t4p7GmnJRZwLkGdOwr/JTgK3Ro+qRp9umPegG5adV1rZb4+Yrgzc3NdQR+bu/e6O7mLn7r7ub6luDPta6XV1ohswJfg68jAHSjm9sbXb8hCDQFgq6ur0Jfy3M004dsg23xvSFoxmJ+hZSVKo2cZ6BnPexZZ7vdNr6N7OfzhuBxH8HCHfcHpGL8eBg8eE0Zsy593/NzvoAviPCa4pMjn7JB5akhcIGp4gRl23zCeaGQXReZMmMJxWY9A8U/U99ulslIz4h/N/Z5F+fl0tFYUORzOhizLD2lPfaJe1n3VPmHoDrfFb/QySTy7Oi+wnhW4mlHs7bupsKp0OXSrGlc777mL0uecz0XwEHBgeCaOZd1Ob+wRGlroy32xTBr4EuPdsUvE39CsA+JXg70K/HqgVcP/Od54PUa/8Y5/b7Nzu++vjUP2nEwjLe7643Wj2utwVs2X3s2VCMHS9vAI4VtUAKmUoIGZE5SbEhHcgN7sfgWEFmpkJTY2LQc3Dre6q54i7iKTeKVurZlo8TyoF58zi2E9WL6Enm0y2BFgw+dPvyvH/VI8Ofh0z34URt49oMYT8MhxIePOza0d2/vdH1zKweAbL/4hNcOHaMZ272RM4ieyiMVAfxXnrrQPMGd0xwJ8qkN1Glym1POH1+aDDMqcMzDfhdtRdhGIXAwnJXxBOXRA7iEPObVPslsBotPXJGOkgR5shrkFopvdnBwac8gT4eaOAAir2z5Bh1AzhK8HNBA+pDYogt9UzsHDUJnyGTaiSExg6yDgTXe1yDQdHDoCRAiQfI4Q/xiVjRRlbPin7HHGRhOYMyjNpmfGoSTlJL8jwxafKIEnqX4xs1sSzqREzoIzss+QO+Zlz7GsdeOscUBG7xjrHsiK673Qam0S+gpkBI4ZaVknLBY8cmRS4nrmkyZcSQgI5dSkTUfCpSVUlKSAsR9YyBAEN8s3GzjvvL4+Kj1A9cdQaA1AWbbOtjf2K3Dx34HXAZlcFlDWS33Cs9nzp5fz3NWztw/GrD8sbTx58GSLCUZRHvJnAvtmgu8vwLLm+sA1jL3b39rAndh2ek4MmMz5xQyowVc1zByQ3Cg0dCgjwtA5V65Ue9vX2w32gI98xZzJnc+0sqrCRhoGADNvY4SdVn+02GxLlz22uv7UT3r0X/+5TXZe51QmRvmk4DBolvKP7jv50QEf5Ydc9RiWEIKq+iDFPR55p5PeU8lixZLuW4O5n0JuM2XyBWP4wGEnVPO7n0OVJ2luBTcBRB01NOWsmQ9ZiRnUoYf1ISRIZX7G8RTf4TwlCVwVnKwvFmo9beAeDZfXV3LEIEggkEO9DgwtCTo4z/HWzIfi4CVllfA9Q3BoRvdECS6ub3RykBgyLJN2ymxxmL+U5ZyUgD0YV2YNh8cckrYJW4fg3ruWX4ub9dbOWi8876EIOTAfWXkvjGw0TAwYO5QvQYHv7nf9QGsT4KMmpwYrsIETWszOjnJcNhJOYRV8lIxpwvnmXwmGGR0XmWDMxUKnaPec2twVcWmvwYY81eIu/cmk5NOmk0+O/LqShrxM9xzeVjPpq+RrVNQ8bNKL1dcanaJF60PFZWoY4za02w2hhl5KnNe+mLB2v+5gufLpQU56dnlHM2fGuEmz18D0eiPydzx2bp6at0f0/Wr1lcP/Lt64D/F7tdr/a82k94rAL4ne0O+edzKb+fX8W2YjXY7NlRU8iLusuWuiGcmmWmkjChBOU0bOciRiswmb9EttOKtrjeOV6tr3jwu1XJQV355ecSzAz3GoC9O3kYVzW45sBfs4xBzf/9R9w78fPrExvJROzaVe8brB2PTNFp2K12tbnR1R/Dn6kYl+NNJ+XgQ0TOf0h+V7hLkNOBHOj9uJhEiueoUaEM65f3O0lzfnP6c2pBlg225gV2Gx2Ceh6LYBg7H8SBkX4OmRCkDapBJALTLrIEs3Fg45ImpzwRsWmUCP4a2XaqFNpTygroWOUMDblBgOoNNF8gEB3JuqLc8uO3Q0wAcbqhr6bvNmT4lhsN0jPK677d78HaCPYfegTqPFLkp0WyinkFZ9GsohHvJNApILiVl+k8JGqwkPsiS15SCRymCP+AvSLWJRUfmKg7UPlwTzNwQdNmyrnfbXr6WaxDI8+jr0W0MKVlLxiTj4EjBCzdJzLXHsVi06rpOy/imwIrreKkWXprGM+LUkcO85WlEqxEEF96OoIF/y8Pftvv0+EmP91x3BIJsn+fANtEceadMhp+YKfebM/1yj+hiTTQEjBdq21bmS5Zzrosfz2KFJwJN5bi/Qh+pUv7+ua1B66Fv6EuJ+3LEV17C0W44ui3KdQTGQAMc+KYrBHPKcniRS0cN8tz+Cn/fS8N0XTjww1rqd+u4TkaCjGK9qdwMaO8mHpvn3PQEdOd1LyUJsETP4d3rcbvba8cBfx/BpqTcNGoWnRasL/+vVH5GmG5Zc5n5F70MAYrPGPnT7CnfvZ7KpTOvldqncoU/z79EJtNg8in22u7M2OXrRDnqzCtA0Qm1dqVhKp5ZiIArAtCds1Ju0JrgpAiW7JmTAObJ17zpAd7APBW9lmVKlWkzT+YnZezLTSP7uvW11rSsh0VAdl3OyGTJ7aEDm4ZjOjNHLfPXLZZa8vz0C57VNQGiqystV0v5t/+UGu4LWXvfE5h7B60xT0rojrXXKmGDKMNkXJLvKf1+J3/7Z0PgeMda3HJvc2B5JAhU1uCILyTTA4MdCAAZetbvQFl0MlmO0KU092+p/yJ5N6tQmpG7pVEicyrlAV9Z1JwChV9oKeNjcor4glxlRDr9nLY5rZuXTnua1wR9SY152VlIRFa14L4ol2ws6KX8VM1Lkk/rfM97yj1wqk0HxhcRx1a/x7TS1e/XUPSU/GhZKT/N6Y904Hs9uzBrOCNdcxlCiIz25FLcdy0aJRPfANNkTeumrNzJ2KhCN6nczEy4i4pNv8JnPPBa/eqB/wgPTHeF/4ix/GcNggdCz4Zpy8ZxvdnI4N/qKG96BzZsfuCPF7cjo2sJ7ox4BEROgnDZDcqP20ZJTc5asEG84q3hFW8aV+DlcjrMqW59IA6pLJnj4+JIFZHzcuHWvLR2yV/yZm/I20C/yV4/fNKH9+/08eNHfYLe+H8Y4YA6cDDJYeNC3rhesXG95m1od33FgXPJBq0FEgqtGUCWQnm2QQwTVXC1zXigHY9Gy0czaDaDMJ3TEtuYA29ULR2MSVehf39umw663ddB5cTFrmqPfZBzK3/TovWmnsN2RzCl65bT4XuBKKAGLVn+ByHbb7NRP9GTbiQUYKkKtGLDG0Eb9MfhAdwaukatDyAB2EHfx7LXS4dtC2Xqc55h6LbK5q7IGFtn9twZEgZ4sGPY2Me3EXYcagkCESiJYIQPTayVGI8HFCDGPAO0zJM1UlsTsglgjL4IPM7UKCXzkiBIGUiKf0l8IhMMfdVnPEoP7NL32L5lLW922/hG24Zr2te1AzA9dT5s+9A1co1GS7pNKSklgyYMLX+SM6EWfla7aNVxGF9xQC/X7jJ42W0l7gQDh7URbKMM5lFmQez6rdaPaz1+etADQdd7rrs1h7ktgSrbNSAj+/lsyXgttp4/A313nl+wea4z0PU3pkw7A4gUFBmJ0h+RGFyDXgPo+6Ss038zrY1pj8Zgeg5HXqVCnDkod8ue84GDP742NgTN11wjG4Kj/h+YvLM3MJ7seQaH6pHWpg0wQrHXkMGzS73XIIH2LeCAZM+8D0rKTavFoiNwsNSSZ8NysWJtdWrjGseyHMoUH0j3qpyUzDcIZlSWjJ4K8dX58EKL5+rc9xykYlKSsDETqJkYT3WjEhfgN6oqDS4MeFM6ZSWFXvwmdCcxYwg4sBbPca5/3wMcNOkdZHEHqh/sRJYks+O6cyEMbmRb22Yh/wl0g+/brlXmGZC5/nLO0a8YU2ijGDjsSLCZQ9osl51WV0tdOfjjb/oCCwJAzWIR8+Xu9hw+AyjEXCrTdyuvg9zkkBN6uaPIcjv2J35J4/vZhj3KzoFI7nHxJ+oRKR3QoPLhOe57Sk8gvGe9DQ4STQ7NSNDTJEvnwTemYpYsNyuG/JE3yU/oIDeVjYaw3WueuQmB2rqWg4k/jV1noBg+Nm2g7Oo/DBo6KP1AHHupLHMGsvqsMAl8WZor+bIWXyo11zynn7a38U+5p5zxtPhsKT1b8z0qnrf089qftn06Jl/rXo1xqVjlodGBMPcCuN4wq7KyM9ah9jAhB4IrzPYM4IMUxHMKqHpNrx549cB/nAeOd4T/uKH9Ow1oNg08/235wFNhYEO+3q7jLdvWb9h2GzZevUbf7OsGICW2NW6RnHHQA9U6yEOynEWAlMii1ajExq5dtFp6g8+GcMlBsus6eXOpjF2k0PFVz4bLwlWV9QXNOHo2gj5w3t9/JAD0Xvcf3snBoA3j3fO224filLIWbGCXBH+W/vr79bVWq5s4+CrjsLATjcY6fupGOrDZYdZw2DjSwlzKWZm2JGhYJix7AAgSNd8xTQqN8IORlVds2mAbi21Z8U2ZFhwH7kWM33MVYB4b/ZzZsKuJfQVqORxCElAZiBgMgSlDk+v842G7rzb6aNDfqu0W6tBbgjit2tawAM+hU7YMsq3xGbgu50XI5GiPjdmQJ78XLHldig8bE4wf4rDAYZeASU+woufAMYDNn05K0zCq14znIPQDmvTjTJL8Zw4eZ+LQlLEj5ayUspSS4jMhlasJ1hiQDmWKz6YqZSXQ+Hq/H7Xn0GNwANdvyXuPzQcuj5M3717nx8u2tC1dnNEuUpGxteEQ6Lm/urnS7e2N3tzdyX8isuI6XjAXPrQhKusuYxkZImAmsOcguuWe4mvtcf0ofxtos3kksLBl3fTAEG7WtE3EiwrAX16LXhNd6/UwAXz7NS7JBn/Sx+9JoaFm1v17lF1s67VyseI7MhmAfVEBDx6VUxdl48q1hwvdgFxjIPLDNHhOeoI+a/XbxwLM38B1MQ47JebJy9jyuIvWI0CaUBmta+EhMLCee9an/9zLwZ8Nwb8dgQrfK2J9LVotHCgg4L5YEfxZdmqaheQJpjcB1mkQn5QTnKI/UY6hRVZ4mEePrqhQWxobKv8Sdv0luCR7iWeLEtbkAPkzqeMSjHV+wEioAn7KB2jgZloCg0EaCUrvubZ3BKo3/rbu46M+fbzXh/sPev/hvd799hsAfvdB9/f3BFsfub526rn2BneINi5/cpLtAUXf9JlYqk76AAAQAElEQVTwZgLL/sa3En1WbJp6RTkakaUZQDq5vmmU24XaRadueaWlX/IwryvmdNF18j07NxnppJ7c9wubNlg/95mUXddoTA6UJO4nYipH7bl/OWC422xl2BgTAPK9TQR8pFHRFDzwLB+45w2s1QL0RCfWLDEnhYDCgFkyu0JhD4HMs/4o1KxU1VJgs+gm6JKVlu6zlI/5cOi9yriu0CV3WZL9Usnvhk97sNqnHIXfa25suS8B6zJU2Tldec9h+7DWFbrklVexdRoObowKyw7YHQWxrf0as6dG34rCGhpXDPmdUnNJDwutjHakFqAMIZb/cfzBKFKCaxHfBwauJZcdwod9kKp0MGrm5pV+BtcR59PJeCqNrtnsHOprezPmtMuv8OqBVw/8Z3jg9dr+i8xjmYimWBObMcmbq+26bK7WBET8FX0f2uLbAkWybEWSCpY/o583AS6xf1NiE1jBh99k6eRaKbNDW/AWsGNzb1h1y3Lgz+306MjHZxAPCz+kSstLeQhcqph0laoyVnGA2Uaw58O7d7FZ/vW3X/Tx4wc9cBitB5HUJC2wbdkteXt5o1W3UmbTmrFP3hiHSjQyDkZDyfZShnI6WDQRWa6rUFsgGU9isJNpY4sZG+a0y78LJmNe0nEm4u4zY/Q3gHIEaFq1UwCg5bAf4E0+kHOL5oapohV6OKNw4Bjkg17PRsPDK0AlSRwCjWgkugCS2uijAdNPB8RBv1PbGVgbtdx28o9wt+63XSoD7Qxcztl85DJtM22Zt8yazIFdBliTOWOvjcAYb4p6DlY9hwYHfrYEfvqAvQaChq5ngEgjTF7oIE6yLP5NaqGk6BfKuGnUJNNZKaUDSEkKUHxOS8G6kFmqsqHHxDWYhGs5Cw3aMwkO/Pga9nXdcwDcc0jaMxEDQvNrOrSgwphtJHpM6YDzZOuCOfC3fu78m1hv3ujtDz/oDnxDgHS5xNfUW81IS+uxlsS4MmNGBQe5Abt6OSi12/TarjfxZ2n9ngMqfh+wTVz91cNu7ynCYxJENkOUKl0xvKg6ZNbwHByEnhBuQffwobCFHPovmBpsMoCOyd4BJj4UXslncJR+iXJbz8Pe694HaJ4FvYHrYQBG+GKODRmcsz3lGa/YtGHqJSfsSPJnwK97rrMtB/TNdqftbmBdUMO12S6WWhIkMHTQLmfWlGg/KMfUuAexpgoUS702RH3ShQ/9jdHyQt2BZa0VDszfQSSswfesT2G7DvZyfdINJsl+GLhGIVTNy8hl/HCELOVGOXRIDtwMXLsOnm0JnK0JoH369BiBnnfv3uu3X3/TLz8DBIHe//ZOHz580KeHxwiW9PicqdKTj7sAlMkCElYkxChDha2UMBtT8aQJyvNkFrPIMMYDOzdZ/rbPgvuCfyz66ppAEC9RYm65py+4j6emlf0z0M+IcXsi0rwzKLFHyqIcClPkGhn7nnuYvwm0YT1u1mvWzybuJwP3NwwURgADaNQQvwW0Vx8B/Z0iIOQBUWuNHm5gMo/WADlLw4w+jm3GPCGP0mhyocKJFHUu0zlJ9ntwXAgwKyEBl+R6CqfJ/FPO7ypZncFKsm0w8SxUP1T8rOA3VFQrZk3xIWnGeJk8l40AxzNNhlgL88rz1se6rAu2Hav/ECp6dGagh0CRUTik83m4MAZYMdYY70BMLBga2JsJnq8WENfNQSlsZKJYca2mTIqqsyxMi6xWFEF340su+vB1DZtUhf4w/P36OBnUH2bvq+JXD/yne+D1SvqrzPDZTPjm3JNt2SxteMu72+w4nO04sO01eiNmsO2c5BIbtpKSOWeQlFJi38IjM2UlNhQGJXHrH6PcLFp1vB1cdkuCLQu1Xauy8cgqHx5J2EIexa+9kVctEjYAoYSs5/DycP8pgj4f2Cy/+5UA0PsPBIUetOdAIp5SbdNogX3LqyvFn37xBrONYEMjjCwQOksv1baK6eZJsmSFUmlpjw6IccJFgFT04zM4pOCAv2OaVE5optg2zYqVRNBzY2g5jLUOArWdOuZu1V2pa1dAp9Y+ygs8yEFtlHzg8O/qbDlA+rBygP1GWx/4gYGDJB6gJxqQO5XDJLb4UGkwE3+7/0JmpqGVD4YOTrXYkg25g1+B+mxo8KchW0M09xyzu4F2nwN8SKx2Mn/ggNE7GMGBqectezk87BWHB/iH9pgYtBsyh26b8dWkEFvQSzns5gDnIIjp3GSl1MjlpCylBEgCKT5j5OJqmYgvRzT1ZergjgM9ARyM9uzAgsbOgUOU6y2HOL24YwPdGBkgXQeKlFJSYgztcqEr3uZf31zrzZs7/eAA0Ns7XVH2emhYG0qJNm5tgKScaZtS0kjfPfb0sSY28iFut9loTyAg/Ov1YL9ip/1JaxJzlwF8lY0BQRvwHvXzZI5hzvs62t3HlH5ds6+TPpxK3JvhxebPVzYea4W52CUe9ayDOF0HdtlA/7YnwDRXJPWD54J56vs11/IO2Grg2h2GnSCUuE4gPA0oGZmRAhSkpNPPEJJi+hXrD2IP9AANlZqGYEGnxWIBrNSCfX0nKmlKG7fHLhes3GsAyAENUnTIGhOUk+KTyQFkgk8pEqzAz2bRybO1n69IB5FhgA51dOpv8EQNvMDwwljjBDXxkR+GAX8b9tpxbWw2W20e13rwt30eHvTp00MEdz68+6j379/pN15oOPjz7t1vekcg6OOHj7pHxgESv9hwYGUkeoRqiZ7IuO6dV0jBtT9lf9kk+1nlgzkQ+J/cyXoMlTauUPnKjTLPhJZAnr/Ntbq61lX8OdhKi9VS3gPkJksp+XKTl8JIR14XtpclGPwREU2fuG9x/9jz7Nh5n+IXN75/7Lf4a8/9xb2PtAOja2CNDtyzfb8ZWMv2q2LkQxkvevNMP8VZQsehNB6oI3Ha8CjN8w+hQYm8pio7YTr1HU22AlqAyxWiFaIuB/09swFlBpAT3RgVmApGhsI8y8MVkZ1VnBfTOePby9VeY4D0sq4Q8A3tZbFaG+K18EX4We98UevfJRTGRnZU46Jh4hxJ5ikKYOpM1qDPnqtEcY3AJcnlAyBM8vUSVaaBSBPDyBC8C9mphyxZwPkF8b8k63QMf0kTX4169cC/lQder6m/yHRx7z+zZGAT1csBoBL82chv2vZsonxYtHA8RiiMsYky5zNw2ANES4nNXmazs2gX6pZLNvud2ji8t+yBpqXxTU+I063SqYpS8sNsvd4Q/LnXBzbM79+/18cP79lU33MQ3U4BIKlp2rDL/3vJksNu2y3kAAMGkmwjkAH5U7Hp8ggtlLy1Qx6MiMUPYAFMCv+DT565CJGmdjS07B8B7gS97sEAWRJG2aRSKLk96zlzsCXnVp6vtluqc+DHGGjbK7XtUlkNTmAD3Et73m7vtnsO93sOMRtgC2xYXzveyO7kDXnPYdKbdBrhKHquAZ8To4odkWO3bSnAmiEg5blpYw11+M0APy+wBcjQUBmI9lM2MM4Tv098owG7hwj+YOf0X133BA77OED07Jmwc97YxVnZphsYEL3SM4Vir+mk5DGkGXanQJoBJMkckF6G6co6FTIT4FKFX/UYA07072tR0ApacUVbfiQbfVgED8FFBSlzwI7gH9et/0cg/08/d29udXdzK38D6OpqqY5rpWkaJWRpQmucg64RXdEDeKQ8ACMnvkKP4dOBcoHi44E5GhyEOMCg3jwOdEc++t3Rpb2+eZfA8p+BSetnpH5ntU+4tu+r1LCYGkAVaNwAh1T4zg+sSlzs69JIzQMmX3vd91wHA9BzHXDhotHKBqwYgYGyU8ElgOvyBMEeKRRgCcjf8him+ZaSMvfcruvULpfyc6GFzg0Di3XE/SRkVT7Zo8vKuZECKMPLWCJ0wYwU3VKl6ePehVwUJxy8YJxn0fqc+UJ51tEkddRA3aEAjZ1ZDTkQ9htnWnmc4hm8l78dtyHY85GXFX5OveNlxc+//Kqffv5FP/3rJ/3jH/8C/qH/97//q//3//6h//1//6uff/6Z4M8H+ffs/I2/jO/8Oz4LgmmLRadFs5BfbiT4ie4SPQorfOs6mGdeFHJ4MuotA38ggMWS4Fod3eQAIZMzqAnIQbucJPoyZMbZ+Jm/WGl1fa3b21vdEkC+e+tvEL7V9fWNFsx9wlbR855rw+tkhHYZRajJgOLjteMXNjsCYw5w+eVC7z8F2/Xq2a8o1gsDweChfgvI9w3u4T3Y9aIulD2TMQIFoCYeS+DDoCsdEqcKXFU5A/XHsrVRg38YiYcEmALgCSCBSnmSpsFpOuo75V8qPafjkqyaHKsy6qAxLlKUp8x+D3KM/Cuyr7Lkst5p4BOKqbgseOTWKR5CurY81hcKfkml+G+Se0yGGFrYzCDAZcynExQ1VAwnoHgXQJOjChcMvr0bG2hMMqV6zdTy52a11Bdp54bSme0L64ver8rRSvqqJt8k/Kd08k2WvTZ69cC/qwder6q/6Mx50zWwOfJmastmarvjAMyGynxxlCtmj/LGLIq+hwdRap7m6cAKUUrGDZsLb0qXKzalbPhaH+Jj54NApHhMBFUXS8XBPMlck9lmTUw3rQDLtS560+exPTw86uN73pL+9os+3X/UI+Utm8g9G0M/3Pw7I4tFq65byj9ya9x2i9iUkRWNthVqoFfrhizPNAj3ByppVsjIFmbJy6PP+REOSkK2NI6uSpPfmZ9bgLoXlNdxIXU0i0KONln2U8uGviXo07ar8FdHEKibvhHUth37SQJCuZEYD/sODjYD0BMEIhDEYdJvcLessx46YAoGIUUbIkjR80CONd6B45LoHxuMc+hu0J6QB1POU+BHaqUMKB+xaSRR6BxAL7kTUmV6XYmxNcDQOxDEobfnLfwAHijHARgZTbKBrSSg6szRm/ViALozR5mklOADiYMRJVkopaQUbb8xG2kHkCBIECQI0ojmKICnXpKx+wQUoLiKRy7sEQpEDm8cuNbhmJHQhWzLtbrquvhmnL8FdOvfALq70dXVlfz7Ht2CeW/LWGlR2qMtdKMHbSgmcUAbOZh5Qzr6C+mUi88H3OsAkMF0gZ6gnIMPPW/9e+5R8c0s5sO0dchzMd+0uvOvBs+d4ZmGv1v/M3qD/UK/UU/WTAC6nPJl9iWuu2MNx2VlGhmrB4UrmQQCuNz//b8ncX0O3B+Hffnmj++TCX9n5rUIe4HNQV7Woapm7oLuaJVYckmZtZS5PnPbqF0sgE7NYqkF68fBn6ZZKGUsyu4l0ZNBYI8RyEmiLoMrCHaA/KFAcr8uXYSMwMWKiWnnTORT5LZzqBJpIlwHiQFl3GLsGdeZD9B3DmgwmXFy9BaUZff7vbY8ex/Xaz3c87Liw0f99u69fv3lN/3yr5/1z3/9S//65z/1j//3T/0vAaB/GP7xD/1CAMjBovXjWv3OizWp4VnW4tPwK35uMv3lLCnp5BPXHzZi75FvOeHzU7DIgDwDkucAs0FpAsZCH2JeYQiBgBgrAb3F4fyWyAAAEABJREFUstPq6lo3b97qjeHtD3r75gdd392qW63UMO9eSQ70FhDdJIl5PgAaubFov+95QcWzhHvCbrPRzs+S/VYjvvN6VQSCBny+h9zJvN7rmPvGwD2EGjQxGlKGOgWY8Ojc+TNgGcNpyyKcCoqceQ/sLMv/7JvMMyrnFtKcCVOGIWnSaUTpcymm9HNCz9U/6WPG8PAM0bYQnp8ofi5LVaDqq7jy/yBczJyUu2CYir8T/eEj+Iyph+oD4QF5JRt8rZxUKC7ekk1L2fXIBgLDHXzTCSzyI1jzASxjgOGmRYqCk68z44sw85gbhg73i7DLoEOaiR5435U47/D3K//DTf79Jr5qePXAX8oDr9fMV07HHyvujeLUA/dHb7r2bJB2HHh3bKS8yfIDIg5wFuPpP/JAAbkEFejZzHKWrwIpJeWmUUvwYNF1WnQLaDZA7GCeLIxgRKaXPk8lGIgfZUZuCPYYesb1+OmT3r1/p3e/vdP9hw9aPz5ou1lrT6DLm8qUchxClt0S25YR2HAwI7OpxUoJO8nQfuwV9Tp+QqqITczgIG4MmrggPwwB24ZCM+q2LzCM75xswZnKaTwnXGxi14xJ04Maal6fo03LGA0d87cErtU6+NNdq+MN72p5TQDtGh+ukGtoziaYAEDPpt2HmzWb9fVurd12LeM1uN9ueHu7oesdwKZdW3p2IAiwTZRQNKU07UHQG96yZ1vqCs7eXMM3FriAygcRD8HjaAlWOJhl2rwQoF6s7DIvPQcHbBl6glc7YAvsgR6+7QLiZ0y9CgzWAPbh0XqAqrf0kdQssprcqGly+CblrJQSoAAlfcUHYdoKSEqlXSAfmCFIok4KQillSEBA5Zcq+CbEZ9TAXMW1S0aCl5RSUpMbNb52lwtdLVe6mn7Y9eqKIOCKddC1IZN8YBNetB4AistrLBDzOJJbM4C7RMn+rkGgvgZ8OKg5yONrt2DPg+cA2JY5GJBxW+soQMffmnw73GPQAVAUPPAfkLJ1Wr8xPgj0TVloOms54x36QIThkc9SVjPxSguue663mIs4MO9Y64A3+gYCdqXxwCoacbkBBaTCJw9FCYJqj4s6tFKGlxvuFQs1rKFFt9KCdRT/IcByqXbRKTWNhIxhVJIyygxc05r4GZwTcok6rECo6A46QR8TXR8K44GaCDefyBP0HD+Enqus/dZ6ymG3yxnLKNPefvCa9fPVf9b1iWfSe55Fv/76q37++Vf9y0Eef8Pnn//SP/7xT/0E/uc/f9K/fvqJ+l8I9PyqX3/7Te/evZP/1GtNoKgnaCR8tcB/DsTe3Fzp5uZG19yLr/BrB7/FZwp7NKGk42dOF3uL0ERjfZWtPjz6dWqL7gzMRBW0VRAQarlvtDzzr65udHf7Rndvf9QPPxZ4c/eWoPIta2EZ8z/SsEJRkpRSFrlS3Fu4f3CN7tmj7HiW7Pzn6g4CEQzqWbN7+4Mg1cB9XF7LBO77AO4f7G167ufyWqYuniC5jm6AMIBeTKcyp6U0tTwopWwasH8Ym1eDoI1z0ypoyoGpN1aMkzYCXIeWwTT4eyU0F1VeG4U65ofKiXU6yIk5Q+fys6pvMXvv+8Zcx0S7mwoT64vRpSGc8E4Kz6h1589UfQ/2502YJE5R6XrilULJg8XLHHEtsNynb/0MeJcaUkidY2qD/5lsODwLEDz3y3l50hldRUabiiH/yPQndfNHDuFV93+pB/7Thv3ktvCfNsB/j/E8vSXGI4HD1Ha7582aD7t73rINHNom2ZFHCMBzhCGOoEOBckmFU+oihxHBozgEJikl9jaNWm8IF60aNvvZG51pVQzTQ0LsGIIVmc4+hencEJU20XBoH9zIfDj0Nwf87Z+Hx0/xP6Z8+nTPW9YNAxroid5QlLHNX5FftNiFbf76vDetOZcNGoajne1iRljgCWjtPSZ1dBdVkVGoCcNIKhLBjI2f9QCWrnUWqxCC3zH7ar1uMLO5mFKs9UY/cyDzn4W1uVPbLtW1VwTMrrXqbrRa3ahbXatbrNRQl3PCRwPrqlds2An+bAAHfzbrB4JABOL8WyMD6y5gizxbQDbpAwGWodoR3SeVTxSQq95zuaUKyICAHJ6G5+R6MWvwzMemGEebmFrXFb78ibGP6LYNvXoODds4XEATSBywMQ7I7Ki8vgzFimhIH1ZyBLpzx8pNc4AE3eTGl4SUJLH+xMck6JBcNlRGXEojJQPIdVPTWpIqMyqSUiogWwYNQ1IiZSl4WSklkXFdi2t+LEAJSvGh3v5qmxzXbcPBZdEttOBw2REwXXK4a+Fl6jOyaKNZaT2ZiuJgkcm9BjaRnVGyH32A6/Gx/b0lMGjow/c7Am+GPbgC83EyByipa8VkQ3aALGEbnLPEnHGYZKlFS0rIIWLZQ1vK3zFhyTRiBc6HAE30/lU9DaFhamJ7J/I5VPo+aRWi5pvwHOw5IDtIMXCYdmB2YL0LGOwk1kQGSrcjTQbIEWyo9ifKx2Qu0xSMzL0/Ny33hqU6Aoc1CNQRCHIAKHPtZq4LZSwyKDMvppOSyzkJQpJ5DDiBDa6D6+T+jCtEeaq3lRWinuZWdQJRcSmz8JyfKFSADCXGCcqyWRl7syyTFR+M2e9HXjzs9PC41qf7T/rw/r1+9Z95/fyT/knQ5x/+ho+x4V//ij/7+vmXn/XzL7/oV+A3AkAf7j/q4dMj99NeDobZj9c31/rB36wxvH2r29s7XV1dy9dpwu/uP+ZhsF0K28jNBpJnNYACKQnFuDrJWDGGJB2wmBfFhyFNuFDODcEUfalRpn/fJ1bY428Ovn37g/7nb3/Xj3////TD//wP8Dfd3r3RkgBRs3AgsKVvzz19plxUJehCkY9yoHrgpcLO9wsCQeXPwLbyeh1ZwxAkW8IThLUb65k1bRzrmyARiiK5B1saBWduZjyBi0ewtCsqNm2Y2+fyrD5IslzAffle2WSoZgJoAUi48QHc76FwIM6lDhWfJ2hKOpGrZbo/4ZcCvi7EV+aJ2dc3f8q4S35cbV+prjb/ymZPxGdTe9lHT1r8fkadlDNNhyHNibiwzwSnosUO1RAD4IuXqwIJ14KeTcf6I/Ws8MUK9+e2Bvd7Ope+G19s9h2Y0eN30PN/puK141cP/Ed54Jlb2n/UGP89B8O9sufB0MeGqteejdIeemCTVG/RI9vDGtAJzEhrHeQhmVfqaUGBREvF1rFpGjmwsuCNYCbY4g2P+NA9+TzVpVJxqXOJ7VIpnORPNbh6YEw+TD7cP+jh473uP37U46cH9Zstz6EhbEpsU5qc1bBJbbGvaxZq20a57TAvU+uNaJagCkCSBoMzcOFbJgpkpcK5H7TGMNGHJGIee5vRDZjpetvKjjXssiymG30ncA/PqcKg56qe8C1rf2Cm/ZFbJPATvopvARH8cQDo+vpW17cAb6KvoH0QWS6vtFh2avAx5yKGutd2v5V/rPRhw/w83GtNQGg7BYMGgj+KlVM96DGMZQ9Br3gS17VYYRuKXcHjgGMs8NyHeBt5avB5bimByxykwhd17s/f4HEvNPahd+Aw4UNDzzXRc9gosFMfh+LzbwHZRusBbBI6nTJ9GRrWVbPI+CDTZwKyUkqAAsQnATFuE4Yow/GFBG1kgKSNBQB0SGD5AyYpyiYA6lNKcJJELujASvyTNJUdYBq45n24Gv3m0AxJCS+nhK2Mw9dIu2jULloO8p0W3YLgH3ixUJORQU58omk1FOyywS6WkgQkANXyZ7C/CUL3BNwOED7H1w4CVahzwKGutzwQbWsgZ29tFTKEAXQhocIzfaHmj2SVNfJ1PTwdw2DHecwXFU19nPviTE1DW6aMXGijjde6/d9vCLTt5HXvQ/aAo3zVGyycWSOBYzJHSNqSP02zDlNDH1kpt3KwcMFBv3PgcNHJz4SUsSa3qMgzSJJvFtTlZqF2sVTbArTreIa0YLdtuacYJ66vjCyNJh0gktcHaEq21TAVVfpLYMN5W73w8chLtXWYSs4OMOCnvh8J1Oy02ez0+LBW/Iiz/7yLZ9Fv/vOun9/FN3t++ukX/eunnyPg8wv0LwR7/Kdfv717p/e/vZf/xOvDhw8Efj7Jf+q149pQSlpw3V1fX+mWgM+bH97qzd2d3kDfcu9dOrCGn4pPbFYdd7XXvByzKNl2B4KMXV8g4Rd5kRhMH0CHa4dLN2jjQlB36CrLc9cxd9fX1zwX3ujNDz/qh7//XX///xEE+tv/6O2Pf9PtmzdaMY5F16nl3qJE/8m2GKAlZcqFooDV+91eu81a2+1GO98ffC/o9xpGL3zPzqgBo4axj/XcVxl4VKBkVOiLDP2lBL8m64AeZgBpyUCHLB0oneiw4gI1xxvKTVaTszLQ5Kwm2uQok5Ey+gASxAvpswLPtPWAStVnNRxFSwPnl3jmzyFRAD6rH7E/PHk5uJPP2v1ZAWsRE1bwH5o/r7xYSR7ruMp5rRpq+RxzLUws76hMlubocaFOVOPC74Uct4Hq9tAW3UQWRe4QE/6/QHM7/i/6f+3z1QP/fR6ot5j/vpH/xUfsB4I3SiXws9eeJ4PPf2KTdTCdZ8tI2Ye4kcwg44PAOWHpoiGlJHY1SimraRo1uVELzxugHJuf0vbpbblwcql+mmOn4lFzrAp9U4OBDeGWzeHj4z2b70/Ag7brxwhwJZpk5BrsCLts24JDRtvKh4kWnLFTubWklBGGGrA3rCIjnfSekSlSFqTW9k1gBBc1mQMQViJLAW3iwwwg4DmgFXtT57C/S3pBl40NICOFMRW/2HcVahmCYaW2XREIuNVqdafr65s4kNyC/Wbab36X10t1S/u3wZdiJe214zC/2T1qs2ZuHj+VABDz5SCLD514BVnbD4V/dOJtqjA4T1BLxhH8qfa7uWlM9vyUby55jhtsBjMP5qNGAZY99ON+98yHYVcOERy8bJ9h8GEDuzxvboKqaF31RJl+XW44nPrg2zRZTcrK4JSSSKVN5GPkJTMNpFISHqtUwa6oUDiHnGaS69zK2FBp8SllCJJpAENG2oxw3BVnVw9J/ikh2OYGmC8GlBlc0yQ1TaMmN8q011wQ2qwkPmSmoZ6knKk0d/LjQBAiAjsVcw3bv08g+J6XnvlhkmmvsBhlDXCWMuUCJac4S7SvbeX6WdX/OYk93kmfwMQL22x7EFgO32SVNX0Rjm1cPbWK+77XdU8QaPB1uNtGEEgx6bEy6MNtoe1v8100WNFF8Py6B3DKyk2jTFCideCHAMUC7G99mCfWwgCgPWZjyFJWo5S5x/j6oV3XLdStuJcYTAMt/Nw03FdbZJMyOhQfFAT2yuBaRmuY7WziJ3DKyBkEpuz+K1A8ScFnvOM09vKcPIrkSYfX637Xa0OAwi8e/KfHv/jHnP0nXf/7U3zb55//+y+CPj/Jf/r168+/Kr7d8/6D7gkQPT5stPWfNqGj33udD/L/kJW51lb47ZYA+9sfftD//P1/9Pe//V1/+/FH+dTxGk8AABAASURBVM+prgj8dDzHksfj4XistpWxO51Yaj8BSRYsUGjFx2M1ET7y9YysKlB2Ha5ALb6lH/JCuwJwXcaO1s9SB3ZWXczdyn8+SrCn/Cj0G93dvdUdAaDr2ze6vrlV162Um1ZuG/2hqyRbNAH97Qns+Eevd7zQ2eEnf8PUvor1Sr0MGkEj9+49sIv1PMS9A+tI1uuRGwdMvKCnMRZ6yqm3WhBjnXiBrMXgQsWmK8BzajL3yxxjy/jGIK/vhkqLZuMsGSmys34s9L2g6A9tEzmhYDnzOIUP7XWXPw/nGmhxgQX3D0/F9t/TjVe+jQfHvIB/j7rv1nZ4fk3UQWNqvrB+a/XRlHwkoViZ5DUd645UrSv4RN9zQiE6l/zy1RRNvzCb9/CFTV7FXj3w6oE/yQMv3h7+JBteu7nkAe6c3hT1bKLG2GyOxHYMCBPkIT9Nvn8DJPglh3iaeAilCTJEwyYnpcTmByYP1K9ZEFW2Yj8BMdsoQHzqw6vKDBwi12ykP36818PDA5vxR/W7HWPbY4PUYEvTJA4OWe2i0aJdqAEyG9YQwMbYgxlL0U/pkzcc7mQGkwhSJAsF4kHNbtGHAXaepJ63ldt4g2t7Hu4/6APgDb9/9PPB34CJt5QDm9ZJCXr+nOTBvNxTkXDO+HHMENDSqGVT2wGtFl3HBv4auFLnAJDh9lrXV9e6uoLnP/1YLJTaRLsxvkmz5aC5ZuyPmwf8s2ajDvhHaJm/gcPLgOcL0IQyOdOTDyDsoGQ2YPtAuG/A91CRzM05KbdZrSHTYipDostaDDQUnzySGegZO/oI/GzUx/zssLHH9p554rQd/dR2NHMqHUJN/bDOGtZ/0zRK4JSSUkoicwJr+rjPibyEXG2Y6tAAVXIJPIvYzMTYwmv6IBMUOGHkZEOwyNxmDrJOoPCcF062z3FcBpqGNWBd0tRPUkpJZKQcoPmn3lMQmbPxNP4kx9++H3n+Kog1EGBfA8GfDnJBT4py4JKHfJSnDFsxeyo8h6Z5fK76z+Q3jKOhQwOoJHiFIDdtgPzMwE5UIB7l+LYbBfs2fMp6ruscPAzTjz+L+2XIeP4NblMx/qommB1ghu8Rya2IxzLR4XvjRolroG25X7Busu+3uZEMMQa3TWgxQNMuN40s1zrY03Xq2qXabgL0FHrBdQ00CyV0ZUBc31ImAcZoPawJzI5idh0iSjqIREXJ6ihdCnpqZzRMqz0GSftsBegbiFyNCPQEiP2DzvcfH/Tu/Xs5APTPn37Wv376Sf/w7/uA//Wvn/TTzz/Hn3j99us75D4QAPokt9sQiPMzefA3vQC/dGnwxZLg1+3drX58+4P+/j//P/3P//xNPzoA9MOdbgiuLOyn3NhkrqcR87AUe0bsHShFRWQZixm//XQGMVZkAlOXGVfOrSrYWR7jRaAPuqN1Uk6NYu48T4d563jWrnhGXCuCQAR/bggC3QI3d3da8pzwj1jnlCX8GjZo/vFIRtkv+/2OFwm+H28V31qe7glFmpasa5yALPdrr+keD8QzZFBG/YJs8kJp8iRPyCU9+ZQBwnYdiqAkY4MLcwxNKvW1LhgU6N0kED62jmpTxfgAwZIO/ZbiSzkqn1ZH+ws15gOkWZtZKe7Z46zuKRnSyfwL+j0uV/2RcKnbMOqlTi3AmnhJ5C9Qd2loT8xiKKQjm0asrjPPI0HiEj3KTRTiEzVDZhpgTQhqls50sWRnlRPpa7CS4CHW80Vt1P5F0l/cvL+Il17NePXAF3vg9ZL6Ylf9kYJ+JFh/4ywgDlDcpPdsWPcRABrYKvKwj4d+iCju2eIDb6SWKIqMAmDHcx/sREujI6SklAo0TVLTNEpeDX5aGPOIGnT2OWcgSxKik+AkYITtE1PeRBV6iEP6ZvOoT/cf9fj4Sf5zo77fshn0gUbYlJFPatrMhnShbtGqJRDU5gZ+Q19ZZIDieTnQubsLBnSpy1BFznmpQ942hbCzgfbYw8HW/fvHOx8ePsVG//6+4A/g9XpDAAT7kPOcVF1/HVxHeByzfeARcj6JY2J4NnNQYMPfcUhbOQB0fV2+EcRb6xve8N7c3hAQutJy2anlzf6Id3b7LWNfy0Ggh/Vaa6Bnw947EMS6dDDPG3mcTZelf+cUgnX0EdaQQjaYUQjKWRkBLVlMpGhbcSlY44hoaZdZ4NnBIOZzwI6eQ3HY5W9IeC3FgWNPdz1AG+aO2Y8EI/S4T69LjzU3WU3OrH8giTWo6eM+RW9T8XciLlM00AH5OAsKUTzpY1SiDCSAyhFgFOSlbfw5GBLGw37UfthTqtVJOXkcCS1JlpmPwFyhlwRKqp+iX8r+hy9IVNEzFYP9zAFtCDgLriE10LtBITdo6N2Ohqwhqr8olf7c+wVxumQh6wQuiH0by3bWlnO68g5Yama0yShnU0+BumdqkB1Q5b5mYBJ/lTYUwpesX19vrOmewMMAHcB829diPjJtyvwOzByqnYoSUxPAIE0FKZydKBpqRcN6aOBRJrigozZmV/TinqjD8mjP/djXTtsS4OG+0jrAAd0Bbed7yEJduyQo1BFUgF4stVh0WsBbdMYtdKsG+ZzbqV/QLA3uGVeM5oGNjmBbjiUpKQeUMbjNnnuDAzaP8ds+H/X+3Qf5B5t/+dl/2vWTfiHI8+uvv+q3X3/Tu3fv40ec7/1Nn8dHnktb+Rsse26iI34erVAqj1gKJNzQMMaFVquVfA99c/dGb96+0dsf3uj2zZ2u/I2a5UpNtxDCojUgfMlgmF95fMGpWYaYA8VDMj8dSg7yDIwYTQIFfyR3+RJQRbIOo4w5jTL3eUPbtjEPLXYugNXqWtfXt7q9udMdY7q5faMVLwsWzF1qmKuUUTJP7rmA70X2246XOjvWq4Nl3r94rYqRi3GH7azhAejZ2/TgAb7rrDVzP44xnXRj/a49Qo51Wsoec1BDAtWGjJOSTpTVuqiYsjkPmuQ2jdthS87oCUhwMlUAlPiE2cbAs8niJ5XVWmNDeOYgYY7BjIqLxFMfWEZP1lHhvpTPTfL4nsoee6518zY4obJfxNEmsiI2Iwtjyktv5KSJdUS+2LgGgxHYQvjCzv+CsT/XZ+h7KftMQ1tRmp9Sx1KpvZynI9vPt2PpQJXuS37KNA8gHfjPEQdjTBgsiO+MvgM0X6qjdv2l8r9D7kvc8jvUvzZ99cB/jAder5W/0FTWydiz6YzNEQfZ2EjFt4AG+TA3v3UnNryGGAIVpCAPGae8Qz3Meb35KZGzsUls6LwJyGxqDIhOqdy1nc+hVFZrS6nk8CxYCiWHFQT8gTd9Ww4y/qaNN9rxo5mbDW8JeavNg7xhQ7dokhrsamxTk+Q/0YngDwGhjK0CBuw0CKz4+HAiby+nUu208PAcdRgQtSXzhrPHv9vtVg8PjwR+PurDh4/y/wDz8eMHAlT3elw/TkEPDmKx2TjVUTT9X+Z1nGD8UvxhX1DGN+GjMDmrobzgoLbsVrpaEey5visBIN703jr4c3ND8GelruvUNA2DGtVve22YHwd+Nv4f2giw+M/3eg5WPUEV+3DAswij3TkWZCDIXHju3zDJyX6McgiFTFbytE5AuzzpCOxRjPJMUgx50zBIe9QxNz5o+JAMHoDedNhHuwkPxmHDUHQk99MoMdYmNcpNBpJSTuglTQiKNGrUKJYo9DydCB0qkAzaeA5m1rLpAlWHcYouqoy/XWC6yJXufXjyfnjPRtj3iZ0PULu9ejAs/EELJ4SivTEVHoH1UIWiyF1USqXfKCA7uAPmaKBN8LIUS8sF0xM2KjDpchv8G34OX/fCmIC6Roq887IASu7yDGIeXKazMlNoRc2Uu+b7QOndvXy7Pq61BtsmeFYPG/ziA/c5CPELoq6b2JCWH+xTfNmzpmNd73cE13rcisKIhiHIivEYMlgB5jFnqCp8iENKUqzvBMe1wqvQQ2aOKecG3ETdEHJ5qkcGrgT2YvD1Ava3SAwtQQNDR3DZ3yJqCep0wVtyP1mqhe+6gMVCbQB8Y3SlNtGvpk+Wl6CBzhkR4yFNlRPKExYW2SZDVsL+FHbLA5ODo9vNNn5j7sOHe/327h1Bn1/1M4Gfn376WT8RCPr5518J/rzj3v+BZ8Cn+Cbolntez7Nh4HpIKSl7rEAy0CNGKaWkhsDJkuCP/7z2joDP2zdvdUew5Pb2lnvslbpFJ7eRPzGXA3PnwRjMPIczvovAqHwQRA06GB7X5x4bRxh7nqvDJFFtPceyDqthDLKPTEebbDeX1YSuwmqU207d6krX8XLgja54Pqxur7WC13WdmqZVA6SclZqsnMDoJQ8VnsQRuxwM6ve9+nGvkWB1zKsdiMFlfQdBGzC526NNjZxnOGE5OAGXUgr7XTNoLkNbbJPBlegTMARdM2ReJCcb0GEqdEHXJjrpT1/5mVsyp8/VuA4o6VhJWfiRZRDjH6BdLhCVB1mX0myopSIVNMtPRNwoNM8Evom0VsNnGrP2SAgNpdfof1QpFDQwxgHG4EFThXCpCOJPyMIm+glMVgyGMSVYE4WVk2kMnTSxJ59PSHX9NBJLs8ApSekszfo4q3m2eGImBasIwI8D5TA2WsMlBXnIivUn7MIKCT+JgvhcFm0ii6G+LO5ZrhK154orH1zUQXxdOrmEv67pq/SrB/6jPPCNl9B/lA/+GoM5mwnfAnsO2js2/T1vyPbcqH2gE5vSE4NTKcUB77zOVVO9SYNF4tkJPwGZLLGBk3cIvjOGHWQkyz8L1JOoLjnExeRag2/fftj0HM4dWPn08SMBlof4hsmecWZ2hk2TVCArm86NcrylbJVzKwk+4EQhnlvWa9p1B8jl4ev+CiCB/8jRg1S2AB5mA70m+PPhw3v99tuvwG/y22D/uKd/GDQOAvh+YOMhN/4rAUOwOcfxU/K4QE4DTnIdx/A4MDjERlyRjb4b4kcOL23XxgHNm/rVNW99fXDhre8NED8SfbVkPvA7GwUHyjabtco3gR4JDnEYhR/K3dE0G/b35H2bgRWBpiwEgy5WQNpmCiQmJhJMMAwfTUCHctWbcx0d+jw/Bg7JfYUo95hmGA6YEyE0ZWy13jZltU2jljXWgDPlnJNSkkgqn7Ggs/wy9yg0r690xZYyPdLLSGE8YMXlXa7RuKJZeRUjOCXfB0aulz0T6gOWg0D2+wmMkg+wI3NkfW5aMBVRYIROh8G6H9eNeMfYQkfIOIwk4Z8jd6K4tsKr9FVssN/RM/GLFHNViNMcmco49CHWZ1O5xqWtc/djzh8NMdYnnRy5xZYzAdtc4VD1ksWDqrhvwdZuYOY0EPjZc6/0mh5Y1y7H+mV2jIWvxeooYGsOHeK9SlubweUkxdy5nGAYTAMZK4AMiLUoceWh0lPDMnOPEvzMBOWmUcP10hLkyblVy30kZ9qL+4QyTRu5nHNHXQMs4h7joEG3WhJAWE2wDL6DQ+30J2IKPZo+A6PDCErODZCkjCWgSGnKzSu0GV6D293WadA8AAAQAElEQVRO/ubP/b3/V6+Pev/uvX795Vf9/Msv+uWX3+Rv/vg3gD58+CD/OfKnh4cI9m8I/mx54RLfWuGCSQnd2JVSowyk5H6SUkpaLDo5AHRDkOQNgZ+3/sFnAkE33EdXV1dadAtl+wyjBrxoEJjiIaHpQB8JRksq5VyQmBMosz0+Q899zmB69GRRL+ToVMk2A6YPoITEUV/w4YRJKN4BVtPkrBbbIwDEWG7u7ggEAdc3jJdxMe74czDWgu+fOWU0JzmXPyOjZH32PF/3zMOe5/tgwF5qLFHmlv5iHbtTQ9RIdC+b7mJ29gTMreDKVNVSqPyCB6xSwCTiPpEyMkDG8EvmNpYDk6ZmBVHOuVXmGvKcQrjpU0CuMoOMDE7FkPNUh32pem+jbOTslO3ioX0URhssHCqLlzq0RV0p1TwzSwrIqp+sI+0mBcpKDRkzgqjZUb5yqn+P5RmFOAlGAxxTDCkGj/1H9mEIT7q1zAlzZqPr/iAots+Un9hwgX+pfqYkV3/PeDMtT8hL6mYTHfJfqCpkIwulzgzmVHyu2XXmTT0EiqxUPMmf1gVnygK5zYFw4Tko83u07LJc80W6Lrd95b564L/dA6+XzxeugD9NzE9GHox7dmM9b878DaA9Gylv8vyQPzwuExYZ/EBPiTxJYPkDWZAJg0sVDhpgUEcbL4JMZlB9QFHr9LkbsB8PlqO50em+KBqXGtvf80Zwu97xlvVRHz990uZhrd1uq5GNIWao4W7eJB6ROakBfEBvssvoAMsQ9lGe4ehG84/ri2UDvhQQMg4coIMEa9CWg9V6/ahPHz/EgaAEgX7VRw4LjxwIdluCHPge4bnyvw5dhjmzh0MCg/NYA8gYunB7DIFibLD20c5+Xchv7LvuStfxraDb8q2g2zvdEATym+2u60L/brfngLSNt+lr5m07+Sb8G1otRg90eORRDp+zqugzYxupTKPFzQODEIgUmWVgxwzL7UP/QHkMEBfCYB59CTxwWB5YQ8NQ5mtgXg39dID2QaSUe/zAttrt6DS1SQ2H2YZDbMGNUm6wL4GBJB2uKfocA0SuZz8jNQYLGXOGhEOb+JOvIMlQnAyQAhsBIR+YnmhIshqNEMc6ac+pvCf443Ftt1tt11vmZiN/22HH4dWw594xepzoqz24Sx36s0YdPrU04s9ItA0fu3CQMuE5kLLJsC6IKSPcGPNAS7efAKdP9V+AmPyiO4upiAaoQcWgoynQUfP7stLPuY7fr7vqxQuTyZd0Vl7F2BENXQa47xzWs9f1uMMHPBzwb3EEMqwLsRZkTHOnUGHiWUjUVKlGGSfPQbnF5iLjNTFwkKeBEKSq4b7cqG2XESBoIwjUKOpyDmzakLl/Z+rbtotAj4MJq9VKEWjmXuM/M4oy95fW+pqFUkYH63NgwkmMFw8yTPef5bpMbaJYAbLaH/VcG/3I82Wrj/f3it/4+fXX+F+8/vWvf+nnn36O4M97gj733N836432+NnXl5dySugH0DqlpJQASiMCA763T5Qk3zOuCfK8vXurN2/eBNwQCLryN2QYS5MzrQxltnCqRvvSQI3yaDUydtFjNrb0NGSKpb2GTNuBoPuea3yjT7y08Bje/fab3v36m3579xvwTu95qXL/eM/41/Kza4+9xY+ocm+2iXmhU5sT/u0RKDC668MLgiZn5rlj7q7k58D1zY1urm+Zvxs56LXslgTAFmoIAjVNq3bRqNDMFD4Ta3JE944AkH/jb+9vKFJ2UFp8EjDiU1DYoskvjRn0/f9n71343MZxtN+HlCy7Lkn6Nj0ze875/h/r/e3uuzs705173WzL0vk/oCTLLlelkk73dO+UQxAgAILgTSZhl5OZzypTCHAGHWlOw0CXnGSLudiipOBbt0CHPY+jwEGDrebyIS6lKbcdHMlg+1T0bXPSOEkwLEV1Lj2qxnDMpUc0qyAS2UwyN9EN46cJWzE5Ow2uDNCV0/LgHrYXrMcy7MVQzo0em0CHFFaKyLkhWPezkwNj/V5lnXTDPPeBLblv5IgzOnDEfqhodcNpecc+KZKO9+FCObcnBuhhPcv7LkAxTCVLevA1Ngoulugrj/0H9UOAMrjkEKRSF+KhhAIJKWNKPk+FD2cyOHFglmSOgQkpjHs5fh/zsJcrsmN+lI/4Nu51AD5hKWo8Z88j8DwCv2wEjnbdLzP2XPuXjwDX03hTa7nU+nAaByjeZHYc5noO+/3szd7nLEO0ynsKSX6vSWQppaA1ve4/6C1CC+RlUCgKDySexHMJRVLhTISL4zEJbLOwLO6IQrRcyNcEfHzwXt9ySKXsQ6JdrXhjWPgyDq5gZB8oqJ99YDVgx4mzsFGMURDOMorxzlqw2zN7UkJeA3gUbPHG0hIkuOMS4N8h8ifF9qfjMlBXmYPtMg65Fxx6Vz7Q82loHv8ETb+zF12OMaF/U78HF12eAIIpKO/X0HFAzrXiksYlrFzQzjnslyDQOYf9szMO+80KVS6FjJk/zXWwIT4l36zVDp/qxuUFuXEnggAx8G7EIGamA4wLuJDx2/MROGg7DWEExFGeIomS6/eB9x3oacXA6YjDVsf+8Px1viyzrjy/HXPctnf4aV834C3BMPtUbGUaj4sLc+tvAdVVRV+TUspKydhAsyTuM+QkVzVAPpas0hP06ZW4CwEoB+0yQJGUZHLkK/Z2T24YSv2eFq/eZcAHTz8b1gR/bthLt1xmvY7v7u60ITjXErDb8dxAVXJflJQSoPuv8I4x9L5gUEkeI4BEQULmuYWIJDw05DA1KDH/1vVhbZyLlv3UAS0y+8sURQ15AUAx/JDFCkW5vqwbhX1mPc/VUA3BrA6l33fy+NhD4zmMPIaAjrtHseaD3WrH87+M31ad95khBrAXC6qAdSeAH3SxZKtRjCyRGywzVmkxnquUc4Uc8ECLMiXeajwV6I26lVLiou+gDs/DEvypJZ4hEpg6JWUQAD8D1nOApyFg4EBzAIGggs8IMCyBBWaA+D4U1SUaZSV5uKJoexD2F5JGXQjI4p/9z1nhM2v+dn2nKwJAb9++1+uf3+rvfy/Bn59f/6w3b9/o4/sPurm+0d16oy3j6j2FMdFBUpJkkMR+yYCx2EixB8ApJdV1Lb83vHz1SgVeyH8Gtjxbyb/5k3kvs6tRh1Esu1jDa5grKwSnlK3L8qfvwVSibwqAhcCBlNvb9dS3n39+rZ+GH63++eef5YDQh3cfdc2HK3eMwWazY+2Mz2Pxyso82zysbqvlDWEElxlxdMTl1o6hSx+aeG9Y6ezsUheXr/Ti8jKCQA1zGEEg5ItFrUXdaNE0UxBIjFHLhPgbzDuC0a2fyWC3k6KVrIIpxPPFuKNtYyBSJjeATqYi87NhD7WUAVlGH4zzHmukw551TIx4TptnMM8AXZILJ8HjOgp4VxrJhzH27gtthXmbGTAn9CBIQZ7OEivttGTkTk0ejMMoPcKPNzYoTxaH8oCibmZHD/IBWRoiE4BpAyRpT1GYkrkspehb0GW7DHI4pFKYNVIYvyC/b2tsZsSHxudOFY08rPCMYs5JXoqQX5DKvhjzUwbchhjtucxejHs6Bm8mtMw8HivBLfWDnGVw+QBuxvg8cjSOX1h6Qt1TWnjKXrApw2NG0AzxiKPwnD2PwPMIPDgCp3bcg8rPgl9zBPZT4UNSF4ezVj70dVyiep5+PQeluHvhRgKmRCH5zYZDV5qYAwHDb02GwulHE6XofGo6+Xyk8bV/kO4py0qJHJ9IZgF5X3eyB9sKQBcXmo02XFTv1mvdclFttxxOOVBX+J2rJAdpqipjJ8V7ZYo3TcpSlEEHqQuuG8t+LwsZXhUMQQo6o5LJbB+Si01HMGAjB4BuIgh0ozUHZl8EKi44Kw7xF+fncdg9P/clpVHNgd82wuDvMnNvDThHJ4MCU4rBiyARBUa8hGhQYFoYC5i8QSs7GEQ/h4vaanVJMOilzi9e6GKAxWKlnCvq9HLw4e7mWv4G1WZzq027hr/lpjK20DI7BRQtjvwya27Vh5NY66zrgtHBKa8VyzReeGPF4nDMMhgdGsL+YItDSlkBPT7sBtgwx9sDCLvYNHb7OWfV9CcuMFxiKua4BIGyEmvPoINXjyf9wAGnQhoZ5D0ooUM2S2jOSiPpGiMUnvUMLrEtuHPSHgxyjDrvGQGAS+6OMdjyXFgTiLu9vY21fHdzy77aaL0pffeY2pbCr8O2dPJFY+E9Y2yS1jwPlNCGCiIyyqQMTAm/rI9faDIHLbCLgJvHu/iyr+uxFzM4VqcatRUgjVz2fmV631Ce1bHk9wvuK7Czh2BQySGily4N4O4ZLELmsWoJZLa+NDuIudsylt5bGPNNCJ1QnbBLydk96GLuC3tPW9fgRiuEI11wz8OigyvXZR9k9khV1ap5NtYR/OFZkQ0Vs5EB8cpMHgAlOOZm9pdm4PIeUtEa7aCXU2bfURNawc8KW/ggfEnUcDmQyqvrOvb4Tv5Q4erqWu/857xv3uv1T2/iT74cFPn44SNBk2vd3txpOwZ92EN+3sdyj7WeogVbNWVsmb+xYj2Dy7mqtOQZeX52rsvLC7188QK4lL8lc7ZcqVnwDMVfe67xVQZzLD2Aw4m9LHscUpT9/t8S0L3F9xv6+OHDFcGed/rpHz/rHwSBfv7pZ/380+vo7/v3b+PbTzc8E7a8z27imzdhRhm/NAyeAz8dz92W56HplnEksc6K7g69zBzU9HXlH4Um8POCvp6Bz3hv9LeAFqulFvR30Sy0WAJ1Q3mhVNl3qcegg5h+r/C3EluCbaLNzOCQSkPoeBl3ZN1AFx/RCDtgGaTO65KxtFrRcW4ZgK8u0UnsumwoJPle5EKI8NE0tnM4BBMa83BNRxVV8EZNBIUZxOdm7N2oUlowmafMxAwmFQgSPR+EFEilcLReChNvB+JB5FbTE/T027+mvrnp0/2z5BDoD+mQ9+uVDlx8ajPpqYpfWw9vSZPVcQlOjF9C2LDh0zZievbZvQoWjaAnr8zqnh0zDjwa+3vAtNYzPI/A8wh4BLzvjJ/hnz4CPgLhRDysoDnldByWdhzgdr0vtb3PnygMKSkOrCClyBSvlNJQThJJ42tO897qA+0I3dBWR3uQ1MCJQkDP0rBaBjQJ0IYuuWV5eoi7VI4vLZfVDZ9IbvwNoM0dAYRNfMpNRVVVVpWyxsu3LwKiH5mDWbYtsALEy1d92zUU2zBJIx/SyfoDtg3bsinX6OhbyyV5zQF5zaHa32zpGeeqSjpbNnza6f/V5SIO+KuGQz0H29oHzNGm7f7OwKNfgLVj3wiKGJU+B8URm96jRPe5mEPD7lAwZFWqc6Ompr/NheLQf36py/OXXG5eMCbwGIucK+I5ndrNVre3dwQeCP4Q1GsJRPiiolilLVZbrB8DjYdf4OINh/oewGec8rx0XEjEOoRJ/cLPUAr9HmoA68Gbfg8IJdPWs42Wy4Yv0PFtmLhIE4zgMm0fPybuswAAEABJREFUO9vHT09nXWXVVaXKwZ8F2DS8jDClxDI0iJfbBZF66oKGlCRSgCQHbtSbQeEgmXcMBwpDAetDU1AKwOi4VyGDR0vys8Hr1wGgj1c3ev/hgz4CV9c3urlda7NpGUaPtU0nXEwQKXy0PQxRdkpKGZwT2ZiGeh4r5qZwB54L6JPEMA2QmHMVmnnpqNOy57uYh5ZLuoH53Km8kBdCg4+2PcIoMc7K1R5Ypgqw6A8B7tPoqGmDy2DGwE8tRoCxo8y4RZlgecfYtbFet+qMWe9e15ombVgkmIp5GDBImAno/D8ihdlEGS3TtKQJkuQJjHKiarQOdkphRsgyOjlXigCQ94kDQTXl4GMXHKapxkyRk+CJugbzsr8lBC8H1DQLF5tizRVegpfkslipGT6FwpPM0f6VIAvs2l7+c6dbgp8fCIy8ff1Wr1+/jsDIm5/f6MP79/Jv/NyxH7beDzvGzc6mPLOZoBM2nQaMWt+zXrtOvYGypQ19P784j2/7+E+//MPP5wREzgiG1IuFqpytxti5Ag257jRniEJMG8YjwJ4SvBgPPAoeHwRt+KDk+vo6vrn05g39c9CHPr5+/Yagz2v6+yZ+28g/bP33v/9EMOjn+C27Dx/f84y+Ze/t2GMsAQxmxhWvKPfw2wD/KXTLett4r+LvGAySPEc55r1xIIgPQ85WZ1oS6FryPrlc0F8C5/4Np6oyXanyuiBYmFIlv/wtxN2OdoBdBDLHB4ClBTpGq6OfHc+aLsYKD3O0jkLGC5BzeKYsCZxhZNZSPQOX4btWDhrZgDVg85WHuhU4jJEFGRmFWTpiTcWJmOl+RZJRKNYgOsZoKkDAIt+nT7uS9spfRH26hUfNHjv8oPKTFbHwS/uEiV8jfaILv3Akfw2PfzOb1dTSrzwKPMempp6J5xF4HoGTI/Ar78KTbT4zHxkBv9H72dWRtXFo2qmPTyv9ruJDJZVTkv9BSdBk8itIiJSQJhMjjAXKQ+q5SXYccI0NpssR0R4MSgeoLJWSF804k9gtfJ1UR4URW4C85VKzGYIu2/WWg+c2Dta4qsShtOIgZsgpKVHX4KqCJgUpFwbKzZaypQApRD7YBYEUHgnCCYpKHteOgIAPvRsHLRjjRB1/pf3cAY+Xr/TqlYMeZ2qaRnVTU5m6g83fF6JD4ZAx4OCKISYGgWm7PgEEfaVDFnIJ8IUPnozpZ9ysF8p5oTqvCAZ5DM51vrokEPRCy7NLOSDmP+nAQMyhP93d3N0qYOPLxh0X1jWwxb4ButugPgDroAvYITe0BKMcqDDs4BkbTHu9ez3SNyyUVTeWzbOc3tAF9yBUuEAU+2WNtVye92CbXEBYj9bNOaniwlJVlRYEfxZcJOqhXOUc6zIlTa/SWsknZsidGSau+ggCmTeAq40wqQ0yGZs5YlHfyvB6QkAG+uXf/vFehXRi/Nv4ts8Nl19/++H99E2Ha/lPwbb0veNSRXUMDSnM9tinDD22SG/xgpwxyYgosIo8xi6AGTPzA8hIEhnDxHqBHGkzgQ4PPQ++WLa+WHLBdDmA5xkWMdwx34WiIP/9B3EOyBmP0h83zfuxp1mFdMnlAgzdVPb4bNkfLc8oB1XbznuIGjEw1keVsXVuKHVN7cFahsJJIO8O48ScFpw9wcwTwikxxQNtncy81jwHFqq43Nc1z4RmoWycq5CRoZ8n6AZ7OZsHmzJWTBTwNzigim+DTuiW9mzP+il4UKxFyXoGKobPSXTCBe0I/my2W/k/Ffh4dS3/eP/PBEj8Q/7+bZx379/pA0Eh7w8HSnesQ/exp3bCVuztksGROYCkgee91lGhiz1Uai2aRv72j78N4z/5evnqRfmggKDIgmdHrpPGF6ubmXK9wklDN9y9rDT1zOWxkFVexh7Hjnn3N3nchw/vP+j1G4I9P/+sNwSBHOh6TZDL+GcCQv/wn4P9/R/6yfK3bwgIf9Td7a1aPtxwHybLTEBHvxzoaRmTlr0ZMPBARdV5JoDCByANwf9mda7VGUBfHQSqFkvVQxBo4ecntNdJVdWy73SeD3l2tN9pRxCrBco5w4b3YF/cT2PPLe4Nwsw7EiMRAzSwPFCwlN0GUHuNNqoX4MWITQNVVjYswIA/xKnRz5lypm6FIWgZbBeAMzS0p8ygBsg8oCTKThSMPgMerbHv/LDO94xT1EGzjxkOWWQHVR4tfKb6o7YeEX6qmU/Ji+mnaRXdX5bPW5rTp6zel++fD3v9+1p72a9J7VfU57dinw1Pr/l52qPdUsu5YeQ+4+cReB6BXz4Cv8c99ct79Ye1wOXUvnPoi8MjJ7GOw6cPTT6MjkfJeAtxFgdVcZSkYBqAUrysDJCiOGXoiJOZL4WTbT4V7aMtWgWPh7CDxUGBhJmSFx2/gRhgB7LMoIOjlEUdn/A54LIl6NJyMTW4TbtTcdDPECknJapnsOhVTgk7ScrB1OkXshCASUFOGQzqxuGtKswuLlccSjc7OXjRM765qrTkE80LPtl99eKlXl6+0vn5BQGglcYDo/xyR/DI5O8HmDOccT4BgZ8uAAFDEC4zDnsMM8pgmJ1qppNLYgf2JQ1QXjDsS8aAA//qBePxMoJAFxcvGSvGBTmVItCzXt/p5u6GoMN1QASD2mu17Q1AQKgjCOQ/EWPeO69tYy4d5VsOrVoCg+3GAZsN+mDrBLQSmIzUh6cQEzYt1jK9ZI04dZCGPgIL0VZcoCnb2QE8TigqJ9HHzBxXWnBp8VwbKl/kqow8K6GUkhQwthW4F2w95VX0nBsOa/SHRUp7He/R2PcQ3qvEa9WZDi0u86xd/2nFZr3W9S0X4I8fufB+lP8Hu7vbO20Y0857m0aoFkGfHt9NT+OGrUwfRQczQFHKuaDIPZ5BkEEXETqR4B2lkKPHc6SMf6tpnpnzludAZ5mDQKhFbR57nuax6EBQ8MlsLuNPgKIEl1QBvyDZ0i+ofqKqvQds2HCgAT/KxgMYBc/ZUODZ1AVsyz5gn7QEqB08Z+KHKRt0qTY1M84bvL00USpp5AVmb3ceR4I4knUMKjsDhb5jXYU8y/vAUDcl+FOzL3yJzsMlWtbT8KKuqbAd/OKd2Xtg51GI+fcaiApmmLA+kAD8SjmRm0aGSg9ARepZ9zsCF173V1dXevP6nX4mIOI/g3r90+vYA7d3a57vO7leSllpgMxYZeicKwnMdlDZYwJLSkmhU1FHCV4vvyrKC8bh7OxML/mA4OWLV7q4uCQgslRN4EGsUevRLcaSOibMOAnI3TAyRkQeDzJK++TuduyVCHARxLn5eB1/xnb18Sp+vyj6x/7eAv6mn/8ELn4c+uMHfeQ58P79x9Bf320IlLWD+azJT5qyiy1ttIxlSzDN7XWMbfEJBeXyj77V9YL3ghWw1HIFJvizIOBT8d5Zez3w/MxVJZdHYPgY1I4PsHbaso53tGX7DJCN74EHUoczARa682454y7jTk6iAC9EYBikWtntLsC5Uc7G9yHWrGUEgUJ/qkP/6FulgvcOFaqDX6gcyLmBhodEiSR31NggXiOGPJ1KLyx7UJXxsHyCfZWJtSeS7IL8etCghb8/OHA3CpHhKH0iZ1KdR/dGSTAi6yM/zO5rHco/XXqShWk+Ru3RX+yzppRnZY06rDPEJe15pfw5+VB38uFz6j5Vd2hj8v2p9U7ojaYm0T3GJDlFhLYzAwoV8Jz+147Ac8d+wxEYttRv2OJzU4+PAA91Egc25z0HUA5QHMp8SB3eUiQOqWTya+SZNdKcp+J4aRwEiiGzErRTz8m455CxM8SfmPmw3NGupW7bGIgVEhmFeUKHNOcUemAOaHwD77jh+avgvrAa3G6HD3RQbrTjQthv8QHccSCVHZ+9v9uD7DdW3pBG0yMu7e7zPd/9GWBr7INwkdZ8UrtcLjnAr3RJ4Ocy/uerS51fXqjx1/lrHyRt0y2DSzUIp4Fn8ncBxTl6yPG55IIyOBDEkCmgZEjs/wg1atDDxbATQSBAQOZQXddnWq0uCAC9Al4AjBGfBFdcCNz1lkvqZnOr9e2N1usbAkBXuttcE3y4JbBzy+W/QNttmGagBbjktoYICGz3l10uMy1z3wXfc9XjK31j/eOkmwO8KEbohh71BWfEUcNjsKM9g+20VO8sPAAvp4AqqeYT7IqLROVLLlDlSplDXE6Z7ZZm9foZLc0levB1pGUTwHx/nq7aexfEFulR9n4xtm5KSZ15fLq/Ztxur2/jT0R8Ib66uo4//fDlsEXesccNrustFwYxYq8ydlJKCpyNs7JOvMw0hKhDx+MJYFvs7QB763LMQRlyt1vmesc8t8CGtbEBQ/sbAd7v6KMdlqOJKsjIaAER84ldcnjBAf+e0rFP8/Kcnvts/gBVwe5fx77w+u/YV95bxh7brkzcZCDGySVPonHAWNhjz5RYpR0gZk3xSuRYyACUdRheRROUhV6O9V+pXixUs9cNuW6U2Rs5u15WwVHhgcx6Fjm4HNMor4c99JThW2WAjJ/FbpZYj6Ks8dWZKLZa3iv8rZ6rDx8JAL2RvxHjINCb12/0EZ4DIjs/S9gjwkZKSSllJfqV8D9AWX55Xxgb0AqdjJ5S0ihzuWkagj7nevnihV5980KXl+daLc/VEPhI2Oy8/g0MZriKQZrUCKWnHX3eg+LZhqLTWAm6IyBj/93Hm5s7+c/Yrq8J/tzwrF1vWBId7uUCtN1jp+U5YN1rngU3NzcEiq55Jq/VEgTG5CxlaAOIhLsq0IENMAex14aUlWmjZu69DmJNEABy2XycsAaQ5Oel+TVjUjGGLnei5/aPIFDnOaExWoELn9xyfxtpWhd+Hpip4kS0EXTxgyq4BF0BOavKtfztTUPF+/YE8PMx1FkZnZzByDBEKu1AkEwbopWhDG0WdaBkEoHJI0hDuWhEFwbOMSoae+5p3XGUBr3TShocGpT+d6Dj8Sl9TAVp/npoUOY6X5f+mi0OS+rrOvh7sTabRHbb4NWeGhje7QGl/Kl8ZvRR1afqPWrkWfg8Av+rR+B5l/zOpre8uZA7GXygDB97ciBJpAnEq5RLrpCIgysggCogKVkuXhxqyc3e+SDGBWzHJdHQcUgTj2LYaDgND+vjVYJfqFnhEbDSXtxh1N9I8LdudlzwfRDsabeH72Z7LpE7HxDBceg2c+q7HRj9Lzbn1ve09YqckyyJAxT2Wy5Vhg7aflur5jJzdrYi+HMpf53/FZ/q+kB/TvDHB/3M4TDsUsf1gh5M/z4RHuYRWjnwE0CHGYXIPbej751iFCgSAJKhKXQHbZjzoDNQ56VWzVkEhC7PzvXCn4CvzlTHKYYL/eaOwMO17m4/6u7mA8Ggj1z2b7Rpb9VO/xsXFxIutx2XldaYgJCDPmV+duq8NlgD8vwzb4Hxvvje6/6LPgezjx6Z5IpoBNBz2/E6yq67h/J7QVmZS2bFxWaxqLUE1+CaC4J5uaqUkKd0uPZke1jf4ygMWdEtuVmFSqlgqQ4j1tsAABAASURBVGB7opOvIh9F1os9wjo07t2f+POyzB7vGdcdY7yRL3wfP3zgovhR19fXzMMdl7+tduzvjgtgRz0DlcJ0sh9JSikpG7JxlscjZbBmL5YKSeZ63BAj7JiVGTBXHSB/faezGBk+d8xlxyf/bczzFl+3+LwJ6NBvY77RH1NVWhqLxjZnfAC7g9LXL2DfnkyGKU/0RNgzw8SAoEyC2KcKEij2LARKAcGYPF6t/Gd7Lfui9TfXht9M6Zi7/VrLzMNQJ90zgoBJJXeiFaMJoux59gSCLeiwxjTFig455UxwvPJeiD/9WqqOAFDDPq+UXRcd152gVKSYD8CqRV9DjUO5lHTwwk5HwMb+BJ9y0XCe1DMOPQGEO3/jjTX+wd90efdeb9+807v373VF+YYAid9nypiVeimVdntho8eyAeREc0bye47BBQ9NRZZSEkm5yloQCFutVvHnXxd8SHB5fqHl2UqL5UKJ54VbYEOow/nORIBmLzoTJTc+BzN7xt8801hCtcdOy/vjmmCP/8eyawd1Ceys6V+73qpjX6eELoNs7H5sPTa3a90S/Lm+IgB0exv7zbYwh3GvnSTlBC18nQNeo0QKmZTpAfajRL1cM/+sAdZCUy+1aCgzJrmqlGzPquDEuqmqWhX8zLiFDBv+M/YdzwL/nmHPB07yXMJ3ijFD1sHrcACSthkEC+mfkf1xE3vapawKv/JJyMoEe6oBFrnWXg9ZztQtkFVsGQ2tlmamfJC7TD2jA7DYlQ+YjxWiwoGCR3tkeAxGuuDRqxEXrvOwdJ9t0T1I9zi/Q8aXuDTv/5z+ElufrPOpBmJGZquhlDXjTOQo+mSbX1vhU304bO/L3XRNw2DPpGEoPh0dVToqnrTzFJ2TFZ+ZzyPwrzMCz9vkdzrXHMcOPCvHwzTxXB5hYsYxksOkT4N8nFsOtNbaawSFvBsPW3HgojWXqdNR5lgYag9laCPym4hB5f0sVhJlEkIOcM4HGaTtthxQd1xqWgI9Pgx2nPQCuARuDdutIjiEvA9fqHiQohGFiwf8+4XBDQR4S4WOy6Z9iL5xiGuaSv4fvvxnX5d8ovvy5SXlCzUc8hsOtz48Urn0w8YMZvxOoStDg3f0F687tZG7vyPHXTCUWXGFATgcSzV1Z9A1s7LpRg6aNREAOmOsLvkE/FLLRaPMob9jLjcOAF2/5wLyUbcOAq2vuIBcqd3cALdc+kvwp22NN+p80WVNdJ6bEWOnM4T/Xrv22IA7U+pYc4Z+6uMkGoj9gXpfN+dBOCKXYfrT6gWXmUWzUFPXqqEr+lRlrgZA8sUmSSTdf/WHrFEJnKiRkKbkXEopBZDp/ivBMghxCoASN1N2dSDWPf1lX/TBKbw+9nInB1bvuCyuNxvoVv6GRI+ueNFs2EsJu/Qn50oZXIFHyKlScj9zFoMry4/B/BBi03sp5m+zVvzPfrS7MU1gb+N5ZQ7l2Ym9xwoEtxEIwjfmutDj3BSMO1j+HSUHfUYIt4qfQT6UTSoDURVFRlUa6MIZ5IyRx8lQnomMT7dhr2zVOgjkcRzm0fXCjpKUUkyHywY98hpbkqgXtYzFCzwKwSQx8UqZy3JiHzQLNQHe+5Vq9kaO54R4scOowLRGDxR2YU8pQRXIlrGuSFD2FiChQCrEaAeTZXWbQCpqJFeEto5/qHi9vtUHAkDv377TWwJA/p++Prx30HnNum/V816W6KvXdECuqe3gDzuH/UKSyCjBH5P3sUHUNCSGwpC1qBc6433hgsDP2QXPvosLLSk31UL23sAKZxwmpxUvBOE6OMr0zC30dKRHWwFFkmjVagazy59+3emWgI//R6/r2zut2VstdcffAvP+7gkSdeynnj7bUlVVKs+yBrwEFqrwP7O3M21Yx2A65yw6CcAxHb2BDozM5ATMIjqZNVDHmljI66HKFdoVllNoZqgKH6qqlnEG5+S1wghFILpjXXfq6QcPtKjjUYuiOhmPfGF5hGzNjJ0BWxT+QwRGJiBTHusYu5xVQ2ZVeQ6F5zoTRF3xcmtzgDVPjCUGSdZJcwm0eaAxuXMjfYSPNEPaOYAO5cdOVDVB+bFU7Bz7caKGFQ1z0XF5LvsN6WM3ou8n2n+IH6onhceWQ/PrZ6eaOcX7+i0/weKpgTnFe4KpL1DJ0756oPIpV2LsIpOqw3rEvg8Zz6XnEXgegS8agWGHfVHd50pfdQQ8FeVJx5lusOwnYyq0T46F2uccYjUcKs20SoEeLhzLR6BYUpH58Nhx2uq4XOy4ZOxo1OWi81hun+Qz6l6Jg1UUiojz20AEM8fj37Y7Lvqt2wF6nuItsN3utHHwh8vrHZ/s+pBrni+IUaf0JCw5myzPCI+cZSPe0+aU9s0z+LBY1xUXm5VW52fxJ1/nqzOtVudxoA1t2zZoeLl/NjUUf5/IDhvsnXGBbjZT5oxSMSsdYKyIHtHB+OYP2AdmZJ355hlTzrlRDTT+H2EYr/Pz8xjD5cKXgQrTHRfXlgDEHYGfW239p2DbG+g7+AU6gj9duxmCPy1rBeAC47XRsQ5jzlmX8oUm8Oh1j317O5ajyEI03zwg93g58AN1kaO057t7w5iY9OUksx4WiyYuS3VjXJe1UGVlDvspJa41SWROuv+yD4Wb0EgpUTCAKDtX4GOe4jXWtjRNeilkznr2gPdpGRtKVPC2djeMyz5qdbe+04Z95P/tKPYZ4xdW8CdhN6VEf9ynLF/OKvePy1rOWR6H2nIDuig6DYDcOoB42Y+WOdtwId0Q+HG7/hNA/69wvqxu7phr+B0BH+t2zGWHL533P3u9BUwX8BzFTGB5aAdqnzp1PCc0AZInXIrQ+sxkPz6zygPqx5bcu6JqyQhibE0PEo8P49IOe6OD7rwfPMnMf9Ea8jTgQKP1A2ZIDjPGVqOuJaZHcF3LkxLrvc4V6997ugEDLudaOcB6rmcbpyDBNIA06rlsGiBZopCVQhc03E4EBow7emwocjiRWsZjs97K3/L5+P6D3r5/r3fgdx8+6Pr6Jta/3zs6Ag0Jmyll+gOkJAHeK95HPQRJikxgUm/oaRcCdet7T2T6vljUWp6d6YLAj+EMerlcqYafGS+awoiT5xMguZSdASVsYdsIPM+eUzCiIblByKFCh7zlw5A1QZ8b4Pb6TnfsqS37rWNPhf/sqT7M9drxfur9lZRU8SyrCEw1PMcMiwXzF3u81v5FQxnA8TKbaRCVUuTIMxAC2glM2b+nU9NGXS2VbLdC22OQsGE9cDYPqKpKVUW7yC3q6fMOvzugxfngheGOHgMwyIcQCIIMRIKgbcSUymh2+F7Koi7sIZkvZEMRVPQhhoStI/kguIdosvAgMv3J4EPbRXyS52fU6OCo9lmYyiT3jmGjZhQUdE8xwBn0E1JmbUxqaaJ+GZG/pHrpx5fU/Nw6noLPrfPZ+tW8RhmQkutglc21Rjp/UmOvOVJfisdRDxzZw5ZG/x/WmEse1r4vuc+ZWzJdNJwDJPMmCL8jg/WbzC7tPKfnEfjfOwLHW+x/b09/9z3zg80PNePibKE4OI4H1cI+zI/PANYNXmShm8gNoJJCp9iNQxmXKx8iew5mHScMgw8eRfnhvPh3KPcBzpxiA2q2wtzGjotjx0He4Iugwd9ecOBnfbeRP/n0D0b2HGp7/MECyS3NDNlHjn1TG2jMpJRIHNZIMpRMILRgZD7FbFZL+RtABgeCVpR9+UcJy9Qf0tPfpIcKXx1lLBpADyaPzyi8T49zMp/TUasjuNPFQcRtGDiwawQfns2bQfZFsFHDp8pNs5KDZ+eXl1yOCAbxqfhyWauqrL8j6LMlCLTRdnunzfDtkNbfDhnWADd7XOpx3N4Ye456TwG8eSqywvGM2L6hcEpufpK7whQXVuRd5FPG2qHRqWjd8g2gWs2yUXzjoSYAlCv5AphSUkoGiVz719ynPXdPJUgDyDWxAXLhAA6tWN+AivVBo9yXPl9eA+hD33fcXzvWqvdxF5fAdtuq7C/6zB5PiTGhHxWQq4p5AaD9yb0vcRWXM/e9QpaZswTk7Druf8E5VwT9knLtskHx6gjmbLiQ3jlo628p+AJ+c6P1HQDP89zFPscXvBR72fu1o55xG2sA/y3GIs0oZwinnJ0DyP1IDGqctaECvN9vmvs49GVAJ33m+eveeWw8bgG7rTrGSIyhZROkYuG0uUFYVMitlZRlfoFCM4/BEy/z4XJJz7G3mfuqktdHgYUy+8Ey5awCVHso0XWWZ0iNAwirxBKYZNgRPoz2QjtZhW4y5+iVglwzwOvlliDI1dWV3r//qHdv3+v9u/e6Zc3t+BChH9a717MSzy0a3jGuHcGgjrUXctpJ7ndKKigrpaRE31NSvKxXghQ4AdP2GgLe5wR9LgkAGS8JrtRNpWz/o5Yz9Gln77F5QAYOEnouj3ywzYQtRJ39pj9rArkOat1eX+uaPvpH3f0+2bmN4aGAe8pkrlvzPF6dreLPcl+8fKEXl4ZLPthYEdheMp8JXcZFsxdtRwkHshiATCkbm4Am4c4wFfCsZ6gb1c0CmwvGoJISoPKyL5nNHGumqlWxlpJtM4sR9OF9vWVNd5RLDclt8DADewBc7g7aVJinfRnGWsfYMsPId18N+7Lu1S/6tDoq3cf0N5oPCfqksBM4mLNsYD5qcKZ+RN6vNnIKLnk/G7kjA08qpkFr8HUofQrtx+BTmr9AXjoYBj7Pu7GisSFM/EbZrL0TTpuVH1h3v5GDn9GMvf0M9aeojiYr7UcB+rGqrmIIHYhxhEcc/OfseQSeR+AXjwDb6xfbeDbwa4yAT0V+4hnC/nDqC/oJWahHxvErBeTIoVPCQIpSRzu+cGy3G2341NEHbfNQuJcmV0Li0hxgZvGQJzNZkE9zlDjQ0Q4nPKnfgTjEcGDvOczugJZPNbdcXu/i0901n+be6YpPPf3f+95yudzc+TK0lbg8Uhl7bqdAFKZs9Gdk2IkBOMhxWqVSBhm46PggG1DDM1h3rEtzmCM+ggzegQgBrN9fGv0asT2c0/TJrAE6dy5od+4U1Eg5RGPC08fgRbnmQlgT/FnFN6cu5N/D8LeBzs6WEUDxUDtQ0e5abVrW1eYugkDtbk1QaM0UMp/xJ14YBturaB3rY7INAwtqZO3xsTISs0CTetQ1YwK3NQBrzm0WUVKVazWLhovSQgt/ul3XqsBVzkopyXeipNnL28owYx2Sg7YR9UkhdjGI4QjPLqA45ircUEpKSEoGn7Z8MQ1gInrvIS5SLvvi5IqmvZ9EpYzfFZcvX14X9GUEz5u/zWAY6bjkc0mL/lKngna9TP9DRv2aPdJwwfQ3Q2xbXM/8nNhs11rf3Mn/A9lVXFS5rF5d6+b2hvlmjvFVMdZSDCIIQhlsO+xC4WqA+ZhFgnXXg+KeSL5P1g+9PesByi08IPok+1N1vYYeM3JCfmDS8gEq2zHtPu/U8Xzzs9jQ0fmOvdExuUUD3QQMqfBGxrwB80b+jnLRAAAQAElEQVSwsunMmAPDYGfWiCWCa+yy56NioXvua8/1BDwncy2vB+tZ/xQc+oNGMMicDOPkIjpM+DX4Yb6nHvW99lBoWe/+Rox/5+e9v/Xz7l18+8fvD23bimFiHVWqqjp6t3Pghzp+L/PesFwhSUMumUgpKwWkKFvXY79jLuCoYh8sV40uCAA5qOIgy6JhTNjUVMPPnnmzk+FCNMN21VRCRKK8Txky0eecM7lbUbw81zvm3cHy29tb+YefP7Kf3Mc1wS9/s6/vi7WUkhygrutaSwJUFxfn+vbVN/rhT3/Sn374k34Evvvue12+JAjUNPSjVryiemRRxAg4S/bFIGg4MOiX6F8UJiyvkVypHtfHYqGKMcq5km1ISdZJKSvbXgXG1xgYJrfjedA5MGc6mIrX6FE3thSB35FbfMISuqYNkKRQA3e2hzopLBjD/nSyIkD10lnofaXSIh2CVdrcc0oZwa+TBj/G8Sj+DcwvbjHJXo990B/glZQkrx/NX2WHBWcaknGkgvuZmUflM6ucVO9ifPci7JLMpBeF7TLUgKB+j2ny9is6V3pc8hNmmUdS7N1j6YN1jhWfy88j8DwCnzUCz3vrs4brt1P2w3A6kThYAmh2YHrck76IB5RSEue2eB8NLMmPeIMPYw6++NP8XetLW8vBz2APDOJlbFA8oOdvtYWLyphYUZz7okToIDAGqYimD3+AfIilPyY7DurbttfdZqcbPvW8uV0T/OHwy6eeV1e38iefm/hGQUv8xzY62W5A3tM0QFvIyac0+FL8oUBNyf/LVRanU9RqYKBRcm0ftAIjGZPLQaNa2qEUNPg3S481OB7pio5LpgoueXFzRk+dsoQZpUxyIQAOc20OwNh4vKAYtzICpj36mcN/Hb8LdKHV+QtdXLwCX6pZnilXDbaq+M2Htt3J66v1NxsMXHQyINZ0zj12bdHH+Y5ZMk3VKaWgzB1B0wq2zL3V7HVYzvTEwkOuOaItyYGOhk+0Gy4zy8WCMsCFpuLy4j+LSimJpFSqkPfA46nopqFOOlQeq484pOi4EWoMKLhj1nu/sDh90dmBfVE0ljeR7RigEzhjw8EaX9IW9KdATXALoOx+GmoujwbPYfS1zvS9AuoBGrDB5UYZubAtXp7P7Wat2/VNfAvjhgDQzdWVbq5vtObyurnbEOzbDSOvGOdYfZnK2VSSjAEImIep45J4yKFiBYc5kWGwWOoiOyij96smr8JHGmAZjxrRPXyz664x8k0HhAAuc9qyHyL4w15xECLmFr57F7r9RFEs35jpmI+O0ulxSEiok2nED37DoF/qiCnIA1TKsR5GPPKzlegBpkiUIs+FgHZCF7umRmhZiy3P9dKnjTYbgGBwS7CmJbjidUzXUB88Ge2BSbTnXLGG7nhfuL6+lb/94z/3chDo6srr7A67rTraYnvgQVJKCZtJsGReZEEEe5D7qSOFJllKkclIvDoc6zDgsvdHQ4Dl7PycZ9s5wZaVavZQigEoPlJFPfrGD8Osn642QDHjAj65XX/7hw9j4s/c2E/X9POWgOrd3Zqx2JZ22ONJSWMAyN9cPL+40MtvHAD6QT/++Cf9AHxPAMhBq8VyqbpaxDzLL7tiMA3Yh0yWVQslUvGHgvzCLVCpEHqxTmo12FyYrmrqJHQEBpLASanKbNVKOMpTnv6h0UHFWNmcAV4k6M4NDZgtpHh4UA45/gWeZd3wAYarmd1FBVMA9fwI2QMMUqjMMapjGtljecRu2qBxWEbBfcYk2RMPWd1r7CnrutvuiQFJYUE8kFLSk9x4oPrvj/2pDs88RpU0Y/wRyGERDeiP4PEv8TG6ScZToKxT6Pv2PIt7MGWdQ9XDkuXP8DwCzyPwy0bg97SrfllP/pfVHieGs97pnnGo7X2YCumeiiKHw4JVKBsBfDmkivxKZClxUOb01HLg3HCZWwM+qLfwEEcaH8ZRmE5PPqQUjvNDHXM0O5NwkAmFntpB4ALOWA1E/Ec7Ds9t22m93un2bqurmztd+cBvGD4BtX8tFwiiQGHb4+OLvcHeGM95meCQmwhPfHqbw2hh5HHw7QZeZy+Lm6X6nDanNGLqnwBj48cYVyY/LaMc/SnYnEzZ3TUnxgTCYwby8IFsIHrvEaBcUuEWGhPIXKtYtJ1cN6qbpZrVhc4JAJ1fvtLZ2Us1y0v4Z6jUzG/m8tJxWdtqu9kSEPK3uQBtMdkOsKORg9Yo79vpykqGl/DX6xZESdQukCgVfef+XaOCYZOCnmE6QqkDpJqLcQmSLLRYNGoWNRioKlUG9omtJ1ZuYt8VEB718p4qMpf3IF7WB5F6QKJqgSiRuSKoJOsUcF54Yw6Hyn3P/LA3u/hmww5bxX/cow9VXEybZsHYG2o1DcBl1XhJn5ZRrlXX6AJVZlVUiT5mVTkrpawMFuORc6Vc50m31HHdWlIGpM77Fl+22y17965A/AnYnbbbtXYO9HHht3LOGR8N2Mi1si+OmfawlauCbZfu6fBFW8hxEDY0+tYrAOsz0rz2/WqWHnNP8UadMvZjacJexlNhRhybqoqssDvtWJAdY9URhG/HH38mICTWXNEccpbC/b4nhEmd/3c4g0pZohHmUpSz55OxywCTLBnDh4CEy1zEt3+YG8+15ydDI1Tx0VRoD1mpYy5VjYLvUem6Xh0T6ee1308KrGP/b9y/eAa06KNNgqAN20uBw5iNImtZQ2sCIA4uvn/3Qe/fvNcV7wlrPhTwBxcRTIh+pBgptkkMWficJHlzDJCU5JeH0PVC1wwgpaSUohb7qgc6JXxY1Astl438nwMsVys1y5p1XEnIijaVScnjPDE6OMcpKwXLOEMZErMuxmrHM3LHhx23ev/xg969facPH97HN4DcT5Rpd6nzi0u9+vYbff/DD/rTn3/UX/7tr/rrX/9N//ZvwF+g//wX/fnHP+ubb77Vyxcv5R+sXvBszvhqGxo8EK/iYYZyMs7KdVLRdVnxYhoDS4VnefkdoIVqnjX1olG9qJWrStljkBL6WVbPtJfHMtyOAZ+eYawRWPdSx4h47TAoB7LsUnY+B8bOfKD0B4IUQR/wcTrcmrZzrFHKxVaRMyowTZsypujOGR3BKJ2Li60jxePiVBGBK4yODoNvFpJPpPS4/BPiByvPfXtQ6YTgS+s9qbN05p7elzZ4wvensE42N2POyKeY+33r/EaduTenmm+l3/cQPXv3S0fguf4/YQR+o539T+jZH7jJ6sj3E8/F6bDbx6GKIy0pmPO6Ew+CZHlcWKHTcDjr/Gc6HKbv/BVzAkE7f/psGA4fc3NB31sx9m4E7R/YcVgby8htjwusgETbKdlQwiQBBT7ZJv6jLdGgu/WWINBG11e3+vDxo96//yh/Dd6fiG4IUHV8euzgjmsbfATEAnZog8MjRCQ350OkD5MGM0eNDt86PN2DpQMgk2EoojZSXxEXz7+iQUxlZT4RLXEvaBwvOSJo5w6KGLt1g2mPX8GHeRzE5+NJhTJeRS9oxilnLkQ1l4DmTE1zEd/+8TeBlgSEmsU5Q7mUuJQytWrJWi6APdD1BICYS3H1zerluSLDOLTLUKJNDCiAQtel8MjzCBONUAAfJ/PNG0dgKHfUJHmM3Ka5AfSjJiCx4CKzADeLhRZVLdOLChs5iaQkv/CPlPDRe0lgp8CI06CVoIMf+xNp4F7er5RCZJVjwHSwRmxzpgO4NHX+8y/6seOW07OXrJxTVoWfS/xvmoWWwGqAZVPJ/GVTgxdaLCot6kpVpg6dylzQKiBTrquslJL8yi7nSnVdBzggUNcLFQwPWc5JWWLqOoI9LUEfAnwEg7Y8T9r1ndq7tZh01qW4NFOnbrTiQtrgW5MpA24nY+Mg7cwx1LALztGSaVgkppG14PIxIDyRrHWCXVgVKAAtY4qfShl/0J6pjSXjPdhPKzFdRgMUeQZ1CPx8iuAPAR/vD/UER2JviFaokqTMHEOR0gBUdoBHYxnsuQM6+AaFrJKUy1gxZx1zBmOfKGcDF/iatZKBus7MV6WcqQlQXQ+9rKNox4ri1dNWx5po1RLQcsDHz+07nt1twCb4He8xLeDnOSuIerRFnuyLjQ4DtyVY5D+Buvp4JX/z5/2797w3XGvD2ir1rZjCg3FT9dgpjARVIHIyktiEpH6AopJSUqLdlCy2TKqqrHqxUMOaPVs1BLZX7J2lPBfZDWSV14BTKQ25/RrIGQod9EmFy57u2c+e91v2TLznEejyN50+EAzyhzK2tCQIdXl5oW9eEQD6/gf9+Oc/74M//+//q3/7//4f/fmvf9GPP/6o777/Xi9evdBydaaaeRWN5RhXKecolLbJXc4hy8gI5OSy59ymARXm07mBuhjLXh88C/w8aAacXC9VKBkSGMCuDJQOU8zQnkVD3gPREPReUChblNw2OYhUBJFn3kFMmGuQqoLMHCCzIwwUM8IA08BnJ+of1CnlPPh3IPrcwom+f46J5DX51ArF7U9oP0npEzZ+P+LfrDfRUGR0fsT6GivkwB6Fp6VT6+oU72nWvkCLMSCVihNRilM+El9lJ43GnvHzCDyPwCMj8Knd+EjVZ9GvMQLx+IsTjKcm85YOJ40tTQQMH6I4qHLqLRQHV7jzNGlbYSYwP4DT7o7DZ3xCy6Vts95owwWu5fIRB7KoM3unyMHQ9E42lgf2iMweYeQVK3tHEj1TQislepD4BFQRAFpvd7q5WcvfAHLgx//Ty9XVR91e32izuVPHpYJaqrnFZ06MBm4bXDJpgb6YFnwD1xAo5y4dAUaogXsQ0SFwHAwZb8jCMoHKr5Js+6nwuAN4jIJtgXDcgSA6TofhdQb4pbNIoYvQRAHGkgHUIVjE2I0yF6MeZqFtLoYbix0gcXmIy8C5/CdhzeqlFqtLLk8XqhZAxcXJc04gpHMAqOUi2G+Yzy1TRjAojvH+6JM2sR/JjUAMCP8ypQKlTdMJXsIz6OirsfAIjMTJXUDBZIEQpdIROL7Q1cx9w2XJQaBlvVCzqFQ7UAJYllmnOQm7EqT8SmR7SEqU5dXcBzHLzJiBSfRmCjOy7GkzQs0Ehs2NT9C5MHpvdgQLGEpLlXFogZ+LRU2Qp0DT1FxWKzV1PcBCDfIFenVc4JLorvyoSZXprMQYKEBSJkFX6FZ1jS3mN9cqn/5XyvDLusMzB6UIJO+Y1x2X/K2BYHK7Zb8SzMiY8xg2tN00jZq6QI1d26vcWACKXgIgWifPEg6WdqBDxzv+mEZ1SnvZyDJnpO/jU1LzDEfaB74VmbWKf5SnwJXCUzgag66FU7TNN1V4nbbMpQMAsS/i2euGPPtl5RddtFOSkksG6FhxlcT1dg+LqdzB78IT63iPJGQeP9NBSjkrM8Z1w9wamJMcECKUig9ivXYAjJLMHgGOPQKVxIPB7yGbds0z+1bGDv5sWBdBD/x2c0swaA1seQbsgF7y+uYZb/2b62tdE/j5+OGjDNd+DyBIstu06ggmRwCWB3t6HQAAEABJREFUKiMmoiMRFE1J8p7IOYEllzW8UL9HDQyNfbB+plAxDv79nxXBF6/basEYsVcSMhoaqnWlXvCkpP2LYYiCRdm+5ErZ4Hlh7HYEwNYEuG5ubyOo9YG++gOPD7zf+Td/OsahYs+cn53rxctX+ua7b/X9n37Qn378QX/2b/38+U/68c8/6scf/6QffvghAj/ffPONXlxe6my5UkPwqqYPObxwtqeK04WXM2vAernGP3RIlpwC6y7og+3W9UL1Yqmqol5VKWEn0U8ZpsqMSNjrC8fzGxQDYByoyLy+OssDutkjOwwo80/3wEaK3NQor7J5mZE2IImiM2hSxo6h6MOIFM4ENWX7KnvWPd6cYdowqWvWkRlzRp5odpSGaJ/NbAVzVHsCTo/oHPn7iOZ90dP8+KTWZHjuy+BzWR6Txmni6S2M9d3SCCPP+PMtudYcbHVe/iV0sVX9EhNHdX95/44MPlos/heVOV04n86P6xyXP23hWeN5BJ5H4PQIPO+m0+Pyz+MyIz67FMjKHKZSykopFbBn0EZxAfTT3G+QUTCBJEkkWa0cjnt1nEZ7dApIIZT45L7jkL7RelNgC245ePr4ZdOonEw5H7JDlzbcTtAWz3RMZiVl+mJIGMgcJCsgwRPQ94nze/F1hw/+n1Bur28JCN3o+vpKN1cOAq3lg3HnrwzRng9XvtL4ZGQcYAfmoFOvLGW0QY4bCAwDRXgUugCKv4sUzs08cdmwZ7nEasHreT72yNj8vT6KMBkkR0dceRLB86AaLAOXteB8VPIYzUecT42zYaVcn6muLyLwsyIAtFieQ58z1A2VqefLLuBAQcdFsHMQKP7kxd96cNuoTW3ShlmA5wOHEWKDY72U0Ko08oxRgwdrIBwIm3fNdIGE0j5lbOWqwu+FFlyammaBzwCXorrKqoDMPswpiVSGbqgOJ3iJ8rjX5ItyL5knv6DNMvTQJHMLYJAUdOzNoMgGpQEFo8dA6GCk55IkcKZR+1bh/8L+cmFcGCjb91wl/AdqwHROyjQ4+SYVP+EpSzGAjF9sLfDOAFsIc51VNxVj02jVLLVcrbRcLuOiuWCMKtvARx428p+Vrgkq77jgdgQ1sqQSBGrU1LUytjI2Yc9SlrCj4O/pjvIcQm49A7UtCx56FGfpfgsz4Yz0mhq7Dl1BG9DAi7BqTFFTnNIxmgAk4AyE3Fn4BT9qwvADhnFk2VOY8SnF85JnXdtt5KBJt8OQ55YJyIyltVHDUgLlAZuuKI+wgB6h8DrvkTzSiWk1ncGm6R81/E3ITAOei7pJ8twGsFZyCFBC7p2P+xRIEPFYgFSsHPui2atodwQDW2DjoA/vKdvteggEbXi/gQ7+LfRGLWtE6IrgDc1JBEY2BHrWN7c886919f6jbggC3V3dan27VksAqGeMEu2naLmX2AsMF1hwxfMmK9Y5a5Ikg/ePGAGFonhRj3yeEoWkRP1KDQEfr/PVqtFiyfOgqpVZt5peDEbY62S/c06ThK5AMxZWQZqZC4M8L5R3vH9t1lvFN13ffdTr1+/07s07vX//Xje3N3wg0mvh/9Xr5Qt9T8Dnr/HnXn/RX/7tL3LQ5zt4/pHnlxHweaHzizM5WFXz/MpVJZqg/TGlkQhvx4L9reuK517N3qzkvuWcqZpHlRMYWfY4UKdexLOgBmf6x6CVkY0+uyq2krBnGmDOyBn+ooAlRjo4Unhm/gjmmy7YuqaMcTFsFpxjREsrllqrQOXiCFFj1DKz6OypUnZ+ime+a+9lhXJuKPL7+WOy+9oeBfcZIBW5CQOlGD/TPYVflp7ml9uiHStXAwbdT9Yz3JfsObs9aepRdTfo0bbiHrtUJPQfopgouWWGKCEz/SCE0qH0uMoJlcMKU+m4ZhGc5hbZ/fx0a3lYs/f1vwJn5uDp1r9CG4OJWVMD56noy2s+tYVnvecR+Fcegecd9jubfU9IHg5TmQNlSlkpcFJKUop/Upy04tDLm6ExrEgohc6AzYtLI4eHDrAqNcwWpggA7eIQvr5ba7PeaL3bqOVCwv1DD73yXJCHEu8iHYc4g8AFUEROUryXJRVEf6qcuetl5aoGV0opoSy6BcbBHY622xbf1vEjs9c31/EtoDsuBZvNHT5uuGfSaLRF1QOHR/6AjVDZp8HnieGyL0cTYyLuVZ0kvzVhH93miOe0eQPEZRP6HkbfnTkJMH2rC0AvUjeObJTGbDQ7lalaaNpkTjOXg7puuBgsgQutVhdanl2CV6oXjWJtM8sdt+FYZ1z8ut2WufQBkYk/aHUyXpoQawPIoi3AucDxLQurjjBoFzRp6cB0EZYcFdtM7LvFoo7L3oJLTc3laMFlyoGLKqPBus2sU5ICqJ1mAKlyEXU/onSQneZaZbQCzbpneEiH2i7FPkbec7s00Jhc0z7ZxwWBlcWi0qKuVHNRravExU7sL4FNJ1U4XiUJJJDiRaHQJfdzomM/eQWAQkVZ2MnYHuaW4M9qeabVgnnm0lmxj3NOYbMniLFj727jss7ctnjP3OSc8YvxzTXmMEhZ917wq6wMCK0CcyXk8DsguIPeVA6+dUJKtqcrSiXhTCEiLyXrGYJVsn2FKB9JgzfP8tT2XLM8V0obh9ou7Xgml32wI7DNHmBfdBEw6y0OGK3lGF23khkWQwU2JDFgAR1ruNA1dZFpBPuR4FHPfjL2mflSVSnXhlp1zbywbiwOQNtrgM2pCeCVZFuF2uc9atTA/9bgvU1wd8f+bsG9MUHf1t/+Iyi0AVoCQV27Vbtr6f9WO+psthv5/ci/+3P38Ua3Vzz7b++0dUBxyzg5Ksm4xX7mQwM2Cy7s/TEV4HUNkULB4zmHoQpyqH2iTDVVOWvBul6tlmqWAHRN8DNbmKX4tiTo3rxaBt+JbWoEJIaTsRWAXTGPHX3wBxzXvJ+9f3+ln1+/0eu37+N/NjOvx+clbb/85qX+9Kcf9Nd/+7P+8v/8VX/961/141//oh/8v3x9/41effNKL1680NnZuVb2s6GNmMOZI2L6BgBNKeOLoWbeA3JNv6hHmpTwPAMIYCEY6lSss9w0qgkE1+Bc1cgT4HVGe9PAUAduzBV90gg8x2Sm33OMzY+HDRUnPFU0EV5MWWW7BotGPNIuH8JYUjFgxQksmwrHBO7sWWOh1DgYF5TCbXB0h3ZCK5MbzH8ERstW4SlQTLgwAgqkA75X8yi+h2m28FJBkZueBMLF4D6cDbo0vBtbNsswlh+ujISK1jOiZHICl09Ch1tjhUEhCV4ZbbFOUrDRi7UTha+SRbdmlo68mEk+RZaax/Y+VeuU3DYMp2Sf5j29ZvH40xa/XGOcvy+38FzzeQSeR+DrjsDTnxBft91naw+NQBwW/LDMStA5++0uo504NiaR8Rao8ur9dlhI58lCEyMkKQHkkhL/FK8UuZRSigP7ZruVf2sggEvblk9kuwgC8bZA0viaaPszwl4YByBnM70qxFk5Zw7VtRIXjiplJR8goTM4IUvKitfQp37XcyFoOfRvdXe7kQM//hbQ3e2t2rut4tLEJYMOKMCVh7an5s27B0M7wTdtwESUT2eP2ztd59fhFl8Pbc94v4KjByZnTWmcL5yJYQ9FFJjLzEUiEwSquRysCACdn19quTzX0r9JsSAIpEqtgwT+pN8XPqDznxFhKw6IxkCx2zG9YRyOE22AMu3MfYD1QOpUaiCeiOOaCEh1lePSt8TvpvGFuFLF5ciwWAxldDJtp5TYP5ISKWgIaYj/9KYAWSzEE2h6oU+airGrXQ8bA7OUhsKAfG/qyQwMDO1ZC8BWRWSnorGUkhL6BpsNDJEhECFL+zGRBjoPGMaQYvyZEGOzrFFz0fN41IxL3Xh8FqpSpbqqlNnX9qnjcr7jmbIhoNyCOy78DmrYxoKxI6nKUgXDsNtBRMqCDeXcADkllzPeKMDsDm2DacOcFjLzRqgGoqL2SA+sz0L2Yl9hXiq0c0Npv1DTt4YmnwY+y7pjcDuCPuV5xjULWoyfe3nQW1cJSFJOyswihDSMYjdgEWQo4F4uorcOCnXod9QyyBOADaWszDzmCABV0EA2LwvVAligEXL2IUQHCFuav4JpuYmCOzrd8Xzu6Y9xF3jLet3KAd92t1a7BRwUgvYa2TkgRJBnyzP+9upKNwR/bm5u5N+n8zN/x/OCZazE+seQDKkX5RQeJUnJmRDhcU8EpgBK0NZHJKGTUgIZokiFnmFHD27OlSrGZEHQp1k2ERCuFpWy62SJpPJyfws15pYlxnAE8+2331uv6cvH99d69+aD3rx5p9c/vYV+p3dvP+jq47Va+lcTTLm4fKGX334r/9jztz/8IP/p18tX38j85fnwrbslgR7vOX9bq2bOaDMDyslNBozBemPZseCSoZcz9cHexzlXytBkTiiI0QskZbABVBIFdK1fU6+uF8oVAJ1ThQpnCk8SFEOpFP7MeKx3i7AymPaYexwNc9rlI+DCn6lF8+TFtZIHF7O2CjpKlo56ByKbH3o61hzxgd6JQnbnwotBeG+Qzc/OTkA0HPyHNDwD3kmDe6E7ZVT3SGkc50nwGEFL6TH5YzIaPBK7u+YajkTh8jDNkyirmmgT8xKembWH0Wg8B/fsT1I2ZEDRQTQVTygdpkHlkPmU0omK4eqcP9LHAzDY904oz3UzoraJPcxYnv8RDhVQIu15c2o+skWp5IPOQQHe6C/kw+m40sOa8y1xqOWeHHJK6dj2vDyntTd90mfrGorV5/x5BJ5H4NMjcHIrfbras8avMwLl4e3D1fi0yynLZ6iUaDEyMAfgcgBQHEPkl2XokOClAZhe+CQZSmZlBWmtjou4v4LvP9e45VPWWw6pdxzCWwJA4k3Mj1SQppcZLmDaBzGThsIuucvHkDkg+rBYc+GofHClcqJv9sHQ06eOoE/Pm74hzjbRyU47Ph1e393p1oB/NzfX8c2grh3aC18ik0DHbUd5UA16nlkfIM25fzz6of59YU/m5ub0sTnLDIXvUWS9crmo60YNsGrO5ADQ6vxCzaLRguCKWNAd8+wg0JZP9LebNi4/cV6zIRs0QHcsPlKc5Yp1ppi1M9KoDIkKVrwHgzgQtYa6UYwMHhiv5TXaNDXBqoUWXGy8Tuu4CFaqWbemqyqrwv/YT9RLhrHAeu25aLKUNV02J3loyqqmYJOSUuQ9uIfap7FkXOyNsl40AYBHIQrFzqgzwyj3yM3ppk3liuaIdoWvAIPPCJqYwPoeTjN2IWSsYvxqWFn+ByExHsbJmTjeEsxrucxuueBvtxttCAK1DvIREOgMtOVnyw7jO9OGaIBGaEKUO8A4TEaGDBxi8D7BrygZog50JPiB59kp3lz+NNo+FHjAXrl9PGDMNYso+sgYlGA7I8Ez1+u99HucI2OA/VJqObeNzEh7xE1XME0bH0F22TojoMd8ZfgO/HhN51kAIVuGtWx1xtP+hJ/wHkvjSBRdBsD9chCI9SewoXMQiHWwa4gO9OUAABAASURBVNfqCQruDAR9OvcbfgSEWDN+1t/xnL/68FH+E+D18KFEz/M+uaERGBYvaXrEOk5KaQQ89Zp32yNYcQC0Bl30EkBiN6lH18XEGMR+Xyy0WjVa+rnFe1byoBjQL3MUBEu5LxD2kzL1s5IEYJJnW687gqHXN7f68OEqAj6v37zXzz+/1euf3+n9+w+6urqJP/tqFktdvnipb7/7Tn/6y48Egb4nAETw59ULnV2stDpbqibw6vlTVrzKmNsjD4wHZaRDPGXW88XdDPvouY9+8mzLeTA2GrUSMHIhZwku+q7jAKJ/xyvznHRZ9N2K4QUZycU9UNXe7UEK1qgR69z96IJ/KBuVBoywAnAlGJCBWbZ78zZVuIe84Ec2SqO9qYCRYs86BiQDQkRhTEUrSpYbsORdB4I9k8c+gBUpFIN6MGMbjbJCuk7MIn3pR1HBQzMDKrxZbr4hfIoBi9JM42HSre6l81KhnRv2OqYKJx7rLg6QcWBs2dgwiOhTh3QoxTow3Ts7AvMMsAkKRqWZoTJWyKaELyQXRzVjg3mfBCsaZoo2ZygshIwpOUX3EDQmnoP79bKvMYoP8ZHcRQNKfq+c7AQvMiSHyT7gSmGishsnwH4U7pCjGYqJMnQMIiSpi+cYld0g9UzBPkrmjrAX2dK+ZKrDivUKzSSbAEYe5FFyDbOsMdIuFzC3UKfzQY7fRT6US2HIvUIMQ/EZPY/Av+gI3N+v/6ID8c/v9uFUZB7ODv4kDuop8ZA2POQkMjT2UgopJZFErpSyUoKagZTklw/4Gw7im81ad3e3cnBlHQEgLiQ8RC233jEcvM3NnrEmDQf6Warpj3+foIqDdMUlOiulFGDdngO73+R6v/Hz3u6yf/TW70UtF4T13Ub+TYg7glQ3fEK8IRjUwc9Uti8jUHw43XOsqNpGof6g+QP9+iW9mY/JnN7bnL010z6J9/bIQyXmwxcLoKkXWhH4cRBotTwnCLRSvWjQq+Li1HJIabnctQ5GMv9hmfWCgsLOsQOsS8toEHkXwCkDrIAiO87t2wC2PQF62PfFKPNpuv1a4uuiadQAi0Wt2sAFx2s3V1mJS05KiYqkAQncs1hZxjCDApPgC2FKSSklSQBJn/nqR30T3Cp7xsDgPeK9wu0VDQvlFgLMsycKv5CRNHuddCOjQP/Ip0RTha7E+GZ5DMgLj5ZcJYEFuImeOdwRtC3BnzttueS3PF86LvnyRGGwHL+Yj0hkKq+qIMcLClh/5Lkhw1ieywbe3tLAOKEzSr4c329ltGWJYSw/hDvWPDd+1j+rnfHoCI6IeSqdZhTDCDgMRAHdsWxmIpsPhumBF2ubIJ0xM6b49D2HdcHLeaG6AtiXNeu6BvsCb5lsBsu4RP5wGtSOFIqfZmaCSrZdLTJtVZhOsu0uvOgPZ4VqPft/s211y7P9lvchP+c3vA957ewIJu4Yr50/IGAIetaZgGSDYM2hF8PoDDxLh5xSipwNO+6fwOxR73P73iwWWvAs8I8/Z8aJoYsWR7MxRvg+lvedyjFX9tt98J8vf3h3ReDnvd6+e6uf37zR2zfv9Pbte70nIOT/9KCl/1Ve6PzyUi+/eaVvvy3/29fLlwR/Xlzo7GylZrVU8YNdwvSGM1nx8vPLhN3p9o6YFWB+EGQ5Z9XMT861cq4AjMHL0oma5hoQHiR41B/XTk74VGUxfAdaUyGbKl4E6WKAeb0YsYCJ1ZlyBjD3e88oWxRwaClYR1nGanRqXu0+g1oHCq4Fb5YG8YAQzNoeBz+4I7/gkiMYk38szEzA1Qz3Gts3MtYKbHasuSiRucD6je7EvoKn5OwAaErzNqJ8oOHCyDU2mHcI0f4hi5K5BZkyUDpMZgL3rZqT0I1ZApPQ09SXKNCjvrifvWM7lMY00iMe+U/H9iC0HzBxzHbZoDLoUdVZ2Bn2kMsBnp9CkM92pZUnKNZQOLS4Zx83ZdUTYIMjuwpibiIYUwuj7oiRQs71Tfvsb4yUNFDoUdineCO3bIS9aE75bL/viHXn0vt0jJbHzxDifZ3Su2Cezk7UCXuntZ+5zyPwLzsCx9v5nzEQz20OI8D7hyoOUcaZtzwf9qoqKcEgl1KS3xvjoCpeFOXLmjFAgnmYzHO1lFJUB6kQilePwZ4LW8sh++5uHZ9ExuGbAEtLgIWTLAfEUI1s/xh2sSyfOc8cg6XiDYcwUpD+pHC5Wmi5bORLdVVVuJ5oXb6nkklZKXQLs1PPwc8+bDdbbbhArv3DoAb7Bq/l0uQ3KZoRlQtgwR8KgU6nmbMZDev6/WLGhvtHT9EzOvFUjOqJNNYOEWvQA+x1GeUxY/A6T0BgmOBYMOj7k+G6qVU3DZcXPr3278acc5FZninXDeaSuPcwtzttWX+e647ghs1hiSnFAxKK0OYYykxlt+OilaF9gZDpByGUIysWgjzIMheahS99XLaWfPLfLPGbcl3XiiAQe7PKjAB7ruyjg+oUetZyAQqREmt61E1wgjbPNLBPlt4vBZeMhND7pWdL9sQOuoCOoJnHbHomoLVPHJjZ20UG7Y3lC8OgYI7JHePXMv479nvPnhN1zBd+ivGny/KL7cZ8tWr9rZ7NHQHjtfzj8f4W1456/t0u63kKdvi1iyBQq832Vnfs35ZA8xbYdS1q4ywMuOrE8MJ3Mq/DjPFYHrF5I5g3ArxqRo/kgHdYG8gDRK2D8lcrxMF4sBYdYyCHYlmn5Iy7n19dGVh1jEspj323d9AxZ6ap4zmc7JjwyrDtAZuMgI/LFdPHoDCBPWtWzGcG51Qp1nS9ABtqtmxGN0nkHQBxMuUZ1zWsP7HCxciwJ2yzbwicVAQbasYgWzH6zPyDXUwxL53afheBwtsb1tUN64X3In8TNb49tt3Fe4HXce9KkSWoOVAMvsoIQfdQIyA9SlZAytj2PHN6MOrKbNAqZ9Xs+0VTx3uV/3dA86XoQaDBfQ2tgUsKPtl2u+XDlPKNn7ev3+kfP/2kv//jJ/3P33/ST9CvX7/R+/cfYw/lXBHgudCrVy/1w/ff6Ycfvlf8ydfFhVY8h5RqRqlTy8PS+7RlvdAEDdofAH8pzBI8StYpQF8pe1IyujVzUsfc1/Sl6FocM+cKLriv6AbpLOiiaxVWpTUwySpAVjHHFf2AgXaSeIbEWiZo13lg4RaZCQAVjXyK+2QvDIPPJi0MHJlLDwLe0Ezk+Gd/XWcGxXkxoIONUVaKrlHeS1y2DBwoMgpO1ppj6C46BDFPo96cZ3p8OMxtmn8aRu3J53vVhrEaqmf2+UAyBiNlXMbF1JEgWM4y2QiQU7rX5CSB8JiCPjdVVLjfVunLOAcj9m9uTSM8fQ2w6D7qG20cpBPKPgMe6ERhr7inQlCyk8wiinmay+2my+yJQeNRZNVRoQtjY+lx7LE8qTHMz86TjlIGZDqUKZCCJJu3TZFkjgESX2aqZgDISBB7k1FwZu8RRvvQQYItCoAReMhG49Y3DOyxxoiDPepGYbRjbDBz2jUUCs/1C8CKNNcJxnP224/Ac4v/xBE42Eb/RD+emz4YAaaFVPOkzhWH80Rh9qY+qXJYNTvBMIBcBPkdBxQpwUvK6BbKuQQzwOfejqzl8ucAy5V/e+HmhovdlgNnq/IcdvvDW3F5lgrXZK6Gl2kfLvcCcxAO+jWX6Ga5jE9U/c0KH0JTSuppIA7f0K6fUqKSuNz20f5m7eDPhsuBcRt++VKw4cJqn+OQyRuTk9/Ih1Z9Xgg7n8oG9z6l9geSjyPwmS57IEaIqqMdsCc7ePvMqh7zPeeQolYwsmqWRK2aC0fTnMt/ErYiELRoVqqrBlkVZrwGt63nHGA9mhltsMpGW/IBCmZZiR0SCiTFqyc3gJ6Qpmoz3Vwl1c1Cq2Ujr1Wv08Y0a7dywLLK+JuUMpBccWzPuI/rTMktGwA9Umy3MXM5pK4WxMgZcTCLOmQylRKUog2Plb9BEmvf+4dxiT0UGs6KFzbfRQ0oxpTcwgOAzV7rCMBttfOewpbHpmN0M/NOj9H3DOTQ67Yde7AloLPVze2d/Oc66zX7k4CPfULZU6cOOw4KbQkW+bmyWd/KQVwHgToCHSigSkuYLvNJ0TWnTYyMcgdoAuuMUOT3ZASSRo0ic8m6xgV2J+0V2ZfnbuMUDBYrMEB3Ifx86xjPlmEoEJd6TwbjpmHOugFHhaBtX3hv3IspElN0gKMQFWiJJNaqWD9JNA7k7L1YK7MfvSczgdicK+wcBgPEi6VF/sRkv7N1M7YMlRr2ksHtVAQdMr7k0CleJpVXT0Mda2+72RAQuZP/FPmOIH/8SDSBFMt26PRug26XWuQYSPRNE0geQg9VXzI9/kKLCt47IOr2SinJvi7Y8/Z7wThVFeNlx+074NHX0aunbMAD5lSs9a38e3UfPl7pzdu3+gfBn38Q/AmAfvPmLQGg9/EfL6SUdX5+IX/b59vvvtd333+vV9/6mz+XWvCemRk376eOwE/LOHWMRccqoEkJfww5QxiC6YwyyL5aH1IW+303R98aGZd6Cmu2Gfo26AqG7LkstlwsgBZpVMv4l3OlsJ2LrsU989UNe91c1DTWEfNjnWLvU7k1Dcd6xzy3MugEeShn2Ohn6aXzmKiZelQZyntkGwZFXTJEpTyvD/NXS9UJy/bAcEL0MOt0Bx/Wf0Ayb7eM6QOKE3uo4fu2SeNJdoqwkvllR5nag3kGz4e5hTb1RTA29YnKh2rjO8gh99DE4JcHiEXDkybEIx62SfBOZcUyeSSyccwgT+kX3myCrUfb3vtBFoUhT/EsyGzITJW835SaXtSdaBM2YkxfysibYQjm/Qy7I7MT4xX+Wx/gw6JiwxoDTPrIB5Z1Yp9S1/2Y2BBWL75TiHRYL1j4SsuFfM6fR+B5BO6NgPfRPeYz458xAjzASGPLmaebD2iLxXBg52GdUkKcykHVVPCyUip8WByryHnvGQ+1lIaUlAbqEPXYk3Zc4PxbCyUAxCew6zWH2A1nnHZS993MD+XCyAVNeSn7zcQQbPoTD3AKNReA1WpZvgHEodqH61Rl2g5n8S0ppayErlPP4bH8L2Abgj8bfNlqi09bXzYdFOJi2fGJaEC8WdEYD3zXHcH+ZgoPAaLn9OgIMHKk0yqj4CE81vK8SDmzjrkQ1qszNcD5GZeb1bnqBReRvGCdJbWswS2ByJZ5bT2nVC3W02gMzHphbWgAVpAKCGzowSO4TJV7qYPjlWlQrBpzrJ25yFR8+u9vqp0P3wRaLBeq+YQ7e08CKSWVhYovseM68kIjGWQg/0ItEp142USxETUONOacVJSQm0qyOe/tCAIxRj4YdVwMXTY/FNA+TvYu6h4LKDtw0zLuWy7bOy6YLeOvGBWE9Jc8SjRHoKiNvbjZbAn+rAkGsS850HV80t+XQbQ6+r3s167daO3fddncUW8t/96Y25JaVUxuhWZUmLBLNjSHI543tlkHMOrDrIDBXjdgc3ZkX/9A6HYxfJROcem6DZA3AAAQAElEQVSuFL5ZGc9Ywy1zZ+i4KHfQHYdlgafxt/984l3seRZNGRcbzvfgFhLFAU/fSqDMPKZMICOxltlvdd2owIK9CeBYZucoABNPTvZnr0wzqnlfapomAkDxp5/NUk291CICKRUtZCUUM3runvvtvd+y/tY84zcb3nt4zq8JCG23Lc+FlvcnRoYF5jVeWkzsjCSlAZRY3tCBFXRvui98B3gUr6Ij14tyX/KwjWXEOWdV+FoR9K1438p1lv/Z1wLoRS0xdqlQbA77f319rXfv3ur1m9dysOfv//gH9Bt9+PBBV8hub27lgKn3gFuuCcaszs718sUrXb641PnFhZYOkFeLsG1fcKe0MeQdvbMfXcmCa9pe4UaUDzN7D2SewbRX+/23qbFfARlVAygMgKc08KOc2c9BHGSZOSw+Yp8x3dfo1fU77YDO/sYwJSVGkkz7l0dhXxrrF3zPoaJotqkRm/4UxMCMFYw7Rq/gg6p+trhxw0xg7VJ0HcnP3SiXohR/nhQc97AQn5EfNHdQGIwc87ygD4dO83E9VrfwPk+PvJ6o/US1BxuaCfam9tRMvCeP+z1JxsmYGE8mxhZHXCoO9g5Q5yd0EUc+CIM+zGLJHbIoJeA42YbhmF/Khz4V3qN5mIrsUbXPFj5o0u+sD1hjEMpeYQdBc1S4rzh0cECTfN/cnpqEQdDucaXgsz/Z3QM5oLmNOY2NQeMZPY/Av9oIPLB9/tWG4ffR3/ljyYcqH0IXXEZzxeEqAxywwlO/AfI+QhoOG6ZCEpnFPYeunkOCcTDJzAeVRAExdFLGri9wPpheX13rBri7veHT2LV8UNXshRezkjRfQBkf5wz3h2e+n8YcNGsuBCsCQGdana8U3wLhIJqoY3BdH7hzxcE0Fas7KvtS6qCPv2lwd7uRf/vHnxBv76C5hLbtVp0vrG5s8KzUpoDtQw/h+Y1h0B2Qmc9wagSmgSyjOCsW7YFxvCYsPB5bz68vnI0vg/4m0Pm5VsuV6nqlzKWkU5aDPi0BiJ0vxpwUODJgKikP7XjqAiI7bmHv46gu9kCAVQ0qL5OnwA15/dVc+ppVo9U5sGzwsVaVs6oqK+WklFRAfnW00tOMLfYT3zqWogrqA4arqBSBIZCe9kryP+smZ7RFYox8sPJYddA9F1i2CwFVZEXrwdze2Fsr+PmwI+CwIai6Zj/523Xtjj1lY8xJBhSguPS08AMm3V3wbVOMkXUzY8RI2bxa/xlY/NkmzxPw3eZWrfcsdrAoVSRDtrq9GmD6Jk/HbA88qKhj7Iua8QSubxh0sSnbCAw/aGRTGUvBQ/aVEtYfsNQNIziK6RP97yLo0/L88hgaCLabH33qUR4tFppa8PZ0x8oTkGPsIjtqR1jK8AwV0wOwtjPPXe/F7EAQkHONrMa29XJgaY5hzZNFUT70z+yMM5n93NCGgz9lvy949i9Uw0uWByRZv8fDjuDhbtMSKOSZTgDoboBtBIA2agkM+wOKPtY5/ScpXoncIEYBkn1iUQ8eGGaOwj2LzZmsE4CYN8IeKUiIVOWMr1UErKp4P6ok1rR4jT2GZMzcA4PYAyLAudEV752v37zVTz+91v/84+/6iQDQW8of3n/UDQGg9d2aDzSYcxpLqdKC5+Hl+aVeffONjM8JBjWLZbTvNgpk2kpSaaqwnONM5/HzmjENNnsC9LP9BjwnHv/MHNR1jf0FwJxnlIYKmLhHmRH8wbbRp65MYbFnTBjTjvdmzxukEn4oSV4jgnbTtj8BFTuRwYg2Zxhyn4pKKVvREKWJoHRIlxI5e86eTQBrouOZQtVIIWB0LS10TDIyjwEoZMYBqMzdCt6DWfWgxDYsNc7DWNxX7gfWiIfiIyiNsokYGb8c29dfbuVxC/fdLn1n2KnoXeB5gvzqqbRQJru0M9JuquyFQceMCe57bNFpriWH8KkxtbysD1OHdcdS8W0sHeOx3jE+1vvy8nxUOm+aYERWhtCmh+YHBOcUBXtKrm+YGM/E8wg8j8AXjsB+t32hgedqX38EKkz6kNRwWHcAyAc2l1NiungH6X2aQielpJQAaCe/JfYcLAN4RgZ22cIBQmegNdmB4gG94eDt/4725uZa/jHOLZ/Eti2XEvRpmbykOe0neSYzL3NgMYCKonPsGtV8iurLgAM/q9UZn3KeqV4s8D8DSbmqVBk4FSZAvHzo33DRXHMRWPOJ8B0XSP9PYOu7G9nXFr7966ZDnZSp59zjVehg3MuKWwwSvmuCe2p/MMZjPX6sK0+rN46WLZUa5J6rAWLuLRxg1PebfxlvC7LqppG/BdRw8VmeXRAIumAtNPK8cceT5zS+CcTFr4NhiCkqGmW6oE3gQcy5XSgEApguGwqPVQ8PyWjGZNCTj+agk7mY1LHvGp3xSfwSaBouS4taNWu4Qm4dth3rFruxhzoCL70iwJMwBJAgesBpxKaFnp74shWDqJMASf5GA3u6i4BPz53EgQO3j0z327Gvck0c3kv3lKvs2OObLZdv9tMW7HLXznS0f3VMpOdn48AOgSLv0Q5/RBtJUsp5oBSvHYG8Lc8Vf7PD+9Y/NN+2d8ha9ryUoahC7sRsYD8mhmJ2gCYKHTkyctj75MpRGmXGZhgbCu3apk7DqHda+jD3oXrmA+G7a0PbT18uA4te2KM2Ap5drG8CAgThgvaEBFAv8DgPxp7vI75tMuIeyHEcrVFs0b4LsWZZvxXruF6yjsG5UgY8A/t96yc5de6lDGcEyCHZ9EBOqGiRO+FQBmhoJq/wNo3lCH557a15r9kQ1F8DG4KR/jaNvwHq9RPrkXXhdcZwDXWxkYAoFewREtblPSKxJwFjoCTrGUppn5eavYyTUpWVqyqgBieP3155oPKEdwQ53Af/ftGHjx/15vUb+Td+3rx+q7dv3+njxyveT++0vttqs93Gt5lYBMqMzYJgj4M+l5eXOru41JJyUy9C5gbcCmommeIEH3AfJZtg/4NjIiIrvJAlcoOoQ3/oQ81zra4bnr/MP8/gXNchI0O3JK/MQs1yTJP2jChEBs9jBnLCWZqhQRc69cxZz3NK8XwwD1EopFIgH61APpqeqleMoE06pGHgz44R2hkDjBwq8OFBzJJ5LhobTBcopZIXzpjv+zRyPo0ZsAeVkFUIQeSz1D/o7UzpE+SX+PoJk08WD2NnZHhyvacp7p6m9mmte77BIJWK3TAHE2MoF+lBzgPLz+Jxrc12i9jQB6r3CnvzIRqXwojNnNMuFxhGgffecMx2gmWiaJT8dO0i+zp5tOi9BuFR422OZxaFmfm5F0FHVhRmJIx9vT0F+8EUnX5Qel/wNKv36z1znkfgjzkCh/vrj9mH/wVe8+AhzTviw2HDIW25PFOzaFRxWKuqrJSsNb6NRMEMjq4jL4pR7jl4TVA4kceBLNSTEuqJ3Ho+nN7e3ujm5jY+yby6vpUDMB0H3M4PcXSndFDOE3siYMUDf2DkXPMpcK3lcqnzywtdcOD1N0AW9Ctnn3S4PtsnwP6IQ3zHm2fL5XTrIBDBn7X/hxh8urm6kQ/bd1wsWz45tn/xRqdMaznOs6YoDBxTczga7En0EH9S+IMQ7v0peMz9uf59vcORsa6msXXJUAbelAEbrmQYSdPcZjIXnKa50Gp1ofPzSy3PLtU0KwzWHA6klsCP113b7qBbeK7YRXuYiuQWDHGw8uU6FkDRC15oYXLA0uHB2ZqTaCCCh9FcZfxZaOlvqp0ttVpCN7Vqr1VkmUtMzlkJzNbBco8FaicppQRISpFo1jLxArMfYUSCcS9RZeKZnkMIYGAeMmHeAIlZcrZ0D0DhBjly8gQ4jdh0AJXCFxf6CET4wr2JABCXVPZbS1C1G/c4fdV89N3GASQbYhxGnJU9NnA7TnxbLr1r9q9/XN7/vfeGy77nttsxt563aMcGJV/QHIbI1HUquMhc7qx/DywZoWiU0mE9S+ZQdL5GPrYz4tEm5egAeGSNmGdbF2PMGDBGXe/DqsG6BuZo7KfX9wgxQqUXCvlo0NjjT4NUd+0ipszc5api/S5UZ4D9l8E5OwBQi8misvVAMmYGsOESwoLILdE4r5RLoiXP30zfeqwAzDpPKmUsUTcneHngUMd7fUtwfx2/J7WOwP6GIKTXTMuz30Egf+Ms1iJjJr94b1Cs8CQdYLEHUqzDHr5B1gV6QL2GF/VIqKiAC+LVK6Wk8BE/U4Lmvcl7XbLPGl4jDabvG9b3Ne+Z7z9+IPjzTj/9/Frv33+I99Ete8nvT7YZlXtyIDH2NcGYxsB74nKxkoNNYmxKXxkc+uuZpgbscdxcAtDLMyj+4Q+ikmgEwjp+brmtgsucm1+0S17qUyH6OfIUSwhPLIAeKMSxUul7zFG35RkN8Nx2kM7K1uwI/rgvnQc+STnGMykRSHf7UpJfoTsS+1bEthDL3cnSCWh+ou8TtjZyO/wCsOme+NliPILLlo7lPXb9uR3KXKaDQ58pkTy+wYEeE56RmCypkkyOkqdj1zKUGvkRK27dUDSP8zRjQJMmxt78xPoU8QVVHjE5ej3ionpYKryT+bwvJxV+XWb4STYthWgORuAx8/roY+WZY122M6T5oF8lzXwYSK9vg9d6aZKZJAU94ij8epmfFWVvfUYb93wbOjSZmJXv6eqRXTMZeCaeR+BffgRObJ1/+TH5Jw5AeVSqyvH184YA0BkX0KZZaMGnd5kDX0pJ4ysoyvGW4swwCqH7CXoOxgaJM5n6ECj+EiUlrKQcvC0XwFuCLNfX17rmU8u76xtt7u44RLUi06MvVtLskTy98UUdZPY9c+j17wD5q+4vXl7q/OJCDYffOPjikw+TO94pwz9XxH8j8/3pcASmrq/03r+ncPVRt/h3d7dWR6DAejQjH5jclgoFe+RCHic7DNDkrHswjvX+EGX382s5Otg6NRTmGViLOgLXMhx74fH1gnC1mBfWQd0s1azO1JxfaHV+rmqxUk4LqmZx71O73cmf/LfcAlofvmMtjBZQG5Lbm8PABlnXADmlMGJXgmPpHKQk98nrZ7GsdXZ2ptXZSs2qKZ+aLyrVvrxUSYlGUwIn8bJdgwRLZhk0vGI9IyYNHJALJ2BeD62DlGyZBkhSZCov2zHFHnJ/TCo5d2YwXSBUIytl5x0XtzWXbl9kHQRac6FtHfRF2ImOgj0mCtrlY0ChNCg/X1wKyEnue+tvC2HTQaBbAsz+FtBmc6f4H8G2LfOB114kI8DhgYMJ+OSlNWjLJxmCg4Q8ZIXpQ2+hnFtm/BB8Sv4L6oXPru82Ou6FBdu/jrW9Bzih21sZsB6IzpMgzC/QcaHeAyIrGCC7AZehoODEPs25Yu0uAnJeKOc6QEKBSh3YgIky9JRDFgx0sIFamB08Q9IPupCW7AWF7/5w64kgQNDFYvZaQbdD5n2+JgB0y3Pcz3J/23Mb3wBqeQ7seC4D7P8eXa8luu5EgwlwMh7AQR6zbN800EMbNOCgUff2SSmJW+RC6wAAEABJREFUpOnVFyqlxFtwUq4qJdawlDS+cozLUIo+dNrivz+U+Pjuo969faufCQB9iADQTXyAsnPfsZGo29snIKesCMbxHr/w+/uioVyhUdry2HQECD2smr0y8xAALw8AIrkEIuEW4wbhZH2fHYC6po3A1gWQWWUOEwvCdkr7XUFWJBBZGQP2r2UNt7z/Gjpo+62YIQaTOXMQaHIGmzlVqoHMeqSzWEkAicZIQzu0x5iRU4ZLQuMg4f1BeSqg2411wcKCYTfQIYO27eJXVECr4OAhh0EqPNc90EfiVNpEx8TsN4BcNAwSk58PRx0cx3xv6BdZx8ww7lC/mzR2iTeRkSy+sZYKEflhKVifkR0N7GfUDFWvDYhYD2DxbNqvBTOOwH2JOu7RKc8f8+cx2VE78yJNhX/gOfvAz9H0iA8Uv1bBDgx3mrnJT7b5SYW5tWf6eQSeR+ALR+B5p33hwP061fZv8z4gNRwOl8ulFk2jqq5VVUxX8qWK1sf3kgH7cEyIJ45eJUPHCXk/AcRMWI4ASZhUh9KWTyvvCAA50HJ9daUrYO1v2XAj98HJBynOcEYq72l+wLsRIEi/7RjGMjgSflMx0wd/0+PyxYVevPhGZ1z8lwQCMpcR+78b2sEVLo5RMfCOA+bdZq3bu1s5OPXx40fwlXyZ3GzXan1QRj2Lf24qcBBQCCJRHkrharwbDr6GnG4VAaWJgP4XTx6KOYzDYR70OKrGFCPN6WCQWd1rpvMtUrXEnNf1Uk1zJn8TaLU6B69ULwAuKVIS067dZqe4XFDoeqwYVF6n2jnFK9rOk7MBrGlwccSmaYNLX/ZaXSzk9ekg0JkDQctGC/gLLoY1kKukzOYJq2SQGkHxGnfkuO+MQzBkLhuGohFFTJkKMJ3kfxSToICclIFkoEGS/KIqqOQQkUZZFGLv26dSihyb3nsdB1lDBNsICHVc3mKLhFImcCHl7HECSBSQmOB5NPIZuqhjrBz/OiZ9h70tAab1+lY3EQC642LMvmVuu9i7rtDxST+BZgy4hHHqO3fJMNLGBvPmYN4I5gtLLhfa1H14THZf+zRntDHHIz3UYAwGakDIzQPc/wI+KHvukMU8ebxdBqbLZV/6RD0xWtZ0L7tBP7YWLYy4DGCFoUoRbGC/ZX/7p26YvhrNHPbCjrMAz+kRuIj2yTTJBgLfPOfu04b3kw0fKrTg2MMECGzD/nbQO573u00rB4AiKLhmXfB+47XioGHosA69Pg2QQ0+TzUgEUgoBCd2zOwpIXaJvsfjRBfcoGkCR9nRSSoC5SUGTk3IMX8aO131mr8GUXy77DXDb8p6Ezx+vbvSRgM+HD7wv8f65oQ/um5SUqK+wpHgv83ub4pWUkEUr04SFYJYNYzpwrOu2DcrIBojyoDMhxNapc6Xpmz91pczzK+faoqKaC3I+2ZnxYklYeABwY555NvO+7Pnd+c9BmU8xr0IsJsvz3INdNZFlxjABGT/EmEv7hjwfmNQceCTF/VphEAMkj0Gpl3km7esjCjU3XWhTXeyS3fCM8boMJdujoQ68G3A0THmUW2ZeYPiuaxp12EFFMwfZkTuW2QtjTIymo/hgdmBjKOQBzyoVux41w0xgMjk7BacE922fqvn74LnXfXxwWfxxuVBflj/S90kEQdovVRcOWzvlhXn7NdOzZgyH9bQ3eiz4orLbnCrydhKrtCxY2AdSypnW3ReAPQnjyB34wZxlJ1gz6QNkdZL/mKkiK/nJymbOuzOnLXuG5xF4HoEnjcAndtmTbHyp0nO9R0bABzUHgBoCJM2iUc3BveLSmVKKWj15gZ6DZQcMDJCsAqTkTBTR3J88FS9EsjwKUs8bxZZP6tcc2B0Eur6+kX8LyJ/K+s+sWuQk+SBTnredyaF2sEtmoWGSzIlOdVPp7OxCL1++0KuXLwkEvdD5xbkWi0Yp82aRWJLJzkk+9PccIH1I221bbfxJ682NPny84pPWD/G/q7zh09Z3bz8QrLrW3d2N7KvCs06Zf0OaOzHRxU3nhsKOPhZyyvFoov8IhP39JVDGb95Tj49hzpOHdmActzaXWcVyrGKChJCZyVxCuIj6t4BW/hbQ6kzL5TkBoUY5LcoMMvcttwB/w6usvz74e4uYopCZNAMtUPK8uxUDxamG6aJhapQWC+YAxU0IcWFOWq4aLc8ana9WcgBo6QBQU6taAHUmIJvks3mSNEIQmr96Cn2sZTIdgkVFDnWQEoYMAotXSqWUwVXK+Of2K9VVVhqeCynp6GXbGiwUWgMKJvopJWU6UXEp8zPH9sqlt/AtM6iqhSIpy/9kA7kKnrrEAVcB/ukgjy1TovFl2vO4JhDgZ4t/xN1BZu/XDTz/T0875pnb2lDFFgqZC9rne9Ge98+mGAYZDvw4dtTlPXTyv5ZB6xk3T8oosxHT5pk2LuAaYgI7g1XChmWCsu4MYuByma9UKbPXat5DagIAdfZcAswkE0ilDDyQQhTZkUJpN5gWG6KAL0y4Az4t7yUtQZKWOQ7wt8ocwLXv6HQEBjcODN7d6e52zfN7rbXrEBTyN4O8JnyJ6q3L+1e02Cda2UPPOuyDB3tKlrvAumR9Cx0FFiNXQH7BSykVUTKjACx4SSmnwnAOmeljhpeV5G5s1lvd3tzGhxHv3r+XP5i4o+y+8+hSxf6oq4WqRDCqp13ApsIJbNiOyz3GdoxFRyW6ahYzkwCVV4yXmGMTheW6BmFHRy/zs9v2XM/nnWcWKyK0x3YwSjlraixDw5nSvAhtD3ZU6gj0bJirDQGgzfaOgO5GLeeH8r9+7egimvRHULadaTulpFxVyhmc89TmOCwaXvatizbIKZDYI9iznGqqxNgKO4Zc8CCzWNQ1+NxARZLttMSmjoDAUAfsgE7IaKgbQOYBtmEdjGDSPhjcmGGg84DNOoCH+AdK+0JxXu4cvYp+xdjtNR6k0ol1cKichmLBY1MD8zQalUZ8Wuufy40h/rUcnNuFJj3Y2fBjJh3KLCeYFEgsIOgvS9UTq3XsS1Y7b6XRYNQyZT+Mg8Giiq6QkUZWwV81L9bDd/Z7drtV5LSCLHiQJPtmv0c4GKsKhef0v20EnvvzOxgBduHvwIt/eRfuT0Pm4Vg3DZfipRbNQnUcnCqlxOGzH45MIJMFOvVBlMFM4l8SuYbXoBylpJSSyJTiH49b3iFaPsHzoe6WTzGvb651dX3Np7N3atsN5yFfVvyYFi8wCeIgdRy84gAFxuJeRl/GQs2B1L8B9OLVC70gCPTi1SsCQBf0seHAk5VSClW8pT8K8EWh5YDsw6Yvjh8/fNCbt2/00z9+1t//8Q+9ef1aH969183VbRxEObcpXMBS5k3HCXJEJgsc9OGggPy4DOsPnb5uf/LBWNj2DCBZTpNGmX5mIgjX5ELk2eAimnOjul5qDAQtl2eqCXrWXFalxLl7J1+O2nbHOtxR9sqgAckWyAsNUebcxRGCeSqzD+aDSWEIPK9WV7XqxUKrZaOz86XO/XtAq7IXF4tKC/ZjTX+8TzNrNicppV4gUZR88SF38rYs5Z7iMQws0KlU7CUlhCklub2qyqrqShU+5KqCl5SyePXK07dFKCZgSLgGNbRdHFJCnuhD2OKyWHFJC5vYzvADRFtVxi4AneEr14ogkQ0II1juBuAuq/imFmUnr4OesfAcbrfbuDD7Tzf9TSDv5c2G5wsX/o5nj58d/sg/uuLKJyBkbswycJRNPwiPaYyyET9o5GFBtRflOb1nB4WrgSOj4L52XJD9zBQPq44x0gh2xxBl16BCXDKZP2PLjJEjUedBBjrsWTszJwlncr1g3hbyXqqZ07puKNeoZFlH6NG0DB2cOYjyHjR79TN6T+aRDD869uqGZ/E2oI3/9Y292wMh38lrwe81W4JDmwACCAT5WwPP+g49v58Z3EfZ12g6aXxFcSwERuY1OQf4rj8CxYOUsJsOOEcFNrZHS9N4FHlLX/zNpRs+kPCPPPvHn6+urnXHhxQ7BzNtN1OzYmQSMASpOnCPTIDpbterBTZbnm9Rr4/5EC9qR6uF4R7ADJQUAtuHJWxlQPFKkvkBlTLz3jDvNThn9m3OoeUsTJkIgE8KUgMxImODhcyL56blTNAyr3cE7/wD3i2BvN1uG+eELp4vPauTvlBnfFbYh9rrMlW4mPA4I50nPMK+qGnkdjoWp7G1kBoV79wPgASv2Ck5RRRZaUG4bkdgKoCDQZQDt+q2WLeMxhwE2o58sOkx+NMxL2iyz6iDP/ZPgWliwqZVfCsk+eQR9NPTvJbXwEFN+qZ4yMLtyvhCPTmlJ2t+bcXdIwbdKYuP+jOyER1J4IzJSoax/JXxfDJselZ2j061XHisGNaVmKMyXZSp7/UH2qewF9me95Uot2XYr9ViOFobs8A6WrdF72vkYZ5NWrDkx2Emy1lTm2W8HmrNNUd4SOeZ/zwCzyPwJSPgnfUl9Z7r/GojUIXlzEOzqWutCAL5x5KXq1UESXyAShxKOSOROqC8NSaOUyklgSRnkIFNi1dRg9DImbD8Qt7zZuU3jA2f6vkwe/XRfwZ2o5ubNQd5Dj/Tk/p42QzlUQ4m2apEPwpR3oZq92l1psuLS718+UrffPONXr54yQX7QvF7QFxaUsKe/THwJtqFXzttCQKs12v8uZGDQK/fvCYI9JNe//xapt99eI/sFl/v1PpC6U+cqX90RivujA6OuHAjd5UgyPCE/I+TTvt7opMPdunTuqfbwCBVPXbdwYAXba9ncQExdLz1o0qFLPMza6KuVyp/BnauZbMi4NkgG34UmnnfcSksc7rjTNWzmNxKsYIhEjx2g4AOgCHZmSAeyIprgzANeEDssZqAyIIg0HK5ZH2utCQYtGwWaha1KoJAuarwMQHSvrZb3/ui0ReNr2PZUB4uTbYzBxt2Wext4wyuaDcCVOCKi52fCRV8Umkkoj29rF8ye9E7Q94zO9BQooJtNTxjLi/O9fLyhS4vL3UB3RDsyswLU2XNMpQ5S7mmv5XqesHzaKnFolEF1NUCfq1UMaepknKinoE6ciCv59Lfxjc8brk03l7dsVfvdHe3Zq/u1MZc7efTtTAQaU4L7112/MM4FB7JisVTmqd4jxh6VFRasW+i6wEH+pbvoaMP1jXu4hNbz4flVJrcGnh0tIs15LJrGRugXYVxs9xA7bDMRJCqAM9LnRumbUG5DlC2kxl1B2KZG+YnKoY92J9Mpf1RLYt/GYDRYch9ajc7nsNrYMv8tvIFXOxjy/znUS1BPwdQ/DzfbjasjUEPnZ3HhH71PPdL172O5iDYY9k0DSfKJLkv8isKEAOeu2x6BNeLOoMeNe4lRKSJ3dG6v9HkP0n2++Q1QSB/E8j98XMKsRy48sWvJ7hDgbqJVrKqnJVTxXh4P2z5gGUbe8A/gt0yZg42MIToz9I4L8bBxnnTjBGJvdlTBR4tWOxveNUNz6mARnVTKedaZBajK8AGKOYBQChEPs8sLi32WhYAABAASURBVGXrd7TVyoGfzRD8uVvzXrtdE6T3/O3U0uk+5s/+UAcDiWdB4lmV6LfpzBgkIZBfWYl/inIGAWaPgAkS7Y4MY8YQVDShIWwTFim06aB9BYYAT8dAFWixBZ8gTzeCdQg8uuzAjyF0zTeMeowalUluw00NGHKfcGZf+CyKnuz1HzCD54OOx3cgjU65Yv4cHrA5V/nNaBpyAAV0mJinYMT7YVCHGd0mHfKi9NgAfF7Hi/Y+P5iXaOtEVtRDMCNZMfjlPtlpP89Co2RzvcL5hTlN2YLXLhsAsjA4Ok30vM05jcJXT6P9wOz5skejRFvHGF9JDFhxHY3pkWD6GMbqx/yDcnVQei48j8DzCByOwJO20WGV59JvMQKLKsflqiHws+QCujJuGlVcynIcmDj08SbZc+ASJ86UkvxKyEwWnEQRMViCTAEjVbCQA2PijWrDgdy/AfThwwdd+8eWb685yK+Hg0+O5/KornmJh/yer+FZ7qd6oS3zpbKhH6vzc70gAPTdD9/r2++/06tvv42yA10JOz192tG3ljdPuknVBIizdM/hudPN7W186+fnn37Wf//tv/Wf//6f+q///C/97W9/0z/+8ZPevXmrq6sPHK7vOLC2UVdZisMxh+Gacay54GfaKj3KRYccFnlJxftC/+a5G38MDhyy4sgwbRjLT8X74+VDNfajdKRBc6U2xJFIHlAgxhosJqLrfPm0NUaf+Wi4rDgA1BAcbJYrLZqlMgu549DU+hNYXww5yXSsBxZiaWFqijVROPfz0CmeWUhrRrjgtgspdoWGV0d7HWvPbtZ1paaptSQYcj78RlGDn/WiVl1lVUCuklIGkrDSx/okEyv1ETghghVxG3BJbMSwSWnAiRYybVU5q8a3AC5WxQf3J2n/oj6Fwim0fYrhoH+YUkKY6cPqbMXee6mXrwyv9OLFpfy8qWlHwm6c1EvNDK9m7zTMTwSmmaslzycHbz1ni0Uj7/Gcq2g942+yjS5xSdwp/mzmdq3rmytdX9+wP9fsz43KN4B04kX71HdehHuqlE/l1jEUmT3vsBF9mbCG59MhLjW+JHcrR/UI3hTr8A/EPUsYhtcyIvXQxnhUvO6jFBnrUcyX16Rx8MYMZdfssEOitksIc1bOXqML1QTqArKDPxXCSpl/ZSwoBm2cyEaAfGLK6NEc+ZBwpHPgnQCBgyTtdqsu9u3Q5xbMpXq73WhNIHDDhw3xZ18E7B3g9bcueoImPf3u/eCfDYVk/8RrxB6RQoeaF/QAecAoDwk9lMLkgAcBCBn5mKwz0m4haDpJYozF3En+c+k7/L++umYdX+v29kYOZrXbnXp/y4ep6OjDrqe/YUBKiZFPlRLY/fOfPq43W/bARne85249Vh47WqG65q+DMgUSWvjiteExN4MKGSf9XGjqJc+uFcEfrwHmnvc6TXON4pck2mgJhmw2d9rc3XImuNWWMfCf8Xnuup6+R/Cnk2k3kVJS8Wnwo6L/Oam4khQYnxOQ8dG6yknjiyYhnQMkCrOU5fU3Y+xJdDvWmRgb4XMHKP7Mq4VlQCHK+IrM5wzrHwD8jvoGKjHYrsPiGUZ+3xgUjtAFPewQOg8kqs4k1Yx+nLQn4QpqQYOlpE+9Dtt7WPupeg9b+KUSj/dgg73kPo4cY6YmhKbHcQjGV8qm/jMlEx2NjQ0cFI6mfqqBa/bcMNb7Gnhv/5Q1j40h1q0VwtXIdOhosvQ+PG7+SJ8BOuJMRW8KIFeZZgHoKoMrNAygz2oK/ef0PALPI/B1RuB5732dcfzlVngozo1kLlB1s+AQ12i5auQLWdM0qjkkiUNV6PKmyPkvSPEcTykpJUBJAotXUiJ3MjbogCO/hvemhCRR9iXtisCPf9jSX2+/vrqJQ2o5RKHglJ2dAPfjSMYRa1LMyGv6cc5F/wUXzh++/0HffU8QKAJAL6Of1rFLPnj56/T+SnlKWYl/PQfqHYfMu9s7vX/3Xj/9/LP+52//o//4TwJA//c/9bf/+Vv5s7C3bwgAfcTv27hgcnorb0CLrHpRq7YfuWBIzUHTy2+Yc5gEvyExb/+IdvHIk0OWS4aZUoY2gPbJOvNZ2ksK5QqZ8SulyM0yUapCmQA5mSynD5c89AWHhbEibHQcmgNJnotmIQeAVudnOj87Z92vFH+2UmUOURzfCQK1Ab1aXyqnxT+YP0BeQbRxwBsKexewm4BRjzpzGY7lnOU/A1ueL3V2tsSnM/bkkuAsF5oqxzrKXFhSSiovbBz5FaJRjJLXsAYds0dARBrr917tct1MVuWkqspAxZgMMJSrXCmjk7NCv9juVTAoAUN71qtyxkamHwv22zK+jfftq28Iwr4i+ONvAb3QigCPAzlVJTn+w3DLrxx1a3kPL5dnMR7LZhUBu8ViqXqxwMcFftQSfkkYoI692W47lQvvWlc3t1ycea4QDNpsWrU8y7zf3UY0GMRhlkUHD1mUzDNA3kvmG+4JYs4L97S8yD4/tzXDQzU9lkXWczZno7DGuvDGI1QkY94xZwHooKzovo2PEIrYCb0uVKSkzLhH0MfBn2ahDM65pv684kjPsdABsKEAPfmVQ98+4A/P5wgCedEwrzaSczLSjkv1ZrPV+m6tG9aA8RQkikDYfhySbSaqpSyxvlOiQFK8TBhcMB4AlFJkyirYGgEUy57Yt1H4LhuQ8v5CThCnV2/fPUX41TMHXp8dffM3mPwe6YCPP4jYrjfaEvjZEaj23nbztuv3rWLODWcJQaIvhh22t9tWG+qub+50w3usvxm3JhDkIFLHc46mNb6oPZKxWkT9ArAnRXYI85wjQMseBdeAy9n8uSp0SYNlkM0U6EobVoBvZDDXfm0iaHUrf/vnbn2rLT7vmOsenzqPD4GXHtp1PO8VD5EA3ne9NpVt1GCNRBG/a+NKYp1k8S90FC+GPvyxb8GIzDpBkI22IJ2oYF9lzHrrJrCFPXg+x+DQXqel2ilwvR6ZMY0MCCrSkQfB+7ysWIhuF5LqEwHtVBrt2O8uKRZXUPss7UlTpYapIzg2fST+zYpeJzMnZ+STXHiy/pf097PqoByJbO754OCA5pLfgO5i37Bo77XF7hHb7Ih/5PuR9BcXMR/rOwzZAxhVFD6doXqodI9xKH4uPY/A8wh8cgSed9Enh+i3U/DDcZoQCv62ioM+vmid+RtAq6VqH+YrtDhMxjkgDgFJKR0CGvA0wCCTlDS8qNdjoBx7zUscxAw5Pql3gOXq+lr+FtC792+5rF1pc7fhvcSHI/HekQPIXNCQgZ3cuvEhcB4rb0iwfSg9P7/Qq+++1fc//El/+tHwo15+840uLi+5WK6ir4lx4ANV2u01Haip78Nby0FzzSeQHz981OvXrwn8/KT//r//rf/6r//Sf/3tbwSD/kc//f0f8d/yviNY5L7cfLzSXXzz4E7+BHcTv2VAn/gE2jYxfS/9U968o9HI7vnzMOMRfcaRCaaq5wYgyQDnoWTxHEJvZLgwNTccNMyLGR4EgSJDwnqZ6hLQgU1SWROW1cz3KgIPK4KD/oZY42+WEFDIuaI+bfhywafMbRzoWblczDoOkLYxNjvR1IjkNqOjKYpBFupkPqoXuz1DllVxiT7Dl3P24PnZSmfswwZeVVXKVVZmbBMXF7bg3qabA1JKSglQCpkviL5glsN7L0QFihRRX4C96Ro5ZQIqmbGpCbIs1HCJqg1VBb9WlbNSlQSSXIF6YlymdiibnfAv15XstwNs/rPL77/7Tj/++Uf9+S+GP8vBWAdl/edfDvC4X9zrGFqPvUG8snKuCRyd6fzykoDRK32Dne+//5O+dzD3O4K5lF+9+lavXr7Si1ev9PIFOOAl+i91eXnBGJ5puWxUx/zWohfYzRJUFwAJdl7AskLt8zlvTu81CmXZCCPnsFy4v2beYbxANy1SnmmMLgKNyLQ92zMYd+aw1LTUkMgGLQRMt6c8AAGjxhyxPmou/3W9UARRs8cYPlIBVEN1X6YA2zYNUSJLwAPJaiMMKu6W+9bxLG3Zq13AvqXee5UF5R/0X6/vdMP7i5/B/ubLDt3eBvrB2ISSWLqSF3dK5Eki1/RKjM5UQFLkKYENFhlTPCTd0BwsLWXvnY5BteeBwy/mAf/7tiP43Gq73fD+sZH7sfU3d/DfFoQHhrDk91iMgJThJ+cpS9Dm+c+9HAC6urmWP2i5urpS/CkZwbGWcdLw8iyJDe6aAyuWh92KMrI6V6pjvo0r1Jlv9rvrGkJvyjIUQD1cEsqUnXB2WogjPeB45rbabPy+eU3f7+T33i3j0PI+LGbBM1HGaydj83Ki9SoTMK9Vm3abOnxlJrhOXqcVfWiU6UfO+IdzzgU+cGuoPvXfQhcM0LQu4VMHbRD4IbDca1bTt4HgYMc8g6ADsGHylJ3i4+AUKFwHP5Y8qo/JH5VRuWctFp1YaYV8JD/08bD0SLVfRYT72C05RElHxcJ8JI/J2FfaU4/U+SzRIxYdxY/29wbLiJKTvF6nNRDlvd6eelCwV5lT1bzwBNr+RRdYz6iXHOJE+kxPTlj4TNaTG3yy4mc68Kz+PALPI+AReN5hHoXfIfgAtOCi1zS1fPk8OzvTikto7cMRB6IkceTq5YMkpFJK90HmSYgClHT4cmUDXItSSnK7Ow5P/jTSB1IHV969fadrB042a7UcgMVhSPhg3WwMOJmn6XW4tHyYMljs9yUf8s7Pz/RNBIC+IwD0o/7844/xbaBLLo0rgkOLplHinbTHcf+2QMuhp8dASpVSsn0HEjrZ1w8EgX5+/bP+9rf/1n/8+7/r3//Pv+s//s9/6N//4z/0f//vf0VQ6O//87f487Cff/5Jb969Jbj1Xu5j+d+INvSt5QNB3ir95kk7Umljj4P5VTO3cNJgCCI7KS4+nRJ5dE/w3acj8HzQW8635IMseEf0yLuHWQfUJHd7tBv1TD8E7k9WhxjtWEauQpGUFeuJ9d3UK62aJcGKlSrWQF0t6G4V7diH8i2gNr41QsV9wjzLBd3CijYKWXLkc96cLgopEGpgpFx6BKvhEr0k8GM4G76ZtCBwUS3wuQJoNCcUDdR0HbE7RxKJisirF+6AzKc0yKC8Fy0D+4CflBiTpKqq5H3f0KYDJou6VhVA2xVyG89JRqVdfGe0eiDKScgSdjJj2uiMvrx49VL+80sHgP7y5z/rLwSCvv/+O718+UKr1Xm0p3hhy2k/UfLebZqVLi9f6BsCtt9++70cTPruh+/AP+g7yt98+y22gBffEvR5BQ0QFHoJXF6+1PnFC52dn8c8u28517RmyGCnER/TY3mUGxuO+S7vIVvFIGeGvexBygf9B4WfI2AAj9RjOM0O8KSbKNjUqD6nCy8VNOZDVxIdNGTGMVeV6nohB/xq1kn2t0ZZHxLPS/TnNvc0gtEmehP5ZGLwnY752z88VJyi9mQ5ZDv5Gz/+9svW3xwhWNQTbPF695bxGk5R63TmVkbJnA4WHnfnAAAQAElEQVTeUNE2ouzsoGCGYVZzqGOuoWfvOXjR29fRLxzrDPBaAjPF/63WBEPWfCjS0oeOej06NpcSOU3YlsF22YDK8FNCpqSe97Idttb+TTs+kPD77PXHa10TDPI3azps7geQfS6PogFrTBoJwinFM8JzXBPwqZl3f3BUM+d1ph6g4TXVsRn4gbBrPKjIjww/Yw3RflTqYAM8D9t2G8Ef/8nbBt8NPecF0fewQb86+iWwy4l2Kq/HqlaFfzm7/5aMNfAxZdWs07puwBXQKOcKyCITuSAA4UcgMjuGT+YwL4Uix0cNZWPXgDvpu3wKpv7anmGwMdbton9uczAF+nQa9D+teEKDcSkdP5Sxrg4ZlMw7pYtoSsixOA7jxP6tiV8yIp6WMndzr3+RxbmhezRL4P9n7z0UJMltdN2fZGRmua72ZqSRtOe+/yOdo11pRtKYttVl0kRG3O8HI9KU6e4x0mp3KpsgQBAEQZCMIFFZ1ZW39x5wf4ZatZvj4ijmINKwbrX5eJo2hZ9EhMIva2Gj1124ylZ6K4bPXDCEKrJIsSLQS+GGtbD/mcld/iL9HswvUnDf+N4Dv3kP/OJt+Jv34D/JAZ6YzIFpwqFoejDRAcGSGZcuX/xy4cHNWyalJFJY4MNnnFGilCJXoKSUAFUQWHw4r27FKaeApJQS56Ze/vsN8/lc5x8/6t2bd/p4dhY/nVxy6HUQiO5pMSSMxSLVdwiFgV0Zu2W/iuqDO6NgenBQL5ERBHqmpy9ecil9psdcHh+cnurw+Fj+FkguBY1psDdhYxQD++A95yDq/4LX3wL67vvv9e3fvtW3334TwZ9v/Kthf/ubvvs78P13BIB+iG8LvXv3dggAfYxfRVhGcGvJ2FsbCaaPIe2PYGD+CuizekPA2W2AAWaDqt9NaCCrjytnN+84GAzggwLgg+8uxMD3+C2sHeBi0nHI3gJ9IY/i3Y4qPdpXSzVHvBLOq4Cbu2TIjMDrviHw42+/HUxmmky5GJQJNQSBaL9e9wTr1jVYxyUNlpsCaQ+sC8ZgWs84KNEZyQTgdPexzHptoddqw16cYcfR0YH8LaBZfAtoqgkXrlLoifWc2TsklFpnrx7benoPgI4FzMazjEGYG5gWikoTvVJK3HtyBGzc74TL0WRS6KtRw15wP3Sn7Yc20b6HZVDoaEqj6XSiA2z1H3Z+8OBB/JqXf+XyxfNn+urVV/rdq9/p2Yvnevz0aQRpLNtwecxDB/aBAedr/LjO8+NAkb/FN/4x90cEd7x3HxsDp4+e6PGjR8ATPXq4hQenDgoRBDo8wb5DLnwTxtsA4W26AvvQHQA9dhw1mVwDVLpW78pVziaPKmcAacO/i4h+76r8Cfxw3I68y3XxBbNjbXTMWxc4WNeyOpcdl+loqlTrMxjoolxpQWd4ORf8WeQgXdOMfqWcG4XTtP10GzIP1IiHYqAU+ecy6+oYW8cPCDrbC329TYyTujV1LUEDB0BMC557SSnyTbM6eu8es1yq4NycCvulyqu51XlEu+CaHp8LnyuwORXcu6meC5TtMu6w1WC+oevWWhMEiW++LFc8h1byOHrGIOYgEh2nlJQSPYPlD/vePtpYC9/1brdYLOMbtmcfz/SBH7acfTijfKnlahHPOLQox9wmNBlAVmaAFBNb553nA88Kz73LUUW2EYMek3Wadl0A43Qgq+XZLmiFf6qEix3P/ZZx+z25XFxpuZjHt6DWzKP9Y3Cb3v7h1tmB3dp2N9hUJuxvnl221ar9OKz17GGvWZ5TDc/YppnKOGfzbSVAsuwWvJKGEsaTMBkehq6Bbvw2D5gKBC0BcsdGN6DWowFx8tBhngUpGwWYtwvBJDMPdFf6TPX1Zozcvzhb2QWP4YsoXNPjs0/wvyi74cQvavWvFbo2wC/qnHH9nGaf0H1T3e4a2Gm4K4gZbFJSQiCDjcwED8k1A/lPQzbJr6/agUtQA4LaT/vm7dd9aal8RvBa32ytzzTYr96YeE3PnVt5v/l96d4D9x74hAc2++sTMvdV/0IPdOMfwOClH4egSaPJ5ECHBEsm0xn0JC6GpWRlQBwkxZuF8yXHWY6XJqCqyVS4MmSgR1wrFWI0GYspJaRT8DsqV6tVfEPm9du3+vDhgxxkmV9ecehdclByK2ywnRxAhyRj1+wDy4w01nU8veN57rYcDqfTQ/lbP4+fPdHLVy/11de/1+9+/3voV3r2/LkePXqkw6MjLot17KNum+5DUI+tHSfKloPnip8qR+Dq4kIfzj7o3bt3ev36tb7//ocI/vxAgMh/N+gtQa3xoD2fL7SkXT0AY128pWxhBedjn78mtl7DJ3WOfrsN7zTElTJsWdbMWMLXA/a4gG4PWuaS+g3P5V3YrRvouORVmsYk6KGfbf87VPwxXCG3w4O0haCdxCBzI18YfBGYst6nBC+MC5eDcYC+XHiuWy4Z/lYY08+6Sxs9aFHIViL4Y18VY68JQ9Rus8xFa1tihVFuSlLDZdq/snRIINbfoJlNp5pOpuzHhv1Y6C4pIZuiMSuS9Sigx689l0ODYm+GAPtMAeKTohF9eSDQLpeUVZqihv0x8TOA/hvKJSellGhV5R1k6tDbA3J7apwsZ/npbKbjk2OCO6d6QqD1+bPn+urlC/3uq6/01e9+p6++eqUXscce6oix2e9uvws5u0RWCReUoW2bg7j+lb2jkwcRzD05fahT9qu/AeRvAj1+/DyCS/71sA08fqonD59i02MdYduUwLb7zblBN/1ogAIusJzWWUx3Bcq7U4cUnN20y8nK3U55aDig3UZbukAaQD8n3aV7w2dN7Ol1BUC6wa4Mz3elOnxzvXmCl5mPnItyAfBjYzp4jTJY8cnkW8i0g1HTnoxZlgOHUdv+4ewn6sMeZwE9+xxmjxiIxwKEEwVS61/h5DntwMEK3LFHXCulsIblrc2HNc3WYVlbWc/2MXbtSFMmIWDmrRCWOzNYAp1V3g0NZkqxpci8j9bY2DOWLuxba2OiFGNbrlqtlgDY9JqAkdtRrVCEnpSyUkqA4tN5b7o7AHbwU0pas6iX/ADjgveV/+be27fveNe+54cSF1rMV2qxwQrGucouBHS4FodCe+o8x5nnQzNt1JgBX3jUUhitAPNQQDJFe5DHSdCnBnh47hPo6VyGTyNVVWiB1/KOXPKDkhV4RXCqdfCHcfl9Ivza08bzucZmZkiJySysx1KyGp5jtk9JtNDwYVTINAR/pjzrG4Plstfs+CwYRI3qcOMZ4PFgFWOAiW2CEti2dMxHlN3G/BEQdbuAgcdTBS/pBkTTIQt/MbahuIOwwDp3ONt+d5ihYKf8E8ibTVlAY/s0ECMeip9GaCQpRpzuFL0xrDslP11RPl29V3u9z+tl7aycvYb/xIKnfWMHBGlYObVTu9J7JONP0zIOIjKXYCWwhk/lD4UddDv/du5OM8itzDb04zVu24W1o82I7qRU6Wp8pX/l3P1G/xjiPem9GV24whCFMduOojprpzyK/Er4n6f5VzLwXs29B/5FHrjfC/8iR/+cbjIP5yaXCHwcHBxpdjjVhItgKRyQOFjllDlkZcXHBzBekD4eQELBdQEkn7pSUkpJm4/rDEr8E2CcJCjRuufkveInkx/Pz/XuzRu9+/BeH88+cjC9VMvhV3yGnqE0PLP9GqSI3eRDGqVGDDse/l20yRz2Dghu+ddJnnAxfPaCyynBn69+/zsCQF/pOZfVh1woj/xfU3OZzYzdfxOoH9T44N1zQjesOZAuCFpdEdC5wG4Hrd6+e1sDQD/8EEGg73/4Uf6fw97Bf0+AyHKLK36iyaG29X/D65fVBoZOQP/Oacezw0RUa6ubyT2eONh3an1IDrodaB9iDS1nBoPpLwMakLZtKJBoy6FDG8AWTNiWowBzz9RB2nUG6rgYZC40vhhMZ1P2wIH8v4OZZ4k169PfRAvw+CjTCr14I9YfWAZYm+RVUy2pLGsyVfmj9IjFXqh0jkvVdDrVIQGpQ9brweGBDliPEy4vEy4tBVtLYf3bbomW8i7iXtSrxz4ymeMtWCEpMFLmUxkppSTva+vzt32mTaNpw6UO3eaVJoutL1oLUQB590mhGKCLgTYOUtneY4Knp6enBIAe6RlB1ucvnusFgZ/fAa9evdLTJ0/04PQBYzvi+dLo5icrh08V86QiTSZZk1mjGcGbQ/QfH52g4zT+7s/po8d69Ogp/RmegJ/FN/uePXtB/y+i/OjJUwJADwk6nYaOSTNlXDlAJSvLH+cjuDyAz7mGoWhkKQ2tXK70qAeOpxogiTu3HGcPmqq7ksd5Z90dFdbpKmPvhOqxap35u3A7d1ciUbDULq50F0Et1wHMd85F/uZHw7znZhJ0zo1EHRkpowtEnjP0ABsa/phse7V74AQjUdgB8wxwLeslHhArpI48qsiCj2znFxMYViRryyLHxgLkUpSx34HLkrMSAFs5pGVJ1U/dr9rsHZcB6zcPnIwNqY929KJ9QvWDbCVq3lPu1r3W7Tr+p6/1aq2OgJCH1SPiMThos+YZ6vdNR7AhLja0c3eIKCV6A5L8zxwspXE/CFhUrkPG+latf61qET9s8a9bv3/3QWf8wOXi/KP8B6KXvNM6L9od32nvwzrHV01Aw14tQN5IuJnBjC2XEhPTDe+DNv4W3rK+E+DL4EEjZrrDHyFDAGi+mMcPTHp8ID93GVDH2DyWNcGfDhC8bHtKI38TsRh7jTLu8Jf1AjllNaxXf/NwyjNgBu2Ad8lYSqqTb0LxqW2H0Qw2dthpPjPF3vY3eKkf6kRdNAwMvxYi32qN4l5WA0Nd7X5TQ3v0jv1BUtMD1xJi1zhfULyr0WDlLdUZX8obBO0JyICYB6NbxM3+IhjbjnjTqHawKd4gXD+A5/5G/Rcxwrs7krv+9SjHqqGjsfhJzEhInxT5XGWd7M9J7dWHDzCTJLHXPVde1jLDoM98kPlys/clN6UN8Zm+/inVnksU23fYEcgZrDsTYxYOMjLcKUcFKsnv070H7j3wcz3wuT32c/Xet/slHti53Pgl4p+yn/CT8uPDI/niOZtNNeGglAsHP14sGYgXDO/KruehG9Bz5PEjEuYNW5JCXkluSgFc6U1Z4qeTHT+FnMvf/Dl7/0HvCQJ9+HBGEOhCrQ+MPjwOD/RAdEcSHdPaCftYYZm33gji4e5kecv64CbqGw7+06OZTh8+5EL6lMDPS331u6/kbwJ99fuvCAa9kr8N9OTpEz3kgmm5B/7WwYMH8q+2nDw4rd9AODmRL7yHR4dc0PETB8+Uknwu6jms9hykfYDvOKDWw6uufcKqgWd6IP+NEC61CzdQTTO3UjXHdjuZyejAFVp1HNo75q01b6BdrvWdKo0cMp+ko63lDZY3BugPJeTu35aAd5BJAyvDCMBuEoSb0c4UjFgTUzX8VHhqmM00mU6V0wSZFLJrLmpLgnYtlxOmFj5taSdu7jknIVxBiQpFA/3iWwAAEABJREFUG20EgxUZvckQBddD5CyWJdyMpSCr8CVmMptqGsGfQ80IBM2mM/nC4vVbSlEhEOS17iVXe+25C9kHvcyzWcYJYlPPXCQWqPkF/mRSNCWwNJ00obsQ9MkFO7jMZoQyNk3oZzaZyBcnB3n8XDg4PNShgWCpA6bHJ0fsiROdskcePz7Vo0cP2V+nBGoe6Ai5ZtrIunYGr71PkaLfDc5Rtkw8oiJzaYRMg6ySm5irhuCQn13T6ZGmAQeKMn5rmqkmgGXdB41QkuW7Yw3OoOuGfkQ+kWjBUJxXoS1VyzfyPf2flb7R/NMMzzlrbiO0qz9jJxXMI/k20YS0LW8ot02bkglWk1cMZAnIuch/SDcwa8M4o38D7pGyBhj5Yq5My/UBqCPdsOMGAyFS7HjXsYY3e8tlrKN6SDC8ryxjjmlj1rKSnOR1XXKWgxilZHlN5JyCLz72gEJnT8kJ7Ge4ecYbcF0FVIdud2PCOKUkEgIpAC3sT0hSUqKLnjW4JhCyDuzgTDxfbDvQ8f6IoA/99YB41xp7SD204PUA6mR1QxZ6ze+R6ak3wCT5+QCgdz6f864907v37/T6zTu9ef0m3rkfP/LO9Q8pVkue31iMO8UHL0nhmE71+a2K65Mw6iwTIshTG/Utz26/v/0fICyXc82BJYGdFugIRnU8+y3rJrWt9be881fhkx6ZnqAYXEScYz86134O4whzUkoqpcjPxtI0arwmE9oyFgEpFxV4TTMhwD1V08yAifKkkXIWj3DFJ8bqbITg8ohwGZo5YVCY24LMc+8VYCAgoS0gCmQ3yjDcZQD1KIt8m+FzF1BP2qke+K77Yig3JEPnyN0rjEzjPmbVPRrM2ULakkFZwhCFz2eMfxS6s/tRALwjTmlIMEnhZ+OB+wVox3Z3PoDXs/fSnoJBsVt4rjZ18ElRDO+OheBcz9zBwNshB06gTzYPiZpFX5XcyfeVZj8EBmPzjtSd5J7QqKtj3+0suzsbbysyfZLkvWSVhm0t7Chc55o59ml6hFvkRrG9d+goP2DL8FyziHfkwB3QwHHlwInFE3Sti+ZRHjIY3u67TWANlV+Ofk6bL9d+L3nvgf85HrhlZ//PMf5/naXxZNp9rTA9PMUPplMdHx8HHMwO5Qtxw0Ep58LzPSulBMhHYfU+gPGU9Au0B28Omrc4KyXaCTA2mA6QUkryT/L8v4F9/PhRDvy899fTCQRdXFzFt4Da3V8FkjigxACghpQHbMQ4cm7CXqlWOAjRctg09g+0MwfFKYGbEy6qT5890ysCP3/44x/1p//4D/2f/+8/An9N+Xe/+51evvpKL1691IuXL4N+Be/3v/+9vv791/rjH/6oP3z9tb7++g/6/de/11dffaVXyL9E1vL+BsTzJ0/1+MkTPTw91fGDEx0dHXGZnqjhUmo7cs7V1jD12rg8nl8DrHYXfpFOK0IBcx4zEUVepJS9FioP5lgGm3cT0PGFyXrpAelBLyvAh+7god8YVOuHOtcH2K8Ay4L6mixfKVYIFTk3sdbrr4EdaDqZqXBhYGasjUuaD0ZrLiZd0O7LIPSiAVUmDJBKzu4EuqNu99BMLzDJ4QuVSQ0XloPZgSLgQrDy8OhAs4OpymQada7PpSiXTG+JduiLyx7+YXcmAjhsK2WyTC1C0lhPHd1xaar9TCcN452oIRjUlKKSU4inlFQomz+ZTuUA0IEDUsAhcHR8GMGdY/bR8dExwdEjPXh0oocPT/Xo0UN5vZ8+eKAD7J9OJypZ9YPjqv9ta2Vt81Fo5FDmFEaKIPGatmONlJUZSM6NJuznSTONYNBkOmDKhbpCnZBzu06DPiuEsWdB8KiHX3P3YBhL+zRi1hZg2rUV1xzrKkGeC9km7fW64f58YrRvxKMllEkee2ZGM/NqOgzOo0ySMC4DECQq4kZsgwsrydiWwad9zsY8W1mfTTNRxr/Njn8tKUQqztRvoXFwkfYk+gmJQXRsAM/krgAsYbvi48ogYk8GFaykQZFcUZ8Vkt9JIbPr7gSHdZ1KVjPxOBoV1njJWcngetVPYvQuGlcTeiUYUaaOHhC0csNYJyESoPjUUm86Mgh/rRRFHfvRtq4JZrQENVZAT1SyQ7frbH/nS01AJ/M6gjoGv2tpjjKnftsfzKhjnwSmLICE1h7hPvaR/1ets/MzvX/3Xm/fvNWPP76Rv6l6/vFcVxeXWvhvDvG+7HAoM8g80pSEWjhwIWw7rEg5crINIbm+Q4cDQA74OPCznC/iGz3+NWj/gAAhuUlAob21uw39dwR/OoI/4pwhxi2PAF/4V/vMt/7edazL+ObPxM+wRn6GZdZnhi+051zgTeL53kyNp/G8yK5zl+x7hmNqA55R2RZAVLovRk2pqwGh8dtY1FkOVZu2JjIDMuzyYblqCzBI2/KGqj2539DNuF0V+kx8DkalI74mX8c2MvdLI7f265LXjLFiKGFDqmXnd7V2XYV9I/ZLVSIUD+SIbpMLXmSj1C4eK4zLbsWWdtW2xFxuR7lhxzrTsJ9owD7VzidvjKUunLFT+UtJVI4qdv0a7Mi2tV4hLsXyM2FAJmFftl2GGMXW4qLhg5yQG0rhh5He4F0DNsxrRPQRyqjIPEcDVdUjG5bTtaJZdXmb2ukr5CIb5manzqK3wiATiH25kRn0bMp3EtFyp3bjXYzwfqfKIjx7oG6kqOKpgDB1LoF2vDpqM/ce7j3wW/XAF2/H35yD/jsGvDMbZeh/wgPdPzV/wKXt5PgBQaBDLqAHmnCwyhym/C5MKfPqyEpu47MBB7Ce0yVIhuGsIvMsYrCs24osKZkVYGqEnhfvip86XvHTRweB3r7jp5IEgT5yIPX/nOW/CdBFEIjHrN96fs4aQtOYZSnbPsoFGJLFDBH8iQdzRqzhQnug09OHevLsqV4SuHEAyPCn//j/9EcCQb//w9f6iiCPgzovXr7Q8xcvFX836NUrffW73+sPf/w64Os//EFfIxtBoa9/p69+/wq5V3rx4oWeP/WvpBAAevxYDx+d6uToWEcHhxxGDzRtGvmn0Jis8cMIIG0t6FdP1mv4MsXVljtkUUOSD8bMSMWeF/wbPOj64gsp6pGChB30HVpvYdMInbQmodFFl1G06WdDt+i2zACWC40dazaIIQsllY5BZjVcGJrpVM10xtwA/uYIZQfoxAXCLZYcAFbA0hc2Lmqxnqige20/oVCZ/SLWuksBmTWn4RMbxcOxnS1MlNhWC9pSy2JP4YLdlIkmBDIa08C0Yc2wH6fAbEKdYdrI5QiCTKh3W2wu2JDQXlPP1uzFFlQmKzmrINcMkEsKPlVhe84JnUUzLkwH+OKYYM9JfMvnSCM+cpmA5gkB46PjAx0czuJ5MSNQNZlh07SoabKyPNZWKy52a6DzWHEa9y5qSAXYTW5g2OW5zVCOM55dFuWMvYZGecLYJ1MwkCkPoLDACgE6JUVLTMAwSOsyQMY5zhhAuuYFRMqhZ6sNFslSI1AcZEwFFHIDyFKgXyFZU6Yn41HdLg0vU3YCZ+YyZ+QNSkO7JEGRkVJAzgUOgJxUgifkBXeLqSdgkpuJstci6yfnzBzAB4eo6qfysxqvAQP1I2/E4pMBFNCNKYMZhoEOlMwY1Ls/yugTnKiO2jqdvEog+uB4Wg1i9TvxYooRlZKxi/XCWBqPAZxS0vjJBEkr3cvsCmlLU5m8Jnn3yR0CfodFP9GRBlm3ScHuWXA98r3qB1Iu+znmX2dqV61anisuVwmPs6hkAzRGZCAN+qtStJEsTy8SGSJKKQFSTrBGUP24zxZb3N9ifhXfBPL79nUEgl7rxzev9e7tW/nXsB0MuvIfYvavhi3XPF+Btq8YHZ2fhbyXW8B2V2jlgFbbLgn2rAYwPYe/UOfATrdCR6f49acssG1jpvx8MGxk1sgZqMNhHZu/p0/7y+MQA8z2T2k0Aewrl5P8LytR37D2GtZrwzxPwROwnxXKmU4NIM8lQC8uAAMF8vMKCyJwFgFojxtZbQBxJ1RZJUi3gUVuA8tWfo/K6BBcOZQqcWu+bXmj+hNVVXZHs2VteK3YyXdkUpIM8gfaaA+u8Tayqm62rPsx/gTsibhg2JO/wdirvVHYGcKNumDgc7DFmFaoL0g7virXxK3nGmsoXq/ZjiOzWralQdzoDoNCE1kX5wivTgqW3wHrS842vMyrbY8RNeYYovCTsoLVEo9NZfxhUHDynpYoRbbHvlao9tsPteKWBlWkVt+Zb4WswbAVdZ19ZY5psNEGICKRUbXZgBt65I+nB1dY38inTBWpNjXbANtph3TxHu49sPXAb4Ta34+/kUH/+w5zmI6ChSXHcd+HIl/2HBTx3+k4Pj7R4fGhHABKKSGYlMEpQ5PEJ16fHMx8GDP4QUeRg62Avh5VaePDQ1KSTKt+LJ/Ev2RbONbSeM1PQS/5CeQ7gj/+g8rv3r7R+/dnury81JI6cehCjENhpeoj2O3ROaCo56BoDFeCn/2SargUAuJAKMoj+CIz5bJ/cHSoEwJCDwnWPCN4E0EeAjtf/8ef9B9/+j/6P//nP/SnPxn+pD/+6Q+q3/r5o35PkMjf/vndV7/Xq1e/11cvv9IrAkYvXjzX06cEfx49ItD0QEcEfw64TDe+0Lv/MM4ZBhr9M8BOMOC3n6rezW4FDib2e0wCejvKps0L2jzA/bls8GztgdsMMpa7Hdz7WDPS9OK2BtqHbtOA6S3UYJD73Hq381KoCpGvRGYZAKyLhmDHdHqg5mBGEOhQzWSmXGasn+LhqWVNteteLZedJZcQ/yTeakbLqj7n7hGdnmPDttcNVe3kWsEhzrRbjeC12nCpmfqyMp2y/5qApmmwaaIJ/CZsnWgGNkwmjSZTwNhyrHHrSZjS4yd5J/pSm6TM/i1cghrkCic4g3nemoZMVkqWdR4Q1Dk6PlQN9jxgfzyIX/N6QJD4IXD64DgCQv41r9kUW2mX6VOMq8VHS36S75/8+1dO5vHrHyv5mw6MXLJdBUSyDzuXDbUA18kFYyutuGRow+BNSwRw+mqZI18So4y4MSgS1RyCg5TnrVK35eg3m7HEgxG6cqzNYMuNbwfLGmg2WGjq14JR86jvennkG7suYUNmzgEPJvyW5E/1gfmGAgt+BpDLmbKB1uIZrQGbb/D6NM65PlNz6BUf9wlQJo9+yUh5ADS5LiorTQXtdtJQVzm7hQSLMkmyvkRTCgkIG6Weddex1j0z8qevmd9J1MrLi6ayvV7fDfulib2QVRh7SmnQVNtRlCF6SIJOgLEVV3CfcgdDEIg3mZIEJKVUQbYJmZDV9uN3YNevtebdtlq3BBnWclkYmrAnvs1iHdAYuG2IPvfZGwdQxf5OIDpVwuCUkhLtDEpUGEBCvsfWzsHsxULnF+d6/+5t/L267/0fF3z/g16//lFv4t37Xv6j0VeXV1qta9DGz6sWew3LwCueiYZl/bbusgWvIvDTtnOwYTHItIys9RSIZf+7JQIAABAASURBVBDAowrcwWPWWJQdz43WASCw6Q7/dPYNfdlP7rfjGeyhlFRU/AybNPLzLJfCmLNQGJDpJJdC3SQg186Eo+VxGNYoolvKEHsJe7DWskStVAU6OPCHBlCVT3n4/wc09h2YUcFAKzaR09j5ANF6oHv0DGQIDf2MrLvwoLb2cZfQT+PbH3e3SLUqDzhKu3QwIsux6ExmhRsgu5GAvjMxZ67Lo2yU0TGWXXkrWGaoKAP+JOrD5x37QTw3BIZzS4t0C29k7fQ5sn4qtgrDl7Zj2XS7ayRsHxpv9FSbN8Wh+k6Ezht10TiyG1W7DE/PLuiOebImw27bOg447B95TBsBCH9Vn6r9dPvqDD2MgVTFaV4J53sFM6KrSuzmtL6mHk7IXmPvNvrF9L2Cew/8Fjxwyy78LQz7332Mw5sSlHPR4exApycnehDgb6scazqZKqUkkQw5ZVCK16UPoL0PtgHiTGoOWIDfpkCyNO1JpgJojERNVRv6fCjlJ6CXl+d6w08j3/z4Y/yNAv8PWpeXFxwgl6rvCR73JuLpXHUoXjo5Cj7U+YAYGE6OtxMSgZG5hn1wjL8hcnQUF1x/I+jF8xfyN3++/uMf9cc//EF/cuDnP/6P/vTHP+kPhj/8SV/D//rr3+vrr7/W74dfC/vq91/p5Vev5G8K1T9E+1SPHj3Gp6cEgI4ILBxwEOXSZBuwLdI4lr3xRM0vyzb6NsQv0+fWtnXAzALzQQ6PXH5/O7PfLWK64prjeXnYhpiuYNu2u8ACY90u7d4A+nUfUNUODIi++Qmy+TBB1FouwEWXwagbWLSiEAZhIXugyVPl6UTNdKbJwVQN6z83E4RqIGjtIBCNW34S3nL4cp8Uq1KkdhMa65hhmgaRtmPCGsrbpuEbON5jmUN2ZtPknFVSUckNscuiadNoAkwdcJlMNAGm2DsFT7gIFS60hUtPzom9Jj7ek2xEKNQpl6wGmQlQgFySQjZJNIEWfaUIKB0w/qPDAz04PtaDBwDPhZPTEz0wmH5wouPjIx0cTTWb2VeF9pntzcj4KX+7XnABXGi+BM/n7OE507IGRh/sYvuBdszIJt89eeWMXVm7n2hNVuUVAR43WStD78PYLuZqLNyF8ZGr3JvB9AjuK2iCTXE5HHEwr2cZSxSwW3Nd527dnbQHdq1yV8+WNpVV6DUb8JtywYisnAoaMo4GoJzsD1wIWZRpJcvHyinBo6ES7XNuqGpYg+AGDJinkBWfDJBAJDejUDVDkKDRnQNob33oaLiUZ3DlZ23+hdxQQrZx2esVW+KZTZuGssFt6aCmGBCzxN5koPCSUgKRvBNAcjGlpAKklJRSBflDIMXIq5gXmkkJXvxaJStbu8A7y6uuJ0ihoNlnvAurDM00fGALe/yudF1KKSo6ZB2wXPPeawmWtgQ6/DxxpcdUGvY3+2piPGlUDKUwDwmbpSR/GBV6SGFZ2ArbXRgsZGxw3wHYalv8d4fm/HAlfh3Mfw/I/4sl790fX7+Jd/D7D+90dvZR/mbufL5Q/KFqAjF+v7YEadr4ls+SPQ4QsGmDt2KfLwkCwWNMy+UV5QUyK+IoK4n5yexxplMxp1nMOQbDsy87nhtdjywg/NoR7OmBdmW9rVb0s8Z+tyglqymsJdZCAedcJAacQ2OSTMObTou8ZnJu5A8rEdTJvq/+rhzbBrfWYY/pPcD2aDPUWR7hneSeRxDztFMlBuoiOnBCpCh61ug++qEOEu2uMXjhGP88sK6f15JWP7txonFNw4hr4YvyscWIv6jRrUKhIbJbq4MZQ4wsil+Y/eQGN/Ruzcqbui3PrI73F5iuSPGaMfZa9TrxAmGpbNdQFBQrLLPmnWi9TXkgBzyggblFg5qqaMu+SaHA+zc7G3qtjVj71FV6p9mGR32wPRqIAUENaawfitfQDfGd+ltej7U2+h5d9SkNVfyu3PpHqDKD4lq4z+89cO+BT3jgfrd8wjn/HVXx7N50zIMXxpRL7zGXugcPHuj04SPgVAcHM+XE9PksAvTD4SulFPxEXUpJIlGtnpMoSfGBZ35y5koOO66Pgy96esqWS84CkpaLlp868lPJD+/5SeQbff/6B737cKY5P4WMn/7xDMdUpLFJBshIVICdGyDl6kojRwqes6DJrAjIXEJ8QPSvwB0cHOno5ET+JtSjJ4/15NlzPXsBPHsGfqEXL8Cmnz2lDkDG/9NQyBLseQScnuK701OdPDjV0fGRDrhET2dTuY94adKnzdhCtXJb/rWoX0sveuJ0wPED7IOID7+BOY0YU3PDaA9zBM/FDYE9hjXsg2J9eOGMsNsA2dEWbLA9IvgDFxJ74ZmmEJTIb4L1sQ4CeQ808mW04cLVRFDlkEAI679MJC5eHRGSFlnf+bmTiBiQAtsO+O4VtElojGEPPcBHglRNgSCJi6FoTyUpKdNHsBl75wsQna3BbCyJfZa40Ni+CZee6XRKUHGmGXiCvROCQE3JSllSEh92GPssoSunpJIza7AQNCoqyJWcEMO3bNi+IzDjfrjsZviF8VrnVndDu0y7pJylXMQFWgo6iQ966MffLDC06GvHC6EDQL4sRnmJz1qGzCgZGzltnUYKDL+egM2vQHeViA4xIEoVhzjNwq+qvKjey8wHSDdEzEPWyOOKC2ooG5Xehmmwl/ZltjqqUOiGNAb9vLR/Ag0dmcFsdW6pWkk5NyGR8ZtlxdxGnf8WTeeJG8GyhaoRXHady2A7hjWUI+gyYd6LMs9N66UQ3qJxTTmDDaBI9o1kjqvcxm0b1nC2fTBdNt+6AhTSkHkAxoFctKFdgz0N+zS7PWsVodoT6732FkVVLUksdG0+9sEAKSVlIKUkkuLDfhBreZzDqqNHrq5x14l+Kgw8tzHQzvvNELrI2IVwLUeBlFIiJyHfoaclqLFYLbXmYdL7eaBMYKPIQVXv8cPDQx0eHOro4CB4k+mUfVgGe619rZ6926Or51liTthIr2FHdOf+KyQGlHOivWt7Hptr3rsLXY7/RTwBIH8b6Lt//KDv//EPfff993r35rX8v136G0EO6LYEglrsrnt8ScBnTpDHQZ8KI7/jIdlhU/gy+pU8z42MO2XqOj+3VzwTeEZ0wJrAUcuzoqeu71s5MLZmk/c8U3qw8FFJWQ3POz/z/OtfDevSesWnAyLlrOBleoMO3pChios1kvRBYv1CD3WBXIwK3iL02Tk4Byh4vAWMaaWAaMFYKq45g2UendfyTm7dUSQb6Q0eCep+Qfq8Fj9MPtPBLUpuHc+ums8K7Arv0j+74a6SPbpqrPlehecsxhYZu6TifZmx1I+EWwVsGD+T+FRv+yotOcJQQ5EVSQECa2IZUtpNt414t/4u+me3oyHpLrXDFtlajdl3y0ZNHVuQPzsbLLKqn6xjaHujXbnBuWfce+DeA5/3wF076vMt7yX+SR7IHI44hKmEfh+UZodT+Q+6npw+kP/3q1OCGP4fiOK8ymG1BzrADVJO0gghkMzmZWo0vjQrzxyDm1bgZbDuObQK+SqbUlZKST74+dfAPrw/46eQb/Td37+Lv0lwfn7JIXPJ+auTbd0/z6GPDiLnjdgZKO8mWPHe8fvAoExtgI+mqnVUkFTrMv00anzZ4MDtg3gDbqYHCtxM1WQuJa7HGNtUG6I3EtbEwXEHY4RtYxAh4Yxe6IfctpgRnQfxT8johHSnYg8+gAxbw04wCf8wDtjmQYHIqYjxhMJaDhLpir8kD6U7LXoaVXANhZ1U+WLVbEFbW6wFm+AEjwwOWuDZThAs22kJ1JoREnbKAFwsM/PaNDNND6ZqJnW+c57QoNA+EcBQXB5a2ns/gOBTTVeogxhWglVGqZZr0UL9IIYtQ30g1lGVFPo6+unpZ80PwrsYcWK/FS7dpbAuJ1NNAAcWA7gMTSeNChehkrJSKBR7zD6TMnurlKyJgTU7ARzYzUl8evmn6j0XSArKMBv6mTYNAaaJrHcyadRw0W5KCl0JmdzQGCx/cs+YGBvO6LhddfwkP4JA61Xs6Xa5rJgLXsflrvWljxZijwhMS8VP17mXBA3Pak0Lmw0ZHOAK5cgRD+ysG3imZRp5t9uCuew112Xak4KkgUkV92awRYYOK1zeguUCCrqQzyMgWZ8kKPunJPc6KjZtuKtsfq3PDDDnRpnnfGauMpRYHb12Pp1lE2sOTFCoG2QU/MJAaZ+Lcp5A17LQSQElGdimLMoko8q176DKCFmoAoyBSVaTwWqUjQ003tAu01ctV5mQb6aqz+YSODdFYlzuzXvSs6fYNRLqyGrqRx7FlBJ9GrJY1gG4SP62z6ZtyFur+PQV2CfW0zPnsWcoCzoFtgxi0Q7sItD7xQcvwdokiJ5gxpq94G+4rAmq+DkFmzFN5H3t4I9/gBCYANDBbMZ+nKgw3oz9QqF1V+jY7wPQl+sEToCxvx1knFKKcacUjWPfLRYLAkCXOvvwId6733/3g7777nv9/bvv9APwmqDQGT+Uubi41GIx19LBnwjUtLGvx1/39K98BrDHO2Q6xiZ8wzTSp5hrgGeLy4oPvkWm6+rzoUNn1y7Ur9fYRVCIZ0lP/ZrgS+tnRfg4KfNsmpSp4rnEsy8TpM+pSLuTbdWbcsIKxeNmzTPK0MFBhDa7ua11udY6Z2PAhKJdJ2yiHYzaLkSdUbwlbWu21HWxznpHcCV0dGH6TtjVt0uPDXafjCPvCzFr8gslb4jlG5zPM6JNZJ+X/TkSXhW77ewtQ+VtqVr+VP5TZD+l58vqorfIkGdNxDrxXjYPgOUKoKaubngKdqYB8qekn9Fko562t/l5XMddCNY8yCHbclAw8MY2Y/HL8Vbbl7cZJXf6H1hbTlYZeD/ftlHBPb73wG/PA9u99Nsb+7/3iJkZEg+4zOGsHjqPjk50evpQp48e6vDwmEPWVLnwCOTA6IOm+CReNj6ApgSV0JDkVxM12wSLQs05AyPQc0Dt4zwFQQoumjRA4jC51nw+V/wx6Ddv9d333+kth8+PF+eaL+fqOCTLh7qcncuf+tjvQq9pg/kV6rXMvBHMr3StC30wK885uq0/N4pLhi8bBH6mBIACOHxWPvXZlxKD24yaVG3hDe2XdmvMT3d9GHaZYhWgz80gTO8XgvOzM6akWmNiAKPPKvT4MQ85U7a3DgYehrs8ApwqFXzISG4VxC2Z665D1aJYPXU9uKFNNZj+NLjNAKhmFSjs5U1tf7NgKHJo5xJRywhRB9OJIIvFW9YdsBkHc8kFq5nO5G+FTTz3MwJBDgb5spELrgWYr9BG9zHHbh+6B4ujcqBHPjyPK8BrLKpdMoH16GgJmvh/6llczbVYLoCV1lyoeuoslVJSom0pmT1blHNRSlnxwZYazOljfyX86ppckkrJQJEDOTloKSXxoZHti0tqB69X7O2QKcpD2wRO9JsyTTbJbQHbRvsuvrrTR9+CbrnAtf0aP+NfxrAMaJmWNTzGS7/dRpeJbcm15myAvoNZs2maAAAQAElEQVTGLu3Y4BYG11VMZXHpOphvkDL19oFB1kd5K40WXzbjDmUrKrBSEKEOmytN8Ubare8wcyzfENSXc7B5I3yd3i1biHIEbhgjvQuf5ZxAGfBzqsDNcm1YRkaKveBh2eKeIFAfOgpyCflSYfOsg5ezpKTNx0UXwCRTolHFVgNlvptlMhL2WCTLc2CeYO7JWIF5QNQZw8tMXjx/pxM1zURT8LQUJQcWUlZOdXZ6+hTrP1BkA6frNO6ljM5Cu0KAs/i5jp5cslJKgJTcvsdDfYuPWBCs5R4gQoHqnvoOQC4BGTAGgum2AebDRKcMoil8v0v9LF2tWs0JwCwWS5luCZwgIu/T2cFMDx480NMnj/X46RM9ff5M/ttyT5480cPH/qbpA50cH+tg+J8CIyBi+7HFvYxBHyU5KeGcBJ2dgVNKSimF6Jqgy3K1kp89F5cXvIPPFP9T2Nv3/BDmHfQ7nZ+d6epyrtV8QRBoWfcx9voHNxXWPEvX8Fv81UosKn/LB0I2qUIH3VGFHIHizsBzriPw0zpAzPOv83ueZ4cIRnTsxQ7bTAu/eQyFMU54Fk8I/DiY3TB3ORd3A3jWxnc7RXpz7oCm/c30q+IucNTdyLAP2xEgZywEfgS4neBUcCPLGQ+wWxxpcO1zkLkDIYZa22SBHtr4OnRiye4wo9VO+ZeQ1mVw18aG/ucprBP9hW0t/IWiXyLGNt0ViyLrqPIYE8kjjGk0M8omPgfY+cWyn9P1ifqdPmx7bINRnDpWyMb0kV3xz5yr2vgX5Phl0zqPu23DweQNHcQoPuAb9SH0M7JQFBmNRwxpJ4I+nwaDdgXZbCXKhTtSEPfZvQfuPfATPZB/ovy9+L/aAzzlSs4cLiZxmHz48KEeP3qiEw6fB/4VJg5bKSeOX/Ulk1T/ZQ6PidlNKWEx9a42HQBrJ7mqR4O4KJo26eqgTQS41HMQXnEA/Ri/BvbD69d68+NrvSMgdM7BNA6JDqjEa5AHPaerjrJf6gxBDQf6bGLnVeSDm1+clqFFtIxqbK8YgiQKm3qkTLtNhTAQEQStHzRwotqyAbZnB+ohskq6GV2EDrwdTOMKUfz1Mtu3C4PmW1hh/5AxagQZSPWZuXhuHI9rTYOjfqAtFbBRjoL4y5hgZKMOtdtU57mLRWB6W2MV29IOtanY1TnSlkMPB72O/joCPuF3LhKmbWuUbS9NQD7Ow+pqIAKGZajinsBs5Kma6aGmXMCms0NN+On7BDo3M+VmEvMXsmQk0S29YgOF2j90cDrFBQi+fTAOIeeMAKWcFOuBklPHac8/TZ/zU/YFAc+FL1pcjvy3LzpfRNFDK8X2IvNl1YUeP65jDGvFONAjeAn93gslZ5WSZfkMj1iOmynRqb/xkJG1fOxN9mfQ1GG881ugpx/3BXAhbt03AZ8QxMCUknKmP2jh6TYCPyvFtwOWV+B5fKOvZX7ix/L2VZFUogHELYk+9rgbUQj6qn7M1rQnVgs4LmqMK0eb8sgzNkj+Zk/9RpBl4cUlNGaWVpTJ99qv62V3l+fhuDXWGf0KcJcm80fY7SbjkiThm5wLCIAj5r9KZRDg4ch+S4P58OrKUMoN7SbKXLQbgqI59DS1ncUMlCKZHoAuK6sIzQY6iecB7JAhQ4hEZUY/gGSGUSmzK1XzsU/a+fmOLU0zJfgDsB8bwG1RQQckr2E2Jb1SqKljjXfwBBZ7CU0styx/k7MpWdNJUYPugn8y4H0xynrv9azznn0VmPaKNSBZLiVjgwmw6qc3giXAMi4GYF+PjjXBk+VySdCFgAr73HRLAMS6C0GNw8Mj+du4Twj+PH/2TC9fvNQL/0ry86cEgggKOQj08IFOTo51yDNqOmtUGEd2Z8m994y2o/teKSeVlAYXUZaUEt7NWQnIuSjxzy5aE5RaEJS6urjU+ceP8c0g/+cM8Wtg5x81v7rUerHiGUBwhH3ZbWDYB5TDPVYmyavLIJd5NncEfdrxj0TPL3keXGnJs65dLyJ4JPwsLJeVYLdSUsbGwjqcTBrNJtP663DgBl4p2G45ZMQnKdFnlsDi0wV0CrPISEHDdg+gKgGxTQjRAhPITQMUqLcsaGhpqvIrFWxEaDWwKQxVFdmuSo25/WeDoguY11vA+uL009vutNghP99hulVky91Stwr+tzP7YX5uGnJzhm7K/HM5jlp4MgZgYXiNbNYUZXkvhRGWCeKfk+05YyyUa33Bv87aSPw8+25rdRuvdjPUDKjyfmK+Zz/j4QmyZXk+Rn3Mgv0/Fo1LVjGuzUzdw70H7j0weMDbYiDv0b+dB5idzMMu+yHG4SoOnacP5b9rc/rgRAeHh5pMp8ocwvrxpcO7PaWklJLcVkrafpJSShQNHEDjsFtxnOmoGRNVIylLR4H3sr8S74PnawI/rwkA/fjjD3r7hp9Anp9zcfSh01Df334Wt2QkmmNNbuKwmH0YZGw8ruGTeDmQOJ+RBx8e1juZopFGGgmurbREadUNHUI7mYWGYpDICogXtXH0tNuOTukAC5UzOUXyTZ+Dqv8mVO2s47BfoUh1PJQZDznJclSQbhoK03IB1FIk30lMbCwA4x02JK7AM6Mr3PAWsN7wKWbQxhKgIblkcLHqr5aSu11cOqBpX8cEDT/miuBhCwQ9rm/WTuYC1jQzAkEHmhIE8q+DTaZTlWailCcsl4LBgC1P2xFkl23GaA50vfxAMP7MSs85KSBko5afnPdq+Un3guDP1eWV5vyk3d+G80/lOwIMve2lvfhYR0oJKoUGsZE6ghRroEOHx2KeJdxPKUlNKfKvz5RC6yS5uUGh0z6zwYD7QZ/sKwk7nYFDjnqwbRkhAk9cjmXf5T7sYQvSLtEQLfA76lsuuDEe4+VK/jZQN8xLCDrLZAXYS12Eljp4I0AGj04UHZqxAyEXvui4S94CjM0ytYkpQy1hcRA2JWj0BKaNmAdDB96DsY6nhmVxMXZ1qhhyDH6E5p+SVStutjB/ACML+IxqCIeYCeRMqcFNhqJcgFyYe7CSWwFJTDlmZ2bWPAMyMYm0o40DLLEX8lQZfrZegzLlHOtqwzO/SLlkMm0BssM/dc79/Dbg99q5Nido2suAbgFI4F3mEDm3pYAmEjLZgaDpTI2/BcQPKRrKmfF5aG7XI9zF+qMUa9oc2pJSSioly20mtJ1MGjXGse+LGuqy9ym4WDZJyUMCw1aFXhEAkpTCey4rPr37AxBXomESjeWS4kMVfu/UEmxxYHSxWGq5WmjN3rDNGdkpNh0fH+r09FSPnz7WMwI/z54/0/NnT/Xs6dN4Rz8a/qdJB4GOjo7kv9s3nTWMBcAfHkczKZo4uDXJyvCSx0S5gd6F5EFhWEcAZkUA6OLyUh/PzvT+/Qe9fftO7z+c6Zx38BUBoAhW8dxkEKydOj+mO88TvhCQGalXVWYOXKeY/15tu1TLOFueBUsC3cv5FeUrxa+AERyKb1hFWzJSxi6vp1I8jokmk0kEgKbTSYwz56KcG2V8JnKagNJIiWVQuw/bXGQ9wOyAsSR/buxTS1RZy+0DDTLdgLZpkKUfqx5bIzbYgv8RrvnQ1k3guQmI1AP/fWkwJwzwtAXxkzKP9nqD23jXZX7d8t44UO2yIeawEp4iam4mz9uWizAp2m2Zn6F+4Xjd3wj0ZBIUJtg2lwO2iyaqb2Y37XC7m3J3cKJ5ZAiMGHJIpezz9ku29PNrebfNddvG8oiHbj+J/PzZCvyUlqpniqFxGfAW+eUKXFOZVQaR3ZEMrHt074F7DwzvvntHbD3w70R1+w+wKQfqk9MTPXn0RI+fAI8e6/jkhAPXjENWUUopgIxRJBmTyxdODR9EpGDq5ofKRGVKaa9u91Wx5uSx4IB4wWHzPQfPH77/of462Ns3OvNPIOdzDpH8tJEXoF8ze4puFHK86P3cNri64p2Wu8/uoHclBjn3ZfYIVnQNXFVZUKTomMwqA8hyzmrYEsaQ+ld96Jpeb+nNdo5s6BjtgONl6nEzBtMGSKQRCGIXw47kmbwJW0n3YFDYY7ui2S1ZbWPZLQwneaS3vErBCpuM6Z81pAE6sGU0jsVypgEH+FouPK1lKJNQYKuYpaZRM53KvwrmfdFMZqpAAIjLSC5FuQBMZJ3PHG2dQ9Qv0FghAzEvgIzE2MlrUte2XP5WuiToc3VxFZesc3767kuhg6Ftu1aPffLlbAOdur5TSzBiDfh/9an0Ovhssbjg+pDWYKNx4iJlu7z1UhBSpmBIKZmjNb5Y+xs7y6UcsHFAypdB98Eml7A5AXIH4uPxcdnrOD5t/Yz/LTMC/m6Rc9Bnyb5u24Xi4meaIJAvwbgIZUMq7saNJcyBuVMbARlYNgSUBxznsAKjIDvI4CF6do4eKGpvTZYwWMoCph3gwRnqsLuzjb603gIdvK5bIkdAg3kQl9wKVZPzgBuXy+B+YVZ9UYV36CCd7YJsdohmfFPXZVLODVAUvJi7LPmPQfdgysyY1PGsBIyFQ7OfVJm13oxQ0IEeAgcZfRRIaPT6d0AhS5OSVTLQoAGs4WOf4iQSFP60T6GYFedSRi7TNoBS3mmLULRrCTiENMKub9ifU4IAU/Zog40FyP7bVIyHwZB6tswaAMsjHIH+clKijzIpaiZN/JBjOgXPJgpsHtA0RWWApiBbGFtJjFtAip6SDRz104V7o3M4FCSlhNwA4sMWJpfW7N/1esVeWGhBMGTBe83Y+6Sjte2blokOZgc6PjiM9/DDh6d6/PhR/CcEL18818tXL/TVV6/0yvDqlV6+fKkXL1/ohQNFwFOCRv4Gkf+HyycEjZ48fRLv9ie83588fqInj5+i76keUX765BmBJcD/+cEz63hO0OlZ/Dr40QnBpcOpJhPmP5cYO+6LcTjLzgBjAySJvej9Y/+wkTueY533i/e9vwlI4MfBnyXjXq7mxFbn7Hf2EbJMuBIaCn4r+HxSGvqeDGA7Jsr4JuWivDEkQyfAOAtCCi2KD9YwLeQ1BW+TIV5pKm2vAdtpAHuHR0mDbKDIzESGFM2iSIHkcgCNLIplrh1KKejoBqEuIFh3ZNZwRxVsdwcaEpfVgfp1UF3LX6br03Z+mY5/ghQO2vra+j2multdMphjbEDcy7DOigtm/othY28QGEESzwZhVZgSZbGeorTN/uVTQIekG4YM9m0N+yXUdWXbsinD3dptHLVGtwFVe8kyO4xxN414p+oaSUPSNeZ98d4DWw/8xqj77fA/YMLHh+dsNtXDB6d64r87wKHw0ePH8XcIZrOZCgdgH7ZSSnGsSqniKMQYe8GCGvhQipdVEFISZ7Kk5MN3ogj0QoIsfmIKrQQTvF6vORivdHb2Qd/98L2+/dvf9MN33+vNm9fwPlLHYRG5zyUvPp8PAyxsAlzH6yOX4iUPSxrqAkN7rDCjqmaWH4F2lTnkPtq5NxdHDF07gtgms/w+N/g9HuVt9a9O7Vhzi26PBzbGBIUxFUMEG0zddrSU8BgWAQAAEABJREFU4e8nJjDm2Xi/ZixxtYTcbeteXN6HyiV3n3FRrHS9iEPjMNN10twWtZFG2ngf3IqbBU2wL/TCAbdAR2ClM/bl0hgIdTH/UzUERKfx62DDr4QNl8341ZHsyxDzngtLxpDABnjyx3YY02/4p64mr6uA4bTUrvv4FQj/ZP2jf+r+8VxXBIAcgFlxWVpzIeq4NdY9Muiy3eyRNcGOFQGklqBNC7Zsz8VSSdiCHd6zQCmNUkqA7ZHYgkAPSIkCST1j7/1tHXQtF3MZfCFdcTltCW709JnFhywNIMbVY5/r+uFvpeBdCVkyhGveoTcuu+iez5fsX4JAXAZbAk2d5xn9TG3IY7VUgowM9VozTkMwyKLa2Qjw3FMHrlBz8ypQ4Q4sD7ldj5aDQV2HDQGrVi02LYdfU5n711S4rM6By8sLAnUXmoMNl3PTVwTLrhjTXC1+W/l/dSIotEaHCAhVf9Q+nP9qgOlMwx3qXJMV64x12jRFTZ4oO0gyrFcmXnVBZCX+UUA+SUN9g2yFqaZBT1X1jHrBTYNOcM5SASLQhWGspc348YPnuMW/DvaNEL5mXgXQQvWDDhlcqtj+69BXwXyABZtzo6axTRM1U4B1nhNtSNbXsWdqm57Z9b6hnVOSUkoq2OugzrRpNJ0A6JgBpifgBt7EfjOg2/LFmLEW+i+hR3zQTV9iLwQMxd48+slASggjKQ3YMozJe3fJHlgu56yhuRaLhdarlewvhqEyLfzwZarD40M9ODnWw9NT+Z38/NkT+dfCXhHw+erVS331O8MrfUVAyLzxV8WePXmqZ8+e6imBH8MTB32ePlYEgvgBj/+eUAD15j1F1nr9TaNnz5/LQaFHDx/qhB8CHR0caTKZ4jfmHB/o2sesDK9CzAAlMOPs2MSd1wH7vyUAPH77pyX4M4/9xd5h3/TUM3ja9coobHKJ/hx4mkynmkYQfqJcGua+iJWHrPPBr3BEu5zgGY+A1CblDXWDiCpnI4RER74Lci/waqInCDcQ6wzSoiBzDLINUaYUNJiyxQyQteFYGHFU/NLsDmVmG36p+r32aa/031W4fVhbbqV2811L2ZhjsYqMpQHfyhzqfh10o4eBURH2VeIzndU19hmhn1x9Xav3KEt6bz/cUMr+v8Gjxajri4YTCsYWLvitAP7yxgjvtqd4R/J4blTRD48w2A4BUYD6uem+3b0Hfkse+LJd91vyyL/LWHmOkeqhJWzKHKpmHDaPdXL6SI8ePdYTfip4+uARh9CjOIglDmTiENsDio9f+onSLidFzTbrg0wpKaXEeYglAZaS/Ok5OPuwbKmUzOu5r6/li9SHszN9T+Dn73//m777ngBQ/FHoj1y2VvXQhIIs9IFjIAyoHvohzAug3k91Q5Rr5vdSyEbDysM4EhpDdmxXu7LGEQZp0ChTsV+IGu2h9u7kFxhQjaADNAd9d4u7a2gbY9jFVRqrKvFF+dDedqDPvsEwzuO2M6hBi+UGkrkbqS12/XXAp/hlm1dp92HwhbslgNENYNowljeYS4QALMIg+sBWj9FgjcYBzswAdkhKXmW7gBq4aGLEWxpWlMNe1kL2JbCZqOES4kuxL9LGTTPT1PyAGfunYf0UlgC90s56FOs8SYHha/jQKebLl6Grqyv5G2+XBH/OP17oimDDiovgGoHeAR03ib0h9Vws7bOOE8kGCAb1IeuxSRZNObFnDVl5oOWPTRnmzXKFLFjw/KtkDiYtCfrMCWbMr+ZxMV0ulvFtI0y2BjGV+9g2OYgWdvT4DklSFSLHto56X25bAj9LAlset7/tEPPseloheS1ZCbNNvaj38SsESuR7mSUrA3lkXR7BfNPWEcEfT4PBFcjWIATtvLYI3thGB6fCxqUDPJc16BMBnwuCQB91OdBz8HJ5yTPpCljIbbv1UhHgsN0G9zH2FfjnZBuDh8YuG4YiiCUhDU4qOTPvhsK6nCh7DfP8NpYSU5gk8gwt+AmQGhnnPIFVot2UNT6u+yZ7fRusdwfQZN96vRpW+NGBniXBtCUX+9brh3m3bzzfFexvYOObUCIV4+yMZw9amTgSNLL4kkQd6zxn5QbImeBWUQ7bwMryp2M9e68I7GSeaxJ7IYacpCCL2CdZTWk0mUw05Ycds9k0fp3Kv1J1eDDT4cEUmMGb8i6cajppVOi7ZPHp2ZP0xj7tR7CRmEgF9QnYpiiR0Ures2smzfthMV/oij1nf/nv8JjPoCX6yIyxMH9lUrBvWr8VdHSsBw9O6q+I8YOap/zQ5tnzZ/KvivnbQS8I4Dx78VzPnpkHgJ8/JyD01GB+hRfPnuv50+d6Bjw37W//vHihl8CzF085Azylj4c6JgA1mx1oOmVt5KLrnwwDM20u1JAcCGZ8HkdHcMfQxt7necIzbrlgzywuCXrN1XqdrFfqCBbnYcJSSZow7pgX5sbY3wbyszelpOwJ1PCBtp/My9iXWUg5Y9UGkDMN2k1IhM3GQexWXl+b1G3lMuJRgjskL9QgBz79mQo7dqUtt4Fu24t50f7z2bDNPy/4WYndTqFr+myrzwl43J+T+fXrO7wcWwbVDIR8m1zua9FkpXg8uNDXOTA58oMzyG94v5i4oWCvS2rv9BuCpLCqZgiPyRUjfQ2Xa+Vfo8iy3lGDxaQdRiWxaWdlV961HBE4zkeg+JPST9sFOVbHbR24f/i3jGPbA6OhwM8r5PMX0vfp3gP3HviMB27ZUp9pcV/93+YBH1SmzUzHh0d6yE/+Xjx/oYccLo+PjzXhp38pFX4aLx6AvbjzhZ2JPHH44jwGBZ+3Uz8ehEOIl+jwRynFwc4S0QZpY1BNyPaAC9ZXivta6+rySu/fnemHH37Ut99+q+///r3exd8EOtNyzkWLZ/f4YOcR7eYV4JvIZDdgqNPmhbBhID0kGvlFN+oeuIFGaf/GRDA2GdK0q3pNZLwxVI6NKAYZGYVNsjwF83cB1q0pZMhIt9UP2m6rGnhjw8FrFCtFDi0sry86FypQM7Q1Yl6NAmq920TxtswGjeB6LknW5z46ggOdL40EgHw57LoVF+n1AKa5GHCR6ALoi7ZWUfujTCHHtw8ghuSuKlnrd2WDM2YDNtqFWBosgNw0iotvw8UHaKYOBM1U8T6dqc9cWHIudG0LDJC7KTph5IzBY19xIXIAyL/2dXF+ofOLc10ReGmXLXsMH1s+SSSNn5795bYO2Ky5ZNVtgyxCKSWllJVt+w6kZH6vHMLIBq4aqRFbM/qz/5eLhS4JSl1eXerj+XnQSy6oKy5pPXMVrbznRUtwB6PFppa6liBQ61/3YK5YQuFGkWMKUpLn2pdAX3rnXALn6F3O52oJEnQEDPAMctZogBxTFCMbOVa7BXdmKNtqU+MMxJRsGOix/9etHKhpHZwYvomxDHu4mNo2Ajtho4NAhuBdaU6ALH59xdh8INot5zyTFjuBIPRjUx2TOzfQt9FPBtpxAB0DPOO4Pq2msA6aAF+am8J6zaxjO8PA/FHp2UFNppSCztQ1yEUb1nTTTNWwD8oIuVGZZJWyBfnD6dj+9Dy2YyCNi78DfZ7vFnpcGx37vWMOcM8QtMrWAIwYckiW61jnAV6ouMJSmUWVc1EmGNPEvst1PbjdIN/vrHOxVhmkh2wJkyrsi1KyprSfTSaaOfhDEOgQODg40MHhTIEH/sF0GkGQhmBMzvSHPe6jH/qzjVFmP2y7TvRloFv6I0GwFxDo2C8rgr3+9s+SfWDs9dUSDPHeRgpZBmxH0V0yNEllWrB1xg9sjvTg5IEeP3pEsOZxfDPIgZ/nBH9evHyugBfP9Jzg0AuCQi9evgzeq5cvZHgBtszLwC+i7iVyzweIANIzgkAPH8kBpyl+KKURZqh+BttqQa5wnWFk1THwzAkfrXiuAzxLluyXlYNePG/W+KBjP/a8Azp85/YZr+VEX7moxNoryhlQQjXv1qFrI4VuKBKVsh3OMsQIwd/JLGrYYQ2kuQZb3uN5bGeea2Xlx9RXhoWgMrCb3KvLW36nKmoNXid+LpimAwt+GZTrYqOW0HS9kvJdfKpuTR6rK35qO9psh3q9QPlflT5jN+vElniN8cIzWSdlM78ev6FW7ed7A9yv+qeUdscy0p7vn9DZjfXyE9reKZrZVfuV5Qan1o9W19KY3zKG2wXHBuBR4FpbvxOpvTWVW7mVaXU+wBtXzrAOxsKAqe/8XgPvCfDu6saXMaL5jvFTdZ/uPfCb9UD+zY7833ngPMxINyz0wW7CAe/g4Finjx7rGQGgx4+f6PDogZrJTCk1PmcpDi9+R3KSTWgBKWUYqeOdugb6DVAtyxjDBSFHrjRyFa9ezsK1DXWJh6kPer4sXF5e6sP7D/qRANA33/5d//juO71+80ZnZxdctJba+zAonsvYp4BNHfxKsxwHGkoRMxhfAtGwSsn9A8YVWXqsq7iLikqH3E75+uFw6BKjkHfBfULWZN2GWtrmFtyW9ihs7Tg1biRMGAYhjsZQZtyE2g4+qRpk6ylgAol2TpTRb2oDZlEw6pgxY4qfSNY2AmJuYLt3wQEDDvzteDEkcFBpLs5xQdzilkt6B7QhywWCy3ell6p8ZNHV0Q5G7ZC+6jCi8zpceBmoBcRupI61gzzJU5qZzBwXzEZxyYzL8AR6Hxz8abgs5zxR5jKZuahwW0F7A4x+8DHBNCxs6Lj8LQl8XLHGLz6e64Lgz+XFhfxtgDWXoc4yiEopkuLDLmKzrDmUrAmy9FyW4EQNUpaMblPOSon+uPSWkpRSCpnIeimhg2lU4p/iAxOev7kxxyb/bz+XF5c6JyjlPXiFv1eLlVp+Qh/izjxG+rCPHRhaU+c9u2YebbtFJGyASOCQQ8b1y51Ai79p0xKAaT13jEv+FGcjMCduPBY3tCdphLGScrTt6BHasv7bQGBcghC6wq+sF/rrWDMt62rJ+BzUmc8vNXegZ36hOfNi3pKL+dL2cmFtBwh5B36i3YJn0RUwJzhEgAgdrveYOoJa/obR3esNk25Ntt0VxoZKYz2EyxUypeupMPKsRiWTZ6/bibLX5g7IcxfQMEU4DLrPudLJOCtTzqz9zBoKWuOHvj1PrFGPbb1eRgBviW/mjP3y8qMuY90MPoRvH7f42usC94+KmJUNeZPI2BFjsS0JewC6Fh+jqscUcpYNOxNyLhsnpZQkkuLTk++AfzBBfclZpQDs22nTEOCpMJs2mhHwncwm4Cn8iSaTpgJy0Ya2qKh62T+8xJwA9yNvMeqGdA31yPty0RL88DfuLgm6zllrKwIiDph17O+OC6vHOYyyeoM5nTKXU97VR4cHOnlwHD+weUwQ6OmTp3r+7JkcBIqAD4GcZ8DzAV48e6GXL17p5cstvKL8yv/L2HOCQwaCRK+AF6Zp528HPeYHQsfHR5odzNQQfMLJ4kEJMChsVIy0jhlOTbxg67sIPoPo/CuRPPPa1YK9stDKmLG27CHzevzQ8XwIvWjIuSgzJ0CVVvYAABAASURBVKUUNQma80dmjqkaUs/6wTNOwMDcIstmikDOGd9BkyiSb1M0vc6MauwOHBJQYxny1mQl7gegP9Gj+zUOcfvAMDwfO9MGRuEUMr8oG+20kk/djF2/K6va/Yb1qXEmN74J19l2xU2pfxFnM5Da31DE1VHuRyJK+xmv01jJ+9yxNCgai78C3nOTC4Ybeod+BxTVu3QwhuzW9kPdF6EvVZBVvL5DZ458k4VtkQ2sgQZdkxzqb+cOlXsIFZuyacOGsUdUnTUXlu5V7he8VW5RtI5dUSv83vWy6Xh++dVXuftqxr72ufelew/8dj1wvyf+Hec+DiejYWUkBpxVOOQeHZ3oof8OEHD64KFOTk7ln4RmDp9KntYkTrnxsuzJOcvWciUU/0MKIoNSUD1UOLe8/KaFK2QSYBI1gcyLgxMHy9VqrcurS7179z7+DtD3338v/2Ho168JAr3/yE/c5/K3JXyYqo3Jx6fziGHlLkfAh1yGeLabDwhOhShEqVLOQ5pqj9lg3i5c57ls2JHBDtLY5VBhGYNVVzxUINcBY8n4er15FaqktdfybblrLWeIw7XfZJseXIsNm7LpUUutc5ugmA8meayMFuaPUCtsq6GWtjm9I+h5ajeBHy7hPgxzMfRl2RfENsq8em/B7XLNXC8Clr40APViXnltu1DnQAL6OsB2y1Yy3moRBgwG1TJjNQGQhhojbDXaAGuAPZNZ+00uariUZC5gDZCbRpmgkOtynlS6mSlPgeYAbB5AO8XCTpiUCaT0jGOlBRegy0uCBqzx+XyploCBDxk+pDqmmtkUFSTfZ1JKoUbw5Y/3m8F0QFJKSQXhDKREWQYpg8UnGQefglPdlLKanjn2pXS16rTAl7bp8mpBcGqui8u5Li+XBEhWWi1arZkj39eYTtEs4m5uG9Ci2O4Gcrb/oleJuegIHKwJ5PmS68vfkgDBkmBKB+4IxnT4wIGFzNxtQRw40VlQaEQdiOQywGUT5ZTFOIECOUCGdOp8AR36dx8OOPlv/bTY0tL33OsJOxz08UV8HoGgOXN0xWV1rjUXVH9bw9Bi5xL/LKPNPC60lnfbJZf4Jfpa9HYOMtGn+//pwLiujzPKu/w7tJaMH1ib2TBRk6fKXq/Fa3ESDsqxJhsUFMBeGrHpJOVMyrTN1fewPR+ewxHW9il7rY2/mbQgaHbBGjE4CHQOfcl6WeCflexv+0N8PAJQJNOGKIyZ+4YGKUcQis4pO4U7nRnMwCeuTdApZWXWtiElODkpy1j1wyLvvFjZP172OUsJmVSyioG+Si7QAPu8wJvAayZZ00lToWlUA0HIEJywTM5ZKUkyqH7oSt5UfRCVt8np3Pw1dSvWu9ebv/nnZ8EFz4MFz4V2vdL4msyMQgEbDftEpogNJGUMaSDCb7adcTho0ziYdTCJQJbpKcGcafCmmhzswLTSs4EXeDJRzkWZbiJtfM9AglEzrw9/GzPjX2/JDuw577qVOsbTxp6Z8/xYaLmYq2X/rFZLdayhzjo9NzuLwePOjCV5DE1STlmJsuKTxNQ7RSma09Y4GJsMOdObdi4YEN60dtlgnvE4rrE84l7Z1YYNQaEDdtJo95bVDVvG2NBSppGNBQk/bWVtr2HL+XIqlH1S/HaJHe449E9q+TmVuw77Oe2/sM3OUMYWdrOY61uq4I5S/w64SF6ndpVxmOSCidF6435jt0sGS4ySpr8cvrTVjpxJTMXYuh8Geuwz7IkMzojdhuJPTmP7EX+Jgp2+dshrLW8qHDmOCdnBLtfnUlC0HzHkLWnb15a6Reyede+B34QH7nfB/4hpjqf3xtLMQe/g4EiPHj0FnkQg6PT0kQ4Pj+VLb0pFiX8+J/QcXHyQ7Tmp9hxme7DgpZR4jyGVtPn0rudN7K/f+uDbURZ6lDIJSIkS4DKUKOec4qDkX5N59+6dfvjuB3377d/07V/+Ur8NRCDo/PycC4ZvnJmXUY4LSxyAcy071/hx/4CLmawCEpY1oAH2NvG8J23LUU8rkoIeqlym/VBSNr0LyFpkrN/FgznBCppg1VY3tlFTcwinHUXbflyxbUV3tYBs5k0G2gjYrFoYR+YDqQEfxoXVeFtXZXu0VOquvItOd2o3nYo5NNAH0YJ6IYDmsN9y8G+D16sloOCLQAuvyoyHZLAv04Av1UsuDQFc0FtftLm0t/B8uXB9N+jhVuFOq0E4tprjcRmqe1wZfDL7xS97Aw1dBeB5KnJulLn45WYKnqoZcG4mzHWBV1CITKZMAKgxRBBoCn9iABr0NeHHjjEvlwSA5gvNL3xhvmINL/ABY+Un/4q90YutRJshsReU5KQsBdbOhyqxZeRLUslZJQEaJalFXdL2n6AdZIo+qDN2tx3zssa+1bLTfLHkEr/Q+fmVPgIXwPnFQpfzFQGiTsRnxQ/F6vyig+WD23v16MDl0XumnyY1wiTFx+MjCNSvFnEB9B+DbZnLJfO4XF7Sfo4+f7vP89SpZAVkgj+QqKh8BAnqQtNRNnDjdB/1Aqqhb+rxuINOHRftduVL51xz+qnBGoJv/qPO7jtsWAzzsMKGtfrheSZ07EHwbUoPu8OUdci3sUaXzOMKMG7hs5/8Y8PQMdoFjlMmOnYSmpByTjuCKwqwLyoQOkQaffAL4PpMiwpUxajxtXFmvXl9Ngeq63Rci4XOWYfUdzmpy5mpL1st8DK8ETxxFNGIL/EzgyU+t9SKIFjL/lsOvvPfQ5rHN4DOCQRdasna9j5tWecd64kObODtgH+8LAKQ8DxHn2TVDsYETRWp2tGx2LxWQy8sBoWNSQn7S85yu5IoA5k1KEbJyqS9okkQ5iOfgUKwZA9KViHwUHLRhEBP04AnRc2kIRBkbEAGuUz7lJK1VbWR05s3FDSrhNwpsaYMUs8e6fHnijUzd5CVwI8DQIYFgZKWzdVR71ZiZFuonOt5znDISMolqcGuxnYHTLC5QjMbsPkEdqZAUxgTYOzxNQQKDa4zZMaO9prCJo/IYMcDwQNXCXKvYRZ4zNFaDmYtGdOK9RLfcFpcEQSay+WOwGrvSDLzg1doW1MOnzKoVJRTZvilAn5WhpZ5QBWPvENHx94Mv+HfMAteVF7PNuZChCB4T6bj+QLDdVEVmRkAyUUD5JjCmhz5yApsezr7gneTA6Gt33EG24h919REm212U1/U3cGOup+Z3WlH+hKFyTOif+3nTotvN8NzOdR8qqXrunhKmKIBzyfyf0qq0+jcMHaRqy93WWMVeLAK6u50R9O7G/ycGndi2Glb/TYy+vDiWPopuI6x5j9bybUOB6+qOvda5W2dxLwzItZN3cO04bEmy9q0oOHdp3sP3HvghgeuPRpu1N8z/m08ULCkQs5NBHsc9Dk9faJHj5/o9OFjHR4dq+HiW3z44hDWc7j14924Mw2Iw4xPwSklpVRBfHoD9ZbtOfT0PFBFOcFP8j8TyVmUUkryoc/QI3/F4fjt27fyN4D+9s23+st/faN//OPvim8CnX3kItkq+18mz74sAC5r+PhhDZDkZ3ddmJbdAeQVUNvYRB79teDcjQJosyO3S4r+A2BWKefWagWfBvd3XcLdoSoUBI1AYDJ3RXGsBnt0t4GlQgUyA81lOSg67XwwHSAOp9zCOkABMXMh6ot1OM8ODAg2GcYMmt07jJq6FLi+OPHkpi/olpXDAZjbMTLQ1AVtjG63qWVfrF3fquWi5MtkS7DHPz1ecpmYc2n3T8+Nl1w+l5QDLANU+XoRHw/doTcuzx1WV4s9AgypUwfh/lsuuHP6WHJxWUJ3vsRi2/6M0pL1JrHemomyYQgCVXoaPDJ0FzTjE7psuQisCK4s+Em/YQnd4o+e8XuPeD8hLLaBki9CBhhZtCeJcpDQaQe8X0rOqgHQpJQA8ekBpwFbzyb4E3zk+iQBHfPmc48DcysuofPFSldcUM8v5zq/mOuKAND8akUQpeUStyYA1AESMR2t173aVRdLJ/zMWKXMvwTQa9dxqaKeuewIDLQEgWqg4IqAwZUcCPL8Cn8X5ijCEgUNQ/DHazAzB7oFspCDH5jMsiFnw7qlOnS2MZ+L6CsCFjxXvHYMSwcymOu2XTCOFY8n/7H5NSoYBHbHeNCf6KcmxkG5U0/VGv0tsMb0VQWPEWDhUo8OVGFWbXpL3qGrsk21am2zQUtqCAAVAj9liR/B+IbOcDp6wzYJF6lQmwGJ9VimKnmqzHpUnsGaBnRpQuuiNdJrZXCKIJCDQfK6Yv3QiJQA9Mazgn6wosOeNf7xPC3nF1peftT8HLg8H/CFllfMI3PbsZ5pIgmL0JkBDIhyxc1AZ8QytJP7MTa4nWItNwRn6pq2Nk8JPkK/59T9dDy/cLIbIV80IahxODvQweEh760D3mcHmh1UODiibDiu+PgIGej4ez+H5s10dDijHRB4qtnhVNPZJGAya9APEBCeAA1QSq57zfstSSQgBYhPAkRJOx9ef2GyAz0L/LXkWXB1NZd/9XLBfluw75YER9Z+Vu66xXryjiLTBljh4oHG7TJkmBn/GeKbQARzTGfsDhz1RdnfsDFk01ke1wihI1e/a/PZM2rgmtdDGzNHvEPimz/sg7X3HgHYJcGfxWIuj3fFmNfrFX6wvNvRlH7kMQZ4CIl1WJQT4PXJus2uy1kyVmYHSj37gNgPurwfBbZOg25+kA3mbvWGHuyIcod2S1IgmWKxWnmQkQ18W+OysU0LbAZ9dUDLM79lzVZYY5/tpDF1FrsLrGtbZ63b0i+i6PrO9q7r76y9UZEGL4lP3qEpflEqo5T7HWHk/eq4Z63cNrhrPIqfmZrBsl9hTlBBGvSJFb4hP0Fg4G7troKgyXjn7Irs09TvM35B6aYudv9NfSEW2c06OJ560LV0O/ea0C3F2/vJsT7Humu6xyITb/tdhES3KRCp440ZzwBoHgSRj1mVHUv3+N4Dv20PjLvst+0Fj/7fDHygu8sk1/ngd8yh+OHDh/Ifgnz5/IUeEgQ6OjrSZDrlQJZ5Bva8SCVfWMlDXUopjmRR8LHMp1xwgpE4vBkgo43boUE0ARIgIUI1XLdLkuVTgqDsQ9Tmm0A/fK9/fPsPffvNNxEI+vGHH/T+/dv4ybMPWJyu5I/HUh/4LvEQJ5kyjIvT2DI+aJl2HYMDIUyCGFJIaSMzcKvsWBjwnpALFbqbrWmw1wllDVJuE8Ub2Vhjm0N4ZIySVjmC6wDLjlDFqoD96ktUywG1C2hx3/j6syRWxyXQ9OfBWqUkf+KFaAZQ+0FvXGiCgev66IsMmjrYIuBn6Fg30YbLXTdcJNbrhfwrAysu6ysuEisuEobl4lJzLk/bYNAivsmxJAjUcfnYQOiq4xM92sbRJ4Fh4Cp1yC25lM3pZ46O5XwlB4FaBhQmImcMItEiN8oGAqQNkPOE8ky5AUwTGBJYyDB8xrCSbV3EtyRWWnMx6NFtrxnE2FFMSiopKwXUmiT+sSeKIbMmA4pKzirFUJRC/vkgAAAQAElEQVRLo5Sy4sPeYcMxph61BrggKVEWkKAA5JOKSipCi0Te9QQIsGuxbLF3qcurpfxtoPOLK308A87nOvt4pfOPcy6u8/g1sYvLBXJzLZBdLtfqAPef0YOXVHLWBCg5RzAo4+sOX3f2M/5eDoG8xXyuFZdGz3e3atURyOmQVcxbpzJgP4kMDFCus4yhdZvVkvjLMubOa6HCfLM2XG4JaHSxRrDV+vsefygAF9gNStgaoKzxY4oRjMXAdb32mIG9zGlnYNyyXuPxQD7iaIX4gEVoxrZ3Dla1c4JAlwxrgPUcKQJBBIQ0QEHebaovbA3A3GfWWZa97Wf1AWMwzMAzdazFPtMiJzxoDRktprN6xikgN4zO2CCaIWkpdSv8iV0xT0Pg5/KM4M8Zc/6ROb/QyvPGxb6Lr4a5LUB/2fZYX9BVv/sa95FxBecSEyxGYxGNwZ8GdngLf3bxrFpjj21aUeNwFs1Kib/Zc3g00xFBoKNDAjzAEQGgg4OZDsFHBH2OgaPjAx2dAMbHyB9PdUC7w6DhO1BE+YAA0MFBQwAImBQ100aTWdHUmHLJmXUt4VJlibWTAHACoBLclLIoSuQsMW8J9TzrWqKtKwI9C54xC54HVwR/LnmWGS8WrSIIxNohSXSQ6QuClCuofjqKHfPU8ewIoEHgbH92BPnCcyFBiTlvWVsd2CXWPu0UMMqbb9r6jQ2mWd9oMVXB/Aqdn9Oseb9LWgd32X/jephHeSGPtV0v1cd+9kbo5CFlj61k5dKoTBolIBPIS5OpRLCKCsZbgFzBnUMabWHHjlgjjMF+ABis9sV7mvU8g8DMA4VNCrns3LBhyzq60UfWueeHHblrpNdq6+BywIoA8ZJ1W/3fWTZ0mfg0MPoQGHEUPplds/82WRsAkG6r/Wk8d2f4aa1+lvSX+2Bf/Xacppj7mM99mVryQAwujdj0Luzw1zu0bN1uebfNbbRtUX2GuJkBsQEpFu6mQMWYarOx9E/Ct3cS2yN6vM2wqLiZ3apql2l6hJvNNxyL3F7YcH8xEY8md9R52wPGLvMY+FnKf4Kffpb++0b/th74jRp2v+L/B0585sk+m810cHCsR49O9fTpcz178VKPHvrXwI405UCWkOk5NPX+kVucZhlo6pWSNqCdD2xlJWUETPe0Ickfl2HXOgokud44pyzbIwRcXnKAOjs70+vXP+rv//i7/vJff9Ff//ptDQL9+Fpn8W2gZTysrZvWyhAG0JB4iJOGwhbBI8XTnUd94G2lNW1LNyg3vA4bIWurEEqvy1HePf/hWlru9Ec9A+KoGQR1NVW5SofeIGs/NeeA6eO9D8JAfLsnDucth89lHEKXXNaW8ytdAnMu3oYll+6WC2hcZuk11IYXK/UluS0d5SpNThp5FddZiZzMIwbVKufhFDfqGT4jcpk158t0HKi5ALZc3FuCBysD9CouGSvNuXgs4S0jqLBQpZeMex3Q4Q+Pr/rNfWhvhK5r8dWSS9mSS9kc/xi3BELCj27f2iYbSltPRm5Yq0AzVQ6AzkWCVp4g1CDMRZvubPOcS95qvtSKNb2mr97jQyJST84GSTkp5aySkrKgJWXzKCdwBpdMPZDpK5eiXIoaoORMCxqEz1DIRbNfg9EbZ15IatErIAe4n5RoB0iJfZjwl7Qavgl0yeX04+U8fh3MgaCPF5fyr4VdEBByUOjyYq45AaAF41ouVloB9mOHr8QnY5Mv8xVESACmf/2DuWuZqzb87F8fupK/YWJex3pcd/gJ6BzU4eIo1rVYmwUwrtASnwCo75j/zgEUYDnq9a99QS8jeHHF+l8wNsOa9RWnPXyAL/Cp/ZpTwe8GfIM/8nVAOmN+xk85pyh5fKbRgkkdeg3Wz6R7fg3uSjc/HWPy2lpi8xwb5/OPBN0qLJcfWcMf1S4u1K6uGOdcay7R3gvVB9Fj2BA/oCQa0FHq7OFYlxPlZiYR/FEmCMR67AwNrVk34oKdpxOVyQTSUOQ5yoN/Owd+8N2KZ8Ryfh52LS/PZWjhtSuCU8xhYlgNOifomqJrCm6aiXJuBihIZFGoWNCGYgxrSHjNXAlxlrImVJOiNuPD2P/YE3PL/vEfUl7zPGDBojppEn0fEMwhiOPgD8Gew+MjORh0dHyoo6MDHUTQ5xA8wkwHhzMdjcGfwJQjAFTrZrOppv47OrNJvAcn04a+DIV+M5CU0ghSkkRR209S6pO8/7wN2ZJaszdagqQLxjFn31ywv+Jbdjx3vI+89zoEe5R09kouEmtT4ycrZsk5qyxor6WOhdCxpjrjIQik3FM/AM+FznUO2tinBmo7Gxe6rQ1iaNshr02dbAkQFlHooXuEO9b8St16pRXjWfF+icBPBOoXPA/Ybzyj1wS8vNY7nx8GnakkFdZOIfiYS6OmTNUwj9lrs0xYv4zbi4G91onPzrgp7SfG0rIeuhhbK4yiPlphZwdgMkWvpW1dX/lKyKZKZzqplPzphgz1UJRIKA/aogH4cOQZd8xBy/t0znqd4w//ip+xn204CpFQgo4x9RAG0F6yLXsMChnrzN8F2CrO9mDbS8es71UNBSTqwCjf1r/CM+5Jt3wqv+a3VP83s1iXzIvzzXwzXFjX7Nod966A6WuieH7LuWvcI3/E2xY3qNhnW24eptBrasv9Mmqvt9tM/zI1d0pV/TUfhQZza3Hss/NeGuQG3lCqcns5AqSYE+MgLHBbixCgcsSQv0ra3RtVd90SlWaz1uVDX7GWwF+S7mXuPfBb9MBtO/e36Id/yzFn3iy7sGtkw6FrRhDo6OhEjx8/Jgj0VA8fPdTJyYn8VXpfMKt8UkpJGYCSP36F9hzsAuJwZ46QMyRnAAlSm/oqo/iYNmjTJkSVOFSu5K/Iv3/3QT/++IO+/du3+tu3wN//oe+/+07+O0GX/t97OHx29cmtzYdn+OcX5PBYR9YUKJrjKsmNDcH5smyjw4pGGJqORcsMLC4QpnJ0VTOXkfBYxgawRjOMDbBIyPmliWznAEVgeGC/tTouGsHnMNrinyUHUoMPo3P/HRT8FrT5XOY6ghKyPjTX5J52oXL38tFGsLvdq9sp2J8VEmP2eIFRNfOs3Q+6doumo60JgBFiZq8Om33oXzO2tcfApWPJZWPORWrpwIJ5QOvx+3LA+OwP+yYAXU5b3XTMIBw8urq6JOhxrvdnH/T+/Xudn51zCb7iUj4GG228W2NKNMMqMINTw0luyiXYF+P4dhDj813K31BZYcPatnDB8+VVKWs6nXIJPdaDh4/k/9XnBcHXp8+e6eHjRzp5cKKDg0NNmkYZvcnG0m1KiXKmr6wCnVJSyhUy2NblVMuif/njG6i3mcHlgKRMPZKSL6oCUW/zWtaPL6MrAmtzAmP2qwM+55dX+OZCH88M5zr78FEfP4A/fiQ4dB5wdXFBsGCuFv8TdZH9HZcvodyXtJ7AjecP3ZZZEgCpcImPuTTSrmPe1qxrg2wQFytCK1iIryl3DvxQb7mYY3R57tox8BPrAF1g99FS39HnuAYymnLO4cOGS+gG8LPn0JBzCv9kfCRog9tkZSmTwyPX5sPYPFY/iwJiP7EwSCNZZRkDay3sbheM+VLz5TlrzHAWuF1e4LoL1vkl/lsA9dtADtLQtbuvqmwLP43uAKmBN8W2CrmZwZpIZaYIAGXqvZZKkf/mSzOdqJlCg11lVR1jWOH7RczJJfN4DnzU8uoCAC8u1TE/wpdo0wx9R1zcD6YzGaZe+yjL+DHbHmiMkKwcyCVDk0YM6YRHVHCSa2k60DhunGP6bJnLpb8JyMW6I6hgWzNz0xBImPH+OvC3fRz4OTnWyfGxjh8cs7eOdHQCHB9G8Of4aKoKBzo8AQgObb4B5CDRySFtDnRAcOiQOgeQjkds3dDT6VSTScGHRYVxZNYB283DkPd1vAuZXy93zFNKWRkoqSiJGfQ2aHvmvSXwudSCQND8cqXFYqkl41ryjGjZf7xWvZzkwInVtWQtD5MOP+EZoeomyB+ej1wwLacRj20CUzPyAyMfxsKnDwZhJYB76ZQzJHK1vz6Q0CPWSoc9LQHDjvXQEqRsCcauvKbBa/bo2jKhm3ZJ6Eqyz5pS8F+jZoIvZxMVA37NlHPTSAXIRTQI6FQ/fSBKtgkai+V1EP2zbv0ec1nYhaeRcHIr2pgMu1FJcTMk+JmZAQ1jg6LeonWc+Ad9QcO0PzIixrXBKAxGrsUXy/kFP2i50Jz9slgs2MsrdeFbZKyD9nel0LtXGb3tcWoB/7BTKm2ZSo25exrpEZtnGMsjTsxRomCwJmOKkVwOog62kr8gvyMm/oUasT7vaNgat98eMdzsNPCZQwKiteDKSolxVxjLt+G7OrHsjTozd4C+SFvGbsHj6PDqwBtUDWjbxFQvxkJmOmzezlAsK2qjylmoIyO5OMKtel0ZcpG5dANc4322W2HLd7ustO2z9K7klr7e//Vy1XGt/bXiVttPoT6tZBxbxV0cN7xXt379dPutJd6PLt0YmZn3cO+B/9UeuF/1/4OmNw+njFIKZ6wsB4EO+enp6empnjx5pIcPfQF9oKO4gE6UUkIuqeQcGARPnHf9wFzz0OTxyROz56Lp14D4JKWQjYMv7ZOqfG85DoaBkTefmtDVmw/PZfNT8tGk14JD/0d/G8iBoL/+VX/+85/1l//6L/31m7/ou+++13su6pfILLlk+3Ht8Rma3GBDFm9ZehfvGNvZxmGsww6I4DMq5Ewia2QlBtO/AlirwYYY238jPdpmW2xSdBdE5/N7FH1YDYIROAWNfR5Dx2XBB9+WYEi7nGs5Ahem+Ekkl6c5P7mfExiZ4yP7cuGLFPwWcFt7ZtRr2wzRx10Zfd9V5XGNddZj39q5FSdIKCo8P6DN8N0/syPFAQe0SfbYUOCA3bFG2vU6DtWtD9uMYQXUcc3ln0LPHRCCt+Tib5mWNuGr8GvVtaNV0Td1K4JIDipeEND4+OFMHwg+Xlyc65LAR9XFnNDcbasLag6L5HFxqeEC0+SJfDFlsNjZa7VqtQqb18NewUtJmnDhOTo80sOHp3r69Klevnyp58+f6fEj9h978YA92SBTuOSmRAMg5aRc6AtI0AKoMVJKSeYFJOSStp9hX7HRVNm9cKeLWxmo3kDmvbwm2NJykVuwtq7w6dXF5RAA+qgP7z/o3ft3evvmrd6+fqM3r3/Uuzdv9PbNawJD73V1fqGrqyvW40KeM3GZt6Mz+g1injt4LXM0Z60uWZs1eOc1vMJvK5os5cCZ/ddxqfQFs23nXJwNV6pr2vgS3hXlRfTnObfujj7EIsv4yM+4aTPMTzPRFJ82U+MdoGye526KTDNt1DRABgIXZfPd1mXT1DEbjCoxzg6bWzAQ+5Iyi8urxICQ4s7GWrN9Sy6t3q91HJfYbzgHGy4Y0yXjuZL36TqebWihLSpDlbGLxsHIWbI92JWbKeSkAkGa7G9WAA3BmnIwUcNYp9OpPL6caYein5cnrAAAEABJREFUNfa4L8/DPJ4Z9E9AdBmBtTljW0nsJYvbRwezqaYHswrobZqpMn4JfdleAYwBXh5hIgYOeED+g0YxAMYWrE5YA4Xv6KuLPX6l5cpzDsQ6qP613KQ0mjGOQweA2EtHR4cEfQ51QiDo6ASaoI2DOIYD6BH8a2OHJ7NNIOiYgJB/Fdpw5GDQ8UxHhweyvmN0Hh4f6oCxzmYTfFbkIEZhXZHC3rhfssd6NlUAdGKnpUSeCsswMybJgZ2WAFC7XDO/K95tS80JEswJBC0Wa63XvVChcAktmBa1/Vrj86uLSiqcrNK+NR7KeA0KHeTVo3DiBULJcgbqnOCAyOmk814BuugY3h7uketjnNUwSwEEc3sHrLyPmac1a7TledEDHTqFPneXcVIm0FoK+2hSVFiPhgnrp5nMtAGvnVLwVaG/PIC1AIy7Q18Ht4OW7QP72b6k7zZgwXNjrhZ7qkwfNmdUkWg5pg6CMRlBRYIOkwN36ti/bcASukXvijlYVyAgDYEJCNsOgBZq26XmvGfPCYJfsW8W/KDF+7vl2Y9w2BJ9ke3bA2NM8U2KsTBIuZuRJfvGMDIGmbG4gzfNINhKOzUjiQ9GcoPThvpy4m4brIPujW6BT7fDrUObrYZPt9jKdawVsQe9DoIOTd0wB1u5YN+RRaBjU+eeDWYYG8QZzdgw8o230DGILZi/7TtaRbblWSJ7wZoYIGrJ+liglRlkZJSpI9+m6+XoIzKpDBi7Ng2uy28qBmJTvyFoXen9sQ3yG1T9PfYYj6GxzswBjEb2rXgc51C5Jx9m2ArvsEEAZHblUrgrDXoty4D2pDwF2RkrpmJXWyMQDSgbG4IcV8vAgHef7j3wW/HA3p78rQz6f8M4CweuCQeyAw7QDgD5W0APHz7U6ckDOSjUTBofY+WfYo6Q4HjsviR2PEQ7ThfGLssvXiotk5ErJXOgS8F2fTe8lPuQ68X5mDpKHOY6gALv7R4Nijq3WXBBPCMA9OMPP+qbb7/Rf/6/P+u/CAB985dv9MN33+n923eac9hquaiKJ3nmwZ05cI6XESxQfHg2+2DXhc2WDK6UjTdSLvwkQO1WPnRtixsKPmbRl/sBKNd+kUABaSB4wUAxDFLluriFyqtjaDmcLrWMYMciDp+XlxcELD5WOAdzEb/EN+Yv+En+nOCP5Vt+2rzmYOq582E2zHGmRFcG0F0p5FyJHHSMiyKjkscU/s8N816Um6T4RgWHe182m7g8FwWdkXE5I5cz8gbqSlaBX7jIWj5DVx2WA1iz2R3Rp5M9Vv2x1pqLgMHj8ziXrAlfalv4/tZQF5eDduPbTL+2ZTrFFmjr84F9TvDi/PyDPn48Ay50fn7OGrvAx3P8vcTv6GAdWd7gptaVc9UTOGVXac2tryeYsmZ9s/wlhHNpNCPAenr6UE+ePtEzAj+vvnqpF89fyt8CeuQg0PEJMjM1yCbaWFlKiTNcQUVWSoD4JECRKaVEfRJ3Lm0/3k8AacszZYYB2t8CMgn00La1ZXz+9pJ9uLia64IA0PnHc31gL77/8EHv373Xu7dv9YbAj/9I++vXr/WGYJDrPp6fac5PwNeL6isx9kw3OfY9axjdnS+PXrsRbFhoHvSCgMcc/y65dK3VxTcMWmjAv5ZHwMjzOnegk8vWnPU+j/YECSjb1hYZ66axok9853VkmLKmptOJGsC08S5Mvdaoa5pGDbJuE5ALZfOMaZ8BZDLynneGFqnjWdhyEe4MsdYYK6stDEHC9ni9tiG3Yi0tCALMdUUArO7TS/buZay1y/kFQYKrkPH6xSk8tNwasP/QW9e9Nr/qYVv83GumU02nM00ctAg4YC1NgZkc2D9g7bnecpgV/g2/4sPLy3P6p18CE0uCQh4TLozxTw+mOvDf2wGs42B6CH+inBsgoyoB7E4amCeZZ4Adyf6AW8S6BsPLAANT58CBg6X+Fgn+qIGoufwrlHPKqwj+LLngr1hFw4GbhR5jNi4JnQVgnoqhKBeAd0GiLpdMuUJKRSmlCtQl1zGXhQDFlPfhbDbVAYEfB4AMx0dHOj4+0gFBWY9/EmukKDPOlBIz0avvY/Ns3l8eFj3Qh4AkCWBv9cydg5oLnk0R/GFvLQgALdkrS9auwetjTaCoY98grvreVHzMC2LMsrDDBXwLTU6BNYJVlaYIfzMVI029/R7gterAhnm+qYUM48HTtI6mIed687CLCZP3Z7teKX7Va70Es08xuAPczkPOpagADb4tzMt0ytxMDFM1XqcTMOC/A5SbSR0Mft30ziBIoa5z39hg3BuzZvys9zM+/Ib/OtasGE8ebMi2PqMWDZk2IIZijfRgNAIVYTftjGMPs49b9LXoM+7AYu8qdpzXIFYMvnC916x/aOBvQl7x/FvyQ4U1756xW8ygly9Jt0kWj2Sncd6hd0iPx0Wb57GMnZtneqyP8icy3BO14Dt6iupfO7N5mG1LQ7WHEcSYlZEA2zAD5DZZg0vGBtN1/ivl3PxdMG8As02OeM/rY2fG1w1xo1tgo2ckOjRCR/AbeavyaI0NsMaEVJCd602ZYYAOFBmFSEjZcUGP2b7CjcXRLrJRcOyhlnearalBM7mr3MZguicbaePdMlWRzA+CrItxZ/IKu3PSac0Zqe4ryyEePQ7tjQzBc93tUO20oAGZAUHdnry4Bp+5LQ+GahTPHxXI0Q/QoSD0RRbFkHcRGNQM/Ht074HfjgfGbfLbGfH/opE6EOAgkAM+JyenevLksV79josol9LTB6cc+GdquOwkDtk+0KWUeIQDKSulpPiXVD8cgnuehB0/tTTD7ABnMCrqoXraCejFiZnEE5SHuw9ebg9TqFZCn3k+5PmCdMal04Gg7/7+D/31m2/0179+o7/97W/6xz++0+u3b3T2/iwuUEsO1B2HNz/UrVl8RtpY9AVrSJnxDOQoPBTvQhYb4YZMhnMd6MG9mA1JMjUC8rYHhSQXAlxrO8NefGqRqIgMLryWw2jLRcIHz/nlVYz98vySgIWDFhe64jLnn0Ya/C2pxWKuFfIth9KOCzgn+NA2ZrXPsfQJ7LWAMAkhRkbZ70xfiDIXrgYIOjeKMvU1iOMyh38uWxloXJ/dvihnw0An040KvMKlILP+anvzE7KsJHR2XAg6DuCdfcF8t4xpydhWXCJXXBiXjHXJpcDQ+iBPXReHeHu6Q0/mojxR/HR/MlGDTdZlP/nXvxx4PDt7p7OzDwSCPuLXc825JNvno56cFfMZ2DRExjaDwK6tvfXyD3hLaehzppOTEzn48/z5K718Bbx8pRdfvdLLFwSCXjzXo0cPdcTFczKbqXCBUpLEpkjWCRafnnH37BHhB4pSyGj49LA71csjGNnOwShgFB8EFercNhi0GwQ6Y4o92P3YN2suXfbtnEv5JT/pdnDsw4czAkLv9ObNa7398Ue9JRD0hoDQ6zfQ717r3fu3+sDe/fjxY/xq55KL0ZIg5JLLY7taR5Aj1jC+nRPQuSSwU+Ey/O21XevnG9klc9syt60DQzGvGMpaiCGQ5VzXkue0wkTNtCjWEuspcG7kZ1tAbqjjMhp1yLIWmlh7blOhrlfL1bL7UKYfSfZNhTVBipagSieX5cnHHh8ojcwLYL0usXvpb7ewL73mVgRoHdS6JGhrP8yXV+gxcLlu0Ycyt0UxqdOatbxmXmGjGjuwpcH+BrunXK7jV7OmM00PJsBMBwT6HdgwnhLMccCLhmHvnACcnxHnBPouCYB6fj1H0Z+SMv6YskcOCB4d+O/lgKcEl6bNlLos5aLMPwgZ7JucIUkDgnINQAVJBv/6FwORGMvK/mBelwT45l4LXKLnrIcV/lkSIFkTIOoduGaqxZq03sx+iL7YI7mU2CsFnAvWZHeZnO1BDv4uKxRiT1GZNJqw5w7DV0c6OjmWfyXzmP16cnykY8oH1PudmQdFPXsqICYCXaRR+9i7saFnvzrYtWLteg1H8I99ZLxgT6383Br+ptaaNeI9HkuIeSaNajc4Mzcu2JYMYQDFTBjvgut2YbcuTHdH3kMBrDd3yLx0AS73TJNxy/pbAwzUbVCEC5zDMwM55kfYlpifphSl0qhx4KwYT9WUCVCUWVc5gwGF1VnxoZ1oHyzVz1BTWdjWYadt83PfzwLvp5Y11A72ikFlGpGUg8i1rdVt2nscLfuMMeHveJ6wBkMfcxT62BuBeYe4v4621m01OCTaOgh1yXq9JPh9RfB2RQDVc1llQzIy2xLE9cxuC96uxGhviRpnOUawK2Pu52Cj/HOC+/U0S+YwzUY34afacVPDDQ59bnl7hS17oNx7gfbUgkisTa87FuNuS8t9sdtCWbRA34ghN2nkGY+wqbyFsCUGV4HDYNMGykYBlQ6NzsyD5fXj5RZg3gjUbdageQ5mGLPmA0UWQoqxu2yZgTUgc++E6zJuPgqP9tjjlhthz6YQ9uJxbRTITBsgb0l16N3G5CpieUMt3ZpvDaom7IlXrTfbjUIjrq6ydOaFnbHCtNt57AbTd4FNuKvunn/vgf+tHhj3yP/W8f2vGpdfKOOA1hymTftwdMCBNy6lT57o1cuv9OzpUz148EAHhweacKlQShZVYF6SmXJJPCLBSf4n9XEg69UTze95CSeJR+gASUhJziBBveLDgbg3uA1P0J52opyoTilVOcprDnaXBDl8Gf/hhx/07Td/1X/953/Gr4T955//n775y18JBP0j/nC0L+6+wPgwx4k0usFSYTb2BAWGzcolQXx5qq8K57twW3tr3u+rdipe0bRlrD48+gUKIxQ0GNgQPDF4TqzB9rccPOdLX4b9DQEu0VyQfVGcx0XxisDPleb4ZmHgMlEvk1yWOYT6INsRGOkJFkU/+DU6+2SWPlnryrBtHFAwEiXGyxjCdtZMYJcHuuGQH0C5AeLwH5h2bk39pg1znwuXbS7mhUtCAjL1cQnHR9l6M3YafOgDOsboscaFgPWycqCBYNCSA3y9HPigv8al1f+o0LRpVC/KE+iCFZIDjr54Xp6d6+zDB529f6+P4IuPZ/j5IoIQHZcFFCGP7VkVO0epbdNAi3HQm0UlpbigNrOpTk4f6DF77cXLF3pBAOjV777SKweAXr3Us2fP9fDRowgAzaZT5VLkT0ZXSkkpJxEdZcTsNe859geU4kMV3TDVfUDPOutdz74y3bHPOsqidUpJJCkpPgMK2nvQRIec6Q5tHYHdNgJAK3mNXbH+HAD6SIDMf5fLAaAfCAL9SBDIgdrXgV/rR4JBb9+90Yf373QRQckrApELeW22+NH+XnLBv2TtnhPAPDs7I9h2psvzc/A56/siwHMyJzDg+fSFq2WOO+Yc0zC1w+NSxjcNa8UwbRp5nTUNF07TeUKZOWYdWS4HHspuQ1vzmpzR0wjhwDk3gclICciipwFAQ+rwdQUuk3EJBds48/G7xVAttIeOxv2nAp0Axcez1rJfW/+aEBfR+XwR621OMGhBYGTFs9uwI4gAABAASURBVGCFbgd/osHmGxtYlA1ZMWYu2w7QHBCoOZge6giYOujDerJvMpPeMbcduuzPJZfdEccFWugK2/DZdKbpZKoG3NA+NzP6mGBzg1C2JDSYweVdiJFSHSl2AZTnyTQkid1I/KfVwnuUYM/cwHNs880f1sWSoMiaddcx17bZa5emkhdvkowDhQkJW5KS+Iz18DFFG6AqaGN80BsnKZfEuBrGOtFsNtUxvjs6Ooy/K3Tivy10dKIjfwtoeCc2Jctd9N5b3lOhqFdCZ4WqOMFJKQmE6R0Bg7U8j57bK9bz1dVc/tbhHHrBeFcER1sHRz1e1s7w8JC8lsidMpkBJFxupBiTmfV30ij28A2gMUU9omC3AyHnSssZTDM/0S+zw/NFA/iZ19qmda+e+ljrjBVpGvWCJeGHeL7gE5jKKSvzvI41WRoV1lHheVbYb36mp1zCmKQc7knswQCNn6QMbwtZ209Hn71azjF+FrTsl3YICLesaypDNOeMjixWq8ZP2IxM6+eP29B2yV7zHMwJxBl7P8zhme8AdMsesXxHO4/dutyP5Rw8vfAfyT+/0BUB1CVzWPvv6DuGSOYW0TOjNb0Du8MKdmVU6WBEdr0czFuz65KUSRbtmLOdpWTWF0GOGcpfJDsK/STpwb6x7c/C6Og8OK/ZOxX0+zWxXxTf69qvcMkjADpgnLWuyF24dguu35YqhTGVIN+lKTpFE/hgUtXOWndVBepMeCwmR7NNm38LeA96bRrfrL7e8Hp522KsGfFYs1feFCBIXu9G4ZxKjM02eDPODefLCb/qQnpX9+eiMtHgp2SZ/ZpVMpaSxLNq2Lgo6fbWiLvmCQn/Pt174LfrAW+T3+7o/4eOfM2hyab7ZeEDkn+iecwh90lcSuu3EB7HH6R9UINAPAhzKSoc2ErmAVkMRQ28Bjrz4iJxL+04A3bgnuNCTxc9WBWSlDkIJ9VP4rAoH0Y4LPoQLb9V/bKDbxkDyhDu5EPxggPyRy6Hr/33gL75Nn4V7D///Gf9X+CvBIT8P4a9fvMmvrEx5xC35LLk8aEgUlaW0whRjpromd67AQamEU2MDJ0zJALtZfsF63Uzw9hX7XjIQxF9+S1toHlGOJNNc6MGTIqmPmy24+GUi5EvxZcEgCpccjG+1IKL8xXgC7SDZD68+if6vtT5YNxxaBc+tkLcT2+DHUE5C4NMDNAHNneEYNRZrORejvEu5xQvz8wYPJY9aPBKQKPM4d9Qx1nbaGhrjBIS8qy1plCfiprSqHCJL9MCnsiX2KaZaNo0Qedon+SP57zFry0Xaa8bH9DjEM8ls41D/EotPrEcsyBlacqF+ZCf8D94cKL4GyJHR8rYu+Kn8fb5+w/vI7j47t17nUcgaC771oeeEazPdOBYJ0mpKcrYL/suZSX2S8mNvN8mswNNDfQ9aaaacsE+ODqu/Z8cEQA61sHRgSbUZ+spWdmQ0ZOS/EkZDG2coVOmDpzB2fzieiRBYq/1gDEcUp3nDBXVgSsPktTLdRA0MZ/W7M2OZ4efH0sCMCt86vV2eXGBXz4SKHuv9wR66q+HvdWb12/0lj359u1bvXv3Lvamf0VivrhiTy+1HnQ4AOBvQFxdnOvio3Wdo68GgS4JNHk/O8gZ88ilzPPYxUVs/N9/8E1O8pqq0GhcI02sE68ZeHkLmfkNP9lXBtZSpj7b17koG0wDMg2IeqlR1NFf9rwqy/Nu8Ny3PMPasI3VxTokDxfWLNP2GiTKgOt9eV73K9m3HuucsQbgZ6/j1s80Lq3uh07dBOgAUkYP0DCOKYEaBzYPCOwfAcYuT1lLTYyb1tjmPbJkT7gvX1pb5gO2MnoyfmssP5mqYW0204OK0Y8AiXFbzn4A2+85dGMH5tSEbQ5+cVpG2p4KdnzzBx+xAGqAi8DPOcFB77Vz1oCfbyt/8ycCP157NHM/rOkCpJTC83BJrEv2W4/hHb43RAvWaix3TKCaASNqGuRyVPdJIWNsjSkrsV9TaVSA6WTGXp3qwMGgB8c6PT3V8ckR+/JIs4OZmkmjZLs2kKWUqkrynk4MAlMjf3qexfZ7S2DLfr8iYGDwtze9j654vru8JBi05Nm/5jnmIIfXl+22jj2IMZGRrsu4z4wdFSv8bzraWz6I8JZqW5j2I206sHnGFXp1MR9ce/CzkLGuzNirD0LZkFHjRJ392JSi4vXEXmrAORcZyJRyHgxLQ1ujPPCzLEMGE5q8JmwO+1pMbNUScLGvvH5b7w9AOMstNkA/pNqctjEm5KLNsL9ir3HO8DPN4MCPsfl1/62iPyspZB3tPYeX/ubcxUedsXb9nPK31brwEUJDsh0D+bMQM3NLu5+qFb+NWliTI/nFeKe7HfKLm1uwjqPmLv9acF1j9f/IvW6t/TDCT7FgV88u/Skdow2WMb0Fr6HMOnWNNupGAoyorfRaDplaCHIvsyIYXt85MgrXEo/gPQ6q98o3C1XC+f47rEqaH6ZviB1+VNRdO5hWh8eQTBhVaedWYDB9He7iX5f7wvINdfsMu86ajDOGFgoGkMboj/1oiHIQUXuf3XvgN+mB/b38W3TB//Ax+4VhmE6nccD1H6R98eKVnvvbCc+e6/ThQ/mbQLPJhMNwowkXgOlkqhnys9ksLq5TaB+GGx/wSvYZmDOvH65+Y/U8SgUkjYd3KvnJb8cR0vXU+aDIobCZFM57SaKm8yWdy2bXIsdhxdyUEofQtVYcjC85bPly+Y+//U1//cs38W2g//t//6/+/F9/1n/953/J/3PYdz98L18+z8/PNCcoFIdDDn90ECnHkz7Tp7APHHlU1ayr6Kfke01cMAwvxJ2ub6qksuNSZBt9mL3kUnTJTxTPzj/o/OwDl+f3wJkuz851xaXYf9DZsIzD61KrxUIrLhXrgBUuNtA5Fw53lsk2YIKy/RwIscB3ZmlTY5cNDhPuCrAfKyTlBsj4MqBB1LRxI3+DpwI81kpmLdV2NihJKMyshey6jEymXcgUNVwimjIJXLhETKaNCnKx5pChqQI4eHe+NHGZXXK5rT9VX2rOmlm2iwjcdBzcO9aXmBf3PJ1OdMJP+48dBCIQekIgxmt1tVoo/vYNwYs3r3/U2bu3BCg+8hP7C/ng3zFf3AhIdmAXuB48GUqSckI744CQoFMuss22v5lM1YTdDYIk6CmXyoPDYx3S/xEXztnhYewzyxXGWkpWRl/CRyMU6JKzEpfvgo9KsUxSCpzlcpW1Cd5vBvExHkGxZ1MCs/cyOMsf10u1nFSSlCkYCsJ5AJBYcNzn13Ig55L1+ZE99+HDuwj8+NtB/jtB796+01t86W/5XBA0ciBozkU/vvEBvgy4DB0LzxdrumUOIuDDnHbMWdhFlnNWrCX8MgXso4Z5bFgbdf002Iqg/DGuUGdKzLyh8hgVQtDoVPZ81LYZuoLr4AuM5L4O6xmBmtjHHWuBiynro6PsWjjYQ0+oyOwRr9sJthZsz7lICVCyKK5cy5f+NtbwItbaEn+43KEzhBhBQVcAtFVUyOGX6XSqA/zhtR3A+moQzoyhY469B6zTz485z5B2ueaZPMw3iuzHpkw13Qv+THHPRGQiQ1MK7IFl68/e4/QQ/VAVCZ9gH8opdYrgD5TLtqFlXPN41p3LwZ+Ly4+6ir9ZNmc9LdXzDvB4M10lesw5y/1BKkGKjwNnOI3EyPy8430RbmecVO+kNNBDwyhteQn/ZzpqhvGX0mhCEGhGoPaE58Lp6QOdHJ/o6PhQU959k8lEJWfsyCoFoG1KKO2FLc7WWOBbQq+UXAGf55PndkHQYsH6dsDAe+GCwI+/Uee9c0Ww34F9P9NbnmE9676jnexHNNJDpPipuN1LHJQFV6s9cEPIhhhZX8E6LG8cevpoFhltugBkwW5eyx3Va3X4taMdCF1OSTkXFaBJjbKB509OWWKsrttCpt7jL4oPIiRt7Pfvx4ZdrnWNseQW10HDp8d+29LxXHDA1XvDazmCNqzneQRPLwkwLgn4t+qGMVXtHlOF+r5dIbdSS4B1yfPGv566ZH6M2/VKHfvQ+846Rlijb8ncXDJvF5xFLggCXYEX8Na953wwNGf5n8gHTkUeb6XqvI30F+M6kht6P9F+7HLEnxD9fNXY/eclfz2JHbfuKt2Op1LMbK2mSKq081/L5j09Y2HE7ug26K6vgGtCt66SWBseg2G/Af3F2jKXttDjWqDGzGjLwq84OIOWAQXrF2SfVuNa4I45q91SX4lP5F8i84nmu1Ubx+wyR6/t8+4qFSoMoEjxegrqPvtNeuA3Pug7ttRv3Cv/A4Y/HmRsaubl4WDOQ4I9L1680KtXL/WSINCzZ0/ln3oe8FPkyXTCYXiihoO+D76WrzDVjLrppIm6PByCew5InILjECcOhHEupI7E0Y13Eqe3noN6Sr3cxpeTCbqLBZDoebKGjeB4iSVZjTp+otwS5Lg4P9fbt2/iV7+++eav+s8//yfwZ+C/Igj0zbd/03f/+IfevH5L4OQjAaBLtcsWVZ3i45ULZINfzZWIqtsyxGA7N0DemXz82Ac6ZcD7DTJ9Vk3IEpBYcvicE6RysOrsPRfl16/1+ocf9OP3P+h74C3l92/f6uPHD7q84mCLrC8HPgD3vW8APRq76MRDSZRwu3wgN8Z9ooCvFZ/NT5580g/oKz/8n5SVpA1o8/G0hri7GiDmiYqhWGVthCkwqfabYWwKog/K7iN4pm9CbYK3LEOLDPZayamgs6iwZjKXaK9LX9wU9qMHYzouTi2Hd8PaB3oO5z60u9zh847goifGOn1JPiIAc0jQxb/6cTCboj9xAW0J+FzJ3z47+3BWfyXsI+uJS2rLJaOuqXFd0Sld01C+EIdtXIqUMoNNCttyARfqM1CgU/wwqdow1cHRgfxtpCOCUbZlwkXTYyvoSblUVTmDszJjLfBj/IX9NynKpajgj0JAKJesBOSSlFOSXS32mzyB/z97f9ogx220aaM3gMys3rtJSvZ4nvnwzvlwZub9/3/mzGNJlmXZ8iKJSy+1ZGWe6w5kVlU3mxS12XrkLiKAQCAQCASWBKKyi3W45U+mKLPmMhnj5gl26JFSMaWklCqYpxC5fRIl6nkt99jal1pfhK6x0cuXL/Xy66/19Qys15fMbf9pnS+8/vOXOy7BdmT6x6ZXd3eKFEeQHUMrLnIbHAT9dqVh5CIWzo9RoWfOauhn09HvgJY8OPPBjqFMuUGkg6LH7jVY1IZASgHTFnoKUPQkUcVQSA+BXtLZAR7XoYLe+gyIdQEX5bomPC/6egFl32KlIzPJ+jXo6TnXNHYiFJWclRNAG5ZrXjsKbNM1dog/e7Mt2CeGsAONua0AaiA/JhJpJhtQspoWmwC5iA9SqevfSVsu77j0rtgX1+pZG5Qow9Q0C/ltH7+d1hwdB56bjrJGopwIOUi3nrmR53l2mk2jiGBZtkRGN6himKKq8347YsP4rpc3usXZcxtv/tzq9u6O0+QKAAAQAElEQVQax9+t1syH3pdubIgoYW7AUgCCDj7zFM5mirkJlrIEnq2fkuZPWAuZHruRZ88Q+Khh/sFl7OY324YttCiTsv/lLNtwwX5wcnKK8+dUp2dnwAlfjCywT8tzsSjTHs2KRF4/Yj1p/iQjI4/DkXm81bDtFfsRfQ0nKGNxg7P/DsfpNektzzY7hryWDN7ne+oMODvkDtCZcJ5YLO1EX6IfWH4qx/SqvDATgjWi2WoupgD+IYDC6HeVMdhGsA48owds47ZH9kvzwqlqm8TY0nfmcmGQc87YwZCwPJCMU868yQHkKZHh8M9qNH8ySs34QQqZBvcE1I7+0ffRumOXftMzn9cxn9c8G+f5XZ3+fV2DrmRZIWnAPFtgg+MH8LOBdbAlDWCdhd0tG4fOsLMNY+g2vY5Yl7c4ft68udYt4+b9LNYqddyEmzLsdY+ciw4gHeATOrPN6UT+SRLG1Ea2CX+YPOv7MyhmkYbvpRRjeMAffWKcDkgH6AcIDwEHVf5ZKKoRFPMExKuEpTS1PinlOTdR5gRW8eCgmmuIdC7Zp7U2MfXj+cCZaF/6gRjVP4xz2OvgOgavuQAkOG8A3YWH+V3BdyE/uOJe8N7I0CzPwOog8cyy78pA4TtDKe8seip4ssCv3gKxB/3qe/kr7GBm8zMcdq3louBLp50+v/n4N/rdf/+dfkvqPw27PL+M30Douk6HsCC/4BvSBRfVBYdk5xsOhLlk5WgjkQKcjjMgPr5uiQOmIXGIS6YRpUQEPvIQHygf/dAihUWuWydbPYCtuQz5W7eXr17pHzhH/vrXr+Qfhf4ifiD6c33xxz+S/xMOoj/rb3//u77+5mX8ecp1HK5vOSgu48DoC3zPYW4IYNunzcHAQ4scMQ8EdHJw+wapxqY9CjxAdhXBEYcQEJhdE8tgE2NVktvr6U84gPhG8SW6+tL8t3/YAfRX+vc3LtF/18tvv9b161e6u7nRikvUFkfY1s4f7MVJFulVXgLLRLUdoS1YAqA7JElOXSd0i8yHR9UujulWdHSqW7s4ZSSGn7addV/dvgG6qS7cpeapYBHWyal8UYiOJAncVeqcymrINIXLbSkqBi7STVfU2PERddANQWFbnD1rnBNbvt3tSdcc8p0O/p+m4PHF1Jo1XGJOcMCc+4LHZe/s6Ejdgosv9l3fLeXfAfL/gPUSR8Yr5t0tc8mXjcEH/pCDXtPbHZ11a7vQzU4YMbdh0QaH5pbLXE+dNeC098VKwl5ZDevJDteTEy6YJ8daLDpojXLJkheCEnhR2zU64oJ+fOo/GzvT2fl5OGsvri4iPffbCudnOpscSd3xgr6gj9em7WNHEJc7r0GvtQHZMwi6L8kjqbz+PMZOIz+GGsOMy59RdA86ElhH0T/mpi9DK19ycezc4TC7Zd7eYLPbcGDeacN4eA732KTnYOqxQgICGX0bC7t7jo6By7OFMlKPPX3IpIYml5gPxgV9B0rB/zBCuns0wcxj+zILMrY22E4BnTJ5AZTuRM0ydoRJmvUdwKMv6N0z9wZsYgjejBTkNszXrmvltDpRihL9SMqh9UjfB2zS4wyxHQ09l1LThDzFx1oYqanbdU5F8nxpaGuGjFxfAHrmf9+v2P/ugCX7yEob5qGHN9F+tl4t876r0DSLSccWoY2GbEgSsrPXmvtiHLrbjPZxGERKlCdojUAfhrV6Ls7L5a2WnguGm9expy2ZKxvmzdb6YMPEWB4CoqDWeMQ+U0YYDpvRAPwZSDkrpRQgZcWHsRjp5NZzjfUWc844sNlsmYt9wApHwmZlfCPzDOickNGUVgscxF5PF6wr/ycJZ6RnZyexrmrfRymUGmlbsu4ZfcRntBPBYD2AqsdGG/Z9vzXnP3G+Y10scQL5LaBbngM3OBa8Xm7sXHhzozvW0fJuhf3QDRsJGyCKJhl/I9CGQ2D+DAEbpgzOSM/FCWJemtfldnpZNz9LsJHIW3YFZKP/HDLmzErKTVGTPH87HGCk2KctDftdq8JcaEpR9nxKWcqADj73RR4UTKjLHwOKE3A/jGxRg9zPnn11zZ6yxDG/BiLFvp7zg/ttGwHz2nRqO/TYoWedjfB4H4o8+Na2CbB8K1RbHlh/PeWWf8Oedn3zRjeMnX/TaYMTyfOschI/6DqU+2Ev9j79IPcBLAfcj6A/WgAyp35MCYSfOniHAmiAEMJLxIfRYx0xDWAtmBOM9WBsdPQDYdbgB1b/XtUO25rwKdmJ8bM2Mvs+xZIiyuxNDrHG5nzw7qOwyT77T8Pc7uxAMf5BDX8w4wdJ+26mA1vXph0bHlQt8mP1AfEp+2SBf28LHCyff29D/FfofeYBYT1LKU7ugYt8GVksurhAfvybj/Uf//E/4n8p+vjFx7q6utIpl+KOC+oC6NpOThc4fo4MXJaPj48Ufy7m8rjcFJWSVTgEZ8Bv+xjmhtOMcPmUH3IctkYOaD4sOw0aZQnGDK9lFDIZgCSXDxze1lworjmIvXz5Un/7699w/PxZf/z8j/r0k8/kPwv7z//8Txl+/8kn+vT3n+qzzz7Xl3/8s776s50rf5cdLtUxtKxOIQ53PZeEwYA+nC451u8fCqELT938DoCMtveDa88HzvV6qVu++fbbPi/9ZzH/+Fp/+9s/9Ne//lV//ctX+uvfv9Lfwf3Wz9eUv371Mr5hXHLI3NDXkcOqsJVbsB0SCuUJnAelKFpE9ZrKB3tsScG9UHkraYfvkEp/d2zZwjZjgCy/kiYTPBTEQRphNQbZBfMZIEz1we4HF2f3rkLG0VKhqPEllAtH4QJiJ072xTRqj/Jc6pkjPU6fNeADuvGei7DnzmxH269jzp7gdPEF7xzHifG26ejWVkscbjdcVl+++kbf+k2sl6/iT1aWfHvfc8nA0HKnc25wRjQqyGrbVgndxACNXJq2zPGeC+WGsdtwWek9z7hMeF6Eur5Uwe8/Lzk9P1W0z9pquJSnYgPIouQ11bHGjnDqnJ4e6+ziTBeXwMWFfDE9vzzXxdm5zs6QYYDnCCdti04NtkkpiU4BgwbPC8CXFoPAoTKeHohBpo3ojSUZ3ZFqpm2hbzXQj4GLI0R6RxkSHUb43aeRcl+sbHO/2eGLru3li9PKl33s5nLzWUZmELqmUaG/HRfKpingAPRckuqbM06zzFuBvlAuZZpOwD5ED4gI9EdAAvblQmvxGaKuZTZCsDI6ZMYx506RTnkKotzyqBbhEA+CI/YMrIR9+gqxj/QoMLckNYyDx7XJtDvp4apKmSTvKAMXmwEb9zgrPWf7fqk+HEFrbZk7BgRTx7KtDcAcgxAhExvMM8A/MOfW7CG+IHs99F4HtEHHlLG7HR0N8yR3i8hnz3/oZGRbKBdYkZgbOW9QC16gCaCYJgnoA272+LMv22Ry/qyX1wpHB+vp1n82g2Mj5gPOnwGHzGBPVeiEmLeCLTvuqCknTJZRD6CxzJzJueIiNSNNM1+xAMjAnHQb237UlnHZYquetbjG8bNebbQxgPuNki37xoge9Ep2bvhZ5zV54fXFevP6Oj0+0WLRqqCH3/wZWCUyJKFXAlx71NbrirZHUgEDbfaMxYax3LC3LHGI3bG/3+IovcMufh7dYBvbp+I3ur2502a51hong+vTHQn93ZzX8QBegXmH/ODZpaxX2/YQcPi474PnBboN2GSgzwOCZ5A/5J0kosQYJ8a+YOvCumgZ+4450radDF3bqCnMB3gyPDln5nJi3eFmRw5Bts8ARQFC4uMA46MhZSFzAuOA+AyMlfXvsc+SZ+xyyfM84E6e896nbfMBuw/RT2ziOvT/ni7II0x6JbkPMwx0oKfukn3/ljPH9fVr3eKgW+NwivnC3id/LMASWI7OPgYzy2NlP5b2sNnIR/Q+yel9hbUslK7oPyf+DqUPiw/x9yrnfhpg+uA68H7fELaKSGwQ76wdHEQEZkx6J99cYD6xAiIlmucmu54QoCkipXMEkFhpzHajD2BieED90OwH1X7A9CD7SFNwsB/5MRCKP8LxU5Aw3X0xbhZgG63bAXtlRcx2n7sU057gyQL/JS3wkyl9f1X8ZGKfBP1cFvDDYpZ9iPuh4by/8fWP4X700UfxP4L95uPfyvhVOIDOtGgXauPA15C2aruOAzDAhcGXzMWi4xtR6Fx+Ww6I/iaw+CCYkjKQJB5dhlF2BtX8KB+MRw5XI5cdp+KQLJ9sJfiAnJRyBhIHMiC5dOSCtdWKw9ftza1ecin3/0D05Z++1B//+DmOns/0CU6fT/7zE/3+//4e54//TOwP+hzn0Bdf/klfffUX/f3v/4h6169vcMrcclBcc8HiAO1DIvoMXBJItH8QZdo3NKQzOF9BfMAiJtoHCwF65Ppgury9iz9N++bbb9Dh7/rH374Kfb766iv9DbAz6B9f/0Ovvv0avlfhbHA/fZn24dX6+FiNH0Q5Jc4Xtg0tZ9XPSIItBQw8yAY/UGkfg1EwyGyYUxWBpOToHgTPPco+MzA2QxyePQY8NWuAYQQOzBU5RwMqA+hAQA3wSnYcMIQygcJ7KMOaVPoc01ygLsk5MRbue1Hi4tF4vnERdJpS3kul4QH79zjQ4s0vLl++BA8c6FEo+Jqc1VF3wby2Q/PkuFPXtUEbONz7oB8Hf771fY3D0X/qtLxdxrfyIUd8kJGtB5chX5Aa1kEBlBJWw14jfaMDAzmJHsAv+lAyutJ2d7TQgovl8dGxjnCsdqwpyzBPhsd4i04L+I5PT3UKnJ+dxv/cd44zyG8weQ1HCv3k7CT+ZOXk+FjhoI3/EapRaYtKySoZQDcCyqMc/dQMUBR6GqEscFLKR+OkmaKM/q5fgfIooyZzZGT+9dh4wwXfF/11OH822uB82Mb6whjIaOh74WTVAU1XVMjnnGXwuGQmu51AeUdPohRQNSPJHCzR89N5404rJObWDALPkAHasZCcG9oztLI+hpzbiUZrE98g6lDT4VC+8QAulV5zA3OuD9xUc9MKMnIuId+pLIvivUT4sCcxYWBqej/i+L5zAm3Yo9YamMsUBo97ArIPPsXSdiUgw44A7O23b3r2yzXOty0X5YHxkZISNm0a+sy8uuf8QU/lRhUKdrANbJ8JivOZ8giqH6xTaj6cP9Zly76K42l5e8OF+VpLX5zv3mizulHPvLCtoi9JWMPykkAQ51kGsH+NwNZ9wlYpJxXPB9ZVx7OmQqOmGIpyBuiX+PjZ0jPPNjh2VjiBVzh5VjgI7li3ftvm+vpON29u9Or1G/nNvpc8R175zz1fvZH/vOf6+lZ+u8Nzl6blNR2OoPMzvhi51DnO1uPTI/aJjrLCepL8bLNDSDzH3L51H607eXltAKYNsS42suwVzoolzjC3dYezx8+0W9q2g+EWZ4O/NLi5fqM7HEMrO4JYRz31/YwS4zgANfVcAShzvgLfxWO/AR0Gp5QNOHxcNpIfoY/MU6cCD2B1DMbFxx0nkRK2NWSmBHOgaVVsc8bBXZgxxAAAEABJREFU86eQOm/IOUsqgFOSCCOiEUZAfFB+UGSRBvSp9RGI/lvWhPeVtd8EWt3KvwnkPTscQJ7/lNtmPbwDuEHsYUKZlEf6pjrt0D0BJmTaqJDNpp455D3/hjPHa5x1N8CSsfBzVoyrJn7Nn2FG3p8i/f0MP6p0VmJOv7+wnX475PvL+ME1PkjtmWmcmpnTKXsveV/ZPcafJzOrGtKz/I8oJl9dN0nOm80gr+3gJYp5WVPXM5ALfkcudhq0e9EPGLho/J6Q75nZt/leUe8rfF/Z99TmIfteu7nEjbF3sh8Ym6mPpRxTHiP/F6A9qfhkgZ/GAm+vn59G7pOUn8kC84GuTLtXfdjcb6zBmXN2dqbnz5/poxfPcQD9RleXz+Q/S2m7Tk3bqGQeOz6ER1rUcIHIpajlQNgtFjqeL5ukCy6ci0Wn1gd16vtCPeeb6cBoPRLycsrK3CJnSClxnEI/H9J8GHUaoKCnlCSwkQfklovmhkvNkoP0NQfnl1zQ/T8R/fVvf9Wf//ylvvjijzh/Pg/H0B/iN4NwCH32h/gfxb744x/1py/+JP8Z2V++/DP8f8EhU98Q+sc//h6/N+QflH758hscRi9xyhhek77W9evrSP3jtv62tqaVfv3aaeV7/dp1Xuk1F4xvvv1W3379tf7xj6/jz7v+Thv+zR+/9fPN199wEflWb7iEWN4dlwH/CdLu0oZTR+rlxYf5a4oZMqD4+HADYK863jzKwBWXDwV/sIGFDKdGKpHchLwjGXzIRaR4SFZwDIE2iB+pNch69C73wZvUTKY95B9oPWgRmetAMWcPYC5xmul847cqSpIvIU0uylwQM3REKjRkjvRcdrZxEdjg7NvERbq3Tu4TXA38HXPUb7XZAXOMA+YYR0vHvOY7bG24rPoSe8PYvGZ+3XBpXN5dc9FYIctveWBfZDTwl3ahpu1UgMwlSRkJYzqwWoLEfIfu+U+GkOW64aw5OdHi+Ag4VsPaSSUr5QLesJYWWqDbCeUnOItOjk9Zn8c6OT2ON39OcfyEM+jyXJfnF/KfdV5eXOj8/Fz+05WT0zOdUM/rdOG12TXy5blk9EkSXVBKCshkDE3OKuhQWOfFadCtU1YuRV3bBCxY/yes+9PTE/ktCe8lhmgPnf3jxAXnU8pFaZLRgJeU1DSNMu0koJkBumlZWVOAR7tPTBXm1MD4Cqipi5Mjqjg1RHaKkEWJDoH2MnoYqh7o0nTK1sn7WyYfgCZ5rl/FWQeD51kF4tBpC8KBMnBmN/VywCQr5CILO1RdqrwaWyLgPvltjZi3OFJwXPbGh7UG5u4W2TQSVVCflDoxy0AjJW8ZXHhdz38OueGC7IvwEHVpmYpNaZXpb9O0akgFDUQ5NzAUwOkecpvhdz9I5T7A4iYBciqOwLfsVb6Y9zhdvHZucWLc4EC9e/NGdnhsoA84ZcUazK6DLZJT6o7AwJod2LsG9r3BziT4ICujX+N51zF3WWMta8TQoH8uSUKO+Qb6vsUB5rd8Vjh/lnZE8Yxw27c3SxxSN3rjPZw1/eoVe3mkr6G9wTF0rdtwvtxpheNM6OI2jk+OmNtnurq6kNfTMWupYx01rIFE27Xp0F6j9aaeU/dRCa14ho2A9fKesl4t2UOW8psld3w5sFzeYptbvpS40S0Ohus317Kz2Xr6eXODDe9wQGzQyWM64OBiMogdBuE1hAk9vjNAzrYd00HTvBjnMqeU3wvmA2w/84/YUdSvrO6EaI9WGDSPRS6FMWE+xHohjXxS9vqNTmeJ1LNF/rgeeaOWVNMaD24EGAO2GnFY7cC2hO7+yjoB4wRRe1c2qOdM0Hut4LSxE2jNXOsZfztxTB+QNbCGBuor6oUE5bDPrJX1FhTkIet2eafXHg/G5RbHoX/7J5yYjKdrJ0cTYL6oN2XfSqrkQ/LblMPSnw733PzppD0myX03fU6Nfzi8yw7fJW1f/q4ezuOz5/xwrX4452Frh/heYl0Xtd8sjX3BI5h5g9OMIJk0aOCPsAepOM5Fgofg3A+Cx7X/QaIerfTTy//Q3vqcyjrnkb1T7BDfEZ+QJws8WcAW+NCVZd4n+AVYwA+KWY3CAc34IY3tTwsOsb4oXl0914sXH+njjz/W1bMrLpen8S1n4TKbUlaawPVzLmq4zDRtqwUOpGMupsdcAo+4PPui6sNx17XUb7VYtFwUK7SuU7IK4IMiZ0WVnJUDkoImPj5cxSGNx7pTSFKKf8Hjir5cU7blsLjigH+DE+jVy9fhZPnqq7/i3Pmz/ogTyP9L2Keffqrf//4T/f4/f6/f/9//1P/9//3f+mdi/nMx6J9RHk6izz7T53/4A06iz/XHz7/AiWRH0pf6MpxFf9JfvvyTvvzLn0n/HPK/dB4H0pdffKkvvjT/F/r888/1het+/if96Y9f6E9ffqm/4JDyG0h+2+cffgvpm5dx4bi7vcUxsZb7EN8o0h9fOnxR8A+o9j6w0r9hO3JetS3Eh5QLkgwcNylgGHmYcVhXACy2Z8pqnOaial9NHx65hMiQ+hwc+Dui/A66KCDsSq3BgLCey0kfl89ePbr74O3UZQZXgM3JAaTAUSdSWbgxN2CgX/uyuTRFvxouYKXJ9LUBStCYUYoPDfnAv+XCGZcALgYDh/oB/cJWYZ8U8/T4xG/MAMznBXO3pMxFpNd6tZYvstev3ug6fr+EyxoXOMuzbGuTS2GOd2pbAIeSnUAJ2YpPJp4AWm4KVZpKI9/A7zd//BbQERdLr6EGOR6zRL8ya6xbdDL9iDV2coaOgB20Jyenct5/QuaL6TnOn0s7ga7OdX55gSPoXBc4d8/OTljPJzpinfqNoxaZDbJLybGmkuMkeVll0oJNc0BWhsdgh1R2HRxtDbSmNGq7TuE8w3ZnZ6ey48d7yfn5mewQOnZ7XRt/UtMg2FBIDRk7NDRYnELL2CKTj1QSWWUlMIdMxLyf5jvDyrQfnIMuUpcZPeAPAdSLlLKDNNrIRW4kZy6vhqYjO+GRL+Rb5aBnCwDm4NlomPJVITKzTvuynJNs6yb6aflJWY3iM6vN/I58pMhg3XvdrLm8rnucjb7Iet7iBBIOFvNW9bM8NnTEpAro4vntuRkpcz3WHV0ImzMeTWnVMM/dN2V0QVh2KjMVZeMZ2aTEIXfwD/m6W4ag1IiqIIO2XKzDuYGT4tZv/txes26Au1v1Xi/bNVvWBt5RmdijFgl9Hr3vke5pLqFlGBN6hO2sM86eQlqwZTbQeMa+2algZr7QfeaGtMV5tMUh4H10s+rjfwb0lwW+wN+w717zvLjGsfIax9RrHLtvSN+8vsHxcqNbnEB38PgtIgsrpejoZKHTizOcqmfMc9YTc/6I+R+6FHRNogejxnHQyPg5FTMTsuLtIHDTY1xXK5w/S63v7rTEPkvSFY6gO+AWR8+NHQ44p6yTnUF+tt3B471oZE+1Toiz+PjftfLcaadRIMqGCuTjR6R3ZUw623sC1IV5DugPOtPmFBIheoKVk3LKanKrmEeMR5OKMvmUiyRDVmYsRCzSnJ2vOWNZ0wcVUS8yMQew28DzY0DXHZAXurp8hG6gY1FHWDxNmBPX6Vkna/b5eBOIueg1tHMC8RwYJvvt5aAEwfUNTCcNtGe+9XrNXLjmC5qX8lzxvFl6LluGmQ0oQPeMiYqRDuhJJvC3o13v3y76SSm1Ux8k8i2V6BTj5rpvFb1D7Ft8rvwOuMd7L1MrvKOJg8KJg4QghivK9qJMDdI7o3fd9auMGr+z8gcXDNP0HuIvnB7OidqKbf0BAplk5vf6kdeVM1ENSuBEhCAdRJVU4wPyvxb9J6oTM6G83d2gMzoeofev17nuP1Hpucmn9MkCvyALPK2AX9BgfIgqdWPbcxYOss7xLCHJHNoADtWLRRcXtourKz3/6IWeP3+hy4tLnZ2e6cgXhVzgdxg12jmTpJSyCvLatokLdMvFouVi2ZJvnToPdNS3/I7DssFlHW22DfXga0gNllVykQ+XSUn7TyKXlImjzO1mclwWrcuWp78P6ksOezcc3P1af/yo8t/+pq/+/BccNX/CkfNHnDp/0Kc4eMIZ9AnOIBw/v//9Z/rk00/06SefRtlnlP/h8z/g/Pmjvvjj5+H4+dOfvqxOnC//gizDl1MK/sVf9GccPH/CwfOnP36pL3AUhfPnC5xAOJ+++OILZHyhP//pzziB/qq//fVvOKj+oW+//VY+3N9xyVhzGdhySRs5/PpQOtKfkYvLwGF15Jvs0bjL4uLH4Z1T+cDBN0498Ap88PHCh06ealkS5gGyEqdZ22x/AM+UOiDHySFQd86aawbTLM/pDC6jlTlLOmig/Z5LYAAHZDtI1vH2Qq81h/KePgzoO8BHhQiHcnfNWzgw6xyMEY08rvfgfluH4EvMRS6EnkeN55D7jQzzDLRpB9RmswlnW7/eoquBFtHFbK53suh0dnQsOy3skOm6Rg0yRauue3vHxZBvgd+8ec3YvVL8uDEXjQEZ5lscHakDFsjomNeFixEDoJyScqGV6GxS/QxcmAf0GESJctPhQGq1YL20iyM1tO06hb40paiwRgJacPIeU1fMWcpEKScV6E3bqG2R1XVxYfVbOKc4Zs7Pz3EGnbGmL3QZuPPnXGTPgNOA05OT2ANOnOKIsgPHcIbz6PQUnoCT2BMs8wwnz7nh4pxLcYWQjePp8uICvlNseawFNmnQK6FfLkW5GLIa9C5NFom7ch/oT5b75gh4ELAco8LIYHvCQSm1ZoH3JcJD2UwLHrfd0P4BoGfG1g2QGRPjORfq2klC4uAGmTqhQERVmz2JPHPOrLWZTBtZjeUhK2e3lyT2M/mzq0jGuGV6rbD+e6+ft5xAZhpUclZRDtmIpTLBuuH48Jz0BTZS6wJk2mtgLE3L/JqA+Z3JC50QpMM072hZNIZw7G3dAiSotYpL3Oamx+G70nrpN1mudctasSNlxbpZb9Ya6ZNCj0EMr1zfVWcY0X2gfGA/Q1Up1k1Rg44N66nx3AcyeY+JQRaULAkwrqQ8pfIHU/XI7NlDt5utVlzo/ZxY3i11Z2fL9R163nK5vwFu9Qad/Wdgr15f69Vrr/NrXePM2rBHu9sL1pbfdos37Pw20MWZTnEEdYtWhXmNykqoktDBetRUMp5zVkoJI46yPt73b3Dq3OHwsdPnFtxfZKxxOG/YV3p0XfFMW/HlxpLnhPlurm/Q80Z3N3fa4IgIPu+t7Le2ne1rPYUt3X1JyjNCSuvEhyEpzVlsxaMF/WaC06mUsirXtKyUC30CWCd1rTQqpmED9zODK2ZnokJGpoEEOQO6BeDY2aL3Fv3954n9hrmzYo9mrtjJMsMaexhfu3yzlOeSaeb3vr5lXo0hZ6seWWvv81tk4TRdLu+0JrUjp2c9DfChxW4uirkR/UI9ggyefgod+3DS+Uzx+tWreAvohnFYMSZbnst0DNsl6kx9DEFIt0yRAnMc6D8zws675p3ce8sAABAASURBVIwbdoTvQtyfhzxhmYfEH5g/lHWIW9w+b5UNpj4E0wfsPNTBotgUkmkM0mNdmFimxMw/LYTgiPA+e+S3nkaB14amMmfczUzkALCYmEfs5ZQ5K+8fzK4MT96lc6FYWeDvCfle2WHuEL/H9BNn2OPfJ/HAFI+xvbP4nQWPSTmkud8zTHRkscw9UEEwPvgcTa4A94Pr7ikMyz7zhD1Z4N/EAvdXwb9Jp38N3YwHybRrFQ5pUuaZU6HJjXKz0OL4mIvgmZ6/wAFkePZcF+eXOoJecqmPWh66W3bKkdR2SSkpJcspHACzCrILh8IW6NpWi7ZV23U4iJDPBXsB+HJ9dHyk+sbFEfKBBeXB18gH/lKyMg/BlLNmMM1lrdso8JE2TnNRyRlIygkQOgEjGg84q3xIXHKA9+8/vOFQ/830Ozx/jf9J7E/6E06az4E//OFz/eGzz/XZp3/Qp59+hmPoM/3+k9/jHPpPfYKz6D/BDcY/AQ/47FN9gvPoM+DTzz4J/FNon/7hD/oMef4zM7+NFL/v8/KlrIMP/lscPgOnbR9idO8zitMpB4ct32D36jlo9sMGEt9X+S0g6sCges7hCRbIoDzLMAKEHZqkzAW7AXIGxyZ7RiFjJJqCRU0o1SeMhAwBRIzHHixnpiOIgADmxWDgkN3bEeQUZ4vtP7i/BujmoULIrBGSCEivWQufIUdBpUcTA7YBqZRJpxxzxk6R0hTV/u7rub0BXdZcpje+HHBJGNBFhmked9Q74SLnOXlycqQTv8nG3C3MrYyZXM+XMF9q/Wd+b16/ibFccjkfmGcNc/eIdeI15Pnd4fQsyMzUF+A0ewwyegGYiX4wvkbIN/A2HWuFdeC3fdqmpVqRx89yWtZTaZnzQC5JGVkeTk2fnLMy413arMJltAPseDk+oy+nJzhoznD8XOjSzhkurleXV+CXurq61IUBui+1FziHLoHzyalziSPngrIr18E5/Ay4hN/gtwSfPbuS4fnVM11RdvWM9PJSl/CfU9dvBB3hAGqxZZPRrRQV95X+5FLoBxBj7RkxMJtHgPGdxsXdy5RnkBwdzmAOD9Nk4gHUciRNtJoPO6GHkGVcyEYJEspLbSmrId9QQj5jc8DjkEkpIMCrxz60xni6F7UUDFLFkSWAfjeMbUDISxRX2EtlwoUVeg0jwPrv/RYQ6RDrp6eOBQO7SsiG6jBgu+CLeb5R4OhF88puv7SK9tEjGzJ9BSjEFAVwPst5IrGxWmwFmiSA1xgkwoD8nvW1trPCDiAcKUv/dg3OnxWOii3ODL/ZWG9D7h9AE/OoYyn0hBbSHCX0SDRdlEtRAxR0z0AT8wc6ayDnzEgmZeN00HmRKj5ZA/v/iHNqC2ywR+/1b4cCet7hcPF+fI0Dxr/vYsePHSx2AvnPr/xm0DX9sHNmhf7WsW0beX+4YH1csS7Oca6enOLkXHTMa8YgSSml0CdZpwkv4E2p5SN7+BZd1uwdsafcXuvObwHhkLJzIZwV6LlCz/XdSv79mVscPtbtli84bq9vZeeVnVg9PFt4RxxcA44Q60inFR/GJFIiLLGzStLhPwofDRkqfE7A5tGeU9s7eUxSUSn0nTmVi+dNUWZ8RH+VswJEahlUHvpRW/Zi76cbdF/zXF4yFtE/9xEHy41tDtj2htfXr/Wa5/brl69I3wCk0GK8bt+wD9/oljm2xjm0wdnj33vaIHOJ7HXQWQMjgH0831BFKfQzJnBg1lFSD98SZ9M1dr6Jt8Je4/B/jc1vZcfTgK1H5hWsB4HOHeTei1ZzPMLyzoJHeGfS+9utpYfraq73r0t/SC/va0uvCDvajO/GZCbsOOZhPyB8IIqyhA9kfjfbwVJkTVS+Ktcx+4JJRp0+hB09UUKGAPLOsCsu72R5vIAj5ocYamddEMIDWYeUIZ5iVSZ0QjBHGhHlQfmZo9qWHrVH1XF7b4B+ZnWexD9Z4L+oBXZ7y39R/f/t1M4cwgxzx2e8+PDGhlg4+JSc1XIBaJqFTs/P9Nx/Cobz59mL51zkLnV0dKI41HFw9IE6vnGbH7YpKeWsVLJyKRwGixqnHJRbLn1t14UTaOGUS7H/XMR/ynLMBfvo+AjZxzrmgmiaeVouJG1pVHJRzpk0kyYVyzTkAs6lDJ6Gy0DhsGnIpSj0oA4VpJTEvVzWteei74ObD/tvOND57Zu///3v+stfvtKXX05v7fzxc33++R/0hz98hhPoM3322Wc4fj7FEVSdOv7zsU9+b0fQ7/X73wOffEL57/Up+Kefmg/4hDqffoLj6FPq/0Gf4wD64k9f6KuvvtLX//iGb5ffxDeKPQdgHyCzhKqJWKpxPagNKD7yQPK3jCPfqjsd/O0lB9PoFGU6eHTaTlJGFqDAKo4t4tV8bBQ85KNNePZhpCZ1KKA48H3ZhM1lMFiOW4FE4RAQlz906n05pW81HWQ6cU1hJcD/MCAthM0p5ciq/Xu8BhyPhsyhPqesxBwJPcnvGZGF3IG5MMTli2+aravzXJjN3zD3TpiTJzhyTnAGdcxRz8WETDxwXFw28bsg/qb+Zr60cdHokeG2Oxw4i8WR7HhxXctLmX6lNKmRp7QmqFO7CU8zzeV20ahjrRTnmdMFaFhHTdcq1hPrqiGfoIv+5WL5BTQplyKvPUOBrwUWrLnjkyP5knpyfqrzyzP58npxdaary3OFc4fLbDh/Lihj/Z85Pav4BfmL83NdXlzqCsfPhZ08OHieAVcGHD6XdiY9v9Qzyi5x/FziFLrE+XNBXdvR69u6RF+Yi9bPjtuS0R0Qn4E5z0SR7SzGQwfzm2LRQSAwogw8CAzvnsHX3VmCeQ3wR1vGk2hZ5p/THZ4b7GgqYNzAWORclKkfQG2HAKTUlkKByDmqc9+YwbJS1G+Q0zDPmllmchmg6ZNrOkT/cYax5ocALrA4WGJtTY4geQIBhSqoRuyAHtAGz22vR+oKx7FLMgoX2s+MQW46ZfTI9E+ZRgMKZgAX4HwhNTgPIDm0qpElQnFbdlL3S62XK/a3GxwWXMjt/Fndqd+uMY8dVr5d1P3NNQ0D42wQqTz+NCfmdEPbBR0L87xhDjekiXyGbpao62gCS7UctJlUS3SpqLDuYp6xLgr9TqlRSvRRKf7Jn6iMnXEQDUCPM2W93sjOgzscRDf04w3OBz83ljhp7FwQrSy6Vqc4Vs9ibVzIDlPnj9g7Fl0nj6/7kdFB7pv8cWNTyvNzxJGwZe/Y0OZmtdEKh8WK/WSF08JOEeNL43YCmX63xLZ34Yjwmyjx49HLu9B1jeNjS307g3r2twG5tomdboPHyM0C9U/BQN4RbJldUc6gM4Dugmmsk9zST0MhJR9jZPsW7E9+qp+phwqyHiMOzX6zVb/utd6so8930T/3a6nba+YOjpfrN7fyn77Njjg7417y7H756pUMr3HAXzM2N/DHuDDXVjiUlthgbZsBtqPHq8fR5j0aBawJuknWKZFLRkinROax7dbLtWLsr9/ojf8Uj/bsdOvReUtn3BcdjqsnH3Luhcdo9xh+3swPbX5nix3y8+r5o6Q/6OSD7I8S7Zn8o0zAlrdlrxgABezVyZ6BCPcSMcj5uTj2DDIJYKfSYdkDOeZ4HBAe9Zw+zvFzU++NxZSZkkebxlyP0n8Koq1gCJNMAmNsrBDruZKcAdspEjUgHIZymHnCnyzwb2WBx1bEv5UBfl2dZTPjcKzCsIJmnkSL5ljHHGwv+Eb/+YuP9Nvf/lb+ceiz03MtFgsV+PkCc3oMJR5PaW+SON8ScbgVJQE8zFLJygYOiKU0ikM5l4+Wbw07DvdtQMfFdxFtLLh4u62j7kgLLrCLdqGuadUCPliXkFOU0bdCCjwldKlBRuVPqDNqe3DYXnJQvONAbYfQNQfI129e69XL13r58mX8adbX33wTf6b196//rr/97e/1v2uP/7Xrq3Dm+Ld8/vKXv4QD6S84dwL/6i+UVdqf/wyOc8lvGLm+/xzt21cv49X9FQdTH9D9jbTVE4fIXJGIUR/SVnZchc5crgacQD36+yLoA6psfT+0ANcNcGQJpBkhmEYlZzVNlm0Wl5FM4fwEpK52H4y0w404XyFP+mUlahqErQ1Z9TOgkqHXwKVz8KUzUh6vbiOeqY4A8vXgDE7lbEVJkRYyAyWK0ojo6ZRCvhcQdS9f5wHzDJk5TWkmRW/LtxjXGehPj019yasXg43icoC0jktdx3w79p8/nZzqGLxtixBJ6aiRie+3CO7uuKTczN/C31HfJ4asBv6u7eQ3XjougZ7XpWSlKoBRGwDFx5h1ciYTZXRtWA8FiHneNcrM86Zp1C1aHR0vdOx1YVh0QWvbVqU0Kujoy3IpRQnIbi8lpBIsPGWZVpgLLfwdetop4z8PO2Otn+Oo8ZsMflvnLPAznZ6d6gw4wWkU6ekxTqQTnZwA1DkBjk68Pjst0MdyM7o2yG8K7YHn0L9E23nSJ4mybADLk47iMxmj2sUxNEI2EBFck9xjATlmiKI82diEA8gN9YFc0CdL5CuAUwKB2sZJnKcPMEK2rgC0iDM8BArM+ACsN+CJZi3CsTGzUGlquyFtcov4gtQyMeQpRTKom/FakryO6hzt7fjx5d5rDKCEOpPhkETG7LEeWYyEDQAXvGLeJ4TaIdw0rRrGxuMVkBsaRQ/KJeOAU2VEzgDqaY6TBIw2VMF55Pc4TdZ2Rtzeym+p3N3h7OZSvvGbM6w3sXaSdQC0A3Rz/8gPgOVahWTd2iLr2HiOkzeem4TN0MdMqp+59zU3xbAk5lZmDsb6IK3zsihTtyRSIAVkKiVUSvRnVE9/ehwy1Zm11PXNjfx8MLzhOXFzfa0NzviCLnas2vHz7Plz+e03Oz3PWC/HrJVu0SoXbIpoOwxG5sQA2A40qMx6SCmJQNui7a3sCFrjwFje3sWfePkZtcKpZtqGZ9YaWzpv59DSdubZdYOD4hbnhPWyU/rW+xLjsMJZtOFZs8GxtMXZEntz7Mvs656XAdZkBuxAEJAyek0gJUiGuq7chUObGzetR16/3mpNW9Zzid536GC4sU63N7pB3zevb0mv9ca/cfTa6RscPYCdPjh0/Ex2H5wuscMt4PQe0L9b78HIvAWuGRPDG2zh1GDnzQqHnd+S2thpg0OsZ/0IPRWfkX5pD/TbPRwo77HTHXX949uv/btv6HqDfmvs2fMc9liOPuMMFoQ9nQAppFlm0u4TPLvcPx/5ge1jjknXPTYR3p/Q3ts1oBDeX/FhKYIekqb8XOJ0YJ8dYu/Yj8PEdj/53u0fVv9RlfeCvFDQV5GabLkV2JaYPcwbZ10UUDM1DgIbBSkd31oOaA3DvVylzTHMM/oLSO/1JfSp+tU4CP+8KBolIojn0LuNOGntBPBYidH65yn61NKTBX4ZFmD6/zIUedLigyzwKJMPwRXYxhjRrAJfVslZzWLBN5vnuuCb/I8//kgf/+a3unr2nAvhuY4WR/A08tn2WLqgAAAQAElEQVQnnrkcDjV/ODiNEF0W++n0PE4pKSUA2W6zHuSLCof60jakjXzh7dpOHZfmjvYXwNHRsY6OuGAGLNT5ktn64tKEAymXrIzMlLLStBmnlPSuT0qUBX9SBs85KSWDRGzN5YPd1hcALiw9B8aNLzUcyFeAD7IV7nTrgy0OpDm/NM6B13xr6vQ4bDZcIlYc2k1bUuZvKZfwmbaB7kvGloPm1r+DwLf0PlAmSXRHUhbKEAYuJD0Xjl5b9BngGzg8EOAJrkjvRWH8qYw+KttOSU7v8U0ZWpqw0a2CTwMH5uC2aptbzi0GO3p69X4bAVhzKen95ylcTCttC99AVQPJvadqlV1lusyQHAHWxAA6BfPpsP794onrMHFfDQk7OqWC+3/AYplb7G77r7mw+OI6kIdTTW7U4RzxPD8+Pa2ODS6PpbgUTbjEuo9LjycXsDsuJ54DlpVpxxfrRThomLc4L0spMigsiz1YI0jBPrNCQ+0ddX1ZbVgTXWnUtg261LpN16jtWlmu3ypasAZb1kfbdmrQrenamjaFtDDMWanMfU/MbUXruRQ1gGUvFq28to5PjnXGZdWX1nD8TM6fcASdnejk9IzyU53gDLMT6BR+g9/qOcERZCfSInRp0bmlr1kFPQp9KOhQEroEJPTIoptACgilxCcDUxhsH8zEYrSZguqszByVweY0Sg8jC+IK58T8UeQMQB1ap3IBGtqfoZZBCO5oi4gQeZj3KTKUE3nqyAD6njDL8AjPeKZezrTNuGXs5PHLyM2phAoZeQYSwgjN64X1NgJcXgegH9bT2mOdsU/ZuWBjFWo49eQa7JBhTvtC3rNvjGFQKXsU3DZtIpwauYL7BS2rgWmi6X2fgUKA9r0e1uuV/Fsry+WN4sK9Xqrn0j2ig0Z7jeD1TGf9sKlFXdsFhJBRJQGk2CSVNuapbdOwDgq0nAvllYdOaP5YavSXh87AwjbUsqSckuzsKiWDN0oFoI8pkXcKZHA4JVIiIQbH+6geWWvstnG/cATYmXB9/Vo3N290i8PBe7vrLFiDXj/PeFZeXV7E23QXZ2c64dnVdZ2atphNwv5b+j7QgHVOUFJKSqkCWW1xLPTxzFjJb/Ysl7dhyxXPDNt3zXNlAyxDJ55BOFWucZiEI4X0FrCD5db70s2d7nBWLHnOrL0/I9e/f7TdMhPo22igUc8uD4uUyTk4rZBtH+hOSShMMi/dkMH9CCAiQBt4Tm21wuFkuPMeyXPy1rqwT1q3azuAcNK8fvNGdq747Z4bnCtOnb95cyPz3GLzJc5DP2eXfjvozm853enWNIPzt0v5LagYG/pu59ybV69wLCEb+bc47m6Qs+LZvZxs4Pk48AyV9xl6FP2iu3TVOWEW+jgwFhutaKP+7s8b2rnREjl9zOewmhhS6oBH50GnEPYCR6yqXDDzQLsXIEf794g/ZYZGUc+KglV13yOe0X1PqZV9T/GDIrfnufKA/DNko6WQO8/JyDwa0cMP7caH8j3ajol7vZzzxDrYBYPkyM3MIKFfhBzTwvMoyhxp/sSAYlrkO0wwl76dwvA28XtRfoiEH1KnKvXDa9b63xVX2x5ycdwPe3pb2NHLDquIx8BAbkrAnsKTBX7xFvjJFXya/z+5Sf+VAvfDWbHMoQXgknB8fKaLiyt9/NFv9OLFC109u9LZ+bkWXEBzKfIB24cLzrQc/kbZgWEcxOSDTqXgNX/JWQkouahC3h32Ww77vuh27YJL+JEWHKB9uew65xdcMDs1TasC5IKOKSsBlis/OBORHvlATikppSTzpmSc+gICT/KHHigO6DwJ7CDwmx4bLjErDo8+RBqWHMYDOBz6gLjim0gf0A1rysy7gX/DgdsHb8Ncz46CJfxrDpIryjc4T3ouGVsuUaNPngYUoVdoBoIxB+vCxWCLQ8ngPxkQNBQ1AyDlTEI/nHD9pe78EKV/FOWc4DGeRKEe+9S6LhmDxXnxWNwBug1cKgfrTP/WXPDWHPD9jX+FFd/8rriYbmS+qDfMzVVpli4lKY6i00HGPBRXHV1GcWigaH2OTZ0hZ/oSMFP2KeRdxpc70R7i5c+cWibdiUuede3pV4UB3YdovWH+Hy06tR3Qtmq5hJZclLGz58iWMdjg8FptVlwUllpyKbMjybIzfAvWSHe8YB53Kim7edobgYE2xsjXyH2Rck7K1jVnla5oXgvWo6X9Dj0WbasOZ8sCvY5Ij3bpkY6Oj6Ksa512Mn/LeuoAX6JTg3TaSIBoI09QmqTivpVG5m9po+1a+m3o9jTklB1Po4Z8Q75CUS6HkNUg02+5ZNK5LTooOUqSxyYpgwCaP0yGCd1hOwTWKKv8+9hYkugPUYQamT4BZTkXyAW2JkC5IQ9oBkau5GhhsF5gcwojuQx1glz5IN4LQSUiQEdxJhmjjeCarXKIabvJrZqmRZcyQYYpAbQB6iYMtfLIWtgybzZ1fTHvesBzd2D/CB6ao3KEwevLbTOvB/PZAUM+M79ojFAA7CCnWWSoR0oPA89N0O73HxaH4miGAZ169d4P2Pu8D9j5sMJxsWZdjL4ss06mKTdVGtFulNdQPCdoM8OQGZ/CHPIc67qihnnYOJ8LKgHMUxBk5AlIpuCu2/HT08+Bi/1IX2tRVppkRxsp0Zo7kCTwlLIyac7wKUuCDiQAg8sfxGlA3uyYucGZ8frNa5wUb+ItJ+/tA0xt28k/HH+O8yf+5z2cQZcXF3xpcorz9FgL1mvbYPNkqWPYwDHNy+0b5AwlW/b7DY6eO2y65Dlza8CBckcazx72XTsj/GzxnymtlmuZ9xaHiH8r6AYHlZ1UNzhAbm+vw3lhWuSDhiMlZLNv4aCxo2iFs2iFs2iGDWO6Wm60QY8KvVbrXhueW+sJVjh6NvEsW+P0WWuJHsu7NbqsaPMOZ9mdrtHJc+IG/a/9Y9tu3/DmVjd+a8c4jqz6bFzRxnpqoycFmL/eZ+2MW6NLDzg1eM9dovctfblBhh1H4QxjfOJNIPq+tDOMZ+4GvjV96rcbxfxgTL1uMsOR5UHJgREx3lvm9EZ36PzKDqVXr+nPDbqtWH899UelkTqMO8PlKveAWRVjOhMt2ficGr8H7yy4x/WBGa+GylqxGlfKWJPHlH5YYp1YFxM5EpMCeU902Np72D6g6HFJdqJ43KoAeAgV/5B47r9itX9IjZ+EZ9Yx5hwS5zxoBBt2hiDcj8w+zBsSRYFDjDToYOQDrRFcDiY6NRzizr8LPpTvXfUP6IeiDvEDlh16UH6A7op/NFInzjTwNvahxH2LWHI/vQ5ZdnjZYf81kCctnyzw01rg4er5aaU/SfsFWCDzgCxa4Hg5P7vQ1fNn8o9C/+bj34K/0BmH3I4Db+JwvsVJ0XNgHXi4bTkQ2QkU22mS4lzFoXY/YUwUnzkVLODwCEgpyRfDXGifw0cuRbk08kXAkGkvJfh5jtOs3NbI1z5jZMSHAuKkRExwFkgAzNoDZbuQgjuRz2BxIaCNSMmnABHvQdMnxIIfpj5bOS/XAMEk+GtGbbioracDtg+sPtjHN5scXjc4mXouS7alqJASrSbVj/uHfbccunscRT14XJ7mB32GzQa3DUAj2HY5KXNpyolLR672FLwEHX7sMDrM7/HB7GQRzth6fH3Z7N2POISv5Avf0pcRYD05QHr6YQj+SUe3aUDYgzA+yEsZvQ+JtD5JeZv3kO8+vm8tGQUygHTV1NyDRi6ntmfoi94D+YG+uuN2YBxxaVssOpwhjeqbaghhbJhIfEPcxwXFTjB/W7/hItRjm4Hxa0qW6x3jtPGfRflSGy3yVZN/PNRNOG+wPowOTRKTabgkNqWVL5SlbeV823TqcBa0kz4dzqW2Q6+jI7U4flp0XEALOO60AO+gBR9paRt1bVGTaAMQFh12MKrqM9mXLooxyAdgPRX0wGoE+8DcnKESJdcruaiwdgv9iPWMLBlmpgdpVpIyxExE8JhbqVlHVKXQAf2dVOZax/moR0WnatDBAG8mDQdUCVrTOH8A8GcgxJVsSTRVV0ToMB8azRB88DgNzsPI3ADFlQpekUdi9EJetm5AOMlyUcYG+YB71qLSLG+rIRwcW5yIGy6iG3k9er4NzCtKa21wMaDDBDEne+oTzBDjgTMwMx45W7ohCQPtoNLhLp4pFcjtQ9CrQOvQ9ysu/3cBq7tbrVe36tnTvJ5cO1EzpazE5jiyPmQAhyyrkOl/Yr40TavGc957fteokM8eP+9jMGaslFl/M7h+APIGQz+yppk1zM2g54T8EmD5rq+oXySFVsqpKKW0g0rX/sO+usWWG/beFWv85u4mfsft5vpGt+Ar9j33sWWNnbAW/aeU/m2sSxxA55fnujg71/HJibyXNKxBmtKITEOYAELJWSVndKFZdLcDyM4K7612jNzh+LnDrrMjaMUzY43zZeXnCU4N81ZH0Eq3ODuWOKn81s0tOl6/vlH8jo7/1OrmDY6r64BbO1+AG5wkNzhJ7Bzy2zeR4pS5wYlU4Q7nh+EWx86tbtAlgDbM+4b0De28ub7V64BrUuDNtcIZQ7vXfqsHmbfIvMMhtLzdz5c1ffCzccDGmIB9rwHacGB33UIL9rnCHCjMD49hSrZTkgiaP9hzwJgepy3jZGeRbRP2w1ZLHDm3wN3yRnd+mwhnkJ+522nPr/NxUEbewDNgw7N2xTPN+t5gozv0tp6D+b2+4Iv2XcH4BM5md8KIacYtdc6bdg9cYLhH/IVlDvQ7QN+r5CFf3Sbey/7+wlnAnL6f+6csPezGTyf3oB+7BjyZmdfRiInkY+4EwdtLIF4jBrFWBp5UEQ7E7RiDe4p2z7Ap/wtL7qn/L9Qt7GqDhg6/FK1CmafoyQK/KAt4h/pFKfSkzE9ggXlUy4xkNW2n0/NzPXv+XC9efKSPfvOxnj17oVMOtR2Hs1yKRg7eWw5FPQ+lLRfCLYcxxYeHGOksTXFiEp9KB1FK4DUEnjjcGQoH91KycikcjCcojTIPRZe7rmhnpD0C6BgkzoCkCCRLDC5FSj7K5lSqdOIUkInfBvnw9ggkaO8E+mQ9c0kS/UiJaw+6+pK25ttMHyzvfIjm0H0L3AGm9Rw6Rw6vXGGoliQ0kj/obPv6kLzF8eJDq2FAposN8bjC/vUhJrknDZe8woW36Yoa0tAJ+5n/7YOCJTyEyulnouUO/Vpr2l/6QM0lw98235KufZg28I1/b6CPg9884CAt5kZty7KFXpZJh5zsgHwt3lHyDgOhrOYTmUMg+64QFSKCw6kB1AF5tU+jol/oaaeML8qGgTwF2Cyr6biItJ06HC9d16lhPibGVHxG7O/LRlwWuBj6guDxHbhs51ziwte2XVxmUqntb5G9Ddv4B3GtCIIcXAx4eDLyCxeetm3kcWsibdVMslqcKm3XVp3aVkfQfbm0jv4R9Y512XUN7dL2oovyru1UqJeR6+YqjBqZM2OMEWNgowA5SwYPVkaXHTAfKapVagWYxAAAEABJREFUd4vJoztiLup7IVKac123DW25vUSqtK/pg6t7boCdZiiLkJydAJlgqIdGyI72IDggn0pg5gfQURCi3dwoUvJiDHJAo8bzf4Imm2cC1oiQh8bIQwnXA4vAwdk6Dqa5KIiHEUQzoOEDqtU5JFUcdreTC/Gs15Rm6wDYTrBV/iS3DD5WwBgD82cYcPwE9NgdJd0+ZTBN/MYAj6uBeUouQm0n0eUCZBoA5I/TB1Ccn8ucPgD2/GHThyPKzl87g70XrHH8+M9fRy7LOhw364mIxHgl9sacsENplBgXOyg9Rk2pY1Vw/BTbhrmTs/WYIU1SEDSFgT6O7j/glOxUQveYs0pJBkvQ9Im902Ylb36jAY7Q2SYzOhoPYNYif8D+sd5xDtjpaweI9/A1Tpgtzl/3abFodTL9SeXF+YXOeX7aCeTf07IjqDta4Ix1P4tsh5Iz6mURSUJXYTXW0hZHv58Jbs97i51Ptu+SvWaF08R2NtjWfkNm5b0Z+pLyW/S7nR1G05sx1zhgbt7c4gy6CQeQ35ax4+ea54/7UNMb3eLsMNxc3+kGp4n7WIE8zh7T7qC7TjwDkH8L7zVOoGucJW9w9szgH2l+9fqN3rht8+H8ubtb6pbnn/+065ZniW23YR4N21EpJRXmQNt14fhZkDbMBc+LUoqK50xOSkBWkgKwlwAGbWRObrDbBlusccwtsUO0t7xV1fcOB9Cdwpbw2L5b9mtGFwkSQyHLsF39jLYTzX2yvpsY461GxoYo+N+OcpAcH0IQf6IotpzvknXA9CjruKdaz33uEEu7jO2yy3wH8m55KEWYqx+gM+kgnUqdBDBCpMQTzyOtHPSpMpnHUHP3N8eJ9p6E5R57Teyw99reV4K8yxzie+KWPdpaAzAQ5J+Z2ZUbOVBRKHkvS3nUIT0MQSNCKmRicIW2cwz50RCMcNb0UZZ/C2Ltv2OsJ7b16LXH3IjpTp/gyQJPFnjbAg/3qLc5nij/xSwwD2kJvcuUzTz5c9tw2TzS2cUVjqCPcAQ91/nlpU7OTtRwsfRzd4PjIg6icajquRRs5W/jfDi3Q8gHboMPTqMPagDnarIcscFnmnlGDlhbTuV2evhw1nOgC+BC4UPxNtJegXPg86F83MlAfXBiWb7BWYPxh5ASnIBTkjhOHqY2Q4b6fSDBX2GulaLZLbr2m61WHCT99s/ddPC+5aAeB1IcQFs/geg/WokzLpLcjZEH1CD/+ZcPyr0PyzyxRnjrWwLmHg4e6pm6tJ2LOg7NTVyiCofbpHufeMod1qPUNANoDc4AOC162uz5pn/NwXqFw2fFt/wrDvMrnEBL/zkYdF9Exi0XVMZsgH9Qj14+QnmWVMgINpBEqDhlNBMExt6p6Qbjj8OD/jxkcmUbEbpRhTU1fWgPzURbA3bsDcyrAei5yNkqUpZt1+Js8UXE4MtJ9mQRn7kuDi+/BbBiXNeTA8ztmX+B48h1CmNBDfnC4d9kcZsG0a7pBtdxm15zDc6awtpq2xYdWpU2K5VkNjGQBMY4AzgwckCBlpQLtALOpbpB7w5o0aHrOtZwp7Y1cPk0T0pKOeneB5mi3xVkC6HieAATjUpWfcAGsl0tJxUV2i0F+dY7oKjJRdmQshR86CiAtjL5gNQoZ9MSJUn14zEyOFdp5lHUKcrud3Yd2gscGZ7rE9xz9GTKZghe18sIhl5IDeR2gSk7CPpEgJscedpDUQkdRNZT1jCxvZUclllGZaAicrJtEjoVRBaKMiIzKeLD8kZHMpYyryPWFmvR83TYOYEmZyL7i2tEVaoQGCxmcgwUcihMjFWOtmmLtiERaJMw0LoM4CqQIzgT1MjVyJIB5A7o0uMY7rloL72PcaHv2Ru2rImB9S/vZd58A6idklBBou+FcTI0xeNX1Hi+dK0KF/5MWWYuWVdZJx1+rNMM7iJ9RD4a7ZhqqWNIHiuSWj5K8I7o5bk7gsfmDNl0g0kwUQNiraSwKZSoQ797nnd22tupEH9qZAcH+/kaek5ZXvcnx8fyj0P7TaDLq0v5f8e74rl5cXEp/xm1f38r/iSM8QibIF+hDAgy3HcDOdQa1eMgWbP3b9hn/AzYsFdtGfMtdg69UNypHSlb9l/DZrONN083PJdXBhxEdrislmvdIWfJuPnNIb+JulpueDYBq16bzaANckfWNwEVsKX1BHIqyrkogQvFbSID6vHMl/wMn3XorR+wYU/1s2uLXgNAhxSA8ISMlv1owdjbJmdnpzjNzoALxTnj/DTeoOq6RcyRVLIkQyIluHESGq7DxLARxBCHM8ftrt13+myH1R3OK4/dCkdZ7PVjLHa5MkMr/4mZn2v+/aDrcIbdyvy2+UhfhJ3dnCGhe04ptMngOvzkw8z7cbMa3s8VKgbLYGUD+45otk2wYRVCoD8k+hAFH5Fbdb2nyKNctUt7Po+F6w4gO6oRAxLuqTPRIBPIEEDeG4Z7At7L+kjh3EBNa/yADSJBoX/0gVykHkfwB+yPqfM210ElKhAmApwOwESYEjhKRV00Q6Uo5m3F4avIzxBbNuD9wkAL1oPknxsmO9RG0QfkMCb7djDDDG+XPlGeLPBvaQEviX/Ljv/7dJoh9mbNQa/hIN5y+PJ/C/3RRx/r6sULXXKgPTk540LZxpHVTpk1DowVh8o13wD7wGfawIFp4GToQ6EP24fOoJETmg+YARyqtjwcXWfDwdaHrTi4ISsu1xzWllwsfBBzGz7QmscHypF6PpiNHCYNIjUgkuHyiadCjSER0gMg+54w1/zQ9G1RI4fDEXKohk02OIJ8KF27XzhR/PsNPpD6m94Nh3zbwjajCjWtLYcG6g0cyjnVhkNIYXntH+LTUzXnpNwkedwaLlMN49fcu/QythLnLY5XrhNAhB1NDTAODP52lMN7z4XOB+MAxjlSDtVBp2yANjj12ME/oueAvh4HISdk0uZhsPOqajJTsRBqzLk5vc8zU+c0zcgHpwN2czNWa8AKI8hgfbkI9L7QGmegMna07bp2wYXuSG3XMd+LUprbHLnwDLJTZ83c3DD3/YaWLxU5Z77lX2gx1SmuQzuer70dZNhpoA3rYcVrH2vM7SrGrm0b2mtUmqJSGshJMdiZGsjL1i8XZcrdXlyYjQN+U8nQNZ06dPCFdDH9WVjDRatw4cq5IIiQpXECcvfCrOMQNmN85tJJ8SlRTjn0aNpCv2mTOVdKp7Y08gU/uS2D4FOS0D0HNMrmoSwXyhKKEGQeHXygmb/Wgy8bqEs7HqOcwZFxz+lDmW0S5eCRBp95G4QjgzZRJvBdyn0QgmgSgIfYeblNcFMqL1SY7uUhhU0iIhMBJuox1chV3HUy8qRJD9KMPWDYiWZUyFoQkE0mDSEeh55lta0QaxTaXEwtB6pIMlYhWYccLdMVSh3IK9olo/lziM80p27AeoBjo4G1Mtj5w7xf2/lL2uMArQ4JdIsNeETj8WD20H6ME6nHvWV+eI8qrRrmbXIZaSbNqSgzz4loMANJ87SomgjZio/z3i+dBiHBD7voH1iQzOzygXU4sPZG9GPJc58fseNIannYEW2jglHjrhSEGm15nm2x+ZL++s2Y6+sbObUjf8vzKuWkxaKTfyD94vxcl5cXurp6xpcnz8Av5beCTk5PZWdH27bKpUS30KA2QJygJPpvEDawrgOOk826j7cw1zwjevaQLXvsNvoi9qKRL0UMA+mAw2iozh/25jW83rPX6LxkrJZOcf4scYrc8QxasZcvTV9tcP702tDWln722IrHtE0XWmUl7caGMUqA0FPQ5Q82G4eEPYU+QodxJ2tAV9sddc0JpJBVGO+WPclvL9ouFxfYC0fZ1bNLPXt2pavzS5l+jEOtYa7kxPpNSfNn0IwnZUmZspSyEnYlB4VxpS9r5mr8KRiOSjvu/AbXBtsM9HFAKdvTNlpij+uba/ntJTuB/FzeMK7eu+X5YIlJogmiRJpEo+C690Hsvfy/PMPY/BAd8g+pRJ2H9QZo7wyPFrLJEKJOGPMxpoetwP0YG+RdOCg/QHfFgcwFc2oiOMHYBPdzE/F+gt5brx7mvhfFYByak/uM5B7pCtRHghkN94t22uwQyoMtIu3brAwTlbkL3weHQbt6D+pUqQ+IMBPeWcfcLnca8KiQKPkRUW2hxgdieDa486Z7G3NJDlpgjt4B86R8R/ET+ckCv3ILeM38yrv479g9hpUglV3nvSHm3KppOx0fn+vi6opD7DO+nbvU6RkOoEUXvFsuzRsu/msOknZg+DDlfBwkKdvyAPQBqh4CeSTyENweQM+Bessh1XKcuq4dSZZn8KFsyYHVhzFfNtYc3Mw3UKfKHPCLAMj0YXkMrYgJcWaL1FEURJSIk/b/yP7EISFvBoUavmW43/1kqxXfyC751nyJE8ip++eyLd8kj9gMAcpx0hypSv84yI4cVhXg0gnIUyplAvw5c0jmABwHZp5uOcCFwFQlEuylOBk8ePJCH3YXvI18MO65NNjhs7Wjx2UGblADl4WBMY40yhhf+jf6DQX64cP1gDzBv29rbs+pIbT5gVGi3mOQVXvrmHIncIoxr4Oh+Ay2HfPPdu+ZTz26D9aXUtvNDpOj+F2dTgVHQuaQ4EuGtR7p/4Y+bmLeL2UHnm1EVXVcajo7j1g7bdtCGrVhvFc4izynbc+B9sL81tT6AQ3yC3XbqZ7rlkJfoMu667EP/YNsnUgIlT+73jQPGnQv6NG0jdynXIpyKUhMAFWsg5NEBOxlMffIjAChFuY6kmRqyEkpJeS1IdvtuP+NL2xc8HKhDJ4Mj+hHBhL7TLajMiflcFAWNMgB8qc2BpaArLlezugPZPqzc/jQTtN0yKFsSoMPnkO+4C+NcqEdAMEEZBNHiLOd84dA04J/gpqrsbmi3hRN06YO6UTbZ8x9COiRkeu+2AZqqJEmIIntykYYadmZCRiIIeZsr4E11QcMNGOg3hwGECBaRD5CIBBMiMRtTRnyEXZZIwZN1RAEg522JNBoi3WyxmlQ4Q7HxIol3jMxMCLOFRD0GwF40TfqoUfDmDTMw67rwlnYMB8LcyTloow9zKeUI3HrgUVkiROZJDRyNEFWEtZU3tVNevgZvH+i24g+g+0IjAebgWUIOeOYgjpicj9PYNf8SSnRBuUMtr+EWGED/7nQDY4gv2Gy4tnUe11LKqVowZcn/pOw87NzXV1e6cWLZ8BzPX/2TFc8T/0nYrOD4wgnx+Ko/qB7/O96R8fhKFqQ+ve8FouFGuzWYD/b0ftRw9wvhXkPtF2nlvY6YNEhZ0H94xP5fzTskG35hoXbADpggWPYvKZF/vhIHXWDTn3T3e4CvEXGwvykLXU79GlbdAJKQKvCeGZ0SblI2IpI/mBK8RAzGpBdBsR+R5226+Q+23F2fnYR//nEud+WujjTGWeNI/SyHjvZMVdSyPIUCETkc5LnUaH9BO6B3PKM2rBHL3Hu+DeIDH7erlesoR7NHNjLtzjn/St2+qsAABAASURBVJ80XL/BAfTmtW5vbuN/YfM4DzzjZv1pRZm2skSclBIQFMVn1ocpEvmfN2K9zQ2+oyFW4DtKvi/ZPf6OOgz7WxyP6le1GjCSiyNnxJWn1LQt5UGaaMY/CNJDrge6f195D8W9lT8QCEqoezL6u4/RD4bqrWrvIlQB90vdBYBQ6XmHkXcFkl04LNsRvyeyl2lpmTl+KGBfWqkP85VaY9ev2IfG75P2oTLe5isTKfSJyIQs7xnGRB935Eq4H6MWQ8pz7T75KfdkgX8XC7x3ffy7GOHX3U8P8QxsiRymFhzQTk9POIyd4/w519nFuRYcFBNlPij7IddzKZidN/7WbM03ZysOXiucByun5JdxCV5pyWFsyWXYB7FInecbySXpCh5fkmewU8lyNxzk7EwacI7YWTTQsMGH9MOD/A8Zm/RDKr2zDheEKHNqyXvwZWIgch/cpzXfuq65RKyj36vqROAbXh8YuJ/INX2IjTocUp1uI+V45IdRtEPEU4nHmDKX6sSFqmmKsi9bQH24eTzhI1BT9Ql2T4B8wTPXgKyBsey5yNihsWb81jh3tnG52XDRA7C9OBSPARykSQfrBd9g54/zAS4bOQxxykYuzd8Lbm9uN7uj90p/eMZyRY/CgGRsG2f3Eq1PzW3Rszcwv9znwXpSp8Ex0XHZan3p4bJTwFOigAO/0NVzz47IFfZZeRw3K/mNIDjUsV68ZtpFxzrpzI4DaBP/Y9hqdceFea0ex5OwzKyXdcysp46LY7do1baNGsbPEO1WdYmrPRm9GMbBulhnYPDcQqbLYMQESC1JTWdZRW1p5bdyCnMkl6JcikR/kvgQDUrUBp/CSD70yxMhEhidB3LKyly0GuQZCjZqmlaZfECC6Z6ApAy/sG1OjTK8wU+/za9kedQxj2hHfJxFRs70Aci2SfDTF9ppyAftIA2aebMrI7OQGhAnge8Agg/mBtBhApIpzLw1a3FyZAgZlV5lzniM6j6zw7JK1MnEGWohBdBT9DeHTMgRrEkgROAZAJO2jLnXFCnr0xfTAScQQx+l1iNP2P0kya0Km2baMp/iY25KnET+YVTbnYuzZweNDV4vzHvvXRv265693fuSmH/Re9Ih+Eb1gY8ITsqlyM660nYqHcD4Z8BzJzOmMf7yJzmS80TafwaamACipZKIblVWCTQBis8woDFMI/uVYQhdBr4wGLnPR0HwpZQkg0jFhyKvb4NYXwp6Us5YAj1HnElrnmlL/69XN3fyWyN25K+xhR0OrpLha9k3Tk9OdHF5rmfPr/TRRx/po+cfxX+q4N/Wu7y65AuVc52enurYzhqcK37b5Zhn7SlwcgI94ERHJ8c4hAxH7C8A+5IdMG3XyY6a7mihI2ScnCKP5/OFZeNkcjvPXjzX1UcvdPX8hZ6TPnvxsV6QvkCfZ8BzdPL/9Pks0o/07AW8zwD4n135rd/nenb1XJdXfAEEXF4808XlVXwpdHF5GW82nZ1f6Oz0TGfnZzqx7ugSbzo1nUpplA3YOE+2TJFmxZTC3po+uWQ1XSu/FXR0fMp54xSZ5wHn56Q4hI6xacjukJ2KRB0xr5lyqp9EkixaHvMt47XZbBXPXObqirPGar3UijPIzd2t/LtF3758rdevXgGvdX19jfPnThueeXU8URDdEzpnZaUEBoBEO0Q1eLlYCQMUZ0MJ8MOQDzMH+LvoByzfAx1q06GEq+0QZ74XfJhe7+Z6vORxfWIrdhFA4JgRcdV3J2iHiOGoZV50YF6iidQh7QtVP5ZVse8ff5+623gLbmAeBNCYR+P7SIiFQT25X1PFudeegy6a88YVoz0xQiiHfc8Q3hHeUxQ1Hi/ft3NYbipdpp4xEhcaQL87THWiH9/N/f04UMITw5WKI6lgn5JzbB2V8h3xrN6O7S3CruQJebLAr9UC+dfasV9Zv35Ad/ZDW7LxPTRtwwGVgxiHr3MOeOcc9nzozBxyRx5QW3b9DRcSH5gMPhyvuSD4crzmoLwG9+HYsOKQHMAhbAnuV9Er2DG0DufQKi7U6ziAbXBGbOwUQb4PY/FA5SA/0ubo1Id7CS2I/uUhTXo4TWgzgQ+L2DQlbApwnIxX9e3UWmOfpR1A01tOK2zS0+d6+aj98uXFfY3+Y4cBZws3GIn+7x5DNJVpo2FMcubAzYEYBVTt1SucOr4s2vGwqyShEeA4uJHJUcVt4MzxmypxueMg3FMXYTCN8A+kEl1RleBq1GMsei6HbmuLjC3fqvYGxq8n39NXO5UG8ADGkMAjv8qbtZhl1nRPfTtP8+8KVMtKlOaAHDioSROOxrQtjSjRG9DLKVyErIyDoeOy2nad2oJNC1JypozxxfYeD/fHc36z7nHqxPFVXdRrtaBu17bwi8vHSivG2L+74Ytz36/DnJZGS8KoyshuqNtSZ4Zixwb0EEJEs1FviJk2gg/0AagmFBm4nFgq0qmbS1HTtRWQ3QCZdsQcycwXpUQdA8kU/KdhE1oTROkeCxnqJ2TnUlRKQ78bNU2rBkdTzo2E7LyrhD7ZopwWZdrP7htp4zSbnsxQIUtQAhRl5Eg9vxsulVFnSgOnvXwP4FejXNBDCNtBFT/HA3SbzjDTHk1p2xpVMMcs0/gEjwo55Msq6CQg065CZgHLkwCPm4HxjPE9FGgc8PoCetbj4H2CecskEL4hV6ywk1aRkE4UbdJaBNomVBVMAGAh1g5qbce0y8QacL4PtNt7P+cC3S+XzPmNBtY4EYzmI0FQRnhmfkTKGGTmRWa8UjvNkcgX2k9U2IdJwo6QjSXHWcODSZnQNNogFXMt0Z7RUXxCEBELpu6BQ+y5I/bajgNrftRAWfDCrt081fSZ9XKa5H4IngRQLer27ItLHPj+bZnbO//I8FIr9vItbZjfa3ixOA4Hj780uby80DMcQc+ePdML4Fk4Uy7lP306m5wbdqKc4EgxnJKe8sw1nJychZxjOz/sDMK55Ld2OhxBHW1UB9KJTs7thLnQ+eWVrmjj8sUzPXv2HKeTHU8zOP9x0D7CEfTRRx/jnAJwDNkJ9OzqIz3DaXRJvUvLMFw+Q+YzXeLwuXx2SXqly6sLXdCny4sLvhQynOvk7FR2XB2hY3d0LO87uRRl9pg6/7BgTuSzMCWzSozFEKmUlRjHhrnR0b9jHGKnp+c4gS50dnauU/pW5Z/Islv211wKddJUX49+BsZji4Pf54gVzyDvw8u7le5uV/ED0W9evdarly/18ttXeoUT6Pr1G/ltII+v61poylk5JaUMWHEAbZVdSOt1HtV+MOugEtMuyIcHqnw48wdweqJ+ANvjLEl0UZp6CPIBoVrjAxgfZalPT2FNG2KGyrqFWjFiN2MA3Ye0RwN7mA/ij4us0qGEh/lJRw97zITYL6lQCSDvCIdy3uqX7THuR8HlAAFhNQa5HybylOzrwjXTQHfhbdqwK3sboYzwOP2xgofSH+GZWR4perudH0NxQxM4CVGsa69t9pEgRRQF74jmWfqO4ifykwX+9Rb42TT4zuXxs7X8JPifYwE2wmgoRnraHDmQNc2CQ9cRh7BzDn2XOuFw2nH4LKWVEgcwHnJbHni+6Ntps+ZCvOaisOKAvIp0rZqu4pAcdJwdQYt0ozUH6s30TZ3l9DgrfOnwoX3woX0cNQJEDlyR6rFLYJo+9bFf44n0VhK1HM3wFscPIcxtklouIpyMIs8jOKWklJKIQtuBw1nPBc7OA18afOBccnnYYCvTR/eXeoLP/Rvo94DjxwfZbT9qwN5xyODQ4edmVlLi8JyLxywp81ATn4HW7NQIfhwckVLHwSzmixRehELmqOVLHg6KNeAfdx5IBxxCAxdPoVeGt9bJtEmGWgIG6g0ctHv61cNv2JIaei6JhigHDz2ib2hPsBRDJpoBdAoPKc5PRfcS0wEO6ZJTCkmMggUpUkfugNu1HdFjoG/91o4y9380R9iw63BoeP5zcS0PHBUDtth6juLg8htSI5cL29BNdk2jBevjmEtQTineAFqvuCT6f6W5vlUPr9vEbNGWI49FQ72O9trSxFtAbdMoxjRZajIbMNDMBAigC8TMCUrkfs0dpoplBqSijLOlIDsjs5RGjR1BBZkZcN0Jau/JZIB5pSg3D4TE/KI/2Wkpysy5ZpJpubnAlzMVSYkH5h8J+nmGQE/Up9z1Mvq4jnJR5E1Xhn0GUEIOHVyvyPw5G8cuc1rIH4DAd0B9hcxAiDJQg4e/YsTOPATIh4FWkOQ4oa/lzKDpYwGgTgyg0XFS1wo90K1kchn9BYAjLDiICLa+AQGJbDI+0m5NvQcMXmeer563nn8DfAfBWokaByRySUQE2iauZZXT+B5zzlCF4nZxRtNX2sy7HqfPSms7M+Ott5W2rHevZzNajkExZoWuFSWPr+dKob8xV1rlQlkqsOUAt0Z35OkSOPWdUlnxcfcDgZ80i9Tz0jIsH/7ooOmUDxh+YM+0M2a7HbXl2TR4vZKOgHHYoj2nKUkzGMlkcqIVg8cIuQlwmSEpWVX1PK+WPL/8P07594Cub+605gsM2yPnpCZ+G+tI/lOsk2OcIzh0LnGiXD1/jgPmuV58jFPGb+G8eKFn0K5wulxdXenK8NzOm2fgzygzPA/8gvrnF1c6v7iUfyz54hk4Dho7a65w1lw9w4FjOX6D5/nHunzxkS6vniPDb/EAly/CgXNOHUO8zYPMM5w54Yzyn16dnKs6ck51xB5mh4udOsaPjk5k/ARn1MnxmY45C5zSt+OTUx2fOO8UODrSAkdO472T8Rb2wGzyB7PK4+3nWc94bL2H+lnB88O2Y/iUGdeubbVAjmWf4wQ6wyF0dnahM5xBx6cntHeiIxxgXbdQCzRNJ+9xhblWUkFGVqHtQt7yPGieEyv2X/9Pltevr+X/rezbb7/VSzt/3ryRf/9nyfzeosvozRWFU2LEDdEB8Egp2IXBKqtGu8lKacxi0n9teKhFsjoRGbkP6a2+pfsMP2uuahpxRIeNvUWY7D3xZKcRGXkLBr277C3mH0ioswA9mTcxj5kQ5HbS8qyCiQZKpkRWL9cI6swIGmHOT6kFgQa/6wQE432bTCRYwWoMci9E+xFVMstR8YVCzb47fijuYf5Qp3dLuV9yoMf9gh+au69U5CJC3mTDMDzZx8PM/HjpL5P6pNWTBX4eCzythp/Hrr8wqQV9GOrYIDOHqEaZS+MxF9oLDl9XfHN5zkHW39A1baecCoe5kTsCwNNjg6PBjgM7dAJwaqw5cK2n1IcvwzpoOH44+G24RPgwHQd1Duyc1dFhCtPBK6WklPME4GkCDixpYnUSOGU6BApGYA6jT4IBM+XHpNEiApwCblekAZAJI7jBVIHLn5HnLKdg93vDAdjOoDU26sG32DAuexhiiz18mNji+AlnDo6g0D8elh6fojxdphunOVu6OINo4ILYI2uNjde2Manzgy+R5IcJerfLePQ47OJy5zwOOed76gwchgPCZihIwg78AAAQAElEQVTuFvKg2pIzMwzy5WrggjrQ7kBd1/d82IJXwNFiJ9DkcBGKun+zhJq6XxV7K3a/B7f8EA45bemMpbOUk5jEQiIMCajB2ocot287WWfjEAlUKfLbLJ7jpbAGuEgk2zbGVxp9wcQuvij0m7Xs4BLjmeHxOBxz+Tk6XiAny469u9ul/Jshd3e3WmNn99ntWJtC5Ho5F5Wm5eLYqiUtrLuSKXUfEkwEVFQFbI2AIcaEAodMNAFFZKhE3ZyzcinKXUF2o6ZrVZzP0CgTPCPcdInYIREB0BNWVMrkp+A6TYZU1JRWuZB63qUCQwbEsXcChFY9gqyMLO8XmTZzxqaTLJGX2EdSqoxUItDP2QWxT4MXfsuQMvwzgEbe6dsQ8iDP6e6QawL0t8IB3S3sy2sOFfak6DHZgzqir4qP+Q3OOJ0AAVnYIPgSmpuuajiSPA1G7fmALQDaibXFBBi8dknl8d+1axmJ2jVkpIa9yFY8EM00EAgPQxVmSS6J9t1O7Bkb9pS1vC9s2SOsA4pJzHtZj0QtxjAzbxrmQy70r2W+8ZwozOdwFjJfMmOvDG/03a1UqC1X3PHDvGmzzh7/CkkhizajnDmHmTSyXw48j8JesY9u5T9VizeAsK3Xr/lRVwbjhhQRsYnomJQpd17xISelHN31XrparuU3gK79W0CA13bYg7rub+s/BeXZaYeFn5vndu7gqHmGg+Y5jp+PJniOA+gZ4PQK54+fs3boPH/xXM/htXPokrqXs+MHh83Z5VV8IXOBvHAATY6eZzh9nj/7WFfPXug5cEX9C8ouLPf5pS6QE3BxJf8vn2cXz3R2xhc7OFlOTs5x8Jzi+DEckxoW6rrjCpNDaOcUwhF0FM6Ys3hL6eT0FOfRCTKOteiOYh9LjHkq2BBbiiSGiDnlvdPPPf9+0or55C9B/IaOzw3eH8WYNnYCnRzFl09nFxfR38vLK13itLqkH+fGL67iz+l2bWPvBY4jO4fseDu/OKd/Zzo5PlHLXByZF3c3y/jB59c4fr799qWu7fy5vWNvXuMw5Jt+5giqyh9GO8bbeCCUBT6nZMzDkIPNtUBlqtOfGx5fKW519GIw8qGwU3+HfGjNH8l32IeKO2YkPlDue2xtQR8o5adg4yghz187G8Vc28vc6xgqxb55UBrFRIQ9VdMIzuNxUAgac450x3+AxJ4f+Rm7zxg6UB42JmOdyU7tGXsEEEHYFRziO+IvHLHOM/zCVX1S78kCvxgLeM38YpR5UuRnskCRSvxzmlVKhYYD4AkOoEsOXOfnF3GYWnDQKhzufPbnicfBadCWi3/PN6M+2K1xKqzjbSAcPYFvVOk9B62N1jg7wvnBZcZ/EtX7Qs3B0IdzgzgtJgMH7hxALkk5pYAkufQAFJ9KF3RNH46cHNbGULSSoFQErrQDgX0fSKofpynqKuIkRar6mRujD0J3E03yBcV9DhtgC9vLzhLTfEjdcngYcPj4oDzgMIkU+xAsQllJmRNA5kLVMA4NqfPi44d5j10ts8JKTvt+rXAIxXis4nX35XKp29sb+X9LWa6W8ZbWZn2ncGzYEYTzZvDv+yBv4CLosc60QdNqiNymQcrKiQKOEAOHm56T0OA6tNUjo7a/0cZzhHxP3wZ4LC/AVXeALEUrUA5Tsg4cWJzsABZUIQtCLNcNWztvgGIGg8sryRizYqD5Qda3p3/DZOCMY6MAmUtsy0Uk45BJ2Fm1kxIXy8FzFujp0zDVtS26rtUxl5C2ZOSPrIteK+y8nB1A2IVGVUFybxvkexzbpouLit8E8vpK6JwBhjv0dVS771nkHBD9SSCHQFYUoG/ODWNVVKY2GtLUFCkBlo2Wg8dN0ydlJUAGSNEecgRk6mTq2z6Ji33ORdkyDHL7rjBWiVTcaelyIAd/ijoVn3XYmSPMosMP9aQMJRPXlMxBMG3OZsW04mRL8/RqppNC2zl/yL43zJUnh2O2DjQT6TsrutJcCDNopYBvq+67GFu6T5TARQhGR9Vi9AKig/MjNgHYxwY7NzxHWWNOzHEIO3kQA5/1xnJuD/IuCXwXDQccxgcVyqxHzG3mbO+1vFlh343E+iWCwzqTEDIScikqXSM7P+JN0a5TA+TSMuaFtgtpJrXkRC3RtypjoH9MHGk0PYku3h8/c9tu9CmReixySrRKFUQMVPC+6b3F+6VxpyOGGnCmj+ypI+t2dDuaP4lZm8gYBG4AR94o5BKZPbpLS4X5m1gDUmILGOINvzucBzdA/M+OdgizH1jxHN3MyjmpYc0scEDYEXF6dorz5VxnODIucObE2zyX5zrHyWGoDo5L2cnhP7u6CmfHpc5wZpyfn+mEZ/EpX8ScOuV5fHp+qTPD2TllhrNIjyJ/ilPmHGfOmbojwE6byZHj39vpjhbQHwD7V9MtGLcWvbsKjGHTdOqgh0OI/S3eCjo51hHOlQVw4reBcAItQn7HPkZ99s/MGGE6CZuJz8gYeFx65tSGM8JqtdFqtdYa2/n51NvgVOiaVieLY5xLZzh5LnAAXWCTS13xRdTVxZX8v4Wdn5+Hg+jk5FRH6LQ4OlFH2qHDyanrncdvFB0dH2uB7j1zxL//8+r1a3378pVe4gB6jQPo7tbO+TV79YZ5x+BLk7aqH+qJucCMUAr9IJNP6Knpw3BPWE0e5it1jg9KD9C59Pung1ynam7sMUDh+716iykz9d8ifgDhR3XhUOnAiVizXkMBj7X/zgbdx4MKD/geZA8YfySKylvrjMKgxO+RB595RKrgtFaJfULMJqc1Lz7GIDoElJzhM3UGmKLE6QG4+CD7OBpahAaPl++p7xf3/tK9lPdjVZtDnrcph6XfF/9xWpbv29wT/5MFfjUW+HFr51djhl9rRw6G1/tcITKIFFgsGg5gJ7rim8TLZ8/17MUzXfJtpA96PoTzRArD+NF7H7i0cGqaaeLwkVJSSlkpOd2Dps/I4YrAs5G6HLoiH2WJ+CFAQr4At+HcIZhbqrH43Odx7hBg+B7BNe+x0x8FQI0mIyLzkLPS3a/5guKDcI+Tx+nAJWXLAXncwagtBhlwNPiCg2GQSfBBgDEqnNgaLiUZEAcBnykGojWXkDXfrK65tC2XGzk1+BLnb6rjbZ/lqjqBcEzcAqslh2CcQGsO43ZGbbcbbdFrS9sjt+qB8dB0XMiM4R5oOaHTHNB9oF4/9vF2TG9HErJ6HF09zh87CsM5ZD5kDug7Vz1M82EmzgKmvA+kjF3maubEJBDTRHJqmLIkbnqgbz3IgM16oDaVlbm0Fi4hAdja/U1prj/KY+TxGujbgI08Nm7+CIfRCQ7Slrrm3mKLzWqlOy6Ja1LbwG3O/XYdj6EvPHY2dVyaWiDjpDE9y1IAM2aUjkB+SjPl0W+XB20apeiIMEFSTo1yblSaVrmUCswd8RmUiGsYnMSUNW0GE5MyF99knajflEY5FxEBSZpkuH4A0cBcIZEoq6lk/oyembpZeZ+fcDgimN+AiOhM4PDUNEhzEfxuiYTAUBJPYXL4mGaYqN+ZoNV9nokQ+kZJJcy6BOkwooDAdDDfDGaY8UTG0qa8maFECNyRB8FgHKADni8GzWuGORuXDoqj7i6y3JqpmNur+cdi8xhq2YCVKxZWpg08PhpwHg+xdtfgXJJNjxEYgzkzxmI+Jca2Yf7b+dN2RzgMOjWsoxhv5p+U4U9ADfPIRb8gDezl0Z0QW/kiT5mDa2fayRmMtZiZR55T1tUyAryGWY9ek1vvp0CsU++jAAvXooCENrRRg+Q+7EAWKcwOjJgchWgyl6ICJPgsaoMT4+7urv750N1Kq/VK/rPQ0CMUTwjKUi7KrJ2yaLVgb7CzxE6ck7Mznq3nOHAucPCcVTg/wxkEDYfQ2fkVtAvyFzrFoXMMnFHn9PRCxzg4TgwnZ+pOTmWnR3XcdLTVqtqm0HaSsFkAevdoNDB2Pfr1RB7KexDldJ/yAX5lcEc5I9PQyA6tpmvVNQvardAuSAH3z+O/sCMGnsJ8KMX1EGR5jJtIU0rKJSm5DBDyFR9rB6DUEHlRlGMetd1CR9hvgYPnCGfTKbY4wyYXOMLOgHOcZBc4wy5wDM34GTzHixPGrdWII9C/A3Rzc6u7mzstGbs1z7st82X0gKJXSVkpJ6WUJBlGZiXAuqs8qp+UI83YxuCM00p1bg+HtEN8z/FTY8xXi5wNaPwXB7MlppT9msDMfKDod/bhOxlC4G56Re4d0aTKO0ofkCuzWx/4ZiFS5mzdk5m/0RNTD6tNefiCg6ylZJRLnmtp4jXRebIFEOVMM2MBzhoJtoicMyDQyQeD+Q2PVLBcA0XDYePk3x2mCu9m2Je8o9k9w8+LParpv1inn7fHT9KfLPDDLPDoWvlhop5q/dIsMD9M3qVXwyHv6OhcF3wT+ezZlZ7hBDrnG0t/45YzjycOSv7S1oej8UDIWI9NxJU4xgMtKSVDJjWAUwyJWHE29zfBA4ctP0id+lw2UmrOlJKoCCg+phsiQ0SpZiAbuFxHplojU2mHxPV+KFQJji0BYY+E0JtiQvTrbZaRIwIA48CBYKTPA06R0ReWoFFm60G3jKjvwQIy0AA5+yKeJQIiZDl2YvRcTMLZg/Nlw7f2d6s73dxc65V/+PLbb/X1118D/9DX/wC++UavX76UvxV9wzejt7c3OCsADserGZZ3Chw5GzuJNkucOysuR34bgKcmeod+jpKsjjHAmgPcpAa/JcNBewAffUkDhJPIVkRxeN8OGdEY6e2CRykYATpmcYwSGT3ShJPWYvI1WLTbHjHcwMXATqAeHUWDYV8ubE3bqCyA0sgXFcU8goPKA+Oyxc7bzVa9L1L0xy12XFKO+Wa8pW7DRULwbeyIw5ab5Vo933qbX/MHheuFqqmXnLaLy0r8KU1KnP2QCo/e+kx9ijJ46C3ME5ffsDBKpynP6OE3jBr3yU4g1m0Gz8g3F92h18beBkZPlmub5FLkeqlB16hfaoWMTSoWciwvslSueCILE/Esa5fapnkqow+VH8ah9mHOP0w5czP/aJdbA1Oq4rRuvkNA0hTmNuZsRgWA7Fwyp5B2odJqLPSLgjlLxm2R7ELkI4LkFP1qPVdyezWl9H5gntAbaBiNOHCzeg+Y8+4f8zWy9yJngtnIPXiLap12HIcZ8NB1UKG81uOawpoYcP5U2MrzXqHTCNcUYA7nYMu8YP62XP6PuKg37bGqU6JV9nzJSRgdK1KBmAwCwDPgeRAgemk4kA9XhOCDlzTmI6l2ddgv2TfD6YONnA7zXgrdz6cQLD7kiaeQIk0pISmBIx8shgMVzGpI6JtTUfLaSeYR676Pt1dul0v5DaAl63u1YY17Qqr2AauCSTnWTBsOk+PjYx0fn4RT5xQHxun5WeDnxnFinJLageHnrN8QOj0/1+k54Ld+Ts8Vjh8cGycnZzqKt1+w89GJbOvM89r7idvLPB9omPa9liZAIbYreb/DTJEaNwwQKGaM6PjA0AAAEABJREFUrfseRHdtb8tqmqycOzUN0NEf9pOOPc9QnT+dFnYEHS/iLaCWfpfSKKckzCoRJeSpJCX2kybmRanllNX2xxgqZp/8cdvuT4czsUX28cmJzuwAwibn2OQMZ9kFX0qF88ep4fKZrq6e6YzyBfOxoMfAPr+6Y6xwxvvt1yVfgmz5YmJksNFGJSW5rZKyhC5JqjPdE8CYlYPmYA4DiivnBERO0pyCPgjvLnnA+H2yO512yEFtJvBB7m00vU36QZSpZ5FEFOP3YaJmvad0Sj6srrlqe8YqPBSwz++xyvmj48OmY+0wY6fUBti3Z0avP0GGxw3vCxVTJrOuQLLnklPz5FrPaDGtZDl1PoqgGf9eEO1G9O5q+aBoh++QxwoPaI+hj9V9jO/nps16kBLe29p3mOi9dZ8KnyzwK7LAdy2VX1FXn7ry0AKZJ81i0eqUQ+vl5aWef/QbXeEEOuUA2i64rOZG/uyPGsnZHZg+cpjaEThkERQgeI2QjjAEEBF83NoBReDwwmecDMFcIg3KQQQfMtPEm+YSs3OQczKTfkw63muZVmhT0WaKEpoS58q9gjRMkOBx6vrmGX1g4MKwHbc4ijgc4EwZqVjLRg4M4uMaJIRM/Uxb2ReRTLtxCMiUUJd6s/PHf1pnx4Pf/Fly6PV/e2snz7c4e7759mt9gxPom6+/0bdf/0Mvv/1Gr1+91PX1G90Ad7e3OIEMd1xsAOqvwgnEt9yrlTZ8a+o/XxvQ2+BOZvT2EceaWC2nKBWBLiqMATKEE8i6bjWg72AaQAaeYJ8i9+0QJvJbycwzFzg/46TMX+II+2e6tbO2NAnRjp8eB47BqogO+MLR8u31olvERaakDDljfYsaGSv0py+9L8f+MzkuypkiX2j8FtBx18mXotI2Gunnxm9k4ZDznzkMfqMC28GujMSMjo3Hs0nKuQIF8gf1nADuVxYM4KTEEcwAgkXpDAjBuO26I2Tzoz9tJHA7g0oqiDIk5USZJnskxfzVwSdDS9S1jq6bG9fLErICBB4wVSI7Op/2eWfN65ZExn3OPs6GjCS5kWCvegT6IBqmvFODWB01NeZCGnbyTnC5geZmHrevzL+Z8DCt/Ac1DhhqWegQ0UHRe9Bai3iuM6e7OpWQYySMA8whRV4sFed3zCAJcJhTZEePnB7SjRum+iRIgxAINfZp1GQxDDg5B+ZqDwx+2419CgWocxBgjjnEvCie9zh/Oi7dzVGnzPrJOAnE/BHPisyYG885KzMHiZRZAwfSdijNB161qn3LUDL8CcjMmUzewQ4e67kNPVmbbKCs0lh7Ajc4P0w2jHq7+gkRFRwrvtGQqxBBIT8OpLQZZU6TJbDXI3tg77Az4fYGx/ntEqfQMv7kebCnhTmK8F1wXwzK9B8oXVGLU2NxfCT/KZWdFYujY/ktGjvROsoOocHpEoBNM06NjE0tS9ZJOVqz3YZwoNZ8Lbe+UuC06xSWyj/XozjqOp1AIVf1g71cL8YOGZm2M3o0ButF2qJ79IXxXwDuW+t5UWr7yQlRZj40yCilVcER5D1F5FEw2hpCM9WYdrMBOdEW+3LbLnA0ncjOoOOTM5xi5zrDIXSK8+z07FLnOMpOgZOjUy3aI+XUaMt+fceza8kYLXHa+dnYQ/PcSSkppaKSs1JK8CfFx49extg8nj9WCI4ogkm5YhEHTkSIvKMZn1PTfjaIPSJm12S4d7f0U+iDqfYNRKbU/PuEP1I2z7l5X6k9qHEVOMUzaU4n8juTAz634bF7lDd0iujR4u8i2m8eTTlyQya8VcmFECPx7DbiySXm0NT2lMBVVbUsZ4AQGREZajh+PxwIe4TRotkqHyn5ENID2Q+y75TwoXzvFPADCg7bPMTfJcrDYnhX+RP9yQL/Zhb4kGXzb2aSX1l34+H9WJ/qEydz0Gtw9vibtt989JE+evFRvLq+4LAXF1z5IFzrp5Sk5CljAKcMguaPH3mHEHTYUnKUldAlpaSEjJQSxcgm9uEr3pAZeXgaeIL5kjs6Je9yy5VqLKqmlEgMCAAnA/LTBrfmw+F0WwjhyTHtETS3aT7xCT3JcKakinMQI0QtyZWyk6TEoVcHn6x0kBOHhJEz06CBS1ofsOZb6a3s/PHh1rDhG+m7lb/1vMHB81qv37zSS78J9PKV3rwGXr3RmzfXujHcXOvWr8b7G1IDTh//PtBqeVv/XIz07g7HEPTN9DaQv0EdwgnCXHGn0GpWMs8INEat6urx4uQR44bTxGO6Y9shUz/3AnYl95GJDyLThriGilMGUkXUuJbuY1RBpzFgve2xXY+mozL17OhocN60XDQa0lxKHQ/EMnBRJ5xZXCAGLoBDz6AiumsadUe+nBzJv7PRUs/zdGXH2WYlv5nlsTINdtqSsr9Vp179LacCwfpOlzczyflAiCo+gIX+TtG64lg5CugT66DSYCBk5lIuWbkpQAM4LUql1PZSgmsf3BuDYs4l5QJQN3kvyNRNADJl3XIWATQD8EFLoHLdKJAnK5FDkkyjbo5+uy6QqADNHDnqGTPkyl9IkOvY1AqUVYT4PTh1dQA55FBlDlE1oqAYM8xsVjcKrJeJtnEl7OIB+uAbNZQojkh+UQnKHCx1hpnm1OPmCiOZOTVOdg6uNuO0FejUXuBErkly30Qzrwt2DM5U8BwJJbe1sDCXphKwLfO8Z12sNdj5w7oFoXgMqVbJtknMh4a50XAx7wzdQg2X/8Zp0ypnQ0OaRCTbPzMg2RgXcyUwwCnC74XQD8oAKOyv+qkNy3WiDMaRC7DX5JZ0tK4jJexJI2vBQKIA1U+KhDgBM+427PAJgD2GweVJAzS5HEjMf/EZkN+zd6xw8N5c3+oW58JquY4/uw1nFCoQsCVjTOxANVn9bJt1rewotrPnCCfQ0fGJImUP8T5yhA29jxjfAXWapkNGI7EehS0HbBl/3kVjkdIIJqE57yMeKQUu+CpQV4Z9GVXhoeJBqDT6rhTUwamrZCIgxxouCscMenWM/2JxpOPjU+BYRzgB28VCPickr+/EWFMvkSb2nqalLvVK0yhw9hmZT+g9RJMahvEA6MdEz8jJhXqlRT7QLdR2nRa02aFD1x6rNC1CEs6fkefioN5vbHrPtgzGLikpM/4hK5OzXgboevChVDDLRdmR/tkfK/3dbX4Y10M5GUICCEZJPji8k/8dmrzFD18NzL8J+Y7G3xLxnvFA4ndI+xHFFm5g/6wrfB/TmfuC4XPpPfrUEabyfd4ptw1mKk75fTJV3BM+HAtxjqxNTd9X+a2W3iK8r/a/rqw8aNpqxzqf6EVZDlP2ILFNDrJP6JMF/o0twCr5N+79L7/rP7mGXOW5E2wBRLOL5jZr0Szk/w3s448/1osXL+K3CRaLY/ngJx6+PgiLT+JJllJS4jBFJKUEiHN3AsRnBA4D5QLgIyiAuhmIjFmpYidLHPA51Y4Bo8bpYOg0gBZgdQ2l+R8CK66JYo4Z9OM+FjNLMB7giBaTFDZwq8ZlG6Azh87oCynqQnVI5lJKWRmIdOp/2EEJJsArMTsSxwIe3thh4KLT44Ax2OGz5qJm3LA1vtnIf7Z1e3ej2+tr3Vzf6BZnz7WdPbc4dnDk+LcQlnwjWr8ZvdPt3V11+ExOoFvSW3jvbrjguN71G5xJOItub+Q/LbuD3w6ONZegwYdr943OZfqQ0b0+dItyphuPBtvMBY88eHd16L9ZPhDe4g7RtBPpLAQbYslxtiO2jGIUzVxsPLfbRcMloqA7EgmuyShyDx60pd7oOj784czyqGT63HHp6BYLxY9Bc7nJVLKjbL3ptWY8ejuMqGt+ipTjn7EJKBssE1uiHmyhFYWTAmAOpg4wwE6WXIQRClkCWeIpoETORQ1QgIbLVwJMy9mF5iMliXpGJ3B5pk7m0pu5tOZSsAdaUy/T38wYQ6AmNPclJXADSYRM7DxpBsjl3EjINIRs6DkgUepgviRIqh/nKyZVPPQMvOZr6QO8zNwHpdAOqVFjH1VG4j0pH+hBQbTpFKhKgExhykfiaAchbWIiiTdKHtAgPwzBEVGiyEASIYiBOXIzTg+BoTnMTjicBCYVeSMzkN2FicbECucu+8vA/B4815ldI/RgpYHEGHouNW2nFqdEw3OiYf7npsFmjcR80W6sTStkK5jP87HJLbzQkJVTg+gMHPQ1bAXJapE4MCLUSYBkPBD2nHgOef9hqcufJBEUU1L3PyP8pri1rISc4JRgTuRyQjKQAIky5HrvNk4OSi23mM16oxv2wTsc5PVHoe9Y6yscF36aongNWG+YQFKmfsGB0bayc+eIL1ScBuDMaHBmNOwfDXgX0KppOuUAbImNxRgMGWcJ4hDsQJuMrtsDgkCZedzeQxg01TUPDkUPbcABnaIIFmdkoOcC6npFjwygi8ez6zrF3nd8rAVOwAV9WtCHQj/pMFKTMvZ13YY6BYj5w5xxPluWsubPgDLVYnOfBtne1luhQ1FmjnXNQl1rOCYFwl4LylpMQB+Zu1uc9BscQJsNEskznPInpawCpJxUxzzp4ceUlKWUkpJAatCHfWA+YLyfOyj4Xih2eIQ/qBE9Uvh9Gv4+vFNThTR/j3r31STHWNdDp8cHYe8KtDFvCQ9ZxoeEH5unrfeLQG9mWPAY9XKPzGHkAudrSu9YoyMALUgJZB885xVnWwodAGEb13tU/L7qB2AWdsBGFtFxnqlUCBX5VcT74TNmoFuREBHktQzpKTxZ4L+oBX52tWOZ/OytPDXwC7YADwVmwWLR6eTsLH4P6MXz5/ro4490dnautu2UePKPHI18cfXBynhKSSkl+gUQRjAf0A2VZ+QsZyoFDvAIMCWAaD5w+5DYLtr4X8jOLy519fxKV/GbRFfxNpIPzy2HSR8sxWfg29+RB/MYLSAIWsV9fqx5SD9ReChvdDeAJHc/pSQRxGfut0BG8ianerKsuTiEQqVO9IXU5YGLQYCLs4FE5DdPepw88aPPOBbsXNhyEfFbJlucB/4BZv+gs50zdzhx7PS5xgnkP/W6858rcGFZLlc4e4A7YAWYBoQTiDScQ3fL+MHMO5xAN29u9OYNDiA7kYBbnEB2HK1Wy/izh77n+2dOFKEp/bLeWUU1zaR04F6wFUxgjjn5YMBG8OYJSMI6zhsXxYETEYLkg9W+lYo5Nr3nQtBjMwyLjtazqLQtl4lOvqSkkpExOTEZOzG/wtlFnZG6UQ+OzDpocB75W+ijk2MtFgslaD38Wy7SdswZBi7UsN8LA3az/WLssOMWR5F18lwW89jM1sLpDugAgZkOxYXMH7nz4uM8Cfe6qU/0qwBcmJquVROXrlYlHDpFtRqG0/xJ6A49F+oDsb5I6Y8mmsBzQJHXqC9jyfKjPCtXobPASE01QjXKyYHk0DubfB/cuQPKPjvxFgoDnDeQj3CIB2EfxSl6L2mP7VlmLKNhxfdYzRMzXsTvDG/JfYtA1bdoXg8QE+BRpRuEnf1nxvsAABAASURBVBY6wKgtswRE5mGUHhIqv6kW73QCtxFv/9g2EwzMwcFzkHk7GI8//3Jh1TFlbMLc8TwqnktcwD2vsvHcynMh54YpkgCnBVpNG88lzxPzkmbnc5YemS/y556+8BES/Bn+lM1A11Br9L7IuAzTeomSZDsAhMgT7cupRH4O2fKA6ggoyp7HKUexnx/ayc1KKQFhNXmvvVveyc6fG/bWa/ZK/+9WW+tinZCQAYe5K24jHGBdUWeHhd/6IW1sk3l9do0abNN0nbIdP5G2EnpVsNQKg+zoUEwHt7EDI5RRSXsAJeRM3dxAJmXfmseBkaUGNGLYQqYjukMyTuASV82KfqBfA3TWv0FvdO3aRqXt1JC2jHMpyIy1jp7YxW9J9Qj13kei+KBTBjRD6JAk6gU9oR24XC7kBSRiAHpDO03TYtNWTj0Ppbp3+zxh2A2jQqxSSlFfSfUzpU6SiS6fgTaCRo3KfD8Oc8+ke5mZ+DOmu/bGH9QIln2kV7bx+8V9N4dC7rv4dmozs97ZUvwo4DtLdwWzrDndFXxP5F267sR8zwaC3ZFhJ8QI68k0YGBNeG/qOR8MLIiBs8Uw4dvIDwr6++xkkY8A4qOW00Ae4QlSMAT264g8kIZdb+5ldtT/msiT1k8W+Hkt8LRafl77/sulvz3APuRbrf2TwDwdh9MzHEDxW0DPX+ijj17gfDnjoNXxcM/yvbjfjqQ+fCQpUSvAhy+D4twFB8+fYcJnmuLjmoYBYSNcIxdnn78KB7rjo5NwPvktpN/9t/+u3/3O8Dv0+EjnF9ZjIR/2XHeg3hYZAzDS0oisw5ZGaPu8WzSECh8UpfhzAFm1gCrLfbLNLGtUwgScFSM1rviMxBRASC7MWQmIg23JtYx8SkUpZcqKMnnBmzLFFs+hoN8O2nIpix8VxvkzcFHjaxw5DccEtM16rQ0OHv9mzxZ8i3No3Pb1AIF9BkBc6oYZcGZsPX7IHoEt5YNT0/3NKRdBO5TWq7XWyF36rSGcQ7dcfG5xMPmHUKsjaK3e+lAfjRXqW3eDCQEDegRC5E6R3CtXjBjUd4Z77JMIMx/S97jt7lIzGib5zI+BuTDuDlfmkTKXoYaLWYvTMZdGDASQ5M/AIc38I3bxODhvcJnHyhcQ/w6QfzerY83kwtyPMdsyZhts09N362CwXgN9BeDZWia229ixF2Pll8DhMSt6SlUHKkQHgozu4jPIvQUImvkCdwTkzFgUNaVVYT3ZYVO4wOdclFKidtL8GQRufujJPECBz7xZBTlZRISs7AvXVFZI440Oz19wSpEL7yx4Smd6znMZKWEqjmQgNtAQWHQ3Ukd7uitZGtQyAS2CRXBpIFOEiTEdtp7ykWC/AbjfQpQQ1ZaoBP6BIapEtKtQW4TmAMwFdczm3KyBtc40WdPa/0yvnCe3s5nrmc/pDAkEYL8A2YepzZo4BnZ9Bqe1ymzc87NXz8Wj7+taHthrmLSVhTihTUMbXdOobTt1C+Coqxdu6xeqRiQmCZDkNHtOUMepL+deK9XpUCg20M+UBTOQJhCtmUbW85Ik07ZlCHkC10QXnyHWCUiERHFSSoCS7n3c1XuEmkkpKSUgZ1KgAPIaHjVtaSFTCXpKDFpSz1q1s/zm5lZvcADdXt9ohUPd9P3cqmPlvSNaylKsHdZi17Xq2Cs6nCaNocGWXUO5UwCeJqBAMx3IjQUgqsp1dwKIPLQkMaqeY8ZhfBAy9bF3NszyTLNcpwA1XDeAfc+2DdkmiPKoS33GtOsKfWjV0JcG53nrPQOdu7ZRS3khzaUoYTfx2WorPycG9jzbKAD6HLKSxNjmgKycM/mi3CSRIeSZlX6OANkMLTdqaK+xPb3XMUcykFKSJhgErukzPcun3P3EbEBCB1Gnppo+Q02dAISa/2fFP6ZB+rRT8xDHfKKf+sBPsH8gr/Q2d3QhIsX4GZ1Pn5XymHBzPaSPB4RD3G2mg7Ifhz7W8vslPqzhPPp5EUWP97WHyA/sMQNbLfPZ6w2+Id5YM828rg8Qwj6Rmv5+uM+2ZeXN8g7r3ec6LHkfbgu/r/xfW2bt2DushFGnwAFKrob9vKv5p/jJAk8W0CO79pNVfnUWyD44Tb0qU8pTQsIBECm0lgPc8fGRLi7O9QIH0G8//o3iB6FPz9QtjpQ5ZHGf1uADlYE6POo0+tA14xDMMw6jRk7TxDLIcYKJYPbEDp3RKZeitmt1cnKMk+dCz58/12/+22/1H//xP/S7/8AB9N//Qx+hh/8XkMXRkQr8NKHB8nl4Rhs0OAI06GYqyIk5QXZhjKNPGqW3IUHbg/iQq/yBU4k2Rt8weZAn+uMzoyH6kxS8jiJP/1JKSvRxhpzIA8GZk6L/KSsXIFHBlZE90K8BJ0HPwXk7O3ZwzozQBi4iUUa+p2zjN3Nw1GxwCG0p21JH2F3YxxbQ7oP+6Gwa4p3I427WkTlgZ9CWg0h9hX6rFc6kJU4g/+bFLReea8BvAzl/d7eS+ULO7kxh/SXTTDLI7Rkx7PT4UGSvr+Xsr0CmSxnZCVtNrSLUjYxBJzJDTZLQaQC2XHi3kQ5wC/s3pY15bSdQaYs8DrBTOiLZ7ZiTOmNPPQM4l2akxQXEfwJ2yrw9OTnSEdAtWlmu4pvMgaUFZxgEOcybwXVJtzh/tquNtjjatozbwOXbYx7VaB0hEd+PmCMQMhDlgTgyQJwSMd/yBE3Thp6lNJBbqhXAVoOfkDzfcqHM0NQ0ZSnqJ5IMFIDUF66GNMOXshI88iclx29DhmQe0lmfTHtYAtt6TCj/niHDjwbCP7UHaPeDW6gU29RQc4fxnueQKrmF+5Q555IcmptCfQKTIjrC8jExSk12ZmB+7vFas+b39q98joHagDLzkhwhAYiPeCq0fkaDVsss01BJxgDPuUqYp+KUczKgNuA55z3E4PloJzF7xgiEZPTIrA+vjQ7Hj3+rpuPCnZsiUeYmdmCxQBb/sqEoM/ey5xbzxqnfIMk5UxdgHoBEjUiDTpb6joV8qWALywLAU0oU3bedlJXgNeSURFYhGtvLn+w1fB+GqSylZI4KmKwiM400AyZS3c+WAce5+9uzXu9whl/jALrGGXQDxJtA3ptjBkgp+pOUkeE+G8hIWQE1b5y+mQY6l1UGCJkCAliQov6OiQJClB1E7sa7YM9GRcIkFLIzhhj1KdoltRxdrHP22mdM677C3sJ8sGOwXXRq7RBizEsp1HH9QX5+bTa9/KXC1vbBgLv1iG0UzToCaMN9dDuKdqB5MOGLPjmiQjbkIuvQdZ0azg7exwVNlMl1VD9j4GnOKIaeZ3glOB4dKaVEzRSplAiA9p8hKu7z78es9/s5vk/pB/OGfcw96z6npj0GP0bPx+o+RqvtDj5oMPby+rCeM16LD+K9DGPf1YOoGLKkmDdBeH9U7hW7lXuE787cF7DjH7xv0jeCexngwuEAi3wwOMIa6D4Y4HHKxkygRi2G6hrfB6aKuyqW9ZC2K9wh382xY/0O5AfY8zskPlb8sJV5SIKeI2ZCPFbzu2hT3e9ieyp/ssCvyAJPs/5XNJjftyve/P3w4TkUm6YPVicnZ7rCEfPb3/0P/fbj3+rFi4/kt4KOjo6VEtOFc9PAQYq7LE8xWiQ/joljUoqH1paH4RaBPgD6G8Aex8SAp2GEI5ekhsu2D47nOJo+/s3H4ez5n//z/6P/9f/9X/pf//v/6P/8n/9X//v/Bf634f/o//mf/4/+2+9+p6urZziKTtRwCUkcDAM4vBGUUhKR3v6gHO3u6KPzu9w7EGTJUIuNGfAQQaV+yCCN3jp1zwwDLZGHOaWiwmG4oGtpW+XSKKUipaySKTNAc3nKXKrpT9bhh5HBwLbbgFOn32zjzxD2Tp+V1nd38mXEb+v4baAtPIJX2F9oMsvL4EEz3YD+A6lBxg1ccLakdiBtuRzGn52te/l3f25x+Nze3On2eqn652Dr0MX1h7BB1RuNQRxjA+QTU2oOg3MUW6kZyO7DQTlEs5BIzKMAJIl+ZNIK4tBujoF0rMAcM8V1DcYrjDh/hnDI9NQfLJMavjy0OBV9eWkYi8QYKCVaca1RA/YgImPHD/nJgWNa0xUd4fQ5Pj3SMU6go5DjcYQ9wkhsGNyiok0u2aPXApei7WYtQ88FfORy5De1qIBWtV85Z/AKlTKVTnTTzFOpiWQGUCXlVJSYYw1zz/30min0UdBEuYSFUlYmXyGJjIgIlLkd7JEjdb8KxYYkQYdxCu7jhD5IMnlagB/sXh0KbBXmiDGB+44Q+EBsIHk7IAei4xnI7sPsiQnK20IqxeMRDFMUGk44qs5YZVZtxxmDC91f4wbnB8UfCcWcqvnoj1GDBURqJIHVdIgxcB4I21gPIOxtGqzROqmrkNTgjKHmHN/PmQKEPgOIg9MJoHt9+1Le4+RdA04H5uBImbkT7XrcG+/TXaeubdXgBOo6UvYq7T6TLS2aOnI/Qv+GudKoaZxShz0wB16gu2/0M9V0J0pZDo4ohY/YczMVSJSZMTmawPWBDKSUlNwuRcGZQCKMkgkG8jHdIIESEiOQSB8GaDlFWSae2b0VjAiwvW5vb2UHkN8C8v4bbwJhP0/jWVqm4f8/e++h4DhutGu/AIPUacLmHL3J9n//13PO+fzZmyd3twL5P2+BlCi1umdmd9beXTcHhSoUCoVCASSBkloTYLuyGA8wVhqbF9hEQlpFgGIhKJtL+1KmgmRWANV2ezctwNtNSHhOgXj+gHfWpoXRSQotmXGbdRUYSTYwnzGPntsq1sVsNtds5j+FNZ6p4p0nrjX34pIg9zP/xwJ8kHDhDyoInq14P9mMERAtbsNUE0aFl1w0iW0V/gPou25nauNP6eZqoeu6jToxV+LyMzvmqhevtj4geDzVOwARVxSIwm4WLrACZEdbdiV2S1dlrnJ2W2xLeSBHPBS3aK+iC49Y/0gxSOzcNriBsi7DDSLbqhcW3DbZUPttba/K4z3IyDbSJjYtxqoRU7mpgy7JYy7Uvz0PY5wNYLRjBIaTRpbXuKes3HtwY10NArFXYR4R8l4ZClHqSAoqCBq9ZHIzw04zMww7zD9l4cqUjKO84es/PNp4hoyCt/jWA/9dHrj2nvnvcsOff7Te1PthJ44sfiPHK4EsXlAwXD9rap2dnOqNN97Ue+++p7feeltvvP6m/A0cH3LZabOpSuoIGLgde2LKim2IX81+x/kTU7/U1mwC1xx4V2z61j788mJLVVLFwcK/oeIA0OtvvKH33n9fn3z2ib78+it9QwDoawI/DgJ9883XERT69NPP9c477+je/fsctk+UOcimlJRSVmLHFliUxZWAsMZ4C+M3fgrHlhbqam4FCW3aQoI2hF63xWkD3TOmnpd5ADyXE7K5Tqo4+NR1owaf1mxeU4W9bJAT/IrDVKmvVZvPxFir9i872IEgAgWrxaUuL84J+jwlGPNYz54+0fmTJ7o8f6b1YsGc+Pd5ejZ/FdVWAAAQAElEQVTMAtK+pij3TFBvO42xe80c+WBjYCi0q6RUgRPjZ54ZruvWzOEKGy7DhoV86PG3j1YEM+I3Hty4k3OFyYJmc1PWSK9u1UUQJsoIUIVESf4NGwOdwkAJWrwhQgNlJ5cwZNIom02GhVBuA0odKgaaYo5vAEA4RZ8EcsKOCAMpZ/u+Uc38VAbmKMdciDXdqyPgs14v5D/D69ZL7Ke98DH25TprPmt0dDTXnADQyemRZrMZc84hyf0BZazYY7uBzjbgx973BL70t7Y6/GffGOhQDGkAKBJqhkSBtS5mxQLZmXwlbUgXXUDUzNrrjPVXVw1TWitTzqqQcgjNKOGDDCQpV8oBSeXKokHwrMfrN2d0JORFXRHa5nssSynDxOYcUPrEDQwT3w4tXcadpYSrRMGzDQoeGqI36zMdzDGbbupYxyP7ehwdRPWWiuLQh2n3xNAhS3891FimlQ0O8DowwBuNHbA5kqKdYr4qaeN3r1hrBrjPNPScU5LC//jYfjYfkZzJoLsRUE7Ch4Wf4WuQQUH5xg+9Ra0Fsck0CG5XgqAEKy4WF7rgmXFBIPKSg/nCzxieC8pJua1Vz1o1bau6man2QTvXqEcTSTtXdDLhJAkZEjys29iWoiwq4Q40iLJ51uIxxljcBshAAjK+yfYNvrTeHJg80Z46BQgEw7S4MhCpZ0mxonjW9TihN/azj7H2ADc6CQqxECdLSpHbpkGEMgmZNb67vFzonOC7fwfIgSAHgRaXl1pS13ttiBFaBbbT6mrKHRKwJzbG8w/WNm0qZeFScr4PDI9GttVdB6Y8pmnZNC4oDUJg0BV2moY5IKhNKixy5LLBzxGeKw7AzAl8+384awgENW2r3LBO8N+a59yCd4U/MLCvLllnDp71PH+7MGJQH0YVk0zGGIJwvZ8Z235r+q2j37lagkCz9pi12ShXNcLZUzXMpeezh0cCkUQFQKJg9b3XADDykdxJiKmYGRR1bgU6mCYjwtyDItcwD4pPmayVa5oqBnxt5W7FVKVr9svmHYQXFjzUetdnu6VD8gNvv8808Ed0QNEB1ij9CjH3NdpsngFySKX3ksO6Skym6kBLL3q/v8CblWQdBtRF2m0WrMPZ8FIckGWs2ngDL6jLYobSbkuV8r8rf5l+i2wOFNm/y8jbfm498If1wO2d8oedul9heCXvKwcFXgIV5azMRt8bu9PTU91/7X4EgN774AO99+77evPNt3T/3n2dECCyTGZTbgWca8s+anhhpZRUUVc3TRyKjzggn56d6T4BnDcI+Lzzzrv6AJ0ff/KxPv30U33++ef67LMvgM/0yaef6MMPP9J7770PfKj3Pnhf77zzVnwLyUGo46OjCKiknJVSGkAFS0oar3Hj9qJly7m1YaQV+uhGAZJKrXUXiI0kO8XeBwuwHZFzGsZfh61N0yoCDFWlXOWgG3xTjXw2tnnQbBXiysBId2wMVmyolxw8Ljl4XPjPsfwDzU8e65kDQASFVmywex/isMM7Q9s5gvWEPptsvWx8O+Q6B/FMM4EkN6M2KeeslLIkNDCnllsPfx7mTbw39gs+3fVByN8k6Dj4YKK70Xh1MLyZ6bFptVppRQCwg+4GfseWCNVDm2KYy2N7447aAtTTzjxOvrJlpqc4IxtlsoxukEU2stbjtrZjFfaiEyEfKirmomlb5qpRqirlxCEde1cEaS45HC/x7QWHGZc7OypL9lHdNgSBWp2yJk9Py3/v3KIrE0hSTiqXewZsvwHbOnBvG/BLz7x29GXbirzz0jaLjlwcoHPftGeoTgMXZMdNwe2iKRpypRp76rqRf7vH41NOyp5bVVIy1JSyBLdAYnwAZY/TPGOWhcrlzqCMcCMUkpYytYVRY9TQ2Dpc62YdPjCIkbhs/ghuZ36UNxvZPamRb3xlhxstr2YojoM2eLcSBvYx6BiH6+AYRbnQ7r+jDGYdh32MITBjyHFQY56hzUMKinVkvXhX+LxjLsIX9jtgbQLL9WD7JyOTaWOolCUgAxCR3Kboppd+W0+TCP4UjkWLlMsuxbeUIDqCmovVQr6HLwgCXV5cQi/kA7vDouED7oGWZ1Pdtgpg7WQ/o6KThBb6jnybuR/bWTAyjFcbgEtbj8kQ/GiKHNhuNECSzEvK4RNodOTwSaUElvnoSsFP8JIyNJRclRKILGt72ROEBNTTSc+9toVOPc9BGXxfDU16sEE9ylCaACkrJZ4sVPiblpcXC4LvF3r88LGePHrCc/hci/MLgsVekO4x0wJFJLrl9u6AMWAIk9VRvDjyUAwPKSqdF6BAuyJpegqZwhWg61iK1JWGMHjOdMz7plwMQil10Bt5t1GCD0EV+ZDgQbkvTIz6jmfRYrHSBX64iODXUh3vEjGMzIc82c8VPNDxjukBB85WDnz73rFuAzpLCs2hupTpL8MDcq4Vzy6CkG17ROBnHt/8adq56lkt18s2i4u+d6bSZdhOkEYAlO2Een7qJzY9X/omCUZzU/XNdYca43/Z2Te3fLW1h+x4qR68pm9qMF0UXgNTWcpRHHEUxAIYiFeNprYU3TH8yEp5k++Isr5cwX0ViBXUBV34LGkldGRn2j4jLLsDyFDN+Lbc8ckS6rbs3wdle38zS65TPuVP6ZsM2ZkseT5ukr6tu/XAn90DL3rn/Nn98F81vurgaOHmhqBNG98CunfvNb31zjv66IMP9cFHH+jtt9+VAzh37txBZqZc1Wy92BSzGfFLrvfGivdc4gBRN41mfEp3fHoSfz72xutvEMh5Vx8Q3Pns88/iT72+/vob/fWvf9fXX38dQaCPP/4UmfcINL1BsOjeAK/R/j5wT2cEkY6Pj9kAtmo4kFQ5078KJEnJmSYXxkxKZcO0z9sRoDDWj5hWJj02auUuDGy+PF5D5/FTT5KwIVVZdVOr4RDVcohq2la1fWV7U1bF5rjhUOUgkHHdUI+/6qqRgwc5jxtbacXm/fLyggPGUz16/FiPHz3UwwcP9ejhQw4ejxXfAnp2roV/B4hP9FcELGKzzUZ7RZDBsIb2p9MrAhoOZizYsC8IJvkQeOkDoGkDfa0Bb9rXbNo9ng0ocUjs4rd/lg7+EBC5BJbLFfy1OvoQmx0pq2CjXit2K2vqrHfFQX1lX8ErMuFYBMc0fTmPNDIhb5mRRy/uhjkw1+BiJiO5CNCOvCTaUYx5sk8WHFZCZ1Kus3zAcBCoqmtVzJ0qodljXWmJTy+Xl1owB/Zf54OUpDon1W3NgWSmo5OjCIoeHbWszQZ9Obyg8AfCjFloxEkc0m1Lpw5fROCMT8S14qBhmTi9IE/KwKFks9FwqIreGKRrQiDJm8zMeFKuVVeVEpBzVlYlAaaTMXOrDC8liVoyUlZmjJYpkIKnTT1FenReYLTYnY9ATbYeYGw3+VYWXtjRUESsx/K09WBB8s4XsM9G2uwC7qtQV3JU0X0xGboQW6mudLhhhAilggcbXGZueMoxdxTCYvoM28BjObDrNaGm5ZpCom4Lst/D566jP+ag+LrG98WKyshgWz0Y5kQxZ8i7rcvmiyvkwGEb2CnoLr75E/cg699B3Avuex/cF+uFlgRFHIbI9J94bvnbP9W8VR3f/mmUaxRnwPZa5wTMjaoNLziURgyJ7Vgrha0VY6uhKyoykAYAod8eleCnrFi/2JTpwDQMqhLIIKWUgk4CozslKABxwZKvzvcdXu+5tzrwmgdaZ3oDvTp4CnALwEYYIEtCLwpth2VXBG0veQb6T8EePXzCM/mpnj57pnMCQN16GQuAEQTW4P+OZ6D7NzNjh/FYF3Twerpzx4DbBSKLuilG7Eqa1kO7vWWMbwLLAHhbW0hwSKgR41Zc5hmwnvuh47l1gQ+ePr3Q0/NLXRIIWvIucFcp1zxHa6WE/OAI37tu0yHQ2fcxL1TGZBUPSMgHmM8zK/MsbWeqgXZ+xLP2SPPAx6p5Z+bcSrkGkNeBK0k2QVxJKXr0NAtamysF5aH2SDC08HYwWVOyLOq7TEaSL7DlTeK0QDsZ9S4PyOQ1sNFypZ7H3YRnOcPA8jIZyIL2GHQ8kd6OJ4SnNcEoGW0K4XwiMyH3FCG404jyfnpe/b78frnMjTwH+m2v6TBv7mkyJjcy0MDreuufgQmfJUVe5iezGH2PyYsmJ3lJBe2ydq9JL7sVUfKTZNLHtuOhttxP3GpRjszihijsZjf3tSv7akrXGPKyyn+t4dG+mvT6iuyaaLwlbz3we/dA3Aa/dyP/aPb9fu3Nw4vHFnrqJ8AbiVrV9Uzt0ZHunp0S8Hld777/vj4gCPT+e+/rnbffi2/j3L1zTyfHJwSC5vJmzMGOhiBG07byV8KPqHPA5u7de3rt/uvlm0TvvaePPvxYn3/+F3351Vf6+quv9c03X+kr8OcEhT764GO98867BH7e0F3a+XeHDHfu3JODTv5x6qMjAkD0U+VaCXsVm4Ok3au8cAtvShfO9fkoO2Lx/oYuu8bSjK5IhXYtdd7Q9uDCTKpSpfAHvqjZqLbGEbCq5INMVdWqqgaZRv4WUANdwcvI5Fyp/GBq4nzQacWm2kGap08IABH4+fnnh3r48IEeEgh6zCfP/hFS/+805xzoFgQrlgQ3lgSBjH3gMyz5pNaBoQUbdm/ULRttCBxdGAgeuY+FddDWsmuCRWsOi513xPi4ykm+Osa5HA9AHHjczhv/NbyQzZbikIBvOnYgHTochDL06Oz4FLhDJ1V72xa3G2F8EeP7kQW2aoNnheKQkDEz1oIJs91+CuYV8J8mLjikxe+exKFMylViHbeacehtCMxVqZKw0d9uWuCb82cccp4+lX22IOi1YBwr2lpjpt+aeWubVjVt6zopZ0PWzuUB2ycwTXYcunt82YE7B5Vg2mKqae98hD09I9t4aGBkMGuEaBV2VNqsK+zMmXKV6QMQNDKChxdomgsSmFJJyIVMwdlV7gx7Ocfhp9LEbMuPOGiEXc7Ggw7z3ajDF2UBWBncCiAhSl6S21rWMEhRYcoAWRSYuAKZMZT2+1Vem/s8j8HStLKdtB0lzB1p2yHGLc9XRKIIm7i8EbBdrEfKpjZqGFS30YvGHojKCknTScVHebj386ZsywqIKwGlTtaH3mhXuOSTZLsM9hHYa8ywGr7984x1vfSzAlhxj7ql10nd8Fyaz+Uf/a/njRyQVqwPRs89IQPC9qIthyxpUoixFy45FWFrpZxrwNgAnbKUDejmGYOZyJfkbjpRZ6D/5LXLfZlS5rmfJHR67CklVdSlCr9QZ77XVhfPIx+je2QlxKhK4ERBw0Vd6uFThO3feIMiwSd3Sir/BLYrR+gJ4C55nvrPm54+IwDEs/jJ40fyc3rJc3FBkH3Fc6IjUOJnoDw4D0rTq2PggJVS3wFCJrB5AVN5iVEC4DwA1Z4L0CZRVWRoP9b5Wz7mR0VIln6z+4wy+qgMmaGsvTFbdMUHBPHNH4I+fvc8ePhYj/1tVJ6Ri8uV/ExwsLlpZYOBeAAAEABJREFUatV1rcpzgl6Pq/czEyU9Y8Q0+cruAyg4Y0SBnCtl2tc8U9t2rvkQ+Gnnxzyr2XPUrSrqc06o8Sh5X6KHAsk8UJSTUkoi087lb3d18INZsM0aZ75T4UX1JOtGOo8EU7glb6RKk42GQXa/PLADbesK1Y1ui9rdbLTc3NJTcIZhlPauA1jz5JM0rZ3SE5E9svSwxxyKURfZwAh0vd7ra2jI3A1DoDCkPd0uGrzMBoldFB1EtsMPTmQTdiialCGrzF1XlYrIK5jXJKszuJqlznz1gEsFMuu15nnV1twfuVKds0J1ZEVmzKOvsXAAj6th7G9fBNXBqiKfZEODg/qHOktPSBd/lzCOUVcGedhcvxEO19xybz3w6jzwR9J08DnwRxrAra2/xAOVKh6afoBmsoB4g5bHfgPPn7zdOb2jt954U++//2H8idbXX38ZwZsvCOB88eWXEcz57JNP40+5Pvv0syh/+cWX+vqbb/TXb/6mv/317/rb3/+ub/yjzvC+dBvkPv7oY7377vt67bU3dHZ2R217pOh+HEqYUcl2zTmYnxGMun//nk5Pz3TkbwHNGqXEpo+NeMfOzRtPztM+VqIhAdMUW6Ep4wA9yox4EEFpj9aODozNHSV66kSdeRhDSsopq/LLHWh8mAK8iU25jnoklNkEJDYBOVXyZtkHr0w9LZU9JknePDiwcsFBzZ8uP378WA8I/Dx++EiPgCePHuvp0ycqAZxzLRy84VPYS4JAiyGI4w35guDPgiCS4RL+JQcT6/Sn1c8uzmUwfXF5oUt/C4hDjduslms50OMxJuxJ2OqhxsGHA+OCQMgFB51og14fcnqMzshGwkkd/jH4E3MHTAxrDgEdB+gO2RgkwplGI1A8mBCBT14SdCwQUZTtg4FfnRu8NaLefbgYWzDK4I7+1xzMwibGYRtyrjQjgDObzQjK1aoqDhTY7wDYBQdk+8uf9vuwt8DHKw7Ro/1hN3NZt2zomPNsgEkK22yfQVy2QKxVYVcfuIcE7CfqMc95gaFRQSUvFWPuMZrGUKMphHimfwBDcgLbLm74yoC9CZyrStnrzjJ5qmCkDzKlYEc20KP8BKMzSuCcE/1gQzThnpXXd6cVfiBRIrEzQwKCPOQiQzAS/PAe+D+ROpWDck/n+3a4bKBqmjC/cCEGfofjOlZrF+UUueApWSZp4yddvXJGBshVpZjPcd6UETaEJuh+ABALyut0hBXrfcF69r17yf1+sVxoQaCk940duhvVbau2IQA0n6muKbNWom/UecUV2ykMidnCAvcPoKMDGIhGXMRKnVRRVQPGlZSBlBExgEheD6WPkZeVU6WMbPY6qpKUEsn8pFy5LquqslLUidH06nheG+I+E1dKQpFyNm3ATxyEUSkl6Wrwp1d2hdsZTBM0yAP4uWhfRnCY4PxjnsePHzzWsyf+JtAznqWXBO+XxAoBBmXfyRe0mJcd4Hmo4bfFzM+MwKKGTLYFKBKGwVVBjuxQKuwOXkdphCJTU5kZuA+bBkjkEBsTNiFShF2DQGa8Hc8og5/bXjsrnpsXvGceEej6/sef9O133+p///G/+uc/v9NPfDDxjA8TVuteTdVGwOaYoM0RAZuWd2DFPGnQKfoTV6Yv29USzGnbGW0MR5ofA7SdD+Bv/9QEgWrkqsrrJ2NrFq/+URXadlOir7RhjdSAe1cMNHIuaYPFlbBMXO4HNNTZqy6NsF8e+TdhNN5Ufbhu7MiYOQnzkSy45MVg6AzE+kJgHCLkJm0MsLKBG7xJeWBv0F5ViLNGSp8bqR0iZIKzpSJmHjxnE76LLwGl5aHBPUfJ3jgsfYBl9gRKb8GYkAfLo9+pLHo9FxSGZJclspo1XLd+trKWuTl9D4yqRzw0kcuGreqieay/DufKNZnnHa3pE8IMP14OYqQK3z1uutg8tYa6A4iGpAMVu6wXkdltcbgUeiKjnudIB6ztHD8MjGEfTh6UYawtdLe7KMfKX4tv29964A/jgfF2+sMYfGvor/WAXwzWUamqTBcwp4DLDYfimuDMWfxJ1gcfvK9PP/9MX379tb766kt99cUX+uIvf5H/nOtjAkCffPIZQSDgs8/1hQNAyH3z17/p7//f/6e///3/09/+9jfa/VUOGn36+V/0SQSA3tHrr78ZfcxmLa+eTPcV4PeUaZMVB5E2Aj93797XnTunOjo6VsOGMfNi8yY/gE1zD+iFr3RAcnxhGxfwRt8vGYNpcVh3Q9cqNoaJPGE7kDL+rAJ8eGrqBpqXfK5kW3skezE23j09Ly5Q2cBCkKjhGMAGOg4WBFf8afIDgj0PfnqoBw8e6qE/beWwcUFQ6JJAz5JPY5frlRYEaxYc5sxzgMKBGf/PXZYz7QCP4ZJPbRcO8sQhcKUlwSGD+4t21F0MAaILNvr+do/xgr68+V9zWFxjt/GSw+QSPfFtIwJAS3+rhnr7qYsXsUdkqmAPNOpobz92zFWHXIEY+m7GRpdqnLXL3pSsdlMYiRwEXey1y8opF3VUxmGGQ1fYQ4ua4MjsyIeOudo4+LaqkLeda3x8zmH56VM+5eeT/ifnzwi6XWhBAGzlT/exA+2qPcc+LIsS61JgVE8Sgj6UMu5Yp6yjrl9jJysCm+wfURdGDq0Oqok6dAUmMxm+sh5tm9sVKMAa5ZyUANtY28Zcy2NO2MxAURLC4JdIbnKD+FjtdW8xY9uisQJm+J+xG1OUKilXFsjKRqMwMmVgHmxIPieznOE5YpPqUXrE26rCKbm5pqYAz7ZOwLa7SE0xeyQ8DtOAp4zRQiVGCbgRlJOYK+1c7k+ssayWZ0rN4aHlUG06xwFCyjvyLng9AFjQsdZ9/y4WZd3GPX2x1Jp72JIpsx6aVo0DoD5oo7+uG2XWyqg5LHBmcKMDPZp9xY7suRwAW73+6pr+0F3ThyGnivnONB9g00eSu8nWYZmqQm6ETF1WlQD4ibWcQi6hh8T9VZ7V+MAsxBEVj2Bll7nXYEXZPO1ctBnKmcoCA2NEPKc7/Lfk2egfOn5C4MffyHzy+ImeAuc8L/x7bQuejfa9ZT0PnQ8cXgdARzA6IOaIQTNPvoP9TDTeghQ+yGD6B8ng+oJhosO5eSM4aOl6A65Hh2INmbbs8ESEpG/aZ7RGP3DG5HtzxXNuxXPQP4bvII/fQz/+8LP+9a/v9T8EgL799lv9/OBB/ClYzzOuYS3NCfw4gHN8NGcf0dJ3hSfRimutU8hRwh6vhUZtOyMA5GfwkY7nJypBoBOex8fAnPq5au8R6hYn1G4K2O6eRyeYBKOkVJDoMQFZvpIzeVkInuIybwDa9wT3cEPUCF8Uonip0M7L7Jgy7JbMuQHow7X7Gs27CoPw1Qo4OJFcrGGjnkDmyHG5wB4HJySg1JEHTR+BKf8GqaimD+seUOGZcQMMspZIziZQyknc6psZ2hLau57X26SjoeWVFjCyKvrLdJNFNkgObWFRuccfRAZkkTTSPHz8DGx59mWegb7fVFliELgWuT+Dtkv0kOxElX2krcFITyopFW0QkVxniELpwwIjFPaBfNvmQGVhhUhkpfyLc3SQxubsnrj38Qc28jgt9Fi5wVSarpyJmSz4+nyQv17gtubWA38qD0xuqT/VuG4H8xwPlBdEJfbPSGbeY3nARi43cmBmfnKiu3fv6a033tKH73+ojz/+JL7p8xeCQF998ZW++vLLgC+/+lpff0n5a8pffE0g6At9RkDos88+08cffiIHkd559x29+fobuvfa6wR+7hLMOVFdz9gINnRaAaR4BkdGQWHDqX+U+v59nd65qxPsmXFQqXLNQ7+PTV3Piapnz2OIRjtZ2imVAsKF2Mt3+WhX6LZ+w560NWc2lDllZRyaq0o+1DS84KuAWrmqlFKmZZL3bGGjhzd01Ql+J8YC+FDBocF/pvWEQ8SjB48i+ONA0CP/7g88f+q8uFxGAMff1FkvV0FfwrtwAIdAjwM//jMPg/90yeWoI8gTgSKCN4uAlazr0vTYlgDTxQAL5BehnwMjn7L4txx6Aj3rCDzRFluXBJ+WyHRxoGFQvI29yQcxIIbN2Dxulzt82EH0gKDLTqOIIfnSyapvbGS3TwXos/SPnXTuah9YTk6OY10dH53omE+g29k85tFN/ediTx8/jW9ePfjpgfxneE8eP4v/RckHI+sLOzwmNxiB9WCyo59NlQ8+LIBu8FVPEKjDph6eQsh2GdxyABs5kDd5KmwIudIgcjacYhMYa7P2WmxUNVWAN6IOCuU6CZECXouhY8jygAe07QPGWGcM5GibqRjSMP7o2zS25OiIUTDWjgOvx94FjWbv6GiaKzLLTVSZgxsD/ecybIzOR8w4ouys8PZNtgTD8/LfgKVHCHmy4iNPQfbIVcFz2wLw8Z8PDHXbboJAnr+Ms6JFyA9a3SFgizrWlsGH9wuCuoZL7vPL5SXLrTg8V5WaquYAPlPbABzG/Qyrcy3RL9lohny5qymMPOOrUCQzegrUyjwX67ZW21aKMXhdpkqlr52u8EUieFlRVXCFnblCNlFmvaUqq6J9Bc+QUgoT1txnhriv4KSURFKqklAqJSlgZ1aG+87I9+NOnbjGRiOGhZ/9J7P+3xmfPnlCkP6hfuYZ8eDnB+XPdB8/koNCz57xvADim5oEjxerS/y/AFYqwSE+x/b9QKAFJk7w3MQMYm7BMN3hAMOfH9I/HxsEz4GFDDWC4ttBbgszbh7TPI2iDfSwNqJ/3jsrglkBpg1DecG74BkfPDx49Iix/awffvhB//ruX/r+++/1w48/6CEfTvidZD94rVXMSdvU8nPVUFcNY8Bn9qu7jd88U8xp5hBctw1rb655WwJADhw5gNT6TxF5z7dNKwd/mszayR6dx+PR4hH0uXQV0sAyNlB0/2XSKZhngIQXVZBFHXx3k5zBvJKKFL2Xmo3YwC9cMeiR2uJBZNNkW7NRN2VN6aFpsJjFwJhesNdqGsgJGtts+9tSxb5RYtLoCjn0NjYd8Y7cTXoO1O3oOFC/o3taoCEpOPE+CepXZ6PKfUXBj2y/hvLE7FyceWUOS1NPjIE2MDJrOBOFrcHVMIYMPapABMFtcjcjmDvWB95mVLlQqegxnWW95IWFxDTlbqyx7LQG2h2CNgPalIMZT5NCHcgH2QEhsNW/5cEek6tHGHkHcBU8CwaBaZ38gSQZ9gyaebaRBoERDXVjEekgLUhVF3ux4AwZzIG6Rbce+LN7YHJH/dmHeju+rQem016J/TNVOV4YZLwwCp3zTDMCNCccjO/evS//T2AfvPdBfNvny798pS8J+Hz91V/19Td/1Tfgr7524Odr/eWLz/Xpx5/KPyD93jvDDzvfvaez4zOCPkfy4SLnij5L6uixUDzXIeLZzHPYD+ecGw7lp7p/977unt3T2ekdyseq2WT2krxXN/YeiOKITAIJQAbkD/j6lNRDB1PRqpA7ufm9/MlasEd5cNruuNRDT0GUxelIeD0AABAASURBVGV72FtjV89evteawMl4EGFIwVuy0fdh7AmHgkePnsgBnp9+/lk/Aj//9DMb7Z/04OdHeuA/LWDz7f9q+IJgjNutUG597sf982G0OjJv5P1p7ZLN+5KAzJKAkIM8QbtMnyvqLNvj4GhP5k37mvbL5VrL1VJuUwJCC+iFlvTrT7KXBHv8wg1gTA4CrS1PP0uCQGvaW6/14YarCbsZPAkvOPARL2JoEkxF8WorOBm4PvVDFUMKFaEueG6Xlb25UqGjjrF2CJNCqq0bHR8d6+T4FDhmbZ1wIJnJf8In5tS+ePzsqfzJ9wOCcD8//FmPCcQ5oGZfhU9HZSqXeysUeXTaM8RenEvBncr8+dDXs38x7sJ2pG9IVrRbPXJGvK3FApLLHn9OlSrut5oDV8uBzIeymps+17VSxkcpWfQw5F22+xp9jnuodFuESBSEwwM5QzNFcm90h3q7akVmv6186A3w+K3ZrQqEOFnYD0ZRqXjVOeO3yt3eS6nkri3L02VMjzk0LjXOGaORHTLoi+ILZGPLIuoeNt4trCGvmasImrQNwZNGddvyHMUxpEEE5PagSNAY6bXub6F4rS4IPqxWC60I4HYsxjysiRqdDQfttkVvXeHqemceQ92VLF/h7DKG+kAJnYyUg0820G+uW3k9GrwOs9fg4DssV1wuA64v6zWzjlPoEvK5olxVqgAHgwzyxdhk4CntYk5SRp7kZrQ3d+rnkR6x66UkAbs8GIpreHYuea4+Oz/XEwJAjx8+1M8//6SfeY4/fPhAjwiaPH36OP5c99mzc8Wf7HoOCLh7/Xd+Hnv9o6Pj+diZDsADlCerji7h+SnBnLIAoXzPEAiCGsIhGxmXM6UCbkcBuc5twcIvbq3oayWvCa8Nw2pxIQeCFgSAXH727EKPCWT9/NOPBH2+0z//9S99C3z//Q/6meDPE/8pMkHFNe8E4ZycK1WsIc+XIeeEv7PK1WF6sSfnLO8D2rZV6z/3Oj7W3DA/VksAvp2xPppanvsq056k4UJL6AnMPHf4ys9U0CCxi8o8Cut09XLlwM2HJYbaG1C+oS6+9XVT/YvW2W8jXG2zt0r3BCaD3Ku5qWj/7taXgZZ8t+b5JdtepG5uf3OtYo6G8YSoM4NeybWvKcscgDR2sB3JyLkOY6fbGRCxrsz9UOcq7olsnjNwpCkN42A/o0weiAEhHsnFiiyThQi0GEPQIbGbRfUuK0odz4ggnEUw2cR1gBaM7eLZYhkHsI1HoDLqjEfeFNPexQGZvAJ7ddbk/jo/0wDT2zau3ZZuqVsP3HrgsAf2bqvDQrfcP6cH4qUQK6BiE+0xxisqXk5kis26Dx5s0M7O7ur119/QewSAPvroY4JAn+uLL76Sf8j5m6++GfDX+uLzr/TZZ1/ok08+1QcffKS3CADdf/0tnd19TScnZ2r5pK8mqJRzTYcZGNJI+tkNdBGZ72KTeHJyqjv37unenbs6O7sTB/aag7vYDHjj482fobyzkgS/gCaX+aW4GwQKDVSMmO3xILqRo5ysMyFmbBRgRgHOAyrgg34vB1oMa7+cGI/cDoVrAhDLZRf/he7Tx0/1kE30Tz/9pB+++17fBfyg77/7SQ4IPXr4SM+GYIMDNNYXelKllLNSSvK/jnw96HYQaAMEZUyv2Zz3a8aHTJLbZeVUcBr0iMv6V+s1B4KVlgSNfAiIQMcFgSAOLevhoNIPO+2QRW7pIBCHSpf7zXglVAMZzSWVlzW+QabHpi70dKUy8ikdjCEbdYDZQAnkisy4jd2q8wYDvWUNwM3AJG2LlnYF/gDVbU3AZ64z1ti9e/f12muv6+7de6zVU/kggqe0XKx1cX7JQeiJHsX//PNITx8/jv/5x8ExH+ZW/mQbG6y9A3NCIUFhUwfYL4LfsUhc7hh75zUeBxhvmNzSEtq5it2lbqfiuYUUbhrnwBvCygcz7ps6oFZVI2MBMVchDUGK3qLjRKkkPjAsxE6+rd9hj7rQka3fYB5lj9AH35UPn6ynFdCZxkejjlwVKtPGoMCF9yryGF8o8lEZwnYZIMe6KR5pMWeIDMnczse7oYyCrEJPyMIoeSpIXsJBIhf4OVmmQZ2zPG8tQZo25q9SjmCKPWSwPZIywDob8w6/2tcr7t8lQdwFz4Q1PAtmniOVA4Khr+FerWCjgBQqBpUwUZepT4FVOoG+PrHyJ5XlXjMDLeipgQTUPN+rArahggYyzzVxee3knBR2Ut80raqmUWWZKgc2XbGuG+pb6o3tp6qqJfT03F8eb3wjiHH3cf/1ZXjQol5THA+QXnxUoPFKEAHOoKl0jl0w0Nnx7POz0kEeB4Ic+Hn44AFB/J+BBzzjgUcPeH48lH+/7RmB/zEYtLi4JNAOjNgBohVBGAJ1HQH2lZ8RvkcCluq6pQoPmgASLxp46wB5fQLdCIylM4QOZNDne68LXat4zvv+WxHsKXCJLejHhhL8Odc5AZ6HvKN+/P5H3kvf6/tvv+c99R3vp594Fj6Uf6NuSXs/1+wUB+HqVMlzYki5Gt0lXKXO/ragsjLz5rU8b+c6IuhzNDvmAyJoyrOAVk3NWrEsEM2cDeuyQyHJI4TbA2Oa0iOPuRrILTUwpigqI5tyn0/nm0T8fN+tt7hhl7tfGgY6ZW9Yu2N8vsWltxyzkacar6E3HV1T/59g79m0+SHv39IW9wmQDvVy1ZMW7MtqHSelo6UBtJOuNt6p/uWFLB6PNM/YMe1kpEfDECGZOwJFEsaSIK6mKT9ot9wVC/aGdaC0ywpJWyqsdQrGNZmbdn56s3/k0zOkouRthbmUx2TJkR7xyNvHY/0tvvXAf5cHrt69/13j/y8ebZn6ktsNldhXA1ni7eEHcgHXjUAdT+jMZrvhE7r2aM6ndmfDtyZO2LwdaTbzph45Nn5jqxGPj12XtzS9ZEMN2+0AKKeOU2fVZLXtjD5OCSLd0ev3X5P/Z7CjoxPFgQCjU0qIA04AhdjmGBcYmKXwnHy7sYpWZCk5czOw0US7pQMi4z3Ei8mBEG+sHURZcvBasVFfEyBYE1xZsPm+5BNT/67Mg4eP41s/P/zwk7797gc22D/oOz5Z/YFPWx+w6X7Mp8pPzy90ebmQdXZs7N2Nwp4MqqSUJXFcoaKn3kGcDhvW0ScvR+hoxyGnRy7kU6VUsbEGEr5P2uroVp38bR7/2Yj73fwWEIdH298zhnJgUny7acWhwgfLFYGgjj47B5rYkluj0JtTkruVLya9Y8du4CSAs4JBDZg8EmMIfCUrGoukafSOMoPOUjcypZxTKVgcKo77wdpK1hxC5vOZTv1nhgQZ33jjDd27e19np3cIDB0pVRX7jHX8ydeTJ8/0kE/D/T/f+JD3hE/3zy84rOGbLoIY6A1bPLROnQ9eLvsbT6b7oR7cB6xlnyFI6tnAUE+O2xSAzWja5K6NwiTb8kyNYAHrM074IQPGzDnj9ZgTOGfKyXwcRBKXNYCuTTnnzXRaKDubwFgesatMu91kUGW89g3zvQqMv7xWOSt1YLcLqCKPzHqC+LWZFQE8Xg5qOsS3Xwpg56FW6DO7oGRyB65yttW4dCiUHnAO5YFmPbg+cxBu21Y1uG55xg7BHwRV/twnqJKFEaW977UV96X/97oFz6I192tH2YKZNVD7WU4QyIElr4usWooZTvQ8rj5xJSCzjgpARFlyZ1ugFv6YsIE0lmS9iHot5Mzao//s8WBDbcw7w2XXFf0JlFUhVzdVPO/rhnbck1WVSx1047aAv7VXN40Muarkq2dt9dx78TxkXcXa4lko7j/xnOqgR3B5C249gdRHIZEHcN+kZEqyTj8HLxcXBESeEuh5JD+/Hdj/iWf5jz/+oJ9+/Cm+MfPQ/4Mjz/0nBPb9o9ElGHTBBwJPAbC/KcQz5eLiPMqLxTOCMucDXIB53tDPaggSrQi+rCJYtJLxDrhugAvaXKB3AS5wia5LrSLYs6TtkvJCDkhdEIx6+vgJgauf9cMP38WffP3vP/5H//r2W95XP+oRwW/LrPGtmNOUkrKBuRWXpzzcawIfm+65zztAlBGJuauHNZyHucyx0FFCsswGKIeqDQNiwyjzYlP6QbdsE6CXvehnt8kVxm71v6G0Gea0L9ZsKZaxF/r5+YuPpvR6UL5UKR4OB7uctoJeAwflrmHuiJf7Szu8A2Peqb9G7y9kj8N92ea77fZtHmqNDC+r/IXkB6eAqngUZu650hAWRMljHn8zG+jmxvTyHQ9Wb7SGBt/8/9mBbOy5JW498EfywP799Eey/dbWX+2BMv3edxVVFahS/Ksy9ADxlKVIygjHV7fZtB8RmDk5OorAzxE4vt0DL1NnuXjj+OHs9gbaGxnieU25pIxoAcXb3v1Whcp1bPyPZkc6O7ur115/Q/fv+4B+xgF9HnUpZfXJmpISrZwLSr/48gsbSFJKkUHkQqNfccFXAe/HerKOA8aSw5V/O+ecTbR/fPnZ0wv5NxIu2HxfXCz4RPVcT54SSHj4RD///EDf88nqd999J/+Y5rff88lqHBQehIy/XbImICP6yblSwveJsRokxqykfgDLmN7glCAB6hGS7KBeYMA8owBkchBDRpn6EGVMDvosfIggwLNibGvG6AOTFXlTv+LT75W/VUBgy7Idh62duUWHQlkHu+dsC+Yg0LEuOk4GHTQV9B2rAvwSCX8IP0TL6Mcdub0HZDA9QkghXcru21RmfbWs2fnxse7cK+vr3mv3dXq3fNOsYS3bPge5zpnDp0+ecgB6EuAD3MXlhTzn9g2DQ9Tj6/iUvoD9EQEO7PNYe4JBvX1IIK0jWNZR7qizLVfg2q9el7GVfNLKQzRgxYQbZMZXPqRVHJQNNbtCf1JvfgiQRVPwwTStpOOkzD/Z/WTXJQQtRd+WcMm489yjr2D8xRrf0K6z0ARY+tPShH41JKaEooJLbrODeTDDZvghib2QkWJ8jDUwnMy9SlEg/FS4Jacy5sjrdc2yQRN6Ou6FDhwHawKKxi538N3C4PmyDmOXZT1uHgUIl4MeM2xFp+/TDhxcjMoEgauqVs36Ls/rRjnX2JlQmYuWUEeZ5wGVCpB7Dy3PzdzcQtHtWLAumF49AUxuZk3WDvK0BG9czoleqE2AbQVsZ9O08bxvmloV69eQkUnQDe0bgj8OZDVtK6/xXFWy63x/9TxrAngY9QFSz33nGYBSuVwylFICBZCRKA11dgGQsNNte3T7Pl/ynPRvrj0lcO/fbHvw88/6+aefI/jzYPjTsEcR2H8ky5yfP9H5+TM9C7jQhb8ZxDNmQfAnwMEa0xGkuSRAswUHblarywjcrAjqrQgCrXgGF1gQ2AHgLQzRfkkQ+5Kg0mUEeRzoWRAQNKyi/TJ0LSx7ec7757EePXigH3/4Uf/657/0j3/8g3fUP/Xzjz/qCQGgS5579mtKSSkVELOGkzbJU45rWEtlDYrCuAYzvvMa9txXse5w6Kbl9YR1bmrHwjCbPu0jAAAQAElEQVQtQ4xuU30tka6t+RUVL2b/S3Uwjs+NprTLLwPT8f4CM/eb/BpTDpk96t/igRpQ3MSHGv4OeDu+GO29zi4/CHkgBXKG3Nj+eU0R1eb2eo5wHuoHRNPM8xIUacvdKqRiNATyj5i25m+p6TiqaSHow3I7Pgm52+zWA39eD0yfBn/eUf6bRvbH7MZLIGt8aWzHUG1eGt6obR6MCLqc2bRlNuLTTXnjMoeKXKFPeVA1YooHn7nIhgiYNoUstHKlDNS5Uc2m/vT0DgGg1wkAvaazO3cIPJ3I/SdkkrLYiSrxD0LlSiAD6Bckt0wpKQ+QUhak4GhzsfnkHBF7lDUv9yWb8MvLpS7PL+Tf7vEnvM9MO/gDfnZ+LgcO/OddP/34s34gAPTtt9/rX//6Tt99+4N+IAD0kEPCM4JEC/Ss2Sj07hF/p1RJ2CBlSUna4ARdwLI6UDfyC+bY0pXgkbjMM8jtkvWYop4AhYM7Dn4YfLhYE+DpsUlcHRv6NcGMNUGg+NYQODb48KmWBjlx4OoAHwCEjwS/41jgg5jlO3iGaHNtVhaPRy7s9MFPMX7F1YVOyATsJ+p2WNEfFhDQsi2ua1lfx8dnunfvPvAaa+wNAkKv6fT0TPPjI1V1i1jSKv5870JPCAQ943B2eb4oBzP/T2irnkPUGiiHqRUHLB+uOg5YXfTV052hG/Aal6zxhL/2shJM+vA4R4AFp+RbXgzbjjAM9R7iRKKoijqFuPPMvVszv2Pgx+VMrbFFizprcWkEuE6GkUUbJ6Ev9G74uwRNXA2TXpB1PxuA62S7jXECyH0DJVGepMp0aDTxmwFdh+6O9epvAo1gZtAQRaYv00J5mwb7jAyuSIVwnhMM/C90B8Tgra1jvlgHBH26DcCHpoJGGtydhRspWFuwqaZtOA/5wtrm6I/7Atxz33Y8qCyVff9gTF3XrOtGdQSBavRWtM0ACUFSaKaC/s0HaCfai8v1oEHGlLa0Kw2FXfjcdzKYhyoPxuuhrpNyXWMH0NqemjK8nJXxVya4U1e12qaN530DroGqqpSqJK/nRHsHffyemM1mms1aVRWdJJ5jGq8+LE8piQQUDEE/yKQCpa7QMm+cr8AMCn96HNzJCEkpJ6WUFFePD/C1n5eXl5cEXM5VPgh4Jv85r58bjx491qNHD/WQ5/zDhw/16OEDPX38UE+fPuG9ARBcWTj4szgvz5bApqdAIMfBGgeBCDxtAkLmTYEPIhYu86wKbJrn0YrA0Ip2DgBdYKffS/5mo23yN1B/+P4Hffv9t8B3+vHH7/XjTz/Itvp9Fh9MEMD2iFNKyp4n+0BcHj/rDC9Q2E32Vxfzjw+ZGiky2k/kqPJi6fAxyWTAROIASacDN4ENII3Y9Kaww4yaq9kgU6y7Wn0dBzdcV/Vq+PZNrEGr247ZpV8GLzHC6DuyX9bVMNfPaxwWRXZVMkY8NeEauastXxFn2vchlc+pd3VA3APcIQOGOqRty3upcVbbdlXG69vG1aSUt1IvcH9NhH8H5Gi7fbljfDB+rYGvRMmvNeK2/R/QA39Ek8d76Y9o+63Nr9QDh5ZCVTbRfnGwu8mGSZ8V/EkxSI6y4AyIWl5AbjMBjaeokNjN4tFrWbONAWsxv0Lb8fFx/A7RG2++BX5T/r0WH9CbZqaUK/Z4ebI9Khv/2DRY3w708o88Xwdb0a0O72kNohdxJWXJdFK56IikjiDAGATyxv8pgRxv+kfwJttfoTd+/PgpgYQnwDM9feIDwjM5aHROUOEyggdrEV/xWYM+3F+Bnn4LSH2PjQZ4AlLCoIQcOIWN0IHhU6/ebQABODZiNWC5DkgGt2dDj6i8EV8RvBjBAR/zvDnvydYcBNYEflbAerlWTxnvSsOb2cfTIN0HGx6XS/s+dHdbA2jiHmk6pNHyoTgguCQXYnmYsG7jEaIiURoEoeia3CmHOT2HtBUQHMRqAkAnpye6GwGg+wSAXtO9e/d0ckYAaHas+CYQwkt8cXm5YM6e6pn/XIOD2uVyqfVirRUH9hUBwBUyPlytgl4REFozTwYM7RljQKceo7qADpv6ADL8EInekIfhnEJJ2DrWFsbVnGm5yoQT96//7MJgHzHHsTSouynlUSj6PiA58kc8ilAmDa2TMvdobfCBHsgc2uuNLZoMyyO2T+DxQIlpAhcB18H/Ren6ttOaQnv9XN+JfTxYuBVisNl+jRG7oEIl6DSKMf9BuheA+ZcHCHQG1ozxmrXU0YlpbhRadKFL5O7CsPUHelgnCEWiN7CtA6wzAHqUobEDJg781FVD4AXIjXIm8CK3HiGhZ6SNxzJsnhPO3bPVYmox08zQEcSOiSE7sI3sq+w+gZr1EPbEmqiKLaxPy9TY6+BOO2vUEPgpgL0N9rKeUpV5T1Wqadu2jVoCQDVyVUW9OwLilushSBnbA5JEFwGwqFGgpHJlkAE0JBSgyN/4ibvVg+aBmlGSKolHrkR5DX+1XKgEgC50cV6e6w7qG57EN4QeE1B5oAcEfwx+Jzx99lT+RtDFxTMtl+daOhAU3wi6IBA0wiV0gQj6ENAxdiBnE+Ah6HMRUNqYjjp4llvxbln4GeWgNXD57IIA1GM9fPCTvv/+O/3zH/+r//0n8I9/6rt//lM//lCCP+d8eOHAVs/4kpKqlFXh+5SzErS48BC5hrVQShmOAbRNk8XglUkL6swsJQokyqRp2w29IRBz8rzge5Bzc8CBXiJLyE4UT0gq/uNpzzNbe8rC25avo37heJiC6zT+Ir7HcVXnvnH75eu7enHJ63WMNVftGmv28VayULZigMJQLMCRHptz74gHpp/twfIGL4gXz9zLddKlLotbciNSaGoqWKCdSli/Vdof+thPvMrHwqvC13X20vrtoJdu5Aa3cOuBP5wHblf7H27K/t0GV2zyRmig8wZGSzjza4TNr6KyMZRBGbEpUNykHO8ivxM3L0TX8cbKI0R7mJV0cnJM0OcN+Xda3njjdYJAr+v09FQth/fKnwanzDuXgIi8kaPNBpt+GSgb15K73aiv0AmbEroNGmhjEYgpm/+1HMB5dn6hJ0MA6PGjJ3zq+5hPe9loP3ys+H0fAgjn55fILrTg4OfggmEVm/OOgELPRrqXN7WaXhhmXsCU740gkFJSwhcJHwaGlvDNtB1O90a+R4lB1Glop7GdUtFOXc9B1d9i6ZjoNXS0WVMB3YHX8H04WIFDjkBYzCkv5o4NT2x6jN2ENgxM3apTPx5OsQdRYSbdpwDlJHnpyK0LQE5SwsKkImPBRF0uRQbU0V/ohIug8wLuy9Cv8DGAHdbuNeeD48nxqe7cvUcw6DWd3b2rkzsEgY6OVdWthE1rNm0+SPlg5UPegoBQHLA4WK0cCPKn657D+KR9zb2xZri2hLnELvvOVNezFTLYH9hqGzrqjWkQqBiM04LvkvUUXKiSm7MLHSpoF7oxm0p7yGPMjKEAfGiFc5JkAf2SK9Housbwc5YP8bWDPRzSa/xYc1D3gT3nirn2nGXtXDEsxhB+2al5xYXoaNCJv3bM2BZCiqzbzENpAqsQ5OMoGC5jEu5MIqOmIGszxMTSlUJXxzwZVtwPAPfDKtbPEn5ZN9RqdENpHyoPZLbGgLjXN0GkFdAFTYdUZeY6Mef+1kzOteoIvBg3QWfKAblGfy2PSQyIppRJEB1cVFIgRRm8l8q8Vgw8SfRncN+jWLSnbSlnxT/6CRlj2uTAlXKqZDurulHb1GpmrfwD7Q3rqGI95YrWyGTaVLlWhUzdMB5D26quoSv0ZMtlJeRQWrqOvI88sgw9hZgjeAPuYyIoO3BtGPholTIaEsA9t+a5Gs9Knod+nvt/WHRQaEHA+IJAyrPzpxFAfvbkXBcEfi4vzrV0MIf3wCqeG0sCx0ueHZcFHGQOWGg9qS/BnCWylwoaHQt/s4cAlL+ps1heahmw1Jpgj2GJnuUl/IuFLp9d6ukzv5seyb9Z5D9D/sf//lP/IgD0r3/9U99+923w/a2l82fP0LVUz9gS48xVpZyrCATJDHgsWtJmYu0MgJQBJ1cZTAdQINmtXhNeqyiImmnG1OHeUYmxAQm3BUXCLsV8uMQcGV0BG3mFeYDxonLTpoNNU9Yro/fGMx33c/tgLKTniu0JvFQXe21LEQ0VUAqe4kKZBXSbuYJt1xkgnXyLGm9gb/gb/pTwIpmW/630pDPGkYXDSSxaKkyAGK/XdwD02gve7BeAPJXBd9PiYTqrckU0zMWMyAc6+BY4DM+pLo2eK7Rn6F6xKHn5fKMmiI51ZcLw8rpuW9x64L/ZA8+9hf+bnfPfNvbMC3QKh8dfwR4BksQ+UFXlpQQMuOJlE0DZdQZE2TBmo8B0B52DhiAVuvApomP7WM9q21kEfF5//XW9+ebbeueddwkIvabTk1PNqPNhwPuEKYgXscv6FZfb99bTo4Qgj6ATtgms8UomCD5hcAQI2GRfshH37//4f0p58uSpHj9+AhT89Om5XOffBbpcrBR/akXQYEkwYjXA2oEVDhM9fUbXZL2BrgKTkdhKeNtrA7JSMlRKyZCl2Ji7DtsE0H6NzgAab84w1CVAOD8lqERbyp0BuTWblVUcZjr10B08gw8DPUrWy5UM/uFry3UENjr66ZD1hr7jNS2uztZig/kdh93A6LKMBhnEXiDZvlEM2imN5QF3AwZRTV6Sbejw9RowXtkOfO7uq5zV+keh79zRnfv3defOa7pz976OWWNef1WuLKY1Y17ij8vLZXzSf0kQaOlDlw9nEQRacaBfK3wxOYTHeImSdvhG+MK4Q6PdVKwTJRzkOkAGGx9g/igFnjaieCjZBSOU+lTQmLvSfQDPV+e2NqQ0dslQSoo7IuitSBQjy2Zm1fivJsjQ1j6Y1xzOa2UHhjL1htACratXmHqV/as4U51T+ialHY7aysbsFXGbPY7BmDIpRhSZC8xuIPzt1LGOxFroApby4b+LIMAKeoU0PdFf6WA/pw4JBeB/FLtb/yi0rVpZJ2s81nfoKOvHAZVMUKTiwR3BEegIyuVWOaBGWaWcq8DiGRDQZVmNQVxdl8j3U2Ko5mfaT0DjlULHWDIOm2klIFPYgm0YdVSsFaCZqQFmBHYaB3gIAFXYmX1i5LmVq6ymqtUwpqZp1RIsslxmzVVVpZSzPJwkLrcBlVR8U1xpegAHgzxRA0Q70zyzOsC+T5RT6oVm9KcCKE1J8JJSSmAkke8IHvs5ueK5seSZsV57nktfWchlcY8I321BcXXkA6BH9GlHep7l55fnOvBaHWuq7zqe0yvAbYRmxeUg0cXFBe+hx/rhxx/0T4I8//jH/+j//J//o//7f/6f/vH//kf//N//1fff/8iHFQ91TrBqSWC7t073a7Am+os+KHe2JSDJhmfqDaLXZH9HITL58mjDfhcmUCTISYWdra6Qzjd8F7ZQRrirsfSxldml0m5xKJnrLpLISXqZ6zeTHUc37aCMruRT/vNoUxPlcwAAEABJREFUj1C7Pn1Ok+g9siI4Ia9hFPZO/sK+PCB4gLWj+zcs7I51KPGZzfO7TPISslwxf5gpVJTnfBCuLo8bilH4tdnmXhsUReeRbeyphqqDCDuKNDnpoMzvmskAftf23Rp364Hflwf+kLf578uFf15rMi+UfdgdrV8nW2B/HZ86mLMrV0pV5eWW2YAUvHkrUZ2jLwgSe1fy3ZRzpRmb+ZOTE92795reI/jz4Ycf6K033pb/16bj4xPVFQcXNp2aQHn1eouuGy5LjTCKuTzSI04jEdtdS/TeCJtwn4lxjcAOoCdw0/W91gQX/M2e5XKtJYc74xU8qiTkM7IJ5yXGCIMNfC9vFNY4ogvoZVl3M4K7U8KegAxZ6F7gAQqdJWWllOR/cn8jwFdK1BtAAvsd2rOZdoewaKmMPKQ6DgG2pycwFeMuTHX4YM3BxkGQNeNbc+i07ULeIjuA/o5tj9vQkLRGbAWHTqkLWdZC4MiwKXDJikguBefIZuzOMY4skcw2dDFLpvYAJe6/w85y4F5ih22gAgWzo7nO7t7RnTt3CQIBd+/p+PRETTtXHtaYxxtzScDngk/dLx38uVgSyAPgrUI3OvFH529D2Rf2KWDf4WH67AOE/1zGERLzjTMGg7Hn2h+CHkQGNBk2I4BJU5SNBNgpOftVMO3nqqJp7ZQukjknZYI9NYd2Q8sh3bjOtXLmLggQtMYMoqQYTiFfSd6Fk4vWXXpQb/NHGFghHZkZtPJcmRxgOwbG4jUZM5FKbbRjjVPqYl2aYfAsdUz7ioDPGlhp4fVD8LiLtdNRtwswSKUt6iLhusDObFZHtlot0LXQykEGggPuPeNrB0dqfN8SNK/bRqZzzRwANZAJAtV1Cx9eBmQg+IPysVfUU3Ly+AZgfs0RxtgXUnGgvWFeKZOPciE8ZBY16bb2nfEGknzfZZ6PFYGcdjYjsDPjfTCLQE/FWKoqq8oD8Cz1OBrG1jYztWCXK/iJvlNKogsnlcuemUAMknuTeeoAOQhkCGHLec56OSjiarMNVuth0IUMiR5SSqoSXLCX3Jqg8ZL5uGR+LwmsrPmgoCdYLp4BmM8YkjJEDdAKDT1gg7aQrIjnSdjGvHquuwgyr1ADF942KNTL1pJF8nPJ31p88viRfvzxR/lbPv/z//6h//t//28Egf7xP/8T3/758YfvCQA9iv+0YGkbsW8zVlQyenXBi4LGuuResJ1BOFFK2O+RQJKQJpdHAHhMrgMmbbL4R5kUsiVDphDkbtdFe+cQY/fUJU0KlJ3gTZDJg2CxaTcHhf4DzO3N5qG+gAEeyL7YId6+zKsu25mGm/RST9pK7BS2bFNeb8bDBHsVRJH1ooBSejX5VrvX2LaE9p0C5WvS/kjGZp33A2OBGd2Qh/SghHSg5sZWgzz3kalQMNAu/6HBgzFMBoErHJcDTZjXkS8mdV3rW/6tB/5MHti7k/5MQ7sdy2/hAW9ODYd1V7BvBvbgqqoMCKgGedCB1E02PpndYF3P4oef73M4f/vtt/XBex/qzbfe0t27d3VEAKhpWjblVpTIDCBS2XSmYdsAYyeV2i1rWp7SW4kN5Q2JAbHENjclckDJtxX9we+odzDEh7AIGCxXEQTqGBtVSsimXCkDSRkbk8wPINCCGOVekGCxXRBXGiAr0Ubk2uCEDgUEPyVQllyfslJKA5geAZ4SMiX1dN4T0MF8IQ64Dr28ZXsCGB0gG2Ys6hBccVhdcqhZcqhZrZfqCID4kBAambvs/qNAhn75AAMOP/BOhhzGRr1TdlaA6kJEvq3Y8NEv64+qHHpsXhBu4/oRXKaiGwFB274iINcBaw5S1lXlWjMOyMfHpwSDCACdnOn45Fiz+Vw+cFqN/eRvbvkT/Y6DXcdBzuNxXZhigplwX5Y17ih7dnBZ1Ao7BmJAHlUH15jaQJEN9UaUSaam4D49TLvCfIaGgqCcoXPbazDIOttjXYaRhn81WTtcEAmC5M4MkGOfJqfQ0etghN2qjLwPtzUHeR/KDeYFRMOiveTB+LdkHr7BthY8doslpDK+MpqoGYWMO6kaZHJOjNHAcM3TeCEYiTkgmUsRRIH7qOMG6LiHVhH8WRK4KYHEjvXYMZEG33PGBtu5BdREGjvETu6/lYH7cY1Or0+LJPu9aVQBNYETP1Nz3arOTUAOXDGGGmgB48xgappzb2E05gQNEzxNvssHyOABUCJKRgijyzl+AkUKfeiNgjPaWTiDs+W4F40diPa6aZtaftY3s1bt0Yx7siE426iqG2UHsHjJ5KpSjVyLTMN7oW3bKFeMP/NQI7knAP+z7uOZxjOpZy783ILEvdQxL6IeQZ50lJPAUk7gyMQFn3xMVCmlpFxl1gVgXFWqmkoN9s2aRvN2pvl8puPjI53w7jo6OtIMW1vq6lwpZQUorl4JPILinoKBkV1Arw67w1T8mJBO2Fahp6kbbKhV03+iiYM5/h/IHv78SD/88KO+/de38v9C+f1338efej188FD+pur503M5oL/kfbVmHUWXPQoGoLsoFAxp5aDdxCBIu7wDpalMpkC6KsXAwoihZqdIwYbYtqH6kDmHeIP47x4xwo2NZZhTzqbqWuKgS6+VfjUVL97nDZLDMFnhg1Fl9C7c0MrV/3EYTMeOVFYuDzo/u3ef6VT/wrTVv6tg3y/75V3pUrpOV6kt+YvoKZKvNr+pX9vNtnTzSHy1Pd9qu/XAn9sDN91bf+6R347uV3kgs1GbwosrqxAdQWJfCoxlY8l6EQpsegp1ndXOj3R6545ef/N1vff+e/r400/0wQcf6o0339TZ2R0+8Z0ppSzvCWPvzp4haJRCkqcBQEpFhIpxE93DoehKqEBkcFFivl86kFHX016Ay+rRm5JSMnBrYYMAy7BPF+//LfRSL/p2G7CEPLinbOjYzTtwVKCnHdDThnr37z6VEiiBaDvQFCRZr2UB9FgXSOVKICDkhaS4KJtCv50Wh6CeAknYlZLnxTp79USiepRZZ9nVuI9O/mR74QDQcqE4NDgg4gFjGh1EyugKgsztOaaWcaFPoYyRkUqTkiM6SfBItqnjgOOKwURlDjsb/ejY6EMoK9GzQdsrJgQp+u444PiwvOST847Al4Vyrlln8/iTw3t377Gu7nJYO9WsJQDEoqUZY+7j2xXLVfn2RufxuiIUOEO/kX1pvoFZD/MYbw8d1dA4grwH3AYJkuv2wewCHbIABXcbcjnynYxqq0apqUkVxbEdWkLXpPYFyLSRcbeGDSMItNKBfbIisNE5kBGffMKPekwa8IgwaSCLtpKbta1x6VXBtVrHjkc8dsgzz6TbGUa6jMSrD0AmDyChgGQ5w9WRx+p1FXNErddfrEWCPwRu7LfVWCaIE98MAq+QM9++NYSCyKwD8GyGv9GDvNd3z1xYxL/909YztTXBE4IQxjVrPQIn4KADV3IgYizLYwmwlil4gIDH7HowNyMCe74wn/pAYARQmQI5sz8DnMHIvr+z9dbK/l/Csml0EkCpCGrMZzPNCJjMCKLMoJu2UdXUqqqslFLgpm3VMsZm1qp2YIV2Va6iXqJvkrj83O95HhgLbNpYw/2JO5FirrLcSqgHkmxigqfQQ72Gi3JKifqsnHPY4gBM/GkadrTYNSeQfOzgz+mpTs9Oebac8OHGsWbzVlVblbboyZIKTPTD2yT7y3NrbCbC7rOuGrXuq8EHgIN91uRv/zjI8+NPP+n7734g+PO9fv7pQfw+3bOnF1qw7lg6MfzEuyZ5cOB+AIHdTfAhUkrkwsbEWJNEGRNULozimVeeaoUz5pbJtHLZtHEATYq/o7TJYoiuO1S5kRoIzJAi0/6109d+ZbQp7W6Wu9Lw38cIH0y7u2ZdTER2x7JbmohNyBeRmYi/IHmT1k1dEGUORrXTEV4ZPkKHeLBfTbJyw3O1WciwLxgDikeJx9HxfOm4J8Q6Lk/qIn+oZakZ80EPRcsaIA8nRElX6w4yp2Kj1hFP634/9HYY2EkqlkGUVIq3+a0Hbj3wXA9s76Xnit4K3Hrgeg9407kFsRk8LLuVYemxOS6COTbJVSUwGU0tB6I6A/UGqqpm438U3/p544239O677+vjjz/Rhx9+qDcjAHQmb67dvudF642jsdTzL6FyADaqYsPnlzIV6nso5DmJQQtxy8ODpACPMjI9Cnvkel7kFGma1FsG0T4YCa0A+jNQceDIQMqMN2WlAaSMWgdVJNQVsB4AVfImYU2wZU1Awoe9pQMq6HddtEW3lCSg8KC9OQdK23V802jBJ7iLCMwsKa+1tv3oUVz0D7bdPSMpEIwYL5RSSko5YW3SeIU8OjramNdB9xxKHQRa0Z+/EWPcceBnn2MRgPFuct7U0NE8SDKSWYYJ6eJBGLUlLJOwzf41lq8DGmhQuN3WJAzo4oeg4XHq6VbGHT6yDil7rbVHOj4904kPaSfHmh8dq2ln8rcRxBoY58dj7+zbaMqalSEK9OeeO3rracJs4S8FwEOHabhFGKlCdEO7UtrJrc6MwJG5NAADpe+hsEGjFCaytlhzUdMHHeRLZWlXOny/y3J/9kdnv9Kp1/BqoMfet9ht3cL43wv28qZHu270XdCMM7AzA5IDgmJ+nBsKs8rM+QAK7DrDpJftRFOBfvJIrAP7a0WwrMAyDuOLxaUWF0tdXFxuYAG94p5eObjDfWcfF1/ahwD+7niohB4/N1zG2ornUN02agiI+NsnbTtT3bbKdYMJHkNGCtI+yDVDMFRgg+ksCgiAySNBZkO0oRqMFyBgQmPNzhrDlGi2zRKkAeTkZrQTkP3cyWgDXC7VSTUfAqS6IsDRahbfAJqrJaByRDAofu+HF0muKlVVVtVUyCMb424Ye6OawEjd1KpyVkbGkFKSHx+2t9yPPciTZdDWvZAl9RYvJDmtFSqy0FupJlBV03cDrgDjpm0ISLWaYefR8bwEfY6PdXZypOOjuWbMRV3VqhN2oRNVeAFiSGPZOFjhzLA4ip48t8yp9O/53cxz3aIrsZYWEez58cef5f/dy0Ggn6AfPXyi82fnWlyu1LN2/HgS7xL19BaYLvoREoSU+Ceu7IHjS0j6QN5lCmEe2HZ1mwIMRDS2VbmCVciSI+82I4wTABt1vp9GKDWl0ZinIEoe5DXZNRJXjLmm+b+THdPsCYAgTbu+ZhRTkT36Vw5wr/895aW430VV2FfzF1FWWh2W3O+oyB7OX0bWGiY9QnrFmXsFqLvCg7Hbm+eOtcq9VdY05WjnrOO+ocG1aVfTtWK/0wqP8Dc1jYfCto+RGn024t/Uglvltx74Q3rg9u54BdN2q2LfA15WWZlN4T5MJYsUnA0BTaqqilzR3oTLI0hVbK5ns7nOzs7k/xHs/fc/1AcffEAw6D299dbbBIfusbn2Qb2V28kb0mET26PQACIlQCqbXW/4oc3ZCrgUYJmeLIIdgQdZVPRyICWIkHWWU1ZOFQBWlqATvIIrJfOEjt5Ae6EcQIsAABAASURBVLDgFpDYJ8gbhRVBCQcZDB3M3jKJvowDxFXa91AG27hG1oGYxXIZX+Vf8MnumsOlv+FCFZLWAaKBx7UDsAXfSPSRErKRyDReCJDG0hqfOAiy4sDpbwAt1yut+3UZCEJ4QCwHqG3q6KRjO2+OVfEeH0rmAG4EKmkojO/3YMLLCb25eJOirrvcDug4aMswyEWfq3X42rYgovCRK5Cp21rHHNiOCfx4vZ2enmjejusqa43cemjvgxNNsCcp+1sLHPyy7SvWieGqZL06/NXRdjW01WbkCRknj2kc0IjNvwZCJLIiMCELY8ztadMj9ohdNtB3pl/ApcNgGcWIMmvDUORyQZPcmhmiOhZcB+FvonQELFam4XnI5ruJZY0NRVPJXS4wlSicX57v6vK8b/3/clqtiVU+NBp8h//83BP+EZdlQj9zHhie03SEHYsj1gT3zIp71vftJvhDEOji4pwAEAf0BZhy1BEAWjmo5rZ2ppUGsL7ge22tkbHPzc5VkoMQ8/mR/EPnbTtXTfAn55rq0RrjAcwHcqzjinWd5X9kLIAM0KwUoF1jHmD2ASh+GOuNAfsK2YyvcmD0QJCX/nz/WAYe1VKCoFwTAKpnreazY82OjnTE/dkezRnfTOM3gfLwzK0YY920EXxpuXdns5lm4IaATN3UqtFXVfSYkuhOmKLx8nNR+HcsF1zunWnuNhk9Nb5qZo1msxaYqYVuCbQZ5vj7iECVf6/Of1p6QvDnaIZMM1dFO7fPpQNyvBXPqU7mjUAFCVvJcTp5qckY7uBR28zk+Z3PjwMfz3leeb6xITOXPS2Wy7W8NpbLTmveLz3Gh6+oD2y/8Z7V8M4c+8n4PmzMWQkaVZG8drnJg46sj5ys51HLOLRhyM0SNWNyrekRa1jH27JrBxiZIzabZ0kgZyNsuxs5A570nAdWoAk/ymN2HX+s/w3xdIzRDQxSkC+bsTZetsmu/OGOD3Pdcse5ZrwcbH5v63nNSj8lf57sy9XHsooBbp/u1tDF+owKF18QhgXJO8/vuxHGtf6CSl5K7KqFhbM7msMqd/wZhcgOC4/cKyKlv7H6t8ClhzIjGgcWzMh+iy5vdd564IoH/siMK7ftH3kwt7b/MT2wXYRbqiIINMLVUWVlHwDqVnfu3NFbb72p9wkAffLJx/rss8/00Ucfwntb9+7d09HxEZvOSmITFK9hDmHGILalbFBdcAcpiQRkJWRTAiu7JiAl1xcoDCkhs9kQ00YGyymjO6lcBGcE7X4MwTRPKjaA4ZmWN9yWRa/La95j3iz4wBzBFXYlPpC4jipajW0ZhwqY2XNw6AjEOBizJujj331Yxp9mLdn4r9irl9YpYZcTGOSmwMZI6JKCQ+YeyiG103rdY3/RAyV5c4Nh7nft4A/9dg5uYIuwu2iil41LS1vzPUYUQNIJ+TYNwvbrljlQWWaTU0bOBYEpaYOjMGTWve1zYNJtj3lsIrAfgrJlAGyu0FM3rWYcpvwj0Gdnd+LbQC2HuKqqmSnmkUlaGzx2jxXFZU3Uythk+0BwnbDBCdme/tbIO0jWERRx7RbyZAjQ2wrsQwFzvWVRT5o0iCpGUFhRF6xJZh2ToknksqF2NjCMJlDGNTAQwz2lj4HFgCm7YmTYr1vwOl5x4Oy8NhygAKjF7WHt2Eg+e24LDHlaeKX0Xr9XNvcH/ET/bjUCxUhrOyOGHjOOKxJQaMVFJfeZLBcQTLIElBQ6WXcd82sfreIe5p4lIOSg0Iog7sL/w5wxgZ1S9jeFLhUBIYJDiwDKK2B9qdWwthxgaAmElADBTC3Pzppy/InXYE9n3GW8UOwu843d8lqGlyvGZNrg8j42Lwsha0IP4/KgjAJTB40AObJIBScWHizuKOdRXypQhVzUJ2gDtfgx17Ua7G8i0DLXEUGOCALNWzVNrRIEqlTzHmmaisBQrZagT4t8O2+gG3gN9bWsK+Ws5Bs1JZWrZxb6IE2J0giF66qR6uWmucqq3Rf9u685tswI8Mzod2YamBOkOuZ5cnp8Mvz2z3HY0dbYMfSdxTWqhlTxpOyeCMKoXCEHmem8TrVq3olt22hOwNpBoGMHf+hn3h5r3s5UVw2qslaLTg4CrXk+r3mOe2jWWyV8PUCisw3wXgo66irGmqNW5E7iijVrRdhqmo7gltSBMrBNuyWWPOKWMkBuBScUbTJgzoDoyiXxIhIPEfl56veTwo4xLyL7edpn/G7KxQe/lTmj636d/ufY+BKdWNTwMvY8p/eXURWyu/ookaKCbEJSOpz8xNytmd68Ww1dLFhy3v2WL+ve1EvCtQ4rfYXeULlb3vKj8rfNxoDMNb0Uy66pfAH22H7EbsLHeEYFJj6qCue3ym/13nrgD+uByW3yhx3DreF/Fg94NY6bvM2YgknJGESySFatZlbr7Oyu/IPQ73/wIYGfT/SXv3wufyPorbfe0r1793V0dKyKjbmUh30iL2cfwMUGERxMY+9k2eCmnKAANuMJGYPMoZzpOCU4QDLPsgMvpayUKiX6EbnYNBtCdemSrpLkOtr31Hsf4JcycQCMIZggLuqEDE3Y0/ZaI+BPaVcEGRwo6WnU9xxJEPDLzxvetXoZU0UffYA3w2sfIDkojsGfJQfH5XIl6xFXwnZv/I1Fv7YOdkmbQtFn/aXvLr4hY7s6OjR4XwMZ7Sy3wtYVnzI7GOQ2GitD4nDGMIeKGNVA34zwuJSlxDwEIV/JGUCFK1HX2T/GODrspYxApA7jOw7JHQaQNIL3L2tUeM5zruPAPOfwdkJA8ejoSD5IZg57VhJBHA5T3WScuFZuW1cZXGFjVuKf5ZlsED3T2drBMubTfusoU6FMlsfcBcqKtknaYAnFAPhA2jRznQsG0xPAJZP2CGB0Dv258EGDGaXstpZJY4UZA5g1kBsUHQifeqy9HNSwr1f4acVYY7yDzNhmo6ai3cjc4D3hDf/XEHs6BwPMNdyoeRjDVo7GTvYRa0bgaM+9GtjOTKmQpoFYugOHpRiU/bKyj1hT/t2fDawJBhkIoK1cx/3sPwdbXJzLUL4ldFG+KXSx0HKxwOesZGyqCVg2BAEcHGjBdd0qE3QIGzMCBH6EPWFAZPCinBEx1GCAIEMEjRhfNqCjNgx0RhfSaHB7EGnrHwqu3wF0Uo6+o0lCiORGLkddom+0QudciYJkPw7ltmni2zZjEGh+dKK579HjuVqCLk3bqmlbVW3NfdyobVrVlFsDwRIHaeazWehoKTezNuSbplHd1KoZX8W4R6ihawKldeCagFOjtp1pTmDY3xQ8OTnRqeH0TKenpzo5OdYxgZhjf+OHQNXsCNnZXE3dMpSqjEdcPAf8aOp4To1rAS7JjkjK/FNcpuB5/ERLS/BnsKE9wo4jHdPPHDhq59jWyPNd1w2tk9b00xP4cfCnZ531XVJCd0aXsUuJ95NGoDZ4xvg9029KSRS1czFnpGBxa2h3DGZj804jpAdBKJ4TYxOXLD+C2430FHfxrosxeEy92/XBI5sKvhDte9HD0o6NesnrOltfQo2HcUB8y4baPFMOCP4CFhp/Qatf0mS/p0P+Ym2heqwpJQ/YQIXTvhrz/iNwqNNi8aGajvut48boYt1PJcbRTnkTujJdZEru8nMAH7mvrRQM971l7FCuLYwX7iHEw7Sgfm22tWBH05UOkLP/ApBkvxnjhE2JEToHGIZfFzzaFABrm6jcFm6pWw/8V3rg9i74r5z239+gvRA3wAbTm8wC2DpWQJaU2ThLdW7UzGo2uHPdYaP91ltvR/Dn008/0eeff65PP/00/jTs7bff1f3799mIn6hpWyW/FWLDyIbTL+SB3u77UukmctNJKW0hb3eKZZ/pOiVlIKUkASRJ0EBsW7yZli/zsgnaEvShku4Fgue6LbCVZbMuOdiy9kvOm3YEMZm2ijZ+5zkg1FGyPEpKHUI9G+J1BIHW8jcIlhEMWqrnxZmwq8pZVVUpV1nZBhuswDDQtk3o8qFkHfq6sMc6bFcfdW5gSOju5T89WzuwQd+dgyu00/a1bMEBwvqB7t2NMG0A6lwYavdRxnYBDmC5zuXMmEwzmECbDD3dwf6RcB32dcO3UXbtzAjgmyqzxhoOcUc64hDnQ2LLwaqqavnqmJceR3lTZzBPop3tywkzC2jwqbhwm3r844N8Zx8BMXDqaODcKsBpAJCTTTJGf6DINswolWyft18uUhr0uNbgvrNtDr45hkE2Z6Xga7hywfAHqpTHfGBSPXLKEPF5EJ7iTY0toUFlRo5eKJXpQC6mz9jVrwC8HnbURWdXFdvUXW6Koud5035DuApFDDgHVLI/leDFiFxvSM4CvA6CGLLor2QMGSvjG1NgeJ1p434dgZ0V9/OKIM9icUnQ52KAcz27eKbL5blWBIhW/YqeM+uX5+SsATeqeQY6eBE2UuuuYwhkXZRtr7lZIRNjKXSda+UIfFSqHQTJVZTNy6YDkhtvAb1jIUPkXHRtMTrhKfpGgDRpsrWBfimQaI+M28efbxHYaAmoxJ+CEaA9AfzNzyOCOTPG2hCccfCjQa5pW9Wt/dDKQdzZrNXMcgRv/M2+2WwWgaCmbUOuHoNATa16B/AjdQ3gPtzuCB0OAJ0en+rszlmBs1OdAv4GoeuOCEzNsbVp0U9gyWPwvRDryXMLMPGMDg+QFIG5rWdi5InquBOr8IXHZtuP58eaO9A0P9ER9IxnVF27n1aZsedcK1WNUqpQ4A9EEl0nntkA76cekLLUuw6g7x5IlNMkOKS4UuSR9TTpyQQYdza8p2SMBIgEQUI9+cGUqSNRV3IIUrZF4JLCXwNno5P+uujXdhQ5LCmFIAovcpsNFDY2BhEZ1VSQ35ymtkm6ItzhqSvM5zMOqN2M70BrLD/AvYEVz3TqD/QD93eVrpp4nSeu4/9nh3PV/q09vUn2G0YqN3ohI7+pZQjcnOEO7yVGofVI0A+3yKa07ZcGE66G+6qwUkG/t7waDPrFrvrFDYeOb9GtB/48Hri9G/48c/mnHclmkY4ELwFvBA11nqmZNQR3zvTmm28Q8PlQH3/8ib744kvgK4JAn2n8gWj/udicTXpdVWx8+whkdMM2tWyo/NIzCO4WUkrDRrtSVWWllAANF690Np8pwWOTlRIYULxM2VgrIQeYl7IEJoFNSy57392ryBrDlK+ezIEF2+YDwpqNg3FnjIWuR2QvwXV3Vk9HKSWRkBZj7tQRdEBCmcNUw6Ggnc10dHQs4zK2HPKihfsVm4ee/voIQHHwBPtPB+KbROhaEzhxXY8PbEgHNr0mKLIiqLFCpueUa7uFToxAbH/jASvSLt8lQ1SNWZYy4GKGyPjc2GVXbOkUrCtZtE2imXzZF92KcQ02eqPkPg2uN1hn07ZqOVTNOcAdzeyvVv5WhcS8RVu8BRb+Elemn0wnbhuAXAZSGu3qtcKvDpStCJZ1cbinoQ1CzgZaXlkeFhl1LmyglDNlRFy4AqVuzK9q5slYAAAQAElEQVRUbxlWgK3uyLZGhXlBbLNsXkAqTKNk/aV4NafO8tjouuLTLpZAWQ/mFkBS5eQUDQrzN8qLHVY+UiM2D8iUPZdeDDGflGFHMmmIwn6WVeWsjC/rXKnOpitGnzYgKA0XngjK6qIrlzIZ7SxHaxAMJ3iem4BUIcRKo5HXzuJyEcGfZ+fPZDgHL/wNoPUSoV65Tmoa1iv3e819b7tQTB2pQxWH/CiHbXRmnI2pg7YIg0IEHkGfsIH6zBgzQQzrM+TgIRM40bLQbptzDQKQt1xtbECWiqJbyAubgP2U3Rc6bH/Gv26TfS/lrMz4KnS1jNGBmPnJkeY80+bHDogAPPNnA7TzVjMHfHjuzQnE+H1QYCZ/O2oGfzbUB8193xBAatpWTbuFGTzLO+hz5G/a8FzwN31OTo/l3wnz74XdOTvT8emZTggInSDjANCMPt22bhvsrhhmGu4Hxs18bgqDLxCASiD7xpCU/cKA6+B3Zi1k5rUNe07jmz9H81N5/C191c1cTd2qzi0ua4CKlu43S+jhca0CCUw/HUDApwSBTAM8j+hVomWBBH01+dFl6NSr49nWcQ8ZrkjS9T5vytrSOXq0rHljaUp3+Mz9MRjsR5LB2AaoSGNdFLxeGEvQm2wqvWFeQ7jn/apd3m5pX3Zb9j1l2HL2qUO1XTyN9iVfrMw4D0/bpvluj9ORTGmLl3LkkWnXLubEUlMYxKYs5haDJhUZmrQjUwq73FJiPKXyV+dF36iGEmksFWzPGEppN3+JObEKfBMIjxmvuVd29T2vlIUKhK4YCW9M1mygPCCobTKvKNnyXoBysxcQ+01FDo16ateUfr4hh7Q9v9WtxK0H/iweuL0D/iwz+V80jsonxYrtYOZTWQ4k/lT6iA343bt3CQK9Kf8g9MeffqbPPvtEn3zyKQGgj/Xuu+/p9dff0J07dwl4HKlm01wRCEpsQ+TLm0P2IyZ7XsrsI8lLyXlUk2V2KTknpZTM5mXcFTmKKWf4I8CQwWIjFhzT2QQwYLjezhhgoo/NePCM2VxRwV6avnqCVmsAC22gykV1IWhJM9m0TJZygk4SqWdDviYgs+7L50JVzqqbRj7k+H+gaZtWVVUrJYQN8lX66enLsGbTsCLgs4o/QVlpReBkTeBiDV8YyGgwlkTQpwN6gkU9Miv67aiX5az2l0J0gH0CgrYi1kHKSozVcyPXKWv/MgcRMUIZ00rmCbs67BphPdCb9hYCcq41bxtghs9azTgkNhw6ZWXezLkdPobU9Mq5UkpZuaoAMPJJKUQiMIaP7MMF/lrZr/jKNllPbGbIUI18BoZkcoSB9SpRZm1Y34Ag3RkoUrE9yJ2Mse2Ux8K07cjrPDyAlVsGN1ZcxTvNdwpXZX8pJ9TiaCy6ScUViU4hbr6EksrFrMxayayNzNxnO3ECSFlIMWwadsP6C+YkcxMhbFx0VOgFUgJn+fIhe7Vaarm41Pn5hc6fPQOeEgQ61+XlBffniidCF/Ita9dQ1y3lCshWEYAZYMp0hvV0C03uMW3qLOF6g8c2wlj2mE3TzjrogOaplMyfAkGoHL6hPmi3ANwtLbRzwRzaluCP5WrUV+jnMBSymXJShU0OZM8J1J4cnxB4OSEAQ1CEoMzxMUGh47nmBGLmBIPmR9C8M0bsbw8ZXJ4N9cYz2hwFHKHvWA7yOMBzeudEpwR4/E2fO3fOdOfunfhz5Dt37ujk7EzHJ/TtwA99zI5mBNjnqni+Zvyk4f7X5mKM0IwicgbGQ9S5OSloKsRkasVz4nKx1OXFhfxD4S572Vqvg0qV57epJfeTrdc+MkaDJ9MQ/fvdAp8gkFwecJ/gyZDgGo+QJDi2QSErrgQniUxx9eQs7HgMuh8Ir1EDNSSYJNtLgYRuEsSLpX1Z66Ilt5D8LA0HUR6TzRnpjJFYGsUEHcR+lkfG2HLEI/8qDhdfZQ+cwcChdB1yt4ar9bTHnx5XeWIWCbiFsHkjFM6QmzmQN6KNpmukvP4OVB0yNuy0PsN+GzcwmF/wjt+C5SxJvB/JLLiBMpoU5Xzd3EXtNDtkx5TH2PJUfpfe2Me44pXsauhAzq4DZKa97IpNakwadgVeoDQ2GjD9XW3kgRmoCRQZhSFFMbKBcQgVr5eaoa8oTGkYz1ODyOG0q2e3tN9i24nlDPsS22fKlZpbxq0Hbj1wjQe2d9Y1ArfsWw/8bjwwefJXBIE4U2OaX+S1ajb/dT2TN/EnZ2d67d5r8p9+ffTRJ/ryyy/01VdfBXz55ZfxraAPPvxAb731lu7eu6tjPilumiZ0EfKQgx0db/2Ol+uaA7rpgtmGwSMeEjKWM1Ag0ZIKcvnVaSh7lSxxaBMb6wQoeSMzgri8EWeLNzQIBLdg5CC8gXZgYgTb434DkB1VpoT8UM5spAwJbBBVlveYEFHOGZ9VajkY+kDUzlrZBzUBNdchrvGy221Dz067wx/2RXxzxcEdf3vFwNg98J5N/xq5NQeVVdSv5Tbm47pRpYRbSEYbKJXujUGXwl6eNuXMgDJjs60aMbU5SySoMVnfSLNWEoAQaWAyp+we7JcOu12Sy9SWltaWVTe1Zu2cA+RM5ZsDM1VNo4S+Imebe1oaiyvJthVISthY5ayc4APisk/tp/VyvfmzuY6AmvUZEBmSbRjIDTrE21S+ELHVUKick3IhNV7bsivSyP5F2Bo2DT1Aww5jU9gldhruVr360o5RL6B+alyhnWfV+JL5zhUYkH3nw7ixuMpKgxBSRYYHWl01apsZ0GpOULZtWHMzwLwZ/PZIbWvcyL/9QkPWHCu2WxIcWCn+973FggBT/Cy1KvqvCHb7Pq/rFnF6y5lubQvt6J3CNpWqonPLhSoVZT0XHSMt60Cny3RAoh6ey5n+c6yrpDqCPRX1+CaeMzVNM+UkstJHBpE8Cx06IMlhZuR4xueAhDg8DRd1MJTR37StjgjgHJ0c6cRBoNOTwEc84+cEfxzQmVE/B0zPHRiCnhOoOQ485x6f8x6Z64gg0RH8Asc6OikBoJPTU52cnOrO2SlBnzOd8cGDAz9nd6Hv3IEPPr0jB4Hm2HDE/DVtw/gZd/giY7gBRMrmMUrITdrWmkUJh/j56W9fxje+zi+1vFhqzfMiJHItz2/dtLjC/eAv68xuy1x3WRbtemhAEcRJNM3qkTMILK9Tnk8p0Q5IKUmWDYAU76teJgpQFpAAcXUG3gHysxQoQjwXoV1XyghtEv1Ev2ZMaZc71qFbGSgPCGrLt1Nkg8wFkoolI57WuQa+uAYEdVO6Scq2lrbZPi7kNp/YumX+MopXrhiwylAnY52qC3bPaIOY1kDb1r2x3GjfXqWbo8VpQrq4A2HfDqcUqoJuyNFKskD2WhjoPSuomYxhkHGbg7DfeCp0Q9uoivkMavjPpVBW0lTLDk21p2jgHZqDoSrQ8+pDKLJiRZC7WXTobJct9sUjpwoCDSScF6VNZt4V5qhvxEibNEDelELdTQLX1ln5CNcKPb9iMGBAIW+abTwfmFJ0F6DbdOuBWw9sPeB7ZFu6pW498Lv1wKEneKWKQ1OBrKap1XLIOTs50/03Xpe/9fPJJx8TACrBn6+//rr8Wdhnn+pDAkBvvvm27rJ59wa/ZuPs/SH7VF4YPdApDucEMow73iQFdwR7ii09G90IbIC7vpehB5fXe5LYPKeUlHjROhdUAXEliToySdAATeVrbG8cQHed+2CHZRvWxgj3bPcUIFonZfSllJQSwCYmATnDB1JK8hVtTFL2gamdtfKBaMbhsuGQ4sNilbNQosQ/Ta9EAYPsixXBnfVqpbUxO9Qe+8IWHOiAj2FNvf9UzNhtutgidcrxT8ocMMhQ6pRkPlw978IdOyJuZ10pVzT3oTKJEWj/Ch5ZjloIC6Cst83M7wp7V4xniX9ZANRiMTQi8ia/blhfBIFm85mOfJikXOFbBFkTvVacsDrkFeM0N3MoM1SyfblKSoNvPW39uteSNisCaP59pgV9d9gSzd0pYG+JK9SCpUxuAL3CdEXjMC53YZOv1FNxiAd7k8b6bAUjN8ZEthmkvdVFaRQ5iK3McLDyVzJtzkurGIy50ha+xxtQx7qJ8bs89OEmcbtEOUn4OleZtdIQ3GlUz1u1rC/DcQQojlQCFWAHKYCWddi2yOZKWfiQBdKxhgP8LT+Yvr9r1mjbWG+L/kr+tmTGFhKtECJXaDBdoKw5064cMfSEpHQgZTQhhPKca8ZugHeFhqdBzviKprTLCVHahN4qxlAT7AmoKuWU6CtLpMiyy7XiR595rvvZZv+dELhxUOaU4M3xndMI4rh8fHai+I0e6k+oOzk90Rn0KXB2hyDPnTPeE3d0dgYQ4DkD7t67o7M7d3WH90fwXec/9zo91pyg0Ww2533UqqkbZQPzJOwK+zReHlMdtmfqKGkEy2Wevy5bmulVx/NpcbmUv+317Nm5zi8vtVgs47ljuSb8DJUzTUaAJLm9b7Jx3XXo7h3UAWuAPvDYLlNKUuQFm9ZwFVn4+H5gFRTPr57nIfc0nXYDsEJJ8IvUbp4phs3gA6mDZwBdScGPbKzCppGMh6ywBQZsXMxooIfUg4tFUNRTjGRzgpjwojzNQiiygbuly3dsB/YVtJXbryo1JR/rxqHhTVjYSV4GZKKAx2DA1fIcF+6Qo246RSFD1agX8koT84QgTYMMHFkUb8xoVuqnHZjzgu2fK+pJ9Czu63fDCdxcPTXGtGFoDEmKgnWU9SsCQS7B3gwQ2mlg218B5l0Lo+aJwNh+wtolD7TZFbi+RFNS1I84Ci+SPdeuG5S8TNvnyF5r96TdRmYgeALyHLV9AwPS96QBkrTlaxIwo+I23Xrgv8oD0zvhv2rgr2Kwtzp+Tx6oMKYiIJTlbwPN+JT85OSEjfv9+KbP++++r48/9o9D/0Wff/YX/eXzL+Qfif7oo0/0wQcf6d1334k/H7t37578FX9/QtzyabIPGSkl+XKQo+/ZasU+rJfZKSVwcjX7sl7e/4YMm09EyRWAkAKELG0oyFfvDNjggRhQ6OtQ1KF4TaDF0LEJ6djJjzJCZ6jMUGyQ8gBVBBySUirQ2xJ0JYlDRwo/tU0rj3U2a+Pw2da1cpWV0CEl+crOAJc8to6gmA+a/pMyB0xsTxiKTIf+HtvWBDXWBDTWy4VWll9hLWMYd5s5XtGJHCpn+tNLXZv3v+2kvThgZXCmbKychXJ0gskjwaO3IMeswyceywrfrjhALzhkbb6Fs+kEabfFN3XbaE6w7OjoWA0+s6+oZVid1v0KN/TQjBUmTTCjAmp8XamyjSlTk+hViiDZci0HyVbLlQz2aYcGhIbcVIGuDKgUXnWebZeV4iFIEoWSQ+imroubRqtDepNN1G54HpjbBLCWXd5WXqWKFSW/WvtrOWHFRolLxZ6gNvwgrrD2bNrsMO3DpBxrsQIbsjTcT4rLZSAjW1VykMBrq25nmhsIAM3jWysEFEZM4GduPtAiXQFebAAAEABJREFUUxNYqKuauclo7NXjS9+LazAMVdz/bVtzX1dAwxrk3iZwQgMVAF1J1jUyR3rEI/8mnFkqyGdwpj+gBJ0K7XuTGrqPfFBU5HFU8AsTXiFKHr5Myv7mEGPI3IuZ8WffUxnZlCR6drKebHlkGvw0O5rr+OhEJ8cnOjs5lYM/Du6cEOg5PqUM75S6E4I3Dgadnp3K4G/0nBL8Gb/dc/f+mfxtn3vwjO/cPSMAdCe+8XNy51RHMU8ncn81zwm/O2wHhu2mzNixN6dKuapUV40yfvJYZLsHkDIJoHXHs3RJsOf86TM9efREjx4+1NMnT3V5OTxfY86R7bKCpG0sV7JxWUKiyc+eFFisxx4546sgrlEOcky94tlVchcGMDc69nPAwHqkDa8C1qXk9wJ5JNivJHWhhf6NB2Ty+eBxbaWe17T0gzzuJX9O2hPaNH5OM1fvNSXqYC6AEhJEeTSZsL93cBQiK6JXR9X5m18hMWRFcCgcQgjs2zSKXcen3s8gUCSWumKJuTS0GZA5GzDPsJF1Dd0bbYYahTFLE18UXhUotAR1RaBwI59IDeWRYwyQooLMq1msbb+vR5Ngx1ou5ZKbF1RkUb1rwkSnZTcw3qAbxpaIvl0MmUGxy8BuCcaVVDrMO061UOGbMuyWit3m7wDj3yn/qgKWMx7yomVDlOJOvjFuIGi3vS+2kkPtlvEi1C9q9CKKb2X+GzzwZxjj7S3wZ5jF/4IxxEvshVZrhTcyr7ysmgPCEZv/s7O7ev3Nt+RAz6effqYvvvxKX3/zd/39r3/X3/72d3399V/1xV++IjD0uT4kGPT22+/o/v3X+MT3TD7ot23LBt2de1M1QlJiA19VtVLKSilJMvACJdDRGfpeHTvgnh1MD22snavIjyxrtorAMDeYttbnH4F2gMDQ8UL2Qa+jrmeb0dOHDIlWVjtCRpHp3CtMpNwjvyZA0wE4SlWVVTW1mqZR7YNL5TGlIp9oT8o0zptxSp3Hx6FkTcDEusIWeB6nwK5fEVRZLrv43666fq0eX1CSN4UZvYEhsgkMgSSnswPp0B5h5Lm5dWRsTBSCznQggPEeUKcNGz92AWutGEsHrLqVzHO7bR9ZDQfKWduqnc/ikNc0rVKq5KtjzGv80dEW95rFOHNAXScl5HJVKWFXcueWxx9r+lsaCAAt3R6feRrtp1BCVmxwIwqvOE21Fr+5gx2uGc+FYuOeWKiJbOvvUYTxj36KtpGNlf8J3E86HenrjCpj2jbYLw81rEUx8pxrGEkayhCkpFxVcfiv6xkBGq+rI4KxJ5oTjJgfH+n4+BQ40fH8eIBT6ucB7bzcqzmzpsRhCJO9Bv08EAso05effxXBBWMHS+q6luAHyDYPQNAg/rcpcBmx+bpyue4wdONUot/NMtoHoD/bEjBw3b9ri3Dpq+Rua9gtdYzPXIPbZfxZEwSqCQZ5TDV0hs5VUk5IGKLfSpl7r+Y90MxbNQTQZkf4Epjj06OjIx0RTPO3gI4IBB05EAQ+Pj3T8dkZQSDgFLhzGu+CU3h3AAeFzk7hnd7RCfjk7CSCS35XHNFHS9CpbZmfumGItci2kCE9nlxjW1adK2UDawGClGV5RgFtiiJpzTNqwTPi/OJSjx4/1sOHj/WMYNAl5dXi6vMKcVoRDFLRVzS5LPnW6+H3tgMpBU5SYA2XyyaNDdC9WFnGEEalBAUfVke5c8kdYIDXooFaeYHAcm0Bm1WoIY+WA/2CaGhC1zQgJwkbKNychuEcFrqx8nCTfxOXVz09xSBlf1J4qcSr56XkxRqJ58Kk1eDyG/u/MrWb9tfVbLRuJAsxjLUUMCexQqc6pvQo9Hx8fatSs83X8SGNfX2dhe5tZ11b2MwbIR2odQ/dwdaHuJY+oMQztoHd+jKqXd7V0o5eCqSJTS6VNrvaXKpKxXPzrY6J4hvX00GVmT4DtrVhAewtx30ZHDUy3taEk1zckTfjheFW8NYDf3gP3C7/P/wU/vcMIG+e2s8Zc4UkL4fMgcefmPubQP4B6HfeeU8fffSxPv/8L/rmq6/1zTd/01//+lfwNwSBvgz+hx9+qLfffnsIAN2RDwnezFfo7GMH5k1Jr8Q7PLOjqjl4uC4lGJhVZHhlc7jvDWyGe9r11G2SZYu4BJ5+E3+U64eNrHEH3aGrY6exJkDgw4Dp0AvfMkJGEfyxBgC91u2uCp+usNdl61oRqDC2WJWzmqqOQ6iDQBWHkZR4NFhelpBSSspAlFDf0+8ae1YEkVYELtbrtUpgqueA0RP0AQhs+FstK/B61anDF4qr6M70a0hKMhZYVAXW5Bre3UaGSc1AptLM+lJWykkybbBOarN2L6yBUXK7rmMsHeNYrJYbO0vtXo/orDnczTjkNU2tukrokTz+5XJZvs2Db2M+qMl1pZyQA1eJdWlQVuKf+3VQT/ilY40In4o6BqCcK4BDovsLOlFOUk6aXpzZY4/+UhgFHtXYhi7gjGnUj6155G2IkRHYOoLYyQ5z5fGqXLg6CPu3SJecBQTftAHy357ol/RLut1pZocCeJA5I2fOMgd+hQ8qCZxcz7w6ONGyntr2SPPWwR3w/CQCCv7GyglBoCMCQkcEhAIIWBwBLbI1a6rm+aNhejrWT49zvZYTvJp6667rVuVbOBWiWTvXxPBCjvW7uNTttNwWXAl0XlAb7rR9Lv0yZhkobcSCsKzXnTFAGkVQK98fPiwEjbxVZLKMT+u2kp/z9uM4RuFv30OIkrJEgqDrBGQlAjN128r/S9acDwjmBG38nD85OdYR/o6gjgM7x8cR4An/nzAvBIzmAXPNaNPMWjUOmjc1NlShW8PFNKjjvnYxbGUuamTbZka/M83dv+ewnaluG9XU55QQzwBDZsBFR6fVYq3F5YWePnuqZ0+e6GnA0/if3xbLhdY8tyyrcaADHv1lhaYNpsX687NHXD10H5gsUiI3gKhzXmDklZLbjFShSy6eY+7H4FEYYl0yniJfagr9K/JQQ5+BI2NIlJ+rcncch8WLTJmJwxI3caubKv8NdVftTsOK0AbrJa7i3UmDK4xJ3UjaCMNQNmmI4oaIUmRl/Qb5wtkBNS/c9ibBGJ4NCsKSG8KFAfaRZQwDf7j3N8ve7Em1i/8ReJ4Nz6ufGP1b+X/SxS8gf59W/YKB3Da59cBv7oHbu+U3d/FtB6/SA7GZzjk22yM93db4IO6viPo9hhRde4kXsLwPCnMOWGdnd/TaG2/ovffe1yeffKpPP/2LvvjiKwJBDgYV+PLLr/SXv3yujz/+KIJC9+7d4xP5Yzb9tVJKAXSwSbA2tInOm+G+Y09cNqbODa4bIUEYQJs0lTGNmtjc9hAOGMRXkdmgdAYLRO3YHEYGrHSAxPBtm7EPGT02rR24AXxgFHJVlVU3jZq2Vo7DiGBTofFKSihIKRXGulffrdVFcGelNQGgnuCUdffYKcC8teuXa3U9gL1unFHhuclKyhnKYJ4xW9Ss3ctzGZyBKMhShqiRUGpd5RN1xmBd8OhARarkRbpoGOmOXVrHWFYEf1bY22GneaXe+SBvnVWWD9TtrJX9lewr/N3TZslhbOXDGL6xjsz4arfJFWYAyFbQKSWJup5NYvgMedPyRVWNTM72SyrtMgEkoPAKfxiUfv1Fh9hCR6jKCr30HdgZLCqupMEjz+GXxtnzsCPZy/7B7ZwPi6aSb4WYjm3BdkxKv5YsVqFl6HRThjWlKe4k1xmCObQtDjPHNVtglqiizFwW3yaEKJMrxlPBBlgTtQMSAaypttGsBddz1U2rDBgH5FrGuQJn1njoSfiQxPrrWE8y8DwQc1qFbmTBmWA4HWp7ZcgpULS+GJf5Q9nI/IAoPD/LtHcCj2u29A1z0NMN+HpljIsxjPVhVmTwB70OmtSMq+BKxpmAmPuU11zCLyiIvmhjGzK+sFyDnyuCL/GtIAJqRycn8jeATk5OdXJyBlA+O4N3UugjykfH8p93+VtELQEgB47amKuGAFuFejp0f9jp5weIEglb/IPdNXNs+ZZ+W/oMjB1t3dK2ATynyDvRuIs57bTmuRS/+0Pg5/HjJ3ry5KmenD/Ts4tL+VtBK8u5DWMsY88SySzUiGqTAaZ7qABn4eMEx6ngHl5P0QBiNRW+6cNQJHnkI4sE7xd5HUbnlDepyJVZ2TAHUweDt+znUFa+FRk1bzlbKh632+K1VBos0YtcezK4Hs7LjoEm16Td0Y1CW+6WGuteEL+0iUNPRoboZkNE6bqs2lS4UwOMAUHtJd8xe6zriulaJde1+BX8wa7nDNnVhnin0VvQ4IPpxspDLV58vFZtuKqlcCOP7KpEcF68qxCX75ntRA88PhDbUC9IvHS/L6j3VuzWA7ceuNYDt7fdta65rfijecABB29wvXEeX8R+QVWVl3mBnGvNZkc6OTvTG/df17vDbwN99tnn8WPR/qFofyvob3/7K8Ggr/T551/oww8/0jvvvK3XXrsfhwFv5DObem8svem1n0wXnEDuS8RAevbBBaYb1JG2pNhsB5QCbWin/auH38vj6hmgv3lj6Dgl92y2iw3Ul+330HjoxXoxzvZWOStXCaleJdix1LIDCHq416aq1HBIqetKGdnEGM03uJXyoBpk7bZhReCnMxD4CP9Di81/xwR04DU2dtjYUS9oYT/NZV3RhwvozfSVweabdRXShFX+lKEwGBONStMk6/QYq1wVGr0yqFy2q1DktsUDgcRErcjs0878vU2Si4SwkJQyh8yWg1+Fv6pUwUsMbS3/kPN6vWSIK6D0ZHvqnFXjd8vnlDHHtiVNr8Q6oEZ1dl0FbrZQUzZEXZbQl5Gftv81tMcW7bNzW0EXJgNgkoKcZonCIT5s6zNAYupWCLPNEkvDCXqQChSZHLwNoPa3TFurhl7ovvAgBtYOCvYNg54I24OZ50wBa62EIwYJlwuUeg7+cc85UFOr/JAvgYAq02QLKJDgDUpifZn2evU9tub+6rm/yqqTyjpz+4qC+7N0uD6yUa5wzdrKFF4pe9iGwhvzkTPikY8efwvoKnsr4Jl3PfcYacIvZmYWSQ7fuX9DcgvG22vF86QL6IIXjXOSg1vRxvdI+LJSHYEh7iHu0RoY/aGEzoRPwHWVVVf1IGuMfOhw+y1k7vctVMo5KfteHPgwZOg0fS4prpBNzCd2tQR7agd/2iO1gWf03SrTZ8455DW5rz1WP6cXy0tdXpzrydOn5VtAT5/pgnL8AHQE13ttr1GPsWFbs3Ga/T9hFzLxXhCQSnGwox+wa4aKCeo3dJlLyswPj1G68hz1YACex1JkDmvaKHpJIoZCt/vNxlHs8w+Vp7KbadgX3HPlfvWm/KJymwYvSTDgjlkqrQ4MvFQcyA8YdoC125DOJoxSKvmEfZXcONEdcK9dlXgxDvf2tYJWfW3li1YcUuLxGVReQyYNrOTDWqOyVG3IDRH87Szt8qPyN83G/kb8m3b2myo/NFNXO3wxqR1yo7IAABAASURBVKvtbjm3Hvjv9MDtHfPfOe9/qlFv9htXRjUu70qcAajN7NMzm+5abT3TnE91z/i09/7d1/TWW28TDHpH/p2gjz/+RP6toM8++4wAkL8d9El8U+itt97SnTt3NefT38wBQFw90RcSARoKpMRucgSKV1JsBiJzFcIDSmy0zTZ4fxfYdRPo6MhBFx/6Aih37LZtQ2yrKfdu7Dbjn4MlKexhM5WrpFxlbO20Xq82QSAHLYRc5UNT06jK9ldWdkP5KtYg4kJ0Jfe7Rg8HzxUBJAeCVhxA4xtK2NB704+Mv620JijUm8Y+GdCSAaecE/24VCDbEEkZ2KSdwsBlTzMeKAoHey1nfRk6ZSXGASWKRaEbRLuOAyVQGg45Zeo7A5s9/9X4UEHbXEjaCrJGYR2HuUa5SUopq2Nc8WPO9gU+sZ7iKDdIytjiw2ZVVfg3K6VccAZXHD6BqmlV1W0cDq2/bU03rFfA/VFnPZk2Mui3uTzMzgOdqDdvUhzIpBDLFG2PcTAo76WweajD05L9jFIS3t4Kb8umtvzfggpzDyie8qf0RBTSNQbInQQvfJEZLZArpiojMQKkknICXBeH/xoZ1hJBgsw96G/45GyeobRDk0bQcHmNFejVDd+w67jvXJ1zQmel7CCFdq+bPZt3hek1GPvsYN6U7TZgutWRkWK+RxtGXDS5DaPMhmHsZlHpNeP2hFbRE8sHLssvZCvV+LEEfUxzv+DL2vcMED6lPtvfgIdkWkFXyp4LQAb0lRgW9zQ92L6wGYKE7fgavnLJxvuk1GEl/icPGy2hxL1N3y12tAR+5v7mz3zGPT7H5laZOjIpW2GKJs5C34rg/OVCl+fnevaM4M/jxzp/dq7L5UIOqHc8by1bwO2hjKzLmGKkgbZdLnd+PkP0Bt4TIy5/KtxPahFgxEq2BhrzSBIZSRqIoIc+FBcaSW4axb0sFefp11yDRagYKJ6/47sF5o1px9SpZAxkZGylttRY92/Ew/DErLx8rzsDevnmmxajEQVP8xApjCAPTe31/vMiKc1eLt926KX+cm2fI71RbcJwk/yk/hC5NzyLGG7S+GJ1z9dys8T1tTtztVN4Mcv+c1J/KGP/c2667fnWAxMP3N41E2fckn90D1Sxj877uwKf5g3D8HyQKJv6Ljbqfh26TXwzyAGh+w4IvUVA6L34zSAHhD755JP4JtCbBIFOT081m7F5px8HP9YEU6yz9yaUPqxL7ISMU0pKKcHdpthiszkgbZkhU+QKv9BFoNClXac1/bi/sV9GUbaHbOZjsw5OOSkHqOCKQ5UBnruyrR2BGdu/WizVcYCsCBA1VcXBxIeWRhXyCZ6UtLno25tRo56sI7CzxplrdMW3EPznTB4A0HMYWqO3A69WnXoCIz2yos1G30DkPBBGOwUzBhhlPGEDa4NcR7tsCN8nxp2VsrgYO3lJhxpLNst2doUoos6jvYmO80xpm+sKH1Wq8JWB7vi0cK3l8BtAa8bZDYczzJFtqqpaVcYOH8hTUgZSopwq5apS5QMrMj4o+uBa8Ex123JYbOnPQL+5Vs5JceXIX1E26JxoK6OdMExeEXu+ER6/mxqu6LS/XQHs123LWwqxV5is1/DyKrejNsU8qmBrqshizDFPmflyXXFcJ3BycME86uT5rKRcyhCsM9YjOrwWJ+6BU/gmzO+4rwzRwExUZPrMuVKuK9Ut97HpgGyJ58Aos48PNMvdAeYuq9iIzSEa2SAwpQdW+E/FDbCyTTAEP8FBjweKUt+JURqEMjhzX22DQIy7rbQtQ9sH+CRks32eFW0ynRB008AT96XcJ+zodJrtmT0WjUdYIT/SirlIqG5UEwCq41s/c80DzwrP/QoZlcttC9UTpF/Lv/Fz/uxST56e68njpzo/f6bl4lIOuPv5y2MW8QSQqmL0Ji8EFdvUx5vCrTooY9cV7DzqeX+U36WDA22JeK/QAlOdCos8Rykp6+UuvC83yvllW277YSkMBeyEKjnEq0i/wKxf0OSApdsVMFZuxzlyjF9ytBvjNoSV3AgbSzYE4lOa4r8jxS357+ho2ofHCZCm3OfSvqv8mLoqOGpi3jIQAiPPT7NgHMxefMYONt8wyxZ42+emAuK6Pq7j0+T3laqJOVN6wr4lbz1w64FdD/xh7u9ds29Ltx646gHO0bvMvXfd9L3Q8ZYOGHZXOTcctI/kHwK9e/e+3opvBI0BoE/1yScf66OPP9Jbb76ps7NT+TdgxObXARQHPzr0eEMurpQSB5mklIxzYEj58gbbct4CBK0E2wAKGkwlsRUI8w2QTvA58xE/6RRBF/p0AMb6YCKBALn74uyhwGywM0GcqsqqcFAGmy8282uCFA7++JCxXnfYjAyHpJqDYzNzwKGGV6Gn2NDTX4/+MbnfHoM8dvtgReDDdnUYX0CiC/Xo7gn6rIDO8vY9ukY9G5w31A0EQqSpwN40Sx68snJC0ON3OYDy2BAbZRjL+MNRoLAP27puZSvNQmKvB3TWHBrjgMkBLvyqre6OQXeho7TDEmX6r6tKVcpK2VDJ9rmtf4C7abz+ZqqNa/ueQ6PngsBQDow8fdIIe0IjGP+Su5dfAjTdS3kopwHvIvcRnFEsCtPs2opB6Lr6jeZBznemyX2+eb8WrBNgfkIT5NaLwSELJvhwsvddc2g0pS6risBOrcxci5IQ7pRolr3SwNDZUAkhEgKkjhqiibHubKKBhWhuAXbxLC9MxkdUkqiGpjbTSc5V3OdlfXoNNUU39dsUvWyKHe0wYlNGIXQGrklj1RQP9ICuaQh7t2sYbgE42R/Y4nHs2IOUy8FHLopjtilD2NfoyASDcq618UHbqI1v3Ri38jfr6hZct8rUxX3MPZZpH5CSoi9y+UJnkMbDHJq9Abej4LZFV62a+7iuGtXcvzX3bc7wjOmHCWE42Esbu6PzMxGii5XRwy1ptVoS8LnQs4unuiDwc+4/+1ot4tmPiQqokE1AqEMJZMkhJsnfamLRBMc9hAzBnT5A0XNURjZKhJSmwZ9R0l0qri0VxWsz5MLGqcAVxrRyhz4siX2YSr4j++sK9ET6dTrG1q9MUbklR7UvO+BXYAaPnbH3F8JeljuCr8CGWHsso9B70AfXd3J9TWgbskEpiDT4vFDO46E8SO6iqEV+fzFS3hXcKw1Wjc4qakJmQqLXJUNUvXj2C5pslY+OlgYrt1X/Ierl7Xj5Fv+hod12e+uB/4gHbu+QX+D22ya/Pw94822rKg7ZxlHeWd3jW3bKhCaN8m6TCQQZvGn3V/aPjo51584d+X8Re/ed9/TmW2/otdde052zOzo6mrOXz2zEs1UEOKbQO5tsqb1Rl5LGq6euQGxpKBlTT3LTcdsw4tKUSitAoPeBYd0TXOHI4BMggZUeLdN+3WdKSdngA0qGrgBowXOPPe2W65UWfKLcoyelFIfHhoOKAxJVU1POSrQT3dM1zdyTthdM/5mX/yRhtVzzqXVXAj5sPqyzt62GVSfLdPTTuYwGOGxuIA4l2znl52kBer8MyynL/8S8jJCUQjYyizCGgkre02KksMj22SpjAlelRuYAXRTLOqEfDnVVleXATkpJvuzTDr92q83syUOpc6WKw19GPie3TUoVvAzgZx9Km1mj1gfGtlHN4dRrMOdadW5lnD2HOdONAfQKU6gd9I30iAc2NoxUwXkjcL0918ngXpQUf0LspH3ufnlH+BUVygjcU5m3zGxvedd1UiRc65ZbDL9yScr+F36CB+0k30zmMbf2T2YNFOfWcotdXf8/e2/CJjmOpGcaQLpHZNbZPaMZ6ZmR9P//1u5K80irnZ7qrsqM8IPc9zMDSJB+hEdkZlV2lTNhsNtgOEgnEB6RsfYkD8CEwRsqsNZINYxYH4m4mXXWEVNrLmcyAExt2uk1mPJq5YUnCUqruELLp7TjJPTKmnR9/8Qd5riqZa4U3IM8KVM3RVS920+MCIFLZRbDR6Dob2c9Y9BzL225l/yecvrB+u2DHwDpfus5BJJNRpexFyiQYvhweRNe0VACTGqqGG4JpjEi8cyYO/jBT0cOG6tteDu5x19QYxKHAHUuNY8+TiKA3XFvH58/+K9/6fDnaffRDvsD59aDJeY6Az2QPZyPLF41q0GEMSSBqSWRFa2a6eDH6jVChNZ1fJa4HhvzX/8azb8RZLLDtJQETl5BeIEhHyfXFTlSzJSsE5DVRrJK34rPnkgs87s11GyXnCzpOf1y9Trrq/E0BScGRVhQzM+J0VXBp2QYzb4lAj4UX3/CVzNcKqPNpSxmZpads5m1n0bFPaIYtEKpSw0SYdQQUWDjnm3XXhGGxZkpW/emGr6ACXvWQvfPxTFunGpH1kEu+jaGt9g05p+dvLH92WymPnsu94D3EfidjMD9LvmdTOS9G/MIdGyszToEnTkdJCIRiHkryYCoNfhnaZY022aTTS/u7755bz/++Gf753/+J/un//RP/r+H/fDDD+V/BNt4GyklXsx5UWZDpm/TDBxy2OqF2fySDS8LHJw461Xy2isn0Tt2CXsRGOIHR1TUfsjAm4faUaiRaoQfaZ8W3DTxMi63TJVSIg7iZJZSchjxORwO9qxfXRqOnn9mAPq+t4eHB3vYbG3TbziA6EyxxtKfZOb+1BRxxk+lR+BofhhE3KEAQU30UXkhOwIDeSK0slsxv/SeInBmWeWJnSkXtWzxHRZBU5nlbHRrou3cJX8B/gNzdyBHfZtJSbq4+hCIaJYZo75P1rFx7FhvfYc0J8ZFRwfhNRDD/Eq0jx67nDNjaUCyLgHwXdczzr1tNda+Ke1Nc5Bzb30fG0bRZtl0RS0qJOJvgfC4XpOOG1TsjLerFoKLVpMzmT6LqFj0JciEoGhwMFmMKvylcqvdJf/rcs+nMVnzjeoKGV7NeSG2zLfGTZ0Gi0NIkS2APDN2mfWTmeecO+uyrHLY+Mu6aDNJVQfE8NV1LizAyUtmTeWcLDvGn2J+8dAQZji1LAf/SsiklGaCwWINT4IVQQjuksgDU9fOkWaq5rs0oDfVJEN4oXKjiKn8vAEqteWqnEDyDVC7sxd+kyFmq5JpJ/fhF3RnWeNewO813WfwPfdg6DaWE3ad/HrjBqZkIgtAlHbcufGxz9Z3unc7izi6dzv3y1lxkmXTFbX6qWeEg/dVnQB4/gw8j/e7nT09PdmHjx9NB0D7/TMH7HsCMEPJLHUJUFziUfTNMUbC5otYMIP/up6yFa+n+AzmhzyjCevbQObPeHjyMcAtk3E55Zgqisst+pRMQ2BxiYFSTiBj7oJMluCd9grmzUV9Mc9WIZxT2mI+GRhTj9Em2dKu/IKV9+Y0PuKzXdSgnli3wkr/mn04SehmQc3SsVeNqwYAWIsbi89C6m7R/eSYceflJuKKDoq7wxwKWxj3cHmYkqxzk9UXI3jE2HpcIofa5JJzqTuwPhy75DNWZ9r7pOhnkrzQxBnLT2r57nwfgd/jCNz2d/itAAAQAElEQVTvk9/jrP5B+6SX7Np19tomqHzFkumDUp+UsternmOEXafboYL5i/tm09vj9p398MOPfvCj/zr+H/7hz/bDjz9yAPSNbTgkkV9KibOO0QZe3sdxcJqzDltfI0KHtcJfjZdCvTqEJBWt2rASm7bYcY7eltoTICM+Frgl473bUsK3AIwls0k+Yns47G2335n/3Rq9qGCrQ5/H7Ya+bXxDkxmXlJKH9ZxEAyllSwBh6PdgA4dJRzYuo4/BSJ5GRDAyHQwdhNn1SD+Q96DXd2yFSMuyqgbWfKOayPr571iVYNJCkF9mbpMlMw0IIpEyG8hOWCJlaiQy0JnhMJgOxgb9Ghj5Gnay8bUCQTgTnRIbvK5jnfXWsYHUr3Jl2sjYFBdRARkPIKE3xi5bMoPOXWKzmC13nfVAlsxy+IDVvHIcIIQV17EsJkLMy6CoLbQehHe2YmdoP3Ctq3flA2eJITXOlYZdlEvyhVFl1C8lAhaq4pcxDi8bvdpC3ROcdyyac017p9E7TrhD+7wz39ZZzn0BeNFdNgNyh6mKDoGOyCxjFyAxN5sKQKO6f1xoiowdIVIHzmaLtWS+jLXmUcCcK/gsxGse5RkR0kU5Z0L23qwPhclCILeCUThFl5So8tTcO8ZMuqz+TIAkA4rlPhhxc/h9gqNj8YhDjS322WEe917j7gc/nfX91vptZ1uefVtkwn6Qw32pe9MSMQSmDAECU+CMLOghPrIPIBaHST3PhawJpV0Zyt5z8xxHn0PxpCo1aLADzx39j4J7Dnz0v309PT/xPNqzBx14QvkT2CwlwIyGAY/KfnVw/1qjdV64giyNKAHiBIopPNiYCthoox8OhTzsZQe4HFyDKhdLznnNMJkn5qIzlRvMcjUxc6+kyMP9vbrum1ALQOfKKiu72oVzAb64rOkj3f6yzZ2Mxiuba3J9pedF80XIGACJBBd9XqloYw3cPeHeSkMy15FHmBaPxpzb3E0rDjsXzZWe843PrJiptVqzI5gtLlPyndq/bPYGza0ZvCH0Sy7q1Es2V/W/Ye5X87or7yPw643A/S749cb6LS3dfV45AtlftK8t646I2XLWJgDsL+i9dV34CGdi5LyxbAB2m83WvxHz7uG9ffPuO/vhux/t++9+sHfvvvH/EaznRT9hbbwL6FBFL/TCxpWAKChlAISs8uavzhzt2HT5C7W5XLXsk3Oqk5loPgD1oT6wARz062DwnF2U93TZGFeylLIlgSX4ttAivvq20nF/YINxsD0HSgqQuswmaMtmaGPxa2C9ZWIo4xomESrSFGW+kTkSb/RcBucHEuScxyK/wUJ3NMxMOr0MeUxiRVEs5kQM/THLUAGSBoXobJFDhWIgh0IqlFhBiGQblGpxDuSsg5/DsPcxGRgTRJhIS0asjY7xyWxEe6DLnXWsoa7rrQNy7swYK0bEpitny9hKl1NSKpaTAclSyqbx7omR2UBm1ptl4/IKTCSa9hyoIF3g2LWvrC46aiZa5dz+5RZkI0iYCIMieRFXoG0nzBghPGuMkJ1ahfxXqz8hAfXH1KMsKpmBzZIZsiTsXU3wKs5ANLgLetBNgmYq5DRoHTiMfh/p0NJ4rhixHdQW61Ate7vwubYJXWMRqpIFV8kaF/UllJcKeQtCOn+bqDVTGsrPZV4ZPQ2CrkW/kKjUOFlO3kdJkiqcoiWNU1Ah9loCBXOGCn/FyNx8AZ3lPpsOgXT/9dx/Pc/yvt9av+XwuwLyzH2ZNab4WsqmS22SgEiznCMOB0g993LE6hEnozJdSkf9UUoBRIAYeCAOPn9Yieag/MCh/PPu2f/2z/PzRw6F9hyoKwL3KQcwiRRo0jStNl3oicfgIRloCh5KRZx5G6IGqNHBZRz66BtATiNtMa0hka1iiVO0is1SMr8CqRa46ItWysYbcGLOx2VvrZS64K3+zMktrp7yLYaTTXhELeGZ/l7Muyoqxt8XDviGcmOXbohUTOiEL9HCXke3tH6jzS1mNRly5KXFuZqrRBJULHoGSQVICoKyuA+dWlatzVJzldM50anBqmMNe97+NMJaoufyWnbKNw2dKi9L3tj3ywHvmvsI/G5H4It37I138RfP697AfQTePAJ6v8lUa6gBO36iG7CxrhPoNuBjDx+zbF2XbeMv/LzAW8eL/ca2/TvTgY/+B7Dvv/+Tff/9D/bNN99wUPJgPZuGxMZABzA6+HHgRZ43dlteoyUXVGzwoxmv2FReEpLkVFRBq05Fo1x1eIMXDcahysi7xmgjbY5DQoGvh03uo8Mb05v6iB9gliiJDYKZNo8HbTiOBzvu93bgwCN3nW22D7bRHzKlb7nrzHxsjCsBFMUjjiMwElO/B96YdGiibxQpn2EcTL/2pYOmw+HIe9VosvHG5TS9EKhfErwMp5YRJGr503nyzcxlFmZuRBv83A/ZBUx+5M6IkF/NUZpBXg5hrZpoJKHYfeqs77Lp2z+bTW8dY5V9PLLpUgRRmTz6LtE8HPmYX6PXXrkMXTBeq5J/xUpPY+cyMZMCQsJbANO5pJmcciYHxSkaelqoFmHTsp9In2+jCdrk00i/LFnbrNhba+bL+dOK2wdhjA9TDs0YOxEyBBTRAkitrKqvWGJBp0pQkxi4bQbzNph/rYURzII1bjMZEi0VID7xMvOqtcfCM0OTARUHJBMW7TCEKDtztqqqis8aTcKauwTyIAPyUi7RkOQV1L+g3csreMfowOpzdHmk20WGyVzUxszVflfJwHgMMA5UHgveC3lprDL3on7F08FpYoKV78AzFjfmQR7IU2e56/gMAPdA3ljOwj04GZUKxhnwpws4Igw0PihesMhDr+fw0/POngW7nenbQMfj0fxZm9zMrOLRXrjm4IwWnzQDICcBNIdJhsRBtEC9cxw2oaMZyQQSV0BsnkzS8JjImpqVK3peGBk4uZS66JXVwPhNLurmxFwi1pmd2n16VqcxP49k2UFmrgmbplGNSWhULfnqzs0OXRvnVlopV5h8JIApCOpN5a3uc48uNTto9dtRam+EiiJ2DetYYaZaN4fw2uMN/CvCyFRw0spZ4YnVmwTrMbAYuTfFep0TnaKc8znN6ZzV34PsnuN9BL7sCNzvlS87vvfoX9EI5Hx+uWd/YdcrTsfLOqC3qC4bDEUv8oB+qpt7e9w+2jfv3vth0BZahz8d/kk+FpcOQvylWWxSZbyg8VJAMa4igpIgIPES7vJSJTwEGEEZIE5AXjrEAbTp0zsw5zdsAIlDIQwbo0TzAF7yzClDZdMlkwHOAM6PsB1MBzMBB1PuOWd+Ar419a2n3x2QiCE/+ZuV2OxIEnJxahdnjxeHP7xIaadKIwObFx0AjfDasA4Hwy7Azl3+90nQn9MVWfTGGPWhSJZo1idT/40+pSq0ci1cR178yNk3ZErw4HxkEYbVXThb+cfcd7m3rus5BNpYz2ZQ44c6GglXUw7JN4j4JVRsKAcGjSMxao2qIIyHpmUsfawQqYglpbBTHjAm/BqIIEoiqOorTrQpojcRnORmyUxyB0jHSQQw22k9IlBajqKa9cEva/V3kni7EweBbxToL1xom7LMnbajVdfQa2GgyoVh3WbqvDgpmGvWHbWB8EUmQuoynpl14CyqBXZGVQ0uWiCeEfN1Ktymy3ywHrMDrWaCCtQyOAOKYPCBS42Z6e/EOEYG1vd2Aqq12kUnBGACE6WlQzLXmM6MqLXxlJOUAa1PpWNo6S8mw6LvyFBS4v5QfMWsgL0X8U6UisADd17h8GW8YHyMemgfw84yzz5zGiUFNwu3zMBgp7F0fWeZ54D8hU3zmjMeFSCb4nHghQdaF5albvbd4cDhz0fb755M3wTSr9YaD/tEzIRPJDBiGs+MwRNSBJQKIoA04jryqujd1qhHQArFWIPkAsmFZ/tZEvJFPbVrprUz61qvlp4tPoX69IipNF9xYReojt9C2DBN5xvpr0n6cvs1G/zsbb0wkxpiTZFgavuleZkMX0GsY675C6H0EDpRnfFVPya7YbpLTywnmyC6QNfrRRAYynWHu/Y+AvcR+KOOwOJR9EcdhHu//zgjEC/o2QIb+Ezf9UJvnXVdti4X4JXWcmf69YCHh/f28LC1bb+xjo1/wqaNklIyA1JKlswczC9ecDgQ0eu0QDqJKw46WUqAJdhEnRwblCClBKXjIiIoHB/wOrQZB2QcCtmYUSTzC12ybCll1WaGXD7k4D7gIy8tgzCHM/oVsCObq4S9H/zoG0Bb+tj3lrvO2H8YEWx50S5SwmqP4puSIzH9wGcckLHRIObAIdABfjhiSXtqv+xAeAFSVEFehiZ/lEuZc6FYbjJc4e0HRb0KZ+Rp03WitGhrAAH0wcgbZvIQUffJTjMgibnvUse66K1jLXSskZyTzdHJFSb3yfrUW2JNGXrjYiRogrYYCKy8KXFqGjUlWaWll4E2vygiV4SEdvY1VWYcMg4VzILKyING6bKKc3C0J8kS8sTWXJWnhMUrfCVoKGdrPMeqBK7xao7s7No7hKt67bNSFxarDChixaKl9U7UPCpGIfPaMVgvk6yxW9u4oUYV4ygugXSsqqXFK5rWQUzyLBEv+UCOASPrg1UkB80day9ZZ9m/hbKx7HQPn00ZOHh/Yb3I8RrIKPSKIG4CHdI6IJEJKIqYFkLq9UmQ6JHrrlSKptyH2h62A72TXDLRdBKpnghq5Bwk9IA7qV1YxkysqAD8GJ8MKN6M0RaZce8OiThATp1lDnX1rMx6RnKP59ybYTP7ZpwRBYJWjrRPwxQnmE7kzvl86tDn+emZQ6Cd7f1bmUd/jmbytYypgGeGAaOeUYi8dF6XKuIZ61FrJoSiJB9hR3kDBgQvCkUpkgUpy6CilqaCkVMyriQJuCnqqafqMukFzryqmmM0buqGs0HUHOc0lJVARhUb2RrXzMNcKMmH2hZXtLUQfTFmsLOhSWE9irf0RmPodhCUs6EXQowoIWqJnMu4TMKwqTX5VXKNr6jWphOfy4xNgonw3pBLniSXiTMtu9sZeRNEd0vDQi7tWy7uYUwoLm8m6TQORm8o/q2ka9+w8YYVWIRA9EvgA1GMRAsKy+hW6lZ8a6u3xlvYkRplIboz9xG4j8DbR+B+P7197O6ef/cjoOUvONMRxJkNlHUbsw4GyHwg6gDo8fGBA6B31vcPqHrTRiDxojICNRL7AxObzIQscegh2lZXKxNdQWb+MuuHOkjByTKxshm1wduQjLBsGnh1H40KO+kgTZ/E2CT4hJ+BBTIzKh36aO+gDYQOY7Sh1LeAJM+85HVsaDYccGlzI+hytpQSIQIIYWbQpguMIOLxunM4mg6A4rDHzOUc/IyH0fSiNJKbMMh5z1VhHLLXb6tIAnfFdX8IipOqRnVchI+HCIzpg+bVwIZeuXk+StriklVQpWYsNEaxSexAHd4ZnDFgLNSowAMhosg++wYxWUrJjKLJ0/gPHL4N/NR/GI6MhxwZXcEw0gAAEABJREFUQ4srs5kkMIXYWW3IMXQ2xZdPlb2EG393Iy4uUUN4CS5qBG4H9nGTv4BcnJcccJvqUTHypkxS2Qoa3UwuFXS5bcVpxTkPks6RzlGyqLDWq+UK89jKSlJhAWsMVGNUfMne9eoEEx4jluiDpAa2coXGmbapKpA5J4++KrhxBjYBonXPwlqsWcXoWCebAqJ7Igg6cKZBAOq01EaFzwEeiGfvlppprJYFFaWREcTXbGDVYh27layT0QG4enwgmWhElIFRGxhLc0DnYwtGjqOZntm59HeSJaYHGx0gIVMMtRuADq9lwVaCggwfz6nei302PRMzh+OZZ6SD2syMdbEx6Fz8Ms9SQx/YysUMDoe438EQpDPYeGB290cd/Jh/k5Jng+lZxIN+EB5wBxLP9swYJCAjUludYyovWa0XyhFjgONoNo5HwAm8DUhm1A6ITRfxhQRJOvEAaSBKBdQy5FRGy5kACQDTGxvykX7F1nUyEzGokn+BMjfmWSv3CrKr4E6FCVrr33QD0GRRKNtKTjhBCUCUxhiOEfE6KqwonkYIvrJ6nXtNT0lX+hq+1e5ajJd17Yz7THl1ze+SQenvIm2tmZdiXYj3kmsNW90rZhVX1Ql2G6/MzQp5Yvc5BOvYbX+cbke+bXDt2Oo+N622AMrnjqzHu8dUXwXOfFqVP1OcT8vi7n0fgV9/BO5L/9cf83uLX90I6DZYQ3yWL1PNphf/7fbRHjaPtmUDsAG6rrfEp0i8o0TNWYIJ4vWFuojr22ll7U2XvAXFmbdyP8ShGbUpQFSUiSYzkDwf6QaU2kzEgcPIRmMwHdjE/+DFp3bKpgMg9avrt97nLnelj8QpkQMF700T17/9w1v5KIDXnmXk8MfbAx+BAZ18KxbdAhm07ILOcAJQU7z1mSfAHHv0d7JZ2VBs1rIRjf42UkjFA5U8oaIQNwjDS54Avn64k5KPMdHA1Up4wNasz5lx7Cx3Ccgm4aCNPJsXjdWBw58Dm72BAYtmaQwzwy+XiNnmq6UlFS8QfRnSShUe9KLIRSWlBqDzTZlxyQ8eKmpDD+MlGbs8xrhoSNvFU1XkE78iorP4r+QLto1R6YoXhjCX5Ki8zHrNm6knjLGxFjTWzls5cJhN8VTHBFhILkBaS2W7KlCPwpzxqcJUicu4BjKZEMADghUPGABjzAYBa2cAjHzN1wjOqaMbGzMTdGgydAGFgZuLBC+BrGUDBnEORUy1mMGKi3wqGEx0ITDR8PqvmBWRrATNwKhXaDGmnsqC1ZxUgbAgYQpo7rz/ndF5ZOgytO8WhOGRqjBsbbMSASlgigPrLlSSeQewEQYysTMHP72+/bPtLYNzOeQZMj7WR4CMDlBOGXkFlEzhCGg2BdB6MI+kxjNTB/H754MdOQg6+vMAPVgmAp2vKIbAY3rfxQUoA4H5DAVFZLmCiEUbJghJOKmmfSGHpFq+IhItJAkAfuhArZKQmgAzipPmMbUJBTj8MZ9ZzXYFmy8XybOFWR2UdEFF7U6FFB2k155/Mk/BBU2FmOEw4zltogEnwS6XkzflQewkiJoS1P6cX0j4qRCIIipAa1DUQijBKXgbVRzM3FTJLcTV6AY8tztTcltyklSYNTmGB0Urgz1bZpu1WkkL1vIrfA1W8RXT86pXtqcgk0sQrGJJrU57ME0dZo3gRlJ9Ekyje5vf4M+0pa2HWYpW3Jkkz4gWTi8HxVxBBJC/SaltV1yTaJMX3VXFAksjWAjvzH0E/kAjcF//f6DJvnf1NSNQbg29AVRA1G162z5u7eHdAwdAW9tuNtZ1naWkN8lkadHECDfq1RJMQUkxky0ExT7b5U3Rll7sRU+BaYVi5pW/949sJo4cNggOx6MdecMU+DdRPNtkOXWmvuqAq+83ltjkpEQMNjIozUo884sGaXdkMxqxiUn8gXZMQEwhfUwPOujgJ9Da5Eg/0PaA0uHcW1b2BuZqzbuGvBzXSpsq3tk8NrTnAiYBCkbZMi9SOWVzyMm0kTLvExYq8jVd+AlVoP94GQ4UqNxZSskzP6qf9IVZCGviOIEPDbl9h32mvZSSq0YOgQ6MyfF4sMNhbwdvd7Ch+spKfc5UQLb4B5LmBLBy1TXcOila8PIIyjxC0NlSEIs6w0kuDFlLm3ORTRbTYVJRrBG+lLV0xU/RinzNF/Eif3NOloJqEVJxGgFpBPBCDqrgfWaFKyjLIWJiQiGUZMaKqjZg1hwr0Atc2ItwCsJdatvwiyKlwLAWLsDaUMBBmHU2ALq/dAgUGSXsMzPW+VozDh8GOONyF/DcnUEc0GLRFVC5sfhKCwMSCSBPixTnYG052JSTq7I6C5QxyQXTIzpDge8FvWUOWwK2QVtPBAExWGcai6FgAqJDXmx0nwf0HMoKiJkD3FamPmZO4EtBTwKULsDbh+63uIAZZ+O+hpFxQRksSJbR5RLDuOg5fT8AUNz7AwMhMH9+HGzUM1mHP1pDHJgjNp8KnrFOEyOTYwKEFZsemM5bMjoV4RaqPy0Sa8QEoES8BN/ACC1AarQxAxElF1R5QiZayINp7mtg4cJnaAfxxqzKIZlBBUC6SvIKyCjqGyiK20BWPNIjaA2NN08zpnwcm1961KaUkCbnL1WuVdPVQLRy9sGrQoZvJs9QOHUSg4WWTwWXXKroxqyCoRSePiqHSTDQ1aaDxaoimQmcnwhx3kMRrwatsZucSrd9CNxBL0+DsneuVrodKh24OAYTdc1d+HJ3w/Zc7SHljJJ7jJp7zmtVCyhWC1kkfVYz23kbMyvqjEjiJSgscDoySzPnsHNcqhXr0pvadMu5cp8azLFXs8GCcuuFZGbkp3meJZWSRnTgqMV/EsyLy+YfLLwUW/kLPqnlu/N9BH5XI3C/I35X03nvzJcegT5vOPh5tIfNA3hrGzYBPRuClJJRaB5MbbyixWmLmObtBaMkkUXt5Jnqsmjpp8h6+dWhgwOMZGregUCptIWKlEZeggRDfOuHTcZRwAvSkZdp2eidXi98fddb32+ArXV+yJUtpeQRqSiivafEBdOwNjI65BGMBBNonzryNjV6/NHGwxH7wUbalL1j9CoORFbJVAsQg4y9HfW6RC6S+quAxx7NN8ckoDakM5Ndspw6yxngYEvYXG6m9gcq5SVgaJARkWIZvQpvr13O+CdLHOYYipG+HrVxo480bfKVqXRYWs5sXBnD3GVLQJZfwkK54bfb7/1/+xn8V8EOUgBm2esZO1uEBRUbz1qZFyBtjJX2GhCfFoJRTuUnksYKUn2TCaTQRcgvGZzxlIvgjKoRXba4rFm7h6X6klkHuVGL9JHVpIopoP64HRUlpPp6DFRe2SIqZbKEb2nYqTBbkwra5cIFiD3l4zTzLBX3nlmHNcBaC1qBMmtRGBV2lCCo5yLpKcgrYPA1FnTUJoluRIHoOdh1Sjk7VDPapVRuxqUdBjrr8EaYfmWgz1s/vBEtMGTcYKQUPkPNKdN3wIo+54wZzzR4fSOv8ooRNHojBsW4PAzYC744W9bzwoH7uWDjOWIZJ4H8K3CP17jSK7qr6K8f9NbDHw6BeRgyT8ys6/TcEjC3I60DPF5s1MELtIETgRQvpWzJDI5KBf8s3EKVgY3njRGDpk3YzeCNmKZIFYsmagI8+kjUSQctfUqqDWS6kqrpwEQbQgGNpoLRyxM0lZkXBWAeSmhvO7ioi9IRlQrAwBgPPbqWnBzVH3fwjJwyg6ZMU2S6JkMxDpiYbNS6C6ZKDU3MBUIz0qq6hjmNOCuZ95lZURfavSBeOb/I5pMxXrm0abd0a1bkGrdWfEIvcm6ZEuDEYSWoLqOI07l7qSsR7ailAihGSHzxIKncGreWbaYtPflIKJgE54iaexv5nN1l2ew5rx01m/0zYO0XmoVUooXAyvDNkc+YrDwa1o11n8doShPPT8ULUH10O9fSoCTQkwz6pFxVnlhPguJWkIs7r08lLvaq1bngXt1H4Hc9AvcV/3VO7z2rr3IEsmV+Cv34yAEQsBU8xOGIXvRTSpZSKpkHHo0Pe4qEIYGabKA/tSi23ngdFAyBaJG04zc4mMQkMb0h63DieDxwACQ42oFDh4MOIHbwHM4c9VPnsLb6v1qllNUT3OkRGzgdeEC5DGFY0+4AHNEfwSMvauL98IWNx+BAexx4DOxAhvHIS/vIqxcvArIlWrzOwCuiJy8CaGnYRTmj87YUkzZH8qGYQH6aK8vMJRu3BHRsCEMmbcCcR1BGltKoKdnqIMcaP1kdGLupXRlXwClPm8HOetrUeCL2qAfNxf5gBwHjEpvD4pyxckgGZd42FNmbOQapaMgqiH8VpNnaG6lsI6cts5Y3rsLLB85NhFcQuc5CpRlcpQZ3bcNUWnYtLX4JNcZSeivnsal8XH2cYchG9RSDNRS0Zjko01hgRDHDvqMWPoNc9Kpq0aUFw1HByFJUHgInPfRkRR+y7ndh8qo51bXvxq+qpsiTV/R5Yl9FnEajD1OETMZEz6lgePrBoqdw4MJ9kwU6eBEWcDiUZYOH9xXaeWFkWXphv1fj8CcX2jGH97IPsAgBMtIQomFkCRS5ZLevuWBEDoYMA+yyDbQbND4eRH6yl635Neg5Nxx4HgnYNDE5/tyomFNn/dqs6TnMgPEoNdPhC1NvrLskYI47xqmHpgVbXPiIp0VQ1P6gUUVzowI6oPa4CQIQTTwrkAqOthM5EGsEJHdcaPGo46fxJKmDUD8Igk5KBmwC0eajYuQelLJXHIFxCUtWtYi8hK+pDw6iFJPPD6l0j3qfklubcpJaGGC4aDJ0XqsSmC4ZAvrdOjUvkesUWEzAUNoNLupqrml3SRU4c646NVi2cs7nLTL642MujL/3B+wlWc2ibbvK7C2XD4AiCOYALGlN1CyYqKXdJL5AlF6Yd+mCTYijR55OCLwOadSNALKRwS1L0XE/FsrVJ5mfCDBbjDd8KVpDPiZ0xGPOVbG4gNxuqXPRXKEkEYpNs4uIIpGgQ647KzM4wqiieIwgX13ntQfBdP+390q1cewjYNM5lcsUYyLErEA6AeKCoCi0RW1TW5WXUIaCDibTnGhILy3tAqpzMsT3ch+BX38EfrUW76v+Vxvqe0N/7yOgm6XnZf8dhz6PDw/2AGw2W97/e0tJ2lS6WDHs9OYCTZGmAuynF+L7e2+DPSiNUMz05mvzNerFQ4cMHFbowOKgXzviAGLPoYwfAnEYNKIfeEtJvKR3bHC6Tn0zznnw5kV7FHC44hsJ4tXopIANH/C8MI3AwAYGDz6eR/ODID/wOdpI7IH21IYApQ3EHJDXWC3Wx3oLBHS1ZEvCe0wscxOFI01ocpKhd4OKfmU2kSlrY9aZaMsdFmzgeEmS3+D5EEeNABQYmWQqlWw5AwkgnnyO9PlAvw7ype+S0TgRk7ktbehAres6y13kymBwEHe05/3Odru9w8DcDDhTaHPwfVU2LtqjNgLO4ALMCnY0JevcyxXB6QUxITy4XJFp3XkAABAASURBVEQLF/CYhXbkHviIWdlKVMA1XhXBNbRoQ06CcJip4D9frX4oeoBzzGfpGGuJtUtjA+vc50MTCq8iD+FOhACmIKhzZdFBN1hKlpwMlpLgvCYZ3UfKznlLmCv7xAyyrqmN9fJyPuFtJ5fkghOFC67HdZMbK3Jug5Gzee6J9KXToU3nh6aZ+1XP34yNaGFjrrDCtjczBQrI2Ap67vOsbzHmzkTPsAle8sx48VwniCkWFbFWRe0oFvbxvKAd5TEZw0OHPzU6xXMooZgy1hP3KkTc36NrFqPsDyxmlWfwCD3q4T4kZhfgWZ5owxySGVI9V40rWofwIs6JZVUbKlihWdZLmwVHGxwKJdoxB4sLmYg0VVa0I5kNRg9XQD/9IAixijuKWEObt+gKRtyVLWPouas5OiJkJa8JV5ckQlWylJIYSzYCZomDqoRIoNZMVyECDdzxI1JvocGQpTDbTnVen6si0qxZ82iY7xg36AtFGQiM3CeQQOlVH/GiW5n4E5hzECU4MZkEVZtP56HYVIvCFlSTgW1IuJNyqj6VuBNz5XiqZCeYBHaaZOg5+wyjYINe14uOLJgzcdfO4uWTRJxCMydaviwsSk2m4lO3T5IonQrrQMjrY+qMai1a8jrkwX8pnLnoTdRr6czP1JVQ1lVlxYyaOeDvAwm+VHDupgWRsRKAho7qay33vO4j8OuMQLkbfp3G7q3cR+DvbgT8c4KKos+RTcfGYftg+vbPAwdBDxwC9WwwOjYIibtJL5L+ZklHx/KiJhyA8DMXj8sLsDYKE3gbvIQoGVAWdpkZpmxCRg4dBtP/MqNDIMccPuw5/Dk4jFY3FqnLlvSWQKfkq2/2HDngEIy+QSmBaQcT4uPLh/KAzgEaISMhOe0eBjtw4HTkhXcQoPHNkH+gDzYQmxpOLw9QmfgCUFukFS8sEL0AXrZGRaF9CioEJJhzspwzfepMG7mszR+bupSzmQEUWiUPA6BwpkYHT+1tYasY2WPFwhjJ+8jhj8ZyYAwH+SFze/xk35e2ui7zUkNDlJH+HxmP/fPO9hwC6RBOcyB/Q4frVDD33DN5ZvpiDjq0stOrNnyqOZHkRjLRE1GVrwhYXW7FF0PPiqCivjXsy3ZzJzNk9vmEKI5MoVOaC4HPx1tTqH7CAo+8rua21xrxclMeg+4brS0XSFMg4c8aM//f5qAlduSVuFdBDS/8KserxudyYUXnALnmQufcWdac9Og4oOmBTP8EKCgc3MAbdsa9kDN20HkBHCDh1/dbq7CF3va9CXvMMl4Zf8vG5RW4FOQUHg/EVy4wbkubYV/twNK5HFvRAFKeRFHH/PFE0fwhEm96VkKrDMhHHrQ6PBdASgwkmuosJ7BAbZSJqevUuGjVOnDnugy1LHoKmnzLYUmy+VrS4hKWiWWfwNUuFQJMHkmaVEQLpJYEC2FhwuE0u6K+GamTAhxOmoo20MzljGhWFoo+FeqNSL0SnHO/JG9tS39a0USHjiUySc4Tq8FYNbtgF8z5aJekvu4ipYWJ1p8Liu7oq78wrqjVSxOy9ln1q4ZxXGzpT22/YldPOchOEFLD3qGwLyK3V3XOMuRt7VZTc+v8Cz/p3dpshRbqCL60wIAyyc6ZuLIdkAtGJ+ITgUc6U0UGqmO+ZxOeduY/xZpEspqY5fC3qrrAwOfTkLFgjhVUdDT7k1ASeQtE3+E+AvcRqCNwvyvqSNzxfQRWI5DrR1MnRcfHSbbMBkCbhu12a9vNgz1wGLTZdJZy5lU4mSXAdI1WKXF1Lz868/kqbRC0YZjAGyqtZCMHslBOIL3zy36g0iZShzBHfWvlcDQd/jw9P/s3UHYcROz3R+1LzIwgRIGAHwE+zn0DeuSAxKWqHFJKYP1slT2D2gBG3laP2uCAkfIaNkQMzxNzPtwHpKMw9gatgsaMMXXsAn3QB6gOeamVosDZZDXlJH6KkQiXHZJvEEV3lrvOLGXzf1ke2QxOOakdAYLSV1EC2QTOfWeWkmlMjzoAKnDwMcKbfhmXNoyZ+B32Wj85dZbUDn0+6gBIY84h0PGwt4H5oPKhsMWldpMZcSxnFeiFwZKh+aXgHJcQEpeYRDQFdYz0dYUYK4eQRB2qFMjrskbLOlCqArPW3g1XVVithG9jSyjNzdyu2hdEyIH5W4DWYvELi1fUN/nNbUdkrcSgvCbGlA9j51pk0mWtKOax97WRmMpkpvHMIEoxg7qlFKdietX3qrIEWKBl7IVK+QKak4CefghYld6vGatvcOipXdc1tGTyE4ieASNccwG1Di1UwMe00KSCHYzHjxjuz1gjbQo6jDPjL724cMQkR3zFXQBra77J0ZRx1PzW5/l0CMQzJqVEq4qVCLoukguqvNIEpUjqyCtxFRTrPOg3omQlrdFygDVXaLLrGvGC1H3eNpoXWmPMLP5YSJFLLyjsAkWchVbhWxt9yF3NpzVuaQKllv80OuZfMRbZShCgrgiCW9R6xFwWkGdVQi5D1A5UXA2Fax5gioZd0hdh2cCL5jWuvm0jmNe3XFnjQmdh1RB9O2t2VbiKcdX2FcruBdup2UJofC+5FBOpnfRK3OeDqyGVm8CbmwjnatVKX+q6+xSHmN3a+hJXbl4PSBS8BQ9WKtSFKmhgaQ28g0tRwJ+fRa2bpuQRkmA6vOLxmxELQERRvYQScym8c/cR+F2PQL0jftedvHfuPgJvHYH1DaJNyWazsW3PT5AfNvbwuLEevuMgIaVs51691Pao6jNDxORQhri+YdCGkAMFWGOvYIl/5hsSJBKA5DNwGHM8jnZwGEzfONnv97bjAEK/hnTgAOLIoYQONdSjTL9w9UOO8B3syMHRwMGO4hmxEzYCS2bKJQ59sONDeqS9EdthPLpOflbl+uBGr/gzeNSZLdSLH9G5GE4om0Saswopd5Y5xMsduEOfBZ2Zj1PGMwEqooXNOMtxQu2bVXm27L7gIjswJjr42R0OfqAmeqB/4ZesttupbXIwxs2YM/k978o3gPwASH8bhDFgjDRORgzjUsuZKtpF4O0mCITUKmpLIPo14BG8uuZFTlU92U5E1TQYHaUKlHulhdU94SWcZq8xPLWRnWCpCe6SPLTm47ammUcSpFQFQz8CjD6JDgXM1+pL8acQn0TM/Y72BtaXZMrlQD4mYEoo0Q5jHWujp4v14AMytG+oCdh4RRaNoCVPlPJtoTUWfV6n8Q+o83ENE0dhmM/o9zVbdNhpNGp8se5OGC/0QUNabreCwm9ZJ+59IimQggg8ULFCHvlgI51xEVsBNXcVWFkoapEvksGY1tGOJHJkrY08N3loulFKyYxifhVCcZ1fVkc15oCc3GYzUVoxAnQXC/rSRLQJz7Pq1LwaFc2KLdIZkcsFZhZfoap7HC4sDatuKX0d9zlivNiipqBdFycObsBiaBUaf/iCoF5fPrlzJa8XWj43N/IUrDr1QqQL6pfW2AW3V4v1a06vdvr1HC5P58AzhDw0EQw6jxLn+dlUDD8ytJ+1LEJOzESUttZ8Ed+I1A91KczpI4T4oGAuFp6tlwfrotddcR+B3/sI3G+L3/sM3/v39hEod0dBHoePEl7+qTkAetg82OPDO9tutqZvdXRdtpRWbycr1oN8xkrvgyMv5n7uowoBJVpo2h6rDix6YHMx8IkqOCLTN352u4PtOIjY7XQYdLDjgUhZoVQpWGIvMjabE1rG1yxZStmSwJLp8jbQHdnADJygDNCjt3lkWzIAxKY2chc3uA5KOSnACs69OrSyic5yVEUebMSsHOzklk6dic9ZOBWaDbNlpw1sq6vGr9hNiFljDOR9FLBJP/KmddAB2kH9UT+J6LbZ/5ZJv+mtUw4aKwIe90c7MO46hPNfAdN4cYhkPj7mV1ZNlUscMvVcYT0VqQkl5NDSLrhSKcYV9VkVqahT3nbQazOXroVu3woZspZt6Nf0oHFrxqyVntJtfozmxIoQVI+Yw2Fan8yKkna+2gRuvVwydYEYLohqEgdLnYBahGukimmz9Gug7YCRl3rFLesrZetYzx0Hizkn0zoxH+2IcdqmlSv0hTmDXtI3LpcbaYzOkW0b2XNX/i3MfZFtQKu/SmscwiXCiC9pTClDaDTrSDPMxaIiBcCdsaVGGDxEKco7GckTHV0GoEpxG82bsW5MwSdwlcyCYJ7j2Uk2PDuPPDcHnpGu9M+WxFMjOauKtIUWoE1RE3DSyVagFVNhUp4lsPKvAQmfGngWXlXdgjEStS930ZMomjKaIUfqcyXdnEhyd699+lS56HpVzbrrZr+Vtqb3W7W/aJc5m/lzcyYDwWx1nsJGE+X32XmL10uJWZ1eNWiNH/evbu2yKGu0s/hVTawiXPSdUhmUCV4StIDoxhJtRH3dRfFbC/FqX7Kgz4+HdLIJ8Ja8gq8YUmWy1ODyjiUUMSdNsDIWNGKxM3ylN+mc4J26j8CvNgKr2+xXa/fe0H0E/j5HgDtGv2Kx7XvbPGxM/yPYdrOxTt/q4GUkpWyJnqXkNdQXLmwQOJUxgci5NQ5rCjNo0wEdr1uqR8wHQHg0fbPgwIHDfr/jAIjDn/3ev8EiudGbpE1PypARc+DTNwBfwo3YcKJhqQsb4xoBt+EwRAcjo3xIUJubkXyEycB4S8HSrcEDbKWJjaQYONVW5z7fq4wsLDMXOSVLuYfuwJ11oss85dyxR8pm2FGZpWSpl11GlMwMkE7QYWflKo0IZXSp6/GLNmShPh/os8bzMHKwo37LWMqcLLNB77reuq62Y8wDdhwYHY47O+KrXwFTHAFa84sYygIvzztnKOIZnDl2K2MAC3Eekc60/3QLBTUqxaPPUB5y1kHRNvVU3AbbSTARaaLeRCjwClZNvxD2ddYKpuaEA4JjKIKljvEiLsTAuh2EJfeBRg59qYSWmmJs4h1dMtYcXNShwNnbpv0DB7MDhwMD95PSiFFPrFvWROpMh9GxPuyFK/r7ghHqW+0wnQoJK7kJQtGObUhqHW2EXnSA+mGMTcirLRKpkUPRb2oMZDsBOtGzx0zVcQxs3A88dxhXCjR2zDNSiNMim3M6Twdzx8pFNJjMoFRqGxXzfNMQoXIfsArTSg6DHdnkjMfR6rOS5SO1g56Qxv0X2OLytoKk606U8D4DLqhUdaw4lLfXqZhWLBa67YdEazhJ8SWHdYCWr52rAwNPaS2WNM/3peAaR2cY32rxKWnWGJ+M1TnBS4GuJluVFb8U7FR/SwqtFz/L4HaRl6DVXKZvs3x7Hy63vNbUNniurlWVJ1lK5T4Drm2+MpQnwbPF+AEbNI8Pxp0C3UaSRct/fnrZ4JL7lNYUSUCfPEzQTt5QxXP7BsO7yX0E/kAj8ManzR9ohO5d/WOPQPvW6iPBLYMscwD0uH2MA6CHB+v9EKhnM6KXRze0eIdseHv5eouFDlOmd3kRAMVDsYVwrD2N26HQvtHlToxsOEY2HMc4/Nlx+OMHQQc7ajfiu4lEVxJxOADC/0jAEc6ZAAAQAElEQVSwI5+oR/wpyM1SSubnEGBMTG0N+MvOcaXxHeSEvyEb2JQgIoehvspDX/+Qnz/6R7zt9GKKDNAGMJNPl3mB6zrLbI5z1hxBI2Oy8M1mKvBuLzsOaZyWwkFm8x9b9va9ytZzaKS4DIApkPq991+h41CHQ7XhIENGxNuItvt+Yxm/lCRM9Hf08dembxgOduAwaPA3Z0LKXQNUR0cuOZnlznKOeFjBZ0fXK/K4bjDFqdHUvFxaXOlqI71gzUtW4Zquxqu25/FtVud9L0izsmJtuFq0uh/YRV6p3YE5Yk2yZqEgTsdx7eWuJ5X8It6J6ppALkUfhxZkoVyqnH50mX6wvntfF9Dw9KZ4rbNb85hJVAH2tEh5Kn2LRKkJTn3VRuTu958biZeldMJLaO3U38oLGy4Vy4shY+40aHX8KuY5gnIaWxkLZCp8BjD3NdGqyJQUvHYsHSkITc+paCPas3pPJ5mQC/wg4Pk4cM8feT6OAtRaOaALxQOYdbRGaY2U59x4o/GAXjXCN5Kp+FVc2HNoTm+mztndIhumjt1i3di8Ks/G77ciT9ZhO28tfT1BjbjfUtfNPk27yFVMM0tiPy36BW/17IIK8XUtBjcXRRLc5qDuCq5a3x7uahgp/V4X4feFxl2tg2eFa72Syu2cW1SuWkhMj1Iktyd7LgYBrpZTn2jPv9FYPId6skXuA/0SGHRRN4h+N1yQXaB7fR+B+wj4CMQd5uS9+gpG4J7C1zwCfH5QPMOeN6mNvgH0/r09PDzYlgMgPwxAfvsrmYf6TNWZVhENbCQEI3hkY1Gx1T+WyQGJWRxCHI5H/+bPfnew/X7PoUT5SE48JthYdhxaGLQOcI78dHrQB7BiOuhjONlILMWDYIM0+iGS7AUjH9TDeEQOiCYnw3fg0GPAYeDQY2DDo0gB5pdnoUogCekIGW0x3NZeg7+qJGqMUGaBDnVyz1tMRp7MqAMgiWEC2aXOZO+6bIEcq4Kn1BQwNB3i6DCn326s64FOdsmMPgz0TXBQP/Ez2syoe3Lpu946hw5pQjv6WA+M/4HDI42DyU/jC8bAi7J3IFBegRuoyqrOQ+Q+nirxoRjJuM5pp6IamJugztRr49ak1enQqtWd0JHdibjpv8bkVP+JEs9Rozp1vwR0RdCemiqgzMngONRRN/YaSEw93wV2SZjXfi3+AC4qtwdPJQ4eJfY21a7uF60vYkieWb+Ze7PXwaVDx/KkT5kgrBPqpkgotmLohoS7Um4wVEKCK1FuVSl1wdJewQWtVH0NiFkkT0rQxc5dBkasnQPpJAuQppiJlLKABys0KjdSdMkbgCQLFF5P9k7gU+ePB+AcxJXBup5nwJFnQByc88Tk+WgC7sHTO5cG8dcYCSApIYM4WwaPZUQ7q361ML3a4zM7MK6M0iv7cz7r81LyvTakk24icHh7oTu+RiOCOHM+qNMVEHafVkfsT4tx4r0O2u7iT4wRYE9pO4vwNeXzjP+5Fk8je6Y+L5HwGa86VWE6G5wGm3WfkeJVyqPV5o/TwYnEVSr6EsyJnnmaNU6nsfQ0DYNTncvn0M5esDJ9jLqBKoz0fBSp5ycfg06qcnqxvmZG1JyPrO9wH4GvdgR+9cRWt+Kv3v69wfsI/P2MgD5NOrOuy9ZtetM3gN69e7RHDoB6DoC6rjcdkNh0JbZmAgPbF7n0Pu/vGlPlhOmNeGST6IDR4IcSZohiPzFlE4+AIwodPhwOB9vtBXEA5B+uZJ9Tpmu9v/QM2OqFYiiHQEfiq1WBwgrzeU1bg/962UCQkTcS5eD5iEZGNsSTJa/w8AMwAgPxURBKkQDx6lCBjEYbHgHk+cKBQwYsdyYQLbAs71OXTB+ly/jknCEDIBbvIa2n7Prt1jabGeoaUK8EDELjopi99dvOdBAk/0R7prbp8Oj9My7GLZyhm5LN5FPBvG8IPcNELdrKBU0JJoFagC1lMnFv8nP5LHW2qaQRYD5L6YPLZslESS6YBE5456DUT9ECsQVDehHbggs/XzXlVQnmvUaXSFB5x+QyrU1oY61KvrCDoUjs4GZOsdorw5Jmuou0oKorrFAbR3wcm440O7JSBhv9vkBD3r6e/BCI9QWffU1llG1Z8WIFrcmL9KsdXoy4NiB90xo3X2RqTzAPkIZdUP3CHmvMKg1X1Qz8TFZK0RhIFdcrnsDqmGKoWIs4yHz+wTQ1qZxGNgmcXlYDE+6+NDIUMLBb+XoYbNTBjw6AjgcOhDk6Ru8qjEbNJ4f2IzSW1BQ1zL0HRREDurko0s3Gp4bJyIjKzPFrW7d6vdmxBqj4lv5EvtXjLJ7G86z2BeFn6wzt+AoFr8sZ+YvdetFg3chXyN8yv18i7fWcLsd/yb3U/ueZh3VG0WpkMvCcOfLciIcaGqfBi0IEivnzdaGAcQX4LWUwvSK7p9IROHNazaqZWlq1eahXoY1nJzT9mvoJq/7Wti9FdLOvurondx+BX3cE2rvs12353tp9BP5ORiA+UMrHS0GZzbc2/+/ePdhWhwD9xno2YHn9ApnoZKKiQPGyrPoLAe9IFBs5kBm0RQRT2GcMwAgMrpNsVCZJt78SA0Y+Qtn86GBnzyHQnkMg/TFjxCSLnj4ktzc7ys4/gEc78JOlAR6W2OaAA60HPdBYBW1YBx1EIfMc3e9oI84Dh0IGjxfuA68xMepRG3yAE1hcLnhk+lUggwUGttyDQocVIegXtRcXp6KXHIG/IIEzUGkreYAz8bZbzf/DdAiUu96ydWgVA1saonvwRuxkuU/WdRvr+t66LluXM3JjDMwMw1Hjgw8MAnyQxXdAoJFkt5dPZ/oWGhT+CSBHX3tgMsDMzJKZg8XlcYOca49guMyiFyn5YEQjhYK5VBIK5TQjqGU5m9fS5FfnmpQLydKLu2FgTrRCI6cmeQwpIcY6iPCJ+ZRt5dGKlZ1j+KbMcYqQNmWqNeLtOx+OOpztePZ0rKmcO9ZCb1TumL1WNVMoJfgEqCtyGULZCJbSz8c1XZ6CsgQLrf61UMTnEnJZnUGeizGwxSFmKsYoVnf2eyhVxWQnIqsCMvee01QUJDbdUqU5/GmTTsT8qV0382rg2Xfg8Odw2NtBB0HAgO3Is9K8fZuvsoQSkpoh5AuFtr2fpOFPZzMP/YLXVbUSmHJz5qr5rKwjNEteS6k36o4PhSrBlSA3tcgceojXdMUd3lL5qniV4+QxEbe7p9q3tctNsc4bZQ2qYBGz2ha8QIVZ2DcM673hbiBPGr/s8wrTRZCF3zr/mff1uHAUM+vFVZhDrhZaNXgR1wgVV4fyclpZ3SAT/fmIdau1Ge+tqnUa15qebOVYDU9aQMEIsz6oaU41IpXiH95R6xSqULK4w30E7iNwYQTO3WkXTO/i+wj8AUeADx3vNR80Rz56Kp15+9lu+/j1r4ctBwDa0HeWOShxmzPVWz/uz4Q6K2rfgfVyr82DNhFHNhbCI5sMycJO2SRLKVuiLwoonWyPHP74IZD8OOCR3CxsR34KPRDnyLhow3JEfyx8xDdGKRnnGGWbYRb+tDqO5jb4Ggc+o4zwVTwU+PHBjk6HRIbckNiNF25hvv7kV98Elj1Sq57p0LlBsQs6arIKYqqxJ2bPhrvX4d/Dg20ftvbw+MA62Jq+HdbnzjJgOYHNSgXSNzQ66zu2bgkbwDgwShkby4yyMGPlyXklARqhTIUfXKZ9AzLxDR7FqqSGl1/DXiJlllVdMnijvIQsaAriczZx54i5/+e0X0o25eljSysSaD2SzuBJsyLAQaMvRWZBYhhE1NgGUeuVvooLjjjUmgsBcnkM5KBQg1fjdHdk8swcPPb69ULWpNZGxt18XYgQEKQtZ0St+hqtXCL2bBWy4Fs6JJ9aa7zfFgPPU0fvO5UPUlrpk49aVMaFHjuNqXE/Z4fe9DfgcgYXMIt4ujtx8qJx8PaZL82Z6MCaO7TI3ZDqOBxst3+2/W4P1iHQgUckNuiipEDUPB3MkniBmZqmfrm04V62vs0i3WY2W6Wb07Vr19SXibhm/Xehu55k9DNqLH0RgG8pN8zRFPeFeKzyFyxm9bS8nWhbEC2oti0dsmF6ewhedbVSDgLJJugm6pOJ7MG9uj2WkqtwJvdloNWEvLKpZawVpxyKqCGLZNnQzM1UMXwb8ga9wn+YPp9grhferXVooyyyng4iWg/pK6/wWk9APEulkFB4DcXxknptfufvI/AHG4H1rfYH6/69u/cReO0I6NNksMxbwpbN/7uH92z8H+0BWgcCkhsHHeuoydJadJ0fL6vXkRY8fhScR09DhykDG0cdvAz60EQ5p5cs0Q8qXlmSDdgJ9hz8HNiIHA+Df9tHPTbljy3uLjvo4AcQPmAvP1gbCE4hnk1gXCNC6Qb9DSAOfmQvi1GvCZKVto0cJcclSPh4lYgsJJ9h+fiShYMqN/LXCcvkntkku4hKasKaqU34KDlQU8sOoyKJLAhWeGKz2d72G9tuN/bw8Ghbh631yBIbchYJtoqbcAMyPuSR0ee8sa7vGfrOuoTcOrJMZpaBKDkSCEY1KkJgkrECcjKTADkEFiKSmeRwENSSgaxi0RVmGdEQFr4gBBdKJFbNKr5gfEGsGFpNwoILZi5u9S3tyhurU79JAkFhqql9YdSQyq/SwqH3tcuG3bTCEUljWsdBNPWkRCZaAHlLKYNaEB7yZQ2Sn9oXV9tMfWbNdRaHjsl8TTDfWhq2uIgmIWghfjPzaYE8lTMh2r69OTV3jEhOrivapTBWKqIE1ShBBOh5rnvDgYSdL7jPOgBCw/3mcsYcR0oTa0qhmTvm0IBB6wfQfB6OB3t+3tnT87PtwDv9DTZ9C6hdgilyMp4UVi+JnJ4IOLUvgFyVkXZp0hxaXdtOK7+FPt/ULZ6fZDPonpvGt4ZadaQdlmpyBbddaenqctJcVXxRvGx1yb224XO9emWMkxAngimgchVoqvR+oHU/KT+FaJuc6Im4OXJ3q+W50N4xAhTs6xH2llLDVXyLz4nNyrmkcWK2FKycXHmbp5terJYxJg6Cct6rnM+cVxYpzhrXI8+toQKq6YexWljwXmQLOK2qpcUX4PEdH5GFv6P7CPxRR+Dc0+CPOhb3ft9H4PII8KbQ8YKvzyyBXvgfOfR5//6d6W8BbbYPttls+GDJEWP1HhrC67VcHDgs0Ru6I7nwEqt3/5SSpZSMyuol1mkXJ1SAC4gQwTgI4piFYBSnXS1HgTO1yryfjaY/QrrbH00HO/73ffyDNJl+1YTadCnWkQOUA5uUI292Rz8EGgzRvLdQ+zJ2SMhHB32QH/3Qh49xHDy8f5Dj7xYGF1J3LZWPrFdmWf+c9kqCYgVZRCFIhmmQlgpeoqklvRkUlTJRFs5OBs5NVe6y9dvetsz9w8ODvXt8ZzoE8m8AcbiTc8d6MPMqgymZTaM26l3Xmcaz77IlNpCm3LKVKxXcIHQZGwflCWSb/0HaBO6Wvb5ULbrk7a8t01pQKlQJFQAAEABJREFU+IWneZtF81pEFxoX4p6kfCJo7F9DEnsyb+kQ+lzr5TJY1h6EzASQxpqUjdbtIFq2WrfCWA+Am52pTnswBcV6KMM3mhnsqix8eejQHC2pNQCGFBj/ZDl1cfjja663zHzmzL1shj2VAsGbMOynlDb7T4lz1ZdG6B4mENED6JdKtW3xJZ+4b0616wESjy1jp/GsEAc/dZw7hhUbahUHBa5pOK35Gi3WzwEsYEKlcxhMB+7P+2d73nEIBN5zAHQYZKO1kcwSYGU+wWbwFPMre62fogdRa+SUyrVYUVv+TTTtU17veiGnZSAN4FJymRu5K9setfSbMrzc1Auaq127qnwh8ELd9m+h+PzMG3OeZ2+mbknuJes2HdFZ98EtgV9lkyfrbqIaok3Saa/cYGAlipgl4lag8DyjQyomqFfV1a3itfNJAmHotVdrh0/j43kdMYbpmS2KRCiheUs9O/O2SOSBH0ASF/HAe6faFcyRUcyMrZ+JPMpb7Z2+j8AfegS+wKPgDz2e987/zkZg9XESvUOozcDD9tEe37+3x3cP9rDdWO8bsPrCyUsapbwPhB8vK8mhsOeQTlaQB1IAw8O4wrPWEiakXiC0PxBI7jKvRtO3bsZxsJHdYtCjjSMOk6FoGSdPVR+m+8Ng++PBDmD/kB3Jg0/OlHhcCAxbRDr40QGQAx/G4gfaGYmPmg9r85iKPoHrB5PdUX9EmtxgQs24OlGxR7BpTxVEApEHxZrLWa+qsDAFVekSpyVbuEFZKwdg0IAU+flQ2ed9ywHQw7v39vDwaA9Az2FgzyGPka3pav63J60d0wsgY2qMpUNt07gYI2rK3GJ2OysjgopCetQqmSoBwtn0j8pM8RHJbiieQaOSATq3wVOs0GWQZ6OVb8PeTLrf6FOuoa15tf5u0goaWlkIGlFDnvM8Z93IlESNAE1hkKUXVAUYdmBeBgxaiI6gPylDGdKKGwNiNVwhzwrRRZ+k9bESMSIuRVqtp+TPns5yz+znXLQzOpXMuk+jPj3ymXQ9JYbah1eMbM6BdNWuxWW5S92Szk8VARktbgbVtR9g5Ai5NZBDa3wz46vne0DHPd+ZZNJhSMGWGVc9xfeWfdYQMXEkqLVjWkfonC54f9zb88ed7Z70DaC96QDoiL0ej1Yf7DwzsmhBJqQlKgGoFFop1BrFgeAsZRGNwCx4NRUtR03XG/9LcT3psGvIELy9vtznErOkGFzyUQv689Vzd2bq80UnkjqpxSAM+/dRSrKs46DqvXAu+7A4pzmVvX6Mb/OYrToanTmYi+VK3ldUF8N9gmKR74Ix81cR3aTIMzhPd0GixQy8veiYOrzL/J7p90sttC7nbPUeyqMyPptZTxDRZK3bAC6rgopdeK/uI3AfgWYEzt1rjfpO3kfgPgIxAp0ZxfjwVNl02bTpf3xkww88vtO3Px7YGGxML+kpJYvPWF6GedEeAWOTPzrYyRWC0FZb2YfcCEU81ULGRVhqLyGKOgupbWxdSaWmFRmSwx/VFTjIEVkObAwfHRIddPiz5wBIhzpsVvTeaVwpZUspmf7B2oDucDyavv1z5LDowAfzgLGn5lWSWQB+IgaSGdxuxP8IgKWw7PVUrT63F9qJyZadVgVNjBwCD9OQzrfjiak5RFX0xjsGDXvRy4zA/CdObqBmRJA/iUPRJo1oI7jZPpj+R7iHd4++LsRrs6h8Mm0QktgKkMySJEBKlqBNFwYaspHYDKEkhhsFO+oQRI1JELTt50oKG5KwRO7ORea9Ij6lSHCgmCW3V44GbdPlyok7RyT3XLZiWT0wLrUkgGS9q46UIm7kz9hC+FpgZNzaK1kLsKWIqjCr8cVH/aq6iutoVVf5zCCqWgqv+XOyuj5lC5Cz5l4ZRPvIplxaGi220T/FGMqI0UZNDvJiUahWSSw1M3DPDdCUoqXH3PR96swPf7yVzMQAxeIlpKZaeMn+S+gz6QrOxY6+YlD7NuFz1iFTfzRewZ2vFdFDSS1GCQiLdwUMMt0fAV083+thUO4tO8jOoMHGfLh/VJE7qwVC82Zl/uJBjJwkx+HIgc/BnnZPwLPt9hwE8fz1TU+EMb89E/GZa+O5QWvcWeLNL/VX4Aw5SE/qUNiE8HI9rlTiW1ipF2wyS/wzLo0R6EIpeaSlukgRzhRMKXOPimCJUA+MgguVrxOXq1XTJ4bZ+5GRC0CMnurfAuhaNDsRwX5SrbXzSQFudT6X9FK25G6Nu7Kr07QSf1F2SnwiuIM/R4ufvzMRMWplGIdAooAqrhhRlLlfwV+qw7G15nWRl6Vi3yjCssgbNJvMVFVf8lEbsuaRybg7VV0aLDmfv41Et7Keh63oTt9H4I8+Apfusz/6uPza/b+393cxAl2cAZFr7jfWb7emA6B3D+/skY2/fiVMm/6kTxp/SddbqQAHEGcf/t4PicD8ddPK5TJVAmRCAkhKvLp6SLi2hMaIlSylZGbJhATGpRgCvSerfWHEUaRAOFYhTgMbFH3zZ7c72OFw8MMdRNgrLpsbbMySGaCDKtkfj6Md6kEQxjrk0U+FXE8bI7bysHLRJJ/OfEhT+BQvUqGsagbXD8beKczES9sKqkzyFcjMyEfOa7O5paWGHs5RFAAgA4Ww6iMPAZ1wW2189HeAdCDoeMva4G0r586Ml+6wdVPLrI2MPCNPgPQjqoE50FgG4FHyRhUFURBhHbTq+pN9svN4YIkZcwNI33O3S1eWvUAGwoLaM8kuQ1qpwnMldDaSn/WD56R6IEHKqsHZ0t1VnRFJXB0ZUhPEDXrOOHIIH9UzH9bizwG2iAfmZ+RkTmtbtClpl6MvvXGZ05IJBjgZCeBpiAJhVrEzq0petV+OdTNhE2M1cCDJGiAXRJZTtqxDiL5zTKUiFZABlbpGRC+BzJYCk6381rAyW7CyXQhgJFsD4s9alOvbA572fR0LC5UC0moOhH0GuXeygw6C1FekgcIEP82f+0APrCGnQ2v+YcB9fjgc/dDn6cOTfXx69r8FtNfztMyxpcydLEh4FkjgDOvzJVzBhYWZaZo3oy2t35FVWQwmRLSgWVpB3FJPXivjS/KV2SvZ6I33BM+KlyTc24vSBrwd5pWhvT2WO91u/nbLlydonUpi9bTtac22/Jemm5m62NRso/4JLpouFW1nW3ppteRutVt6vcC9IucXIq3Vnq5XreZE0CoLjQ3FmoXcNbRpjRfLUzTPyFKXl+wJ1/g15GS2cj9nUm0n02IUB+IwOgXSMwxSH8OyhxSa4UQwq+7UfQS+shH4zdKZ7rHfLIN7w/cR+DscAb1E6W/+PDxs7fHxwerff9EBkHQpJUspRc/83WDkfR9gEwAR8tfUNVbF8vW4Zol/KiadwJL5VZDoYioyYAylH8a4UnxijzDagYMf/S9gBzYmRw539K0UI2bWAYPiC5upJ9gPbEgHO/ChLDj6JgMdMSlYlYKfWggODXZYUQbTHzvOKDIVhZZgFoVPc/+kFx710Y9WNOiFghX2I1YCEEVtgJoiK4tXI5QU10nqGzb6ZkSZhNBH8vGfQoFln9mAbzj40ZrougfrOSCMFyy06pg7q8qIkaWOBjNtJgntyGZPLzgOxKS4XDk4QTUwZpJLJjC8EVOSVVJygTE7g4PZ0gdzmncHzyuZ+4p2OfaYqESc4CstY2XtS6DYG+3I/hRmr2ijsSCpAYjkVnPTqZWwVVoMmDNTc84Zs1AIUNMSXJSID+3tgCnn7BBfLZ7DZKEIAgRauJ6F+MEpr9QeRCDJpR99CFR5P6goBBmAtjT8REYMrwk6DAei1/sgMTyJ9dY71rNHoxex7ZXX7DU1PUWYdZOoITIdc2CwIodGOZGK8RJMxg0hn4ZdkOd1IY16YX6RqbYVM9oMgtbQDKxTZAz+YvGpvxXa8ERwO6YMFzgIubsQQ9ED9/2Bw57d87P98vGjPT892f6wt4Fn76iHMzda5tlpOZkJA0m0Jf4pkqLY2UsaQSgrJUw/FBsUuqgTiPDmge2tVx2/tb/aBaY2ZVdhaSupmWrBUkcExpJ+Qwx67ng8VYKl7Uk/0kq/ZhUCGKKFSUtTE/2bEL95AqfzcPM4vDX3i37tJLb0zRm54U09uma0zm/Neyu/faUu8Eg2PZ9qNt2Fe6vqA+dAF+u2wy1dHc7Jqq7il21kIWg9xPMoRSRKKHDU4nk+gP5+yj3T+wj8NiPw0l3+22R1b/U+Al/rCHRmHR+gmfx6Plm10d88bDkEerSHx61tNr11/u2PjEUqAKpvo7x4j7y48p5JLXmALJ0qREEu8kp+OGlTADI5O5aSt3aKt1CxxLJxXKrabmFBaiVgDG/jjMH0DSA/AGJjcuQA6IhwAMxt1K8KxsWhEbojtgdA+MjJSPUZyFsf1p43n9Ajtnq/RmwDsdXgUBOVIREvFvxdpxhOXKuqMTYiBZDLMi7ZytG9+G7BQKoBVcXUI6tcCcqGTH8YdsuhT99v2Yx3lvuely4WS5YtYyRHjV/OLtcLmb69YUyYomh8dAiksdM4DoyF5PIWFlS6SQCR5g/k8b0xMUsTl9Sq2BTkblG5QW3HGaoFXxl86QVaSpEhgjEiFYFzc1X1VjIbNOfM4yBANtDf2XpJzb6Kv9RFa9RHIgOhhQ+CuqEbEkUUBa/gknNGajdZQq85U9+ZRjijv+Z/ZzLSH9QT5IoRIImFEvmlItszOuWF2LVUCqNxGjRm8J6H/82f3v8ItJ5HmF8tuJEjY4WVaFAppbHCvQl9hhAxorcHCsuolzlXWeDoa9CyC16UZEkEcyla5OruZ+CHCUamU7MaEfw+ZjFoLowI8nYcah9rjbb8cYREQXG7ElMHPvrmzy8ffvH/BUx//0f2ekaar7pkKdECIGxcPDaoKTWWt13zL0IhAWZKxGPC6xnsoHsQXSoA8iLevHL2YqUcaovpFgfarsHkJ2j5Sre4cWnEs9T7xGOcWyL0aYGCUW4uT6acLRVxQbg3P5MpsR15Vax+O6QstOJezoCeYEzBdNVJ1oePt1eopxLWE3sLsXI5CVlisLx5Nq6Mi+6ST1GfQaU/NzhOHwNnolRRzcptK1OVa3xDm2uXV/HMzevsb7E+TZoniPHyampOWsG1SHVYKr5mu9S93mPpv+ZY/VpMeohNP4xDtjCb25ypxuCssNHfyfsI/AFH4KVnwB9wSO5dvo/ApRHw1wXTh2iX+Thl89Wz0X/cPti7Rw6A9Md/OQSITUFavGfyajYHFRNv97NMVIoqJREJ/yQBMPqrenXTYcEsQe2WyVICxLaAk5oCmQeRDmaSWUKckAL4a2OgA4iD/hcwfgo9fQsInwFb0zeHBKL1JoHnwE+xj3xAH7H3AyA+pJ2XjDfzEf3IYY9e1k1xnKYH6NWeYV91+own5KJk2hHMQnItzFCwuSMcMSs5bbgmm3MECSkpnPQwFExWhIsYSEQXpTbaXSajDhAGSNFM2McF+6kUJ+dFJ3M7Do0gkDL+jAv8B48AABAASURBVJH+8LbGbr8/cAC3twOHaBoTAalhp5K8GfeHyrRHgSUuxVaXUg4RSgxz5lCKNSs/I8/AVi5sjP4UboFKoIImVSYGLhO/JE6to7+aKXQqzJX6J5CvXukQizTdY0FkR7kTFthJk+GjGmAtyUGxhAVIGcKoo3XRVRPxIrLWguTCYSN5pp8Mn4FMl+hMRYGV3RoQ06JpXamPws5LXmFEoizVVpVdxv7kUSzWSowXbSazxDrqumRx4Mj8wq8HSK3Y1Stf1f42SuUUkIVeTEJGLeAgFlQLI8aYm4NXEkgpOzUC1rxKZGUQGfIwhdC4g/yREMISyx1wbnFlJVM7QPjHbEg9EkzPTP+bP887e/74ZLvd3o56PrLYmOpYOSyR+oyVD49Tlxs2kW8yT7czv2iK9KJWhqJc4RXBKEEWIjnnVUM6r2r01oqtBLdAG0idvcXnFTYaRY1n5KYeNvk1batpQSOKVlIjKa6K4srCO/0rVNea8Pue2ZTNnN+ZBPlAZznJrIHSRwZAy1uKzJrxtSKmhdwyn0JfCDQlfy02RpTS3TOGpT9nNJNI/oWJsdMdADTyOT5CSjE/g7LF/dWoVt3zMedGVZgBLEvRwutxdrlXrl1UrbilZeS8V+LW0CbUNUocWlXVaFBQ+f1TZRPWwbecMJgHadKuCVm5GTGPMRDOulzGhKLYehykOgeT3zklsklfiYrR1XJGVFV3fB+B+wisRsDvz5Xszt5H4D4CZQTypU+vTgYZbTY/BPIDoK31GzZhXbaUsunyVzVeNilmXtmVK80maTbzGIuXcF57EVJMDh5WVQsWl9uIhKCI8khOTJUaE/ACwIvkkU20fwPID4E4kNA3e9yZPqlf3g60cXgB6L1H31wRHPCVv+gjioEXA+EjcUfxbG78x63wg8Ng2tCYdDUfPsUVPdiZMkbb3zBQYELdFAkELhJRQYKZjmiFJzdzkM01kL30zDdv0lmggxQO/5wWDyi9gGjFJAsBqSNTkUybdMnBikzX2fQdbc94748HsMb8QGo+6GpY1o6N8TYuhSGoKAcyA8eLrnfJA0uEBmMdWvV9IqWuQDZdaD12cJJcAMWrgy8TchcS5JKT6Aq5Eid4qRlKTK2TQp541MOg3EnV+Csn72z0W1oXVUIYkEduehk0Ci+RgfycXSSBFGeGz73nMUyMIaPviuzpiTQux/6rYTBTLOKIrXdeinmVLeFd00FUHtJli4p+aowqSJfJqk/69g/Qd5a1JnNGVaG2i+hLltrcZ2hD6a/hpbBre/EMzWW3aViUOPOIsSiNpzuJEVHsYsxjjYmG4t6kll6Av8wF1XWOKim2rIVBN7rA10Eixshh79H2z3t7fn62p6dnv/cHnqFugivTbqOekzw3Rx6UepaO8NKPft8l1qJaFagdi8vzKjxBxA74Q5LJ6DFHt4zaiJUA4QArF3oVQAJ/9ItwSF6fVJHKidgFF1xc14xj8KqVufAFoEMa0pJe6UE0EvXsp9ytWNjiqt4LYRm8lew3ZS/kiZhCZlFDnC/TvEzEebtmHtyyk5lTrB3Rr4WYw6iv+C4MXujLFCbymtibiUVjp16LsAvGbeUt0CIRHliHoYCjGDeoe3klzUSIOQPuhLxiyKmck01K4wEAcyl+ZjaXuqNmUSGVs7C8/aEJoYJMKpFXAaOBWAIT5iCIh5q7EMIxjQeu9aSogs+Aa/f03LwQv+3eZ2jxHuI+Ar+LEai3zu+iM/dO3EfgS4zA+Zsk+8ZPH779dmsPD+9su32wTdcj6szfM00XLzLJLKVkya5foad228B4G+8SFF7aVZeXfwmx8JiZOqVkFCCXRhLWQcolKNVJlesUe7TgTZgAsj1y4KNv/vhhxGFvRz7o2TuYFZuU1L9so+yNdnAaeAuXnXwrDMPRRvcdTJuWATuK6fJ4+KA2A9uIdPHhnXl3WAFdyxw8gNBhTxENMgbd0aVKdpmXFBo7Y6KGawLQSko5yR4sNvzQFW9l1kFn7dzBUdRKUCTkhEuy6gpo4DOnGYKO9WKMo/rvGbDR8wO0w2gDDTsoEj7eacJkS0gyYHQbTHHmXKXxcuiw1UFBQCaewGMWv+w4aicvVLIQKA3HspsIchJfoZFXkYZV9CCCIVUfNb7BI5BcBudAgz7J3QNrYYDxUhwGbrJYEJ6LVwux21df1yiHkfGKvjBU0HmGctAScmwUEhDv7l4NXpsm1qnKB55ti7/bUEkBaG4ESEz5aYwG1iLHgqb7CC/LOtDzg5/OdAidc28kaaTCmLibebc8yOeoFLmFzxHzN4ihLkzNFoZ7xMcuM8+mZziY8aRmPKldHphBnrwXBFNbx7tERc261BpAMfjfbpIRYhVkh+OeQ5+dPe929sQhkH79S89RPQsEppvMTBGYyxE8+twaz4yEXDkLnQNaasSF04OXwJQIKgLwWI31ZVKWgsYCdiQzl8wdNwYuwBUWeTtdjApy0aVKaTNOoZaDAK7IuSVg6ED9YLEEvyoSFbeVpmbtn0+TTvYTA6G2vDPQV8qFJq54nFFpE31GfJOIYfBUZbzuAzJWr6kbl/NsNdAU3OQidDtMSbyiMzGRtKH7BaR55J4TdR5SEU+NzQusERWjQJfkoT2pfbyQlmGAWhVy9pBehS7Ipg4ylNQrFkkpFxXo0VEgKBMBfabMQ1ayFhKc2LJYXFYxTLF7oQkMm4Kxbs+Bw5cBAnaeh6XZzLmRsa7qCM+ql6jiujJr44RF6crK7s7eR+A+Au0I3O+TdjTu9H0ELoxA3CjdibZDtO17e3j3YI8Pj9ZtNtYhzCk85JCoUkpGsajs4pXQCEDLos9pf8mdXrVdn1IiZLLsWG0Gb34lq2+4chVIPBryCSQJXjXvNP63eQ7Hgx3160j7Iz+lPsjIjD4lyyAA2ogxWjShTemRl4AjG4yDfKEPHCRpM3Mk6ABE+4NhgtNAOzgjpzbtDrITSS0ABmTTC03OyACjPdPlhl6Jw062Tp5UOvSZLU/Us8DfG+gNLzGeDAkNHGANbNoMOEruNuFyS0yyJ7Hk+Vm9sjzRsEa6TW8962UDdKyhJF1KtBzGqyYNLxT4UyCaIkFq+MS4ARwO6GBAB5T9dsMB5cb6fgk5a7PbmSmEveVKF5yuB2T2fZgDU3tnwTUa66eSC3xJ3hq1TWtMxQOU0242c9qGWNKsC5w9VIsxkkxBM1XuUCKbi/pDA/RN61+cdNUq40yRyHJnRJjBhaUigh24Tw5THBQESTj1ZY4z6ydzjyimZZSYRMGbEnTEr/Sn47adT4/25SKcyVMigRplvLLxz8dP90M2fdsr66DPIWQa2+w2sgVM4xlBBubGF3S5ezXkAmfRDczf4FhSwcicDrbf6ds/e9s9H4C96VuAPDYtnpW00XU0ki2lRGvJ9C8X2lJGViFaRxAFMSVo1TSp5y4oDFnSFGmuwNIiuaVkAmfMUkiTJbOc7OZrkdwlL8/2krJ8tPF5eN1MmTl4oFekaEaSL8T2mF+0WiYgrhn9RcuMBPw5Lf0oIyAKI7qWHF2sJsOwWLEh9LpoeBY5WyslWukbsVwEl8yjpTN5y2k6axJzKcLgt2PVXrM0/XjPb71otfpU3EojKjX3d9WfYHfQ3Fxvde03W8/U2mbJqyHBUjpzxCFPymIspM9a7yIclKsT5yuFQUOveZ5QK6AiOkZxrVxJj0iKcs170uUrcSYjEbfayfYO9xH4A43A/db4A032vatvGIFLd8j0wpGtZ/Ol/wlMfwR6u906r82CTVeylAATIEwARR+xAsiLpZhO+njJCzalZCkBvHgnIItOoVPcCURIDI6NhRgZJn+JRoxAPJ2F0WHOcBxtz05kt9/bgU23vsGTDZtEzSdvyslSSvhZxMBPNkdsj/gFDHY8DDbyUuDt8tJgvGQkS2ZDdl85szcKmnr67RnZwNuE9XrSgi0v2lgKjJaqxBt2Rq224EKvsKGYJzTw03YYYrabNqSGwq3nCruZccolpRFlbIyXrwewaEFizfTd1jabrXUcyjhos1ey9hgerVYRUHX0LKHQ8RZoKmiZF7WVc2/6w9R97iwOCbbgjW23G3BnW9p0HXrl43lacxFq5iKbhciVSCgmcP5cFb6hEQ0Ue43nwOQHpma8fXyne0te2ItnXQ1AkTAPosybVjgHjS8S9SXGoOolCfu5Ji5FgWgZsTPgtki2BuklA6vRijrJZhg4NDwAw+HARv9ItzhE5UDRtL7wyz5P5Mf4e67EIXXVgDIa7IDvwCGs/zqmaMXTGNBM5r7ISQcTgo4ppI854ysAUTScoFXBbm4I3WwP87stDNmqb6XfII0IA4geyudFWONaIZvulexzhYzxw0KTZ36VgRYSuKxUA4IZeEiy3ouKNXG0A89Kfetnt9vZ8zPPWp6XR3zGMWGWLaUAI68JDJ14cMZqKrpPJgZioYTX2mMgRmHBSD4SvwD6lBC4WeNCFi66ufJ8fORudrlsSEeiYNIkBXe+3JqtJ3k+xC3ST3S/2IS6SH+tWT8XbVcKpSQI8UwFf1utJ9JsqUQq19JVdh6fb/l2/znqrXM5e3wSdT7xRUhu2QXvTNO1G0KYTj7OxvFgtdJN3gSu4raBiV7ea5rD6i3azjam2FpsNfB5LCv3h1AshdJzTtaIhApMyRQ+0Km08YKkhKHXWPPZRu2cNQTikM3Cwlc0GVfBHd9H4D4CZQTud0cZiN8I3Zv9exwBfYrq05rcdQPpAOjdwzt73D6yod/Ypu/9W0CJF3TjRV5YdiklM4GBjctfwON1HO6kFKtJXsydTym0KSVL2gwkWkjJPDTIRLuDxeWf6a4w5SRWEErJgzKEesccqA6Ho/kBkDafyBUzdbxU8Kmb1J6xLUA+0kcQrvDy423gyEZVMEAPyFB6AwmfTL5JXPmUJ3NxE4g/B5OBx8S54IE8vQ2108Askyf2zJleVsQ50EgWwORKQDNAppcbbeIH+n447Pnp/JM9Pz3Zx92T7Rx/sI8fn+wJ2PFT/AN2A/nIvSdW9s1iZ+wcEWVAJZvkOpDRt8W+/fZb++6HH+zHH/9kf/rTn+2H738wyd49vrfNdmu577DvzRgvy/gDQ6aCjKI+BeU1uizosx/yqB3/9o8Oe4jV91vkPaDYwj3xlRMx8YOxly4sJ5OWnoQXicG7MKmVugMzonFj3jR+cD5LspvjSyoJ0yIkP+EJsFT+8FDUUeiZtylZS7uWGIoKIqgol86VnJyThWCEA9cTyqLvkBpVYcWxdAY7ctjja2fYwwvKIRC9k22skczyyAx7MiqLi1xoBifTgdeBQx+tv8NhZwfW+aixkmHKzGPy50xmvjPrzRgDxbbmUqiZbbWiBbP290ip/wL1rWLRAYy9VgjDkDV2gI8hY5m55/oJOsTY5gAYny+4CLOoNX9qSfjANA7MG1jPB4G+hoN95vmsg/b9fme73bP/CtgzzxEd9g3cC5gYj0pLiVZyMjOeraYrWYLPqbPKhSk7AAAQAElEQVSOezp3neWUpViBDodDHtmwzLHQKgZZfR47TTXJoV05FknFVe74E6tI6xODyJ0c1TmRGjNYkS2klnmBXqQlRnDOp7Z5Tvebym7s7aV+tbk3fWzI1mJF+0vRSlZZGqRU7vPiLxM4oqpeA9k3ooZE0ZRp0GJR8jRolF8/OaX/YqpYUozPNZk6KeKTYI5ycXxNGjWi52PQs5fkBbqC7+g+Al/fCPzmGcWd85uncU/gPgJf9wic/XBRytxB2mQ/vn+0x/ccAj0+2vbhwXQolHhR571dVhPoFU0wCS4QaWUUrxErY4xSSpaSwBxTmVmyelW/iiVvaWtsRVed3qf1LZ7d/mD6n2qGsvFMKVli86ENk0HLx/zKvqfQpmbQT7H9AOhoB7Bk5trExzb+2jFbMr+mgYWHpnaxmwdFzSBPNYQKCQ4Au2TfZA3k1wJCE8SLF72S7RSUhhSjAhs7kdEKlKtH3Ec76PCHn87vnp5t9/GDw0ewDn6eOAh6Qn5AP9BnHHDOlpn3vhcW9PCk4hqDzqyNjb1nnXz33Xf24w86/PmT/fkfOQDiIOj773+0d998Y48cKPZ5a3gwZsosl1esiDXQF6VJt0OQ1VYifu/xtf766ds+OvjZWvyakPQBznNYqblUC3bzlbB8weOKelZpjEmfuTnQuwFQIbijoRNVwXsbjAI4UGWBMUahmmtFWwNtRWQ3wxOsuCCXN3EkJq+BcT4IcxAzOD4yzYA288j2OujhHjk47FgvT7Y/PLOp30HvC9A72WkzrQmrh0hq1tvV+qRBdIPgeDDF23Po87yDpi0d/vgawydrfeWOud5Y1iGA05kxyHQAgMKsFPgsXWH/4IhRXo6AxgZgMCmME3T2e7cv/BoXm2UULSxmcmBthIJpNM3XoHnX/Akz/1iEAfXA+jlyAPTM82P/vLM9+MjcDxwSsSJMj9esypLHpwG8kqVEDl22vuut43A352SWmWebr7YdlKHwzityhDPWdiiiDk3ULiFfxy9U2dILFlVN3pX8RKzxbUPMWc9Uq7+JVjcEbpy9XtxKIVnVxa4xrJKV4Sey636t+RqeDlxM4KKiOi+xr5dGVPiCGkVLFu3iGTfrV8t0VqyoS71bmX121kfIK0JXDDmXWThTaGEoEBdKGZYL2s8m9ma8uhayNRAtWNpf7cvS9Kvh/v5y/mqG7p7IH3QE7vfMH3Ti791+ywic/pQr584e2ES/f//e3r0TcBDE5l5/1yUlXsYsLr3QCJxr5M5fqoq7+3kVhhKnlCylgMxbVUrZUoK3FEYv1rIDRsB9hA1KWGB21K+BsbHVT6WPvHEPbAiURkrJUkoYJ7YQwtlpKngz2elvAclHMLBxHjV0crbm4nBoRKeN0ng4mr7xcDwe7bAT7E3fPto9g/kJ+Y6fju8cP9uOzVLoRO9tv38uwIbbf2Vtb7sjtMD/hhG0NmHAQDu+mWZDZvQpshl4fddLUAPoBuwPDsRjc/b09NEm+PDRdjvBznZs1A/E06aLqTA/WGFdaF4ERvRohw1QjsOX7eM7+/abb+2HH763P/2JA6A//6P9+Od/sO++/96+Qb59fJjiWObwp6YWgUotIeNdOLWVadd/9YvDn22/NYHy8QMh4mQ/MMgmPosvoDbspQvbyYQpF12QyAAJ/OU/cgvhupYRebsJlYrGW+C7XAQVd9gVd0kL6UhRKriASjaaB0IxvVAIBpgZipHHh/ai+XeiTBVO6PEuMQ5gHVaBOegbmOvDoDUl2Nkzh4TPHPrsWZ/PwJO+JQbWej2wbgf0A2tRfuZ3iNqijZqX1hgb/4MOAwSstWdg5/DMOttxkETb2CfWkjb+mj+H3DN1GgU7vRBTQq65EyMIyYs1GTIKtoBTJwKeM/waZKfJMnqNkNSDyyFnjEQJGFTWQozt4j7B0vXg8J1rhSNEEcQADKyXOEBkNTF/PpjFYuRZtOd5tXtiDTHvoo88//SrtGGSTM0o0si6GRGmlEgtW8e8178hpvtbOfq5ujFfcihQkDfrNEF4jGOliCAKIuq2rCVrvtgmM4r5BUFx8nyV1ZVGpdFq2DeT6tUV5+tJrRyr8W25zVav81s1umJLfwpyJZ+RjqeqVU7C68ScLHYLBv4zlCalhrw5cPjUdSau0nMISWdO1BfoRxOyIdXYGSjz7oZerWyiDwP37koR7G9en47ob56SJ3BuLF3xcnWhSxfEL8e7W9xH4Hc8Ap9wp/2OR+XetfsI1BHgk4NSucAdqEDmtbZ/eLDHRx3+vOMQ6Bvg0Xp+MpvYDegVQa/a8SqAXy1SVPoKdj9/Y3cqLPFlH2ApJSAXEG3QSZW1l3sirtigW72VQ6AkhcdMqBMHQAObzz2HK0c2oIPpYMcIgolZVGYmW+rCa/Miu3qYo03vyMZHMlM/aCsP+EC7LYdAAwdNggMbIh3+aCO0Z+O8e9rTPgcsOgTikOeZgx/9pPz56dmeOYzZO36yHRsoBzbdewHyI/6KsWfz7fHYaB0E2oizydLhzsBGXmDKz7dIxqXZpq/w0g3a6BNzBzz5N36e7MPTB4fgnxkbDq/4aT7OlGz113ty7m26CEuxrH/It9sHe3z/rX373fccAnEA9Kd/tD/9+Cf7Dv79t9/a4/ad9RzWGGtIfoojTKpkJq6BDI2dNoE9h5E65NEhUN0YSi4Ty8kqNi6X4wfpcteJEagx4RaqDEOKuVOrP6EZRyXcZJwXTqGnNs1BQJAnoRB4m2CVoFVXkBRQe56nogYgLUWKCiGSd1Cq0ckfcgAHaG5HUjsAogEObAatVdbWQYd/fuDzZE8F+7fFWC8HDoUOstGaY62ZEcPHgna4kTw7NndqZ09MwYFDnwMxtd4Cdr6+dG8M2Gr4ct5Y5vmy6Ta+RhZjqtDkr8lxeVYdvYzaldcrGQquWzVaGX9tEOkpq6A0IqIkARiXKpFUNFJuN2oVgSsgTCBGWCC6BWQUnLHUeNdorGXNN2tJCKVMiuNoB55D+u/fd6wbfRPooHUyMoE8G431oefjkWfjiP8RGKTjOat7fLvd2sP20T9r9Pfnthz25twTW4mAKIMaJZwJw8+Yh7j4goy2xM44uLlOM7mmpBKs5S/wc5YvGJ6ovUMunaipH4hbGvazlIvJrhQr9qW2XX+Dj/opcHtVCwbBG8Yfr9uLfnhzu3VYNjmqi/WuCOWFWj6Cqtaar/RLuHvJ4FZ9NuV73VoWAlnJXgDtzxRwLbUvl9ZkDVHtPzuuCTSBEVFMjwRhhrhR/r2Qrxi4Zu16f+miY1XQ93IfgT/yCLziTvojD9O973/IEfAPCa/OdL/cOiC9kD8+6mX8nX3zTodA7237sDX/2wy8sMtZL/N+AAIT72vUFFgvl94RXLmqUkocu/DSwQtHon1YS2zuLSW3jBqyEo5TUYMthdIbFQ07lYSWoPDadBzYmOrXUY76hgI/zR54Y3A3rDCxQPJJ0ImtBMAGRv0d2LAO2sBwyCM+/CwuhjX0AwdNR9PhzH5/MB3y6Bs+Hzhs0a9affzlyT5+/Ggff/loHz5y8FJAv4Il+fPHJ3wEz7Z75jCIn6Tr19Z2bKR3HAId2Ig7ZlN9hBd4n9h8HegLu3ryITNy9bciOKMXQgP6wTf6O9OmXgc+Hz58sKcPHwPIcVfiDwdi4MSUWM6dZR3E5Jgjy6b3LRNGadJtWS/vv/3Gvv3+e/v+xx/sz//wJ/sRLP79+29sO30DCGccGS6ilwJDidQRZSaBlgjdEbszrUe10XOApMOgrLUhwFYlU7WynJEIaEcFNSX6A3Gl4IeD2r5itFSFi+Hm8ugHW1WNNRIo6lL08gbIJSTRUvDUHVJBjC51eKtWXLReZhofCgNFyYCro6J9DejAOtCcDxzYBBwQC0biy3TwP+p84GBHc+9r4ukX1sMvHAoKnvxbYtLtsFEM03pSu3TaEWE8R9bWjkMit2UdPQHyifV6MK3TgYNFAS7km6zn0Gez3Zi+YdiDfa597mRhJUfo2hBkLT4OXlXJC1gxKrxg+jWrL3WhyoWZGtYklBcqCTSuTmbGvoJ6KqGwIGi0eEC7j7B0AOM9aG0xM0gRlDKaHXm2PvNM2nG4vef5NIwHG1l3o9YLZqM/Rwc7ak1y+CNenymZNbDVAfK7R3t4eGdbDoL67db80Lc0QrNEMOP2iUWBQGmMxIY0xRLtRl6dv9+T64wnjJ1c6az0xOwLCegFKTNEjCwE/bqloTI8V01lI7hq9Jso6fNv0u6v0KgWZ2mmIYtkhdaTs+ZX5q9n54AzZdzfZ6AaFFwQTeoJbza+2BlMf+3y0jJ6Sf9r53umvXmcZ6XS9ucdItEgykzB3Mt9BO4j0IzAufuoUd/J+wj8kUcgPsRjBOpHS3BR89rPC//DQ89PYt/Ze/0NIP9VsHe+Qeu6zCtyMl3xwm0TH1LVgniBVW0vXCklj5FSslwgZWTQybhygNOQGKs2x24jTXLW4G26Eq/QCS4hTo4HDm50KKNNqfDev0HDmLAhUX8wdLuUsKfAIIKAV19kM/ACdOQt3V+E8JONGW1hoPhHHcQQVwc/zxyofORw5cPPv9jPP/9sf/3pr8B/2F//4y/2H4K//MX+Avz1rz/Zz3/9m3388It9fPrIAdDOdhz8eI4c/OzZSO+1qUKmw6Qd9O752W12bLj2bMyPbL4HfuJ+YMM1+CZb/WKOpxxJkK0Fu38zl/EiQV8MGOAHRktqlMYSsNwnsNZDBw22bCrmF7QwIYQEbpGz9f3WN3DbRzZyHApttZHrNx5LAaoLzdJcBmy+8McQM6KV9udvH3WokM9JuF+NJyZPlQjABeBaWuMqq5i23dwrUqjya3hlqxE2jSWdGwDRJqxeXmub+8q6ZZtuXivFcFglQ/uZ8cgdvsTIAvUDuVwH2tVaOLAedMBz0BoRsEZMwDoewDogkl4HN/4rgR+e7AMHgx9+1uHgLxwAPdnT7iMHOHsiHoDIg6aCYO0Mw8BB0h4b1i6bf8Xa7Z5sx/o9wAfoEOjIkJAdhQllvXT2+LBhzQg65/McmPgyBKnQLyFJBFMiEl6E4nRR//tSDKwHH5u2W4shCEY2vqQgKI31zGkaBFJqPTsw6MKSVYiIcBA8uiFq0XNx9E3jwH3BcsN71lnKpjWrg93NpuczRs+OB9bAxjZdb7EOCFpd5tSqRI8r6BGggPSMhrpa0qSdKRetWJe9tmrSfa1r6Uy40ZcgqFsa9vdVzk1q9PD8dEgqCBuWu0ph3o7aLGZ6pmrkzomY5C6QS5ZV+LV1s/Ab00+d2IsJNG0sychJMn06LFacccNJAU7gHONaHwDBIb9UXp/LHOmy72XN7C0qeiPqVrg18q3xPtHuNenMk/iJjd7d7yPw+xqB19xGv6+e33tzH4GrI9B+anAwcGIrvcB4D9iYDoEe2by/e7dlg/ZgG9/EJ0upOpaXF/iUqBBHDSGVAPJySR5LrilB86KR0ox9IwGfLUWIHEi1JIKqN52PrAAAEABJREFUwkziU/AcEmYJXWLjObJBPZi+AbTjkObAT6yPHNgM7EzcVFYKNgECSkr4Y6BNzMCuaWQzIx8fLa8wkvw42nF/tDi42Zu+zaMDoJ91APRXDoD++lf76aef7Kf/+An4i/30l/+wn/79L/a3n/5mP//yN990P3/8aLvnJ9uXXw/bk+deBz/7g+3Az4B4BzbXkh2QHaZDIDbo2tQ7DPRZ/GCZ/DIbdb3yKWX1Ay16OHQQ6gTAQDP4mfnwn8D7H5DlZVDi1UsgnrzXEgViwNPQy08Q3+ToLetbOxlndGoGh2jK7UslNbMkJN8J9K0jQSaOlJjTFHUpzIMBA/2SXKD4RTuhcE1GCpPMCSkEzqyrSwpvZWVcbZc6jbEbIqY4qaqlxfvXGrglXc4hpWPvSFDckJE7zVCcVV9Ey5+pxnrgTGeI9c261nqoMOjX/jgEGhyw8zFTbIFWBPdE8dlx2KjDHuHddIDDwQ8HRxprtcfysMw9oc27T62EmgMmWG3uOJTcsTYPYPG6zw74DyTqYxLN0o9sWic9z5atvv3D80bf9NL8G1cxc0p9ZRVCq6ChiBI0pNgG5CW2YtG/F2j61JCnvZMS8IkCV4PVoK3YWG9W7JlXAwatG60hn+uxRCo2cEn3cE6mb/VYkjzZOCb/xs8R/xH/sbgl9J2g661j/rvNxvquYz0ImGnlC9S1oGjmlS0uVjNtGDCSVQm+sPgEJplR7OXrNquX48ii7UNLS7cCb9arlWJm0409mD1+PepkzV1sOs0arQGBFoPjWXWVkq1ARp2qU2CJnhFKdHumsm5h9iyUI1V1boUFeNX8IL9cUduCSy1EEjkz5gLM6j0I+UIJ3xeMPrO66UshhQSfuaHfLpwWpjok+O2yuLd8H4GvfgR+iyfQVz8o9wTvI6ARiM8PdppiFhCaKsrcRT0b/37b24YX8+3DBtxZSgmQlV62AyMxQRILVAyJXLVN2LiqXjgguZ7QlhL0AuRQXo54vYezpKpAEoe9Fey8nbuSC/XTYR34HLTZ5WDFD0+gJdPmRk24JU1qsyLeiJ3YqBjXOLLd4MNYm9odm1v/Ng4b3R3wxIHN0/Ozf3vn6enZZvho+tWuJ/2ql37tS98I+uWDfYD2XwODl06x9uSkXEYdSmmzrG09myblNrKBHpEJjuR8gD9gd9S3fqAH6AG9A3kavkYHmEpelZlfEfTBC32QbnBMn9w2bHzuqXLuLXN4M38DhwAUMx8hmy8XzixUzp054O9xckaqoraELwB2FHwz0JvaFmReRHNWDEH4DhoXSLK2SJ9JQ4ZoUcKDnIOYdRNPW0gnFvpy8dZQVwypgjPFGG4VM/IYGFtZVUAoS0AS0KJIBrSHP7DVRLHV/wlMOUtaLRhXDggPvi52tmNtHvStG9blgYNBwQD2tcEaMXJzT4bFlLHy5RTqwDqS7YF1eNC6OnJ4OAaYBpkmNR99n6xnbgVaI5n5UbyBOIfDSPij+beKdFhATpK7f9MnusAc54ijw5+e+faYvaEwKpmAr5c25HXL36OWCWm6tRiLBdMYTeTSd8lNRk4o1MCacfD5lcRVi0rrs+s0j/q82Jh+vS93nRnPaO5OrSBL/DNmNqVsCV3iWdEx7/LrOAjqWQc58+zJWAGmK4uoIEGAnsdB1VqtVPoGnLARgNqSLJlaM7C9dJW1H2bhFfTraoZ34XB+hBcmLzM1t7enRRuf5Ix/W5peNR1upK2xvTT8nyszxXFQZbqUEUDx55ZELchO0MqcdofGpfA8YyvlZteqs3GvObxBdy4Zv8eIRfu6j6G85DoJ2dnL1Uv6y54LjcK0sFCeYU67goTiD5sz9l+zKJenzpxjdER1yGYq+Ht9H4H7CLQjoGdHy9/pX2cE7q18tSOgDw2AYmzyTtN0RajYgEqvF4CceYHnZfxhszH/NZ6OjydeKJMMBPwo12mq5JDqq4LjJBugYsipSOY+WAadLCPIMCCnbXHVF/vAmJnskumfUQfYmStVGa4D/TseBjuw0dVhi+DABlU/ndY3ejDBOjzonvHeZiklB0uwGGgTpD9u+6zDHjbYTxz8fOTA5+PTzg99PiLX3/N5enoyxx/B0B8+foQP+ADvetnq2z6+4Wajrc25GuUppvcxkFVwguz8xYYpG7FTLgObbkPIEQAbbxSycZAnSRMoCwggiVSO9QLuvoYGqDZMguy1ue85BMy+GZOHIJkJaTBkDyieQC07UA3kJhlpOVKFmPyg1C7Ii4ROEFaxvO3e1K7AXEaDlDBVPUSc4vdmpFBrZ9pfi7wP2A7kTTlpm9RiSKojh2+Yu9uJcbUBV5s11lwWZ6w0LiAaoVjuqDt4AUhFeWkNC+IbO3sOgJ6AZ9OvOgoOrPcDa0sw8AwYvYHaslrUmAIc9hx08MNhkQ6CjuABX9M64YagdctlTWh+ejbuOhDKWRqyYYCGcuhzGPZ+CDS4jNjC3i52mMslM96Kp02/x+J5o1iSLwcVn5NCTI839+PE5PcoYOwW3cprgcajWDRkkdyIcKT4ytC8AQegzqUVegqmFJLZZrO1b99/Y99//7398MMP9uc//wn8vX333XemvwP2rv5K6Ka3rsuWEk5GK6ytgXV5ZI36+vH4yD0HDFZFYoHEI77GPWc8c0RKJuBRLXQbRBpum1iTTry8AMPsc9SlM45Ulf58auimWx6KEXd8rcpnleelZ03PCtWpMwrEMWeXZ+vlll+2ONNyiCbXiQh5qUnPnzCFvQ3J6TbLYsUsLXzO51KMPx9atFnC8iyprWfRwG23Qb7N7JxVbbCksEBndOfSXvhMTGN5Js5kdhPRxLrJ/o1G5BnjXvybZvmRShHe0X0EvroR+GoS4hb6anK5J3IfgV95BNgU+ctzxWzC/KVaHx/1mz/6VGmhpqhXcPk922H30XYff2ET+eR/1yPzGqQPpr7jg14bQN5Z/IWbl269fI96YfU3OV7kKu14sNDRnvRAwielZIlmRYMM1vTenXnhyDApJedTuZsLMr9oYsaVcYlXimsWtbUXpiPtaxNz4NBHhz97/erU8WD61o15vqPR9OQ1FiolxYtsj4zvbn80Hfx80N9K4TDnFw55dMDzC4c8v3z4YDoQ+vDx2T74Ac/ObZ84IHqG3znsTN/42XGApG9b7Nlkj0fmh/w0rmpNTXu/qTQOVWbMxaBcyWNkYz7AO4aXTwu4WgDz5kQyhtgUg4rCvDAfEF5yTqYNfZ+7OITJPfaCDpyAbKaIoGwJOmBwmqjkoHxA7BFHMsOEMgDXS3a11+SQp3az5RJbwTyuW9aZERM5GH5Wbe3tl1pce6/zn/lsDArmCVgV5sYlStoJVbOnOEYskNfSCcQEzoQXJ8SUmO5D4xDTWLPDsOM+1UHPB9vpf3H78Df78OEXILD+ls9u98xh58GBCaE54lIUM0CRjbjqNZAAGs1l/Dv/RkZnfSfYWObAJ5NIX3C2zsRXgCFsBlSSKkBztWgUGamodtNsjqhF5UwNSI3IkSpFEIgWtLT4CpKvoerO4bXtNf6c/28i04BV8ATEOHFa0SHKSr60n7mZko8vXQg9MweemQ4IxfsMonNM9Mz9p2+Kvn//3n74/jv78fsf7c//8Gf78Ycf7dvvvrX337y3x3eP1vMDBR34pcw8+3PVePSODop7KPH1HCHslaLGWVtCWJVHJ9SyYLEUXOFSfX5oGARXbC+r3uxoukdLd6x5LF9u6hbN2XTSLZ6/W5t2SFr6YoenSTGOKc9bsWxNn1HntWekiilw1YX5uCk5D+DVK83dp63cX/dlI3RZvS8a+TnSbb2SdiLEfAIwSBmogwt5eaxRekv1rq+8hBfGWKpfFZbjsuRKIsNZqY9A26Ni/RWgewr3Efg6RuD8nfN15HbP4j4CX3AEeGX2TwcOEvSawoHCUZtF/9hQs1IKWlp8wFF2+qk9P8F/5mDk4+4XPwDygwneRnm/t47Dn14vCJkPWB1CyEeYt+/RaclHG5EJ9EILQ5Fc7Yymd37FElYmptgQGUHOiT1ksg6cUjLdzP6x7ZXNF+3hhusISAwGhVmyNNEQU8EGv5G3Bx34+CGQflVmfzDJRumwxYrQ9GGiownUJjiwsd/t96YDnp8/fLSf/vqL/cdf/xbw09/sb3/7xf72ywc/BNo9723PHKg9dyamqV8k2HXZttvOHrYP9v5ha4+PD9Ab0x8/7dFpnDG1ZHFlqKCzC4YyOplNuOWOsrEMNiCn3jSWVNhmc1NL0BRNA2guyc1yztZrfvseDGTFEMhPMQCrFzTF4wojjrA6ohAYq0F+wihLCZvCVLQQZkICzH8ugADL0ggUgVVEAclzDxsrV7RbmBkt2pnFokKVlmHsyhUOK/s2RwwolyO0StECWQsLoEs4ptMESLw9H13u0UG/4nV44hDo2Z7q/9r14a/2wQ+Cfkb2xP3LIZG+xeOHwKNCBDjJOHtExsvHGlVGljra66zn0Ge7YR10G+t71haHPn0Gk0x20NrIZllY0FnIMzLiEO58oX+UZhKxT+apZHzLOhUV/t7jIEst90LehMJeEVu4yXVhFHEWooaRdg2N+pNJcm/Dr+Oh49Hmj1zH6BHFME8EwloIF2QhfOzjfpV/ULNFlh4QFviEuSvzQ/yB52LPWnjgkOebb7+1P//5H+w//9M/2z//8z/bPwH/6Z/+yf7hH//RdCj0w48/2vfffW/vv/3WHt+/s4eHB9tsttbz7GlXzkAihI4kvBZXAIQa6WgjbRsPZy1rAcK3lfQ2N/fysXDqjVXNnI69FEF5Cq7Zneg/OcFrrb1SV/tY+1zd13yVX8LJHxv20jV1XYTAeFYJC847x9qadZ6xXq1c5JxTlyrexk5U4cV6PdvNy7mcBHqrIBJw7yCjdkGpPIv2Pne6KC+hX11e8ubdKppmQItoPW+h/3uvS+fabpwRteo7fR+BP+II+PPrj9jxe5//qCPAqwafehQGIN5QdPDjBzq8/jt9PNiEOdzZ759t//xsz88f7fnjL/bxl7/ZL7/8xMEFBxj6I8V/+Yv95f/7d/v5rz9h82T6+zLs+WzLT2+3WzaFvKj3XTYdUmRw7pJ14E6YzWQHUNjK8cHMYZA5iC5gzcWLuw46MlWFlJJRzJKZJXysXCKx98MaxxaHNUUuK7kIC0RXMLfn5YuBUn/2HOLsOADS4YxvNNhEKG5EjNrDEkhYn7eOsXvm0OjDxyf7mYOev/78C4c/P0/wE/zPHAzp17yeaUMHTYorX+8P8VJOlrvMhmfDwc/WthwAPWw3jjebbB169Z93L3/BzfBO1ABWLj3tcraUO8uA9RvwxiwD1mPUAakAiKJ+gKaSoXLOzGXCtwd34BzQSyba/Gp9B8vIWlA7iLw0tJzKT7Rk7eoXK1m2YKzkgNm1aaMK5eK0dAEDYza4LCp6A4EhfYYoBb5QjqoOR4qL2ipiFAkG4Q1RRIHgWWuRuGikBYUs+ImGVVEsNc+2mib4d3QAABAASURBVBHGgXt3OO5s2D/Z7vmD7Z5+ticOeZ4+/GQffhb8BfxXDn7+A/nPtv/4gXv7yY7c4+NxbyOHP34qoOCEE0pJPaAl1lVm3eTcW+AOzBrgsCdrLU0geQWtq2yGnyBPMYiZAUumGgObLzVcASnu1Isin4AqlpEklf80rNYXEciVRCPNaOo6XZxP4rgcaRvDZaqQTxN8Cy2fa1AbWdmwzhR9IT0RVK1iFLohQ4ITxe80xyE1xioDOuDRt8CEe+Y/6/BZJjzfeSxi1vMZ8Wjfffud/eM//YP9y3/9F/vX//av9t//+38D/qv967/+q/3Lv/6L/Zf/8p/tP//zf7b/9I//yf78pz/7r4x98+17DoK2pr87lzmIVlgH+qb1y6ecs/rZhg8pT37PMxh0YwGQlzUvYaJqAfZNJbPK1455LXgzr8xvcb7eovpZo0DLWFBFnxG/OlS7tl7tbNNtO7u+tmOtfUuXiFN+seqc1Tos6puQnCrIgfcPoQpSVbpiZSKo/OfG0Zsm6rkkUJ/PIaGpZem4tF9y1ePz4Wj7pC88B0Lz+Vr6zSKdG8LpsOtMVr+bjp/p2110H4FXjMC5W+cV7nfT+wh8vSOgD70JeCEZHJSvDn6O5ZBHnwYF0PvLs39j4NkOh4Adhxd+4PPTX+z//Pv/a//7f/+b/a//9W/2b//2/9j/+B//l/3P//l/O/z7//k/9jObzAMbyS4le/fuwb755p29f//o8O79g8skf4/uPT/9fff4YI8caGw50Oh5ke+yGXtEkiQnNgojYCP5Oh78RZrQlrvEwQe2GFPML70JV9AOg5d+jnBQIdQLlQCZzogS0uS8RUyzJZaB9MDIuAx8oDqGHok9Su5gRkgqOQSJ2EW0agPMEd/d4WhP+6N9fNrZh4/Ppl8D+/njR+gne3re2ROHSwdsjtgPRIuSLDEeoumubage2GwLtn1vWwary5nxAmS0gOLoMtEJCpw6yxz4+IZdOPVmuQuwDNZRgvF6hHlJpCC02bLaEwXuGfiePASZvFyHnCA4Ews7D6QAAEM3sbIZphHHFr/h/2fvPxgbR5J0bfTNBEipbJuZ3T3mO/f//6R7z3fM7rQrX7IUDQjc540EQJCiVCoz3b0zYmVk2IyMNDAZolS2D6D5tLQD0xOBaDOI78LYUdAmgEIfCv9ua0B2R2ljBXvlaJp6wYCsYE6CNR1EmTwnsUrnIQwr+LAyBlJAGXUYRYWQiWqZKajiK+SHVd+uksblo43i2l2rWS+0HhM/H7W4+AC819X5O91cvieJe04y91zr9TXX+ZJma7W0JQNER538LfqINQ7tpZOsmfKY/JmpZv/UTvpMsPWCL7iWhvYtPmR+tpNZhz+xj3CsAgm9i3sfQKiSsv/lnUz9x3KT1mDiYhZoJwC5V6zbE8DsZOELyReXiQN7LVBWNWgqyhe7v6uhfX4aJsHFbE35256tLcBMF2JixJjc4SBhfbBivajrzB6plb1HuE/khIz+bM4WV+KeMZvP9cwJoL/8lUTPf9d//+//j/7H//P/KfA//kfw//W//nf9y3/9N/3Lv5AA+vFHfffypZ49faaT0yeq7Td7X2n82H9cOO7E10QAanjfjzVc29xrC92hnJYEYwDdKnfJxchuGf/dBAzlwPf+GNKB9lNssffiFupT9od6tzyUfR1fVnHwseMYJ2WQfxp7PABltP2aYN3WMDq7m+DK2FPyFrPHe0yGPSF7k9eLIhqJwt6uHxjI7YafJYlxHGy46Dm79sRm9v4OFNxndfG7GA/z7zk3HHY6ykbi0OLPxHvuJ/H0rEMfQMN9b2I2JQ+WdKp6pB9n4J9iBvrL5p9irI+D/CeaASd74v6/exowej8Ct/uJHz8FBqBB61/rajYcCtdqSUz4Wz83y0tdX1/p/PJMZx/e6c2713rz6heSPj/rl99+Af+k3375Re8/vNECu22zVlUlOcHz9KkTQE/05OkpyZ/T+AbLE5I+T0gAFdmJTk9mOpnVqjkQpCQln4yJpSPx07VbDqYt51IPhDc/dBmjKidlXkAyNEWJf/IHE/ESZVJ+wQcoSEgFRRLJBgAlbNDYPoELSPYnPgmwDyd7nADabrfqSOaYH+TFtw13QE8wpfY7nJM6DXPsv92zahqSPY1uSPgsmF/jFbR1tmnVR0EQKTuCpECSMkSVs6o6qWZ+EzQFTQtQ3BnzJmP6QxIltBimXOEDqCrVHMpSVQtHyLKoii3G0dQ4JKiUUQP0G3NeV7SvAzKHvJDZBuibFBQ+nFCaAImRFjtU2NAvNMRYWuIvulFUiKPCorqvJupe7b6E954NdEwWip0h8ybWRGOcSfEJuZgXc/ihaM9OfNx7KKD7EuPoegY0+IHcK2GH/1544GWMxvJhdtVyzQKN/yYX1+xyea7l1ZkWVx91dflB1078XL7T4vojCaAzEkCXWq+u5W8LtVz34lpL3jtjeCX+UleM1TADAz54s4cy4L2USfoEhs+5JvAZkVc9mEY2JoGgZbA/ADrL/zB3yVSAp6bAhGGOLSMIjChmejXc0YIaeT+hULvS0uuOK9Qxu53G2ikUzR11dHyPtVV3NH2Y2A4MxXqfMjeAAzEUu1KbNxSOBYMwfwiIKcWTr86B6WlYL0FMpJsGz1qyBzJ7oSbBM5+fyFDPSdjMTrnlgKu56nyiXJ9oNn+qJ89e6MUP3+u7H37UDySD/OtfP/z1r/rLX/9Vf/3Xf9W//Zf/pn/9b/8N/F/g/03f//iX+FtB4dd7Mfedu/+9q7xELjVouh4s68QtNgDhWNJAdeKJkEfQOMCEhUFK/ocTYx37uBsDOtxRq3jZheoUaMjvrUb73llv3PpatQjs51AvBtFbAn11cccG7c3oodticSj9dryH+Clv0+F+q3gqdzpxNiGt2cFUMTw8d9oyeTGIqKaaPXqn3VF7BrEKrC27cl/+9+PiKt8Lp2cYM0VlQ9O/mSkg2i+Oe1+y49xwx32acgyGOyzvUcnrs6ffY4rDzw2ntLq/phu/fe8ZxQbbk3wbhr4e6sjT8VDbR7vHGfhHm4G/x6X+jzZHv9d4Hvv5yhnwfd8P7Hbvrk7CRz3wBPK3UdyNbVqSEU2z0vLmhgTPpc7PP+jjx/INn1evftOvvzmx83P/LZ//0M8//wf0T/oF/OuvP+s3kj+vgbdvX5P8eavLy3P5j8n6mwSZZMHpk7mePXuiFy+f6eV3L/Ty5Qt9B/7++xf6/rvv9MP3L/Ud8D3w8ruX6J/r5YtntHkayaMnp3PNZrXIWyj57wgl8coNgCPpQEIkJxj5wwsGL8Lyy5Exb8Sd6RFsA2Dm5A0UpmaCgu5xj4rXou+Yz47kUYffwWfBB81Ko/DglgPQTFsq/30ffxPIvxLmb/z4mz+rdaNVs42//dNEzDRPvi0B+MsAEllUUVUkfupUKTMpdU7KCZA/Xn0w/YwvOdAUhFL2zOUU7TIJnFQxr/iwH1kHtByiei/xqqnhkyGibVZN2xq7OtrC51oRBzaINf3Y1wgQTOPotyWi0t/QEHzYeORpPLbshRb15KdQpq+pjZtOwTrzxvuwi2lH2aLnYsDJAqDIpjXCXZl20NO2NdRY1fiqYShwYp0AUwhQFX6kewfMSbtp1GzWWt8suPauNfya19XFmRYXJH6uz7QENoszNTcXJHyuSPhcS9uVEsmizL2hdlIVXz7uxld/3G8PmX3hPVJgumcqYiog9kAGxJ7YB0ZmucBx1J3htZqA5ZmBGpLcNues28Ae45Afe49Jcl9YYZfwdVcZ5qjXmx02oOlebETv2od9A3MG2x6C5cdgtLPjkTFxzHpflmMt4gohrgG7bQ/2eQxCbV9BHKmmjQb1VDbQRbfPFZmI7b4eCFgsjLLXi7V3UrCen6qun2ge+ATdDBOgmquuTjQ/4X7/7KW+/+4HfU8C6Pu//KAfSf78SPLH2H8TyL8G9l//23/XvzoR9F/+i374gQTQ82ean57iu44+S9/ESeAUCEe6g5YkUEeSs2MMSp0SRgmrW6VLPDXQdNaAuQa6lKiBAcO52MIYjaL/EBxWjuFQ9im+tMnEeNxx0bdEWqgIFg6cDnwjQqHyLDAz0ZfGE8FxMsJA5etuHKeFI5jA4O9VuHZboLifjqHQpS7avXqci5GYqL8s5mgV1cTVHWTLXjs+xccibr1M4WlsY7NgTISqVA/svxjv6oc2iy7dbCTMTKF4cl1gN7/mfU1MrQvdO9uZFnFV0H4dXopoJPv2RXpP3TcIc9MDuIlpY4ALIkwgfV8LdKyKJjvLYyZ/H1l0XFwf7X6iL1b7tduM18y+6pF7nIE/2Qz8IeF84gr6Q2J67PRxBj5rBuI+P7Qw09OR9iHpQ/ZBAbyMlAedjVr5p/4+PK7W15G8Of94pvdv3+ndu1flGz6vftHPv/xNv/zyk37+GfzT3/TTz/+uX37+Sb8g/40kkH8V7B0JoLOzd+FjvV6QX2lUcWX5mz2RAHr+VD+Q9Pnhhxf64YeXwHf68S/fAz/oL+C/8ML/F/CPP34fuh9IDn1Houg5L/hOAtVVhb8schAFsuQX4woB7+OTd41OTtLwXOdFihcmEir9VNyNbGOghQZ8t/UnNKnXGxvMggkyJYIGd0ruKbrqUBuEzCWwhg9rhNJjsbHHtd022nDg32w3auJbWhz+t1u1Ebfb0cYIaOmF5mW+6DcxYTGPzGXOtTKH9YwMUwqxUQ+llY+gA2cdc4/M9gFxCEdGe4pwZu3QIPAukmD3qj0d7vf4sCwSVPjFPTLToINi6T3g4Kbqg9ZxOUQPO4V79juTcdFPdYMzy0yDow/mArJEGgQVMuugLB/8teHUM4wUF6wE02dbeGKJ+aUdKjjLDOaMC4TLvmrbRs2aBNB6peXiigTQha4uznV1eabryw+6AVbXH0kOnZMkutT25krb9Y3IBkldQx9b+u/EkirRDQUZzjv3laTYKzPlPMOm4Cyihldg0xV2hho8gSHpw15rsQ1o0UO7LcZq41tBtFWmjwFq1QSUSTZmf4sEXAe4rzl2YPQQlCz7KQC5V2LW5Sm31THVnuyAcWvDTmwv98HOcr/dID8inYgGz4P1Pm6ZIRsD4wYdLJAFOeBg9iurgKFp8Ta9zqfmJZJiM5VD48MTOuxjgkJ4UNwcUXYSqJ6zljP5m0BOBM3nT1SA5A30KDt9qtOnL3T6/IWeBn6mp9z/Dc9ffqeX3/+g7wO+1/c//sgPC15oTpuaPqqq7zAGR4AUx2gY4/Qm4J4oEp4K3CmRBFKSkkH+JDQG07YyDST7BwJjLIOiTtQZcGH36ugn4kEzYMjj5ZMGimFQORli6HzvBwITffHbgQygvnTxIOmb226inpC99V0oH1FYZrBqwKbvAZsNcMysnwYv56G6ZRy9mlmYann2Mw+tx4bNoHE3XpuBfyiOdhgbV+Cx9J37V2RH2fQiyG5R5rk33Zk9iBpa7a9KHgeRjnixLB9p8j10AAAQAElEQVSR3y8aehrwzvq2ZNQNqr3Foe8ojmO0hBiMIceyPy6LaQpyDcT8gZF8utj/AFibHNfimI9BZkOD23Tso56GjXLA8pAKcakOlUX6x9XDmA4j2DKuIttRhf9z1o9RPc7A7z8Dd109v38kjz0+zsDXzsDkoezkT7zr8hhoDehaHxb9jZ/lTXzj5/LyUmfnH/X+/Qd9ePcm/rbPK/99n99+02+vftOr334BG37Vq1e/hv7tmzfYAx/e6ePHdzo/+0Di50xXV5fyr4s1zZpRcNTjwHZyOtOzpyflG0AvXuglSZ3vv3spf/Pn++9f6sfvv9OPP/ygH0j+/IXkjxNAP/7ACz5Jou+we8EB4MmTU81mlao6qaqSMkmfAOgE7Zd38dKXAZcAV7wMyp9434jKXA+pxxN0aDJRfRnpPiaQs5QMPlA4Ysnvqe62s9n4gic+XjFQFL+gQDCebddq6+SPk0CbddAd64onOUmEVZTyilJq4TfTd64q5nCmOJQxb5ZZJ16YBkv5k7PrgBadiRz2WGZ0QM6VcuCMOgFihwH7jpBb3wP2vTvkDyhuNpiZBiiDRA/35VaGXdMS7MBPg84Tt2kwCDy1EvNRYOc39MGmydyITwjBzI/rMIRgLb0BykojpBQLz3owGO2KvRjChjWP/9VrudR6uSC5c03i55JrkOTP5TnX9rluri/lX8f0H4JuNiu1JIi67YrmG2USP+xChsB1itOa8SQwZddhYvyZRAtrXQcUOkMLyKxnBhcaHQdx8wXYZ+hynkn4kGoVuoKvmP5EP9AkiHLoM/paVJRKNde6/fhwb8h1jWyObg7GF/cW62mFH+oMcskDYaYH5qqnZO0UBvm3w/a+83Z7FXc6FoJ4bFEgMyuW3Q+izeCDdpOxRbv97nvDnZAWvWyK3LNtgBaYqoK2zABzxIE1w7S3jsc2hojUa+O1A/pfA5ufPtHp6TOdPn1GAgcMPTfMnyrXJ8BMLDIDrYFMp0DGj/eAf53s9FSn81M5oZSRY8BjjquoadTyfNsDz6ljMu7B3yT13o/kjxvHs6Kl7gJC5CplJUC+DuC7HqSk3QeasuMnlBtM2FifiGEnzDvygdSRFowvkj/0xyPiwA9CJKUW44O5s/QD8doNMNq6X8MogDDft4H70mIvrO7Y3IdVdz8KgmiZOdbn9gBDeziyaD8Murf4NHIk91iF017f027h2I1ju5eqN5ogGxgmoiCR9Vs42Kh630H3lbehyV1fd8/71oafAvq9beKOC7gWV1X5oeExS6+H5cXSw3ZsBfexjfNvm5FxI8AyUBTbZ8k0kxF+7CjAQsPU3rRH2e5Z2Oo2eKADFC2Xi9hM3CuM7KvIXdvSuEg7yJYpKBwMDSa0nYTQ1V3yQ90x3rKHgiM0HLEfQzBhOLSxzPN2KJ/yd/iemjzSjzPwDzQDjzv+H2gx/7mH4hv8MAPDjd4PauQ89dp2Jf+61831QteXH0nevNXr17/q11//pl9//g/99NN/xLd8fvvlJ/326y96EwmfV/K3ez58eKuPZx91eXWu5c2VNhwmt9u1Ol64eSrSqR+WnfxSTV4mEjXzedaTk7n8h5+fP32q5y+e6uWzZ3oB9jd7Xj5/qhfAy5dP9d3LF/r+h+/i20B//Ze/6F//9V/0X/7tX/Rv//bX+JbQD9+/CFv/3aD5vFY94zXBh1beHeL9HEwQURit/ELsb8VsybC0HLT93tjx+tvZYmJr9veBpMTrSsQKJX/MACmhAzQFbG0yBZZQ7XYr/62gzWaj+CYQiaBm64NPjGxi3jEHPZulxFzVPpCTBPI3KVLmcCU+6Khvl5BTUcRLWRiAM35y9tyjABd51FSeedC0YDZlFeO6Jdw3mXI2NUxkwUY1ET6I7BuNYZowDI17fcRYZKF1ZSiiqG3JLGCZVObHkhS64JknBSAf5im0dsQ1yWK27Edzcf0EEZXiJ8uQPpZbZxxQ2QEKt+Ww26yXJH4WWiyu5W/8XFyccV1fkow9J/FzqdXNdfnfvdZrtdiL/pS7CK/iIvU+mJNIqatKFdjr6piz+JeSayCpJv6ca9pVymFn2vsHPuTw9Qw7oJ6rNnBQN86m0eWAiX2e48/tgFzRBh2+a+zqOde32817Xz74w+fAtiO2nGmfRaXygTbRuurBtEG9LsRTOgT3VO1ey3sM71VFCLcsDqXm74PBwdSml7Ef9s4iHuIUerMdGpT7kn3ONjtJUO56JMwMEMKxagnGGgu8pwJYv7nh9KnmAc/AffJn/kx1fBPoBMy+qA11v7bs/FjrWl7/OXsigCRQ7K+MHR3577NteBY17PMCa551jdj41o6QfQ0AkQRKHbfcVol4uVtyv2wBKD8skKaUJF/D0J08Hwm9AnBYSirozhpfLRD6TvQUFJX9gb6wtLRrWfeWZ5tp2Ilvcz04PsYpxhwSx0IcQU+rwclUxrj32D3mWPxck9hUwJeUsU0fS7t7hYnDehlg29P7g/Cwxvb3EQ7bcJfNqBsJlX7varCTT1rshLeoidWEjO2FLUsa3XW8twSB7FhxU8Mx3ZfJ+kk/aHxcilEo+rWAzQwgrnOwC6IjxY28bsY7dRkHHrKpAq53FixBNHFlKJpiY34K6MyCbhda9Aluz3NspEJg6kaHgDjKVB4CHR/jYNfb7C0gOrpnJL0SvqduozC8LbZkbGYbg4V3Q44Yhgupt4sL60AWA/q0v97DI3qcgX+YGXjc9f8wS/lPPBA/yMaHQ39z31oAoItf9eIFebNaksC53P0x59e/6Zef/6afSAD9/NO/66e//Tv8T/r11S/xjZ9Xr37Tmzev9eHdO51//BAHzRsOlmsOn9vtRm3nvgqktOU81ilVUs0Bcz6rdXI6l5M2z56eKhI/L57oxfNnMv2C5I/xdy+f67vvnysSQD/+oL+S9PmXfy1JoH/5l7/qr3/5Qd/98JIE0rPwNT/xAbFSRR+ZF/SUFI+vcfV5G+wMjLvjBbkzDd57c0+j9d+foK+Ukij0lSRKVOCMMKWklJKCFjSggMxre5aCFnSn7dawJQnUACUJ1JIU8gtjGw97SW4CcgujROWXs5SzymEeAws1fNgjQ9u+r9BgZmytlFlbBBy4ck5B2yeEpp8xhqmQZjSfSgo9yMGUIjuoj8lLPAeG97D2YdA4xmPGjG8iLvZF4P4MY3Mrc1YClIvNiHvW81XIVNBgVzjt7O25w7XxDrKzQLCZPYxSFe0M2Qwyf/tnTRJ2SfJncXVF4sdwWZI/l1ckhRa6uVmQJFyq4TrtukbiWk34ScSSWcO6yqqrSlVdyYfrnMEOLNkqSzlTOHhbbrBdNm956nWmq0I7QcMBvTbUszjM1yRzMgf6GshO+iCPfvAnIGjauf8aXGBe2mJb02ft/x1wXqmGt13OJQYpU9w/WP7E7IjpCbAEg4KO1UOzY7pR1tLLAMWbmxVwPRpOiLvkExPInZX9I7i3sBn6gfngX0yReT8EY3o/vhC78l4yBkqftjUgoBQZxFBCFdUgOcBuMYUDdbCT9t5HzKKMA7h/s4beEwHl2zw6XNuc6cOAv8HbgO0OMYU7DvMSSZ/VWiuebzc3S/b+kr2/BhpyQIAPPRyqW56BijnDE8+EzsCdVSMUqtwGEwiI66GX06MLjxQj9EZJPaHxg/tpi2BH5YRgiBPuC8iObrh/MLZuCIqxEFHvC31QHdIdDRPSe6uIzdXOW7G3rFCKhTBvGGRgswAFkztHj+FdxW0GKHGz0v113Ub41noph2GzDYqzYh60LZmaoKdVxDUVMI6pbErvmQ2d7gk/k/GevrMDB2+47TPFJkuTSJPKZ3BGcJQiu7/mronB0A7yIaU3bz3pAUca9TZF43EYCne8doMdmBIjLOAWRWJqBx6kwe+dO+lAWRPtI9nj9gMMFiJ6j6JYmiuw05vyfdZg2jBYm97Bcekxf8dlO0+3Kcd9W0rwxZW7nkKYWsDoh6YDppG/WQcKq8fqcQYeZ6DMwHiJFPaxfpyB/zwz4AeUISL2TjbA+Nsh/lWs6+tL+Q87v3v3Vq9+/UX+lk8ke/72H/rlp//QaxI970jwfHz/Ruf+Va6rC90sruLXStZO8jQrkg4keuLF2Q/czu/xJF+kWZU1r7N8SJtzQJvPaxmfcmA7PallODkFn850akB/QkLo5GSGXa0ZNrOTCjzTyck8vi10+vREz5+c6rm/KTT84ej+18acKHr+/ElJAuEr8yIV7+ZJincjlY9fOVre+nbAwx7er8CKV8di52aaNtTXfOzNYB8DNm1I0UtKxskCqaeTEvPJ61gqkDiYK2WVTwrk8Qg7hhBfR95sthzqGw43G2CtbcOj3QeZVv2ntCtMK89TTkk1CbOaQ3eVEzJshm5UPmNzWNMGxcsYgrBNcJm2/QGc+Q+x/GnLyzmNoCzAFiaovrLxFCZijHvuU8g+Ab/tgx7yQmOz+706qAOLPZE9dKMBM8BqUCcRNpg6lHttQhLhubUhzGxjKGpqNJSSurA/AD2FeW5VQVRqWPcm1nq9XGrJ9blYXGpxcUlC9kLX1xckfK614uDrv+fVkugpi4H7Semg2SbUCd+Vcl2p6pMqTgQZMnskZ8aUK3mv2CbnWVzjda7la72mTV2TpKF9DtpyA3ZuhyyTzHG7DO02Gb4eYO62wIBDDo/PjH3pk/6RZ0P2fpuC4zOf5Q/TxzxnwNwUin4n6XkjA4oeQX1ZeUj7T9ncrS8jk0fm/Q5ugZEPmeO23YAHWrJfgzVTmMqm9M4GH5QdXyjvi3Ba2Kh37XdUKA4r1G5vqHlmeF1jP7AH5nXNc8T7p6ypbQxlBDtHHm5LRemngNmAieTPeq0lz6ulr4/4lciFTPsZ1rRrLoeGmfOgeArQpjMg6Zw9MAw0WP0zIqXEdULgXO0W2axAXEk6/NhykE3pQfb3wAzj7+G2+PR0FWpST0eWJvKenKp70X3o0Pxol3sOmHuK1yPgUDcRtqZtu2dj5rBXy34nuKfrNvbekTgm05zc3uA9iWkG58BUe+XTM2lztzUeYGi1Jz+yyWxn8RgzDXbXLEzvMOxYh2LnxbDEuDcYkdsMYOGUNj8A7SnBhclWbQZC8KmKBpSpVYlrcOi4DOYNU8uBtnyAQdZjxJ6TnusRwp76VujQo/kB9vqo9riesWVPGjEfPO5NPcLjDPxTzgCXwD/luB8H/Z90BlqeMgMcG8J2y2ONhM1qtYqDYUkAvdKvv/6k//jp/+pvJH/8TZ+ff/lJ/hs/b16/0scPH3RxcaEbDpNLXqDLr3ht1OEna6vc/+rIbJbkF/jZrOKlPWsOPiXJ46TOKUmeJycnOn060+npiU7gLTuZ17J9he2MA2ZVCR+SMaxSagEpZckPI4P7mc1q/Mz14vlT/fD99/ru++/08uUL+Gckl+aqSGSkJIEUn6R4hfJLvWE7zlPHAaBlLOJVJCypMHZjkAxI9orfAwx7wm/FpOgypazEYBMDSFWh3AQ0nQAAEABJREFUc6qUzacUWEpSgOLTcgLpOMU3rPF205IIarVF1jo7FBbTinnt2ZwhgMB2CVtKx5xNBopNkReiDcYN4N2Y2KRCm1XwwocNbW0ofKEsP4Qjmj0T6wu04bnQxevUsJf3aKq5TdvotjTGgpgRUe+XUeamhjEWWrE+MfaYhP12Nh1A7LiWfbhvMXruxbbGJ/6dxrBLtoNmmJkXcvkQywF37+/9cK1eX57r5vIqkrab1ULbDQfd/tsONGfnlNouAvoeZU3stUp1Vat24iYbG5D5kB4y05Vyn5yp81w1iZ8CprEPnW04wHOYzxkZMBzy3bauZ6pJDAcOGhtszWf4Au4LH31bLgCK+SwIUU3As4JcA6DaK5ZPBT3fo6mvUTQ1P0p7nQyDckoPsofhaZ/2EkAVe8X7JQBfyIZ1K9cCsijmAOyoMbFhKKimdBmpZ2sHRVZisO0h4MJlIqYb7qG046fqbpeZdwMSLC0BHRQ3PxD1LC3zBNgH2WuObFxnuxwgWnmUjACnpkYgMM/Zumm0dhJouSLxcxOwXt+ErFlv1DRu2Krl3ulvwvlh4Puo7354Vcc9VFyr0RU4QfgSTylxpSQkCLhN2sy2gREJrW+BttJnfjy8202OS2/b7SSMbMfsUQS8xw9MGogDbLmhiEfq7g6K4e9SEwRl19VdY9tZjNQ4kFHC9bKj/77UXtD6nI4PWk7CvGNA/vncxOpryOg7qvtCxoDifoZdO2DLjoPXzY2MB4tpK9OGQQe2OcilkK4LuLZcvKPu6CKR7GcKlpu3JRDvTI5jAGSxQOYHmja+x/C+Nc6EXSDeFduOWsSFh9gvd4j3jeCO2rnTKWBHKaaldgQDhaovlgARfy+aIHucsI/k4wz8083A4zXwT7fk/5kHzM38VvhbHn+A/y4MSZ/l8lqXl2f6+PG93r514ucX/fLTT8Df9PN//HvgV7/9qrdvXuv9h/fYfow/HnuzvOKFecnL8krbdiN1Da+3nRJXSJWkuk6qOJnOZjm+wVPPazm5Mzc+qTX3t3tIBp0GnkWSxnonctymJH/sIynhNPPmnGspZynnVplEkPtJWdHPyazS6ZNZJHx++O6l/MejnQB69uwpyaW5KuLBhYR9gPzpeFnv5KSIE2EDtLyxt375t4khUQ0AqSndWdDDlO5Fx9GhoR1OLae86aSUAAafc6WKQacMbxkgaCXJZEpZUmJcLAnLP4xps2XNgTZeZMSnxGBrmFJg6ILWWf4nmIJti7N44bEpPLamLDUewXLaCQ9ubxQ0Xm0T9lSU4s1EoVCbOQTEk8L7lVQqpLYFRTE9QAjuqLBh/4QP+xkgYkAHdj029niCKUSpQ1CG1ZMDctsBwsBzAWQ2L6iIVLzYzu1aYmhZF5DZCWDn4oapFwev8GBxZqWzYyb52pL42ZD4WS6uuUbPgTNdnJ3pOhI/F7ohWbte3ZD4WauJvwXFKWAIwu7xbdT2a2W6axMoI2EnsPe8/+p6ptwndnLtpEvFUhsPkFRbjo0TOgbzhmiXBzvjjC+w7ZEXG/Nz1XOgNsxU02c9r8HmrQey+YIzNEEQa10gZ4niqi0EcrYOdbsHnr0it20BDKIteNLWnGFUmTGEQyov4AgoEMU+Y33cg1mkn1Fu9VTaThxNSHTmWnozhjVFPC1gzjEggrTeABnFtCGYgxFbPkDRP7R2q3E+9xodG5fjjggjRLc17EsGJ8V24EofO5/RLsYc1GhmznNhaJqt/K3X9ZgIWvM8WwFr5Butm422JIriG5QkSd1GnT10ivusu0tSDqZ0EckersdUWBmHGoKiEOhrPu70y9o78rFlB8X9hvrLSwyI5r7O5Li4jgMju6PY6g7VgXiIdsAH6gey3gJ+wh839wAMg7bQD49xaDfBQ7jcVifS4+RgO+DjVp+U7prvqMNGHlmMK6oD7d3NDgyPs57j45pD6e3O7+/6fq0+sdd83/hUj2MP0/UahUPrHvfocFT7fN+42pcecru7V29/aPA78g8a1u8Yz2NXjzPwZ56Bx+vlj1+dxwi+eAa2JH94NHL4W/MTz+vrS3348Fa/keD529/+r/73//5/9b/+5/9X/+t//U/9n//7v/TTT3+Tv/FzdvZei6sLxeGRtsKLj01+90tcEZWBbEw1S5pz6JtzUDPEN31OZjqNRM9MkfSZg4GTWa0ZUNG48jcIaG9fhv1newfbMuItZym/uXaBW160WxI18ots/2KesZqRcDp9eqInp4Y5fc80ryr5RT18Y+Pi9vHCzhuM/y7ONpIjrfyi3/ITkN6lTQNSSry/J2gDqIQC8S1L8W3Xiv/qq/CKnlMZg+PIPQ0Wun0QH9oxZZ6aVh3nlk4tA9oiiPEhw6iULHkdw02RBG9ZQieAggaH1OweGpiIKE30BzZbJfge4yD3oIgzWqI3pi2xEBRtJ37hwmCsrOuBdZIBG0vsZR/GRhC2KOB9imBXHN6O21HFvLjcSWXzKUxUE9IWE7YnLQ1gHmog481Q1NbQXYyJ9UHY9mNzKMLWBXEUW+MiRIERUOCxJvmjZq1N/J2fS11dfNTZu3f6+P69zj+80/nZR/la3zj5syVZy4HW8xJAMsz+ElVmEzi+3PcYoQWtccfkwSZXynkGGDsJk6CTqCh4Yc1zrlV+FQw994VsQCYgZ5UPBCMYaRz07e3D7XagaEfDDMggZsyjMAbaQtuZfbbB265AG20K7X4K2NpgufEA5g0Dfx92b4f6icykgWiJ8tBw5A97M28YDUyEHxM7KPvG9dQ7/HQBTRsihqHtoTPzO/BsRrKdNkHTzPHcBajvLqzZcD+AxG7qBTbKru8yEsaA3FIQxRQyN4UrNkH0lRWGwtq6UPt1y/73Hzp3kmfNNVPgRmt/Iyj4NZdTIz8Ttlxbfj50XavOz5vRVVLu78UgoaS4x07+WGZQqSzah5wkij752Y2nmB7yRXpv7QPusPbcd8vd5t4WDwrNQwgvDskQzMOqzzR/mNPByssw0LdwWZ9b4gcLvmXkfaA9emgIg3ngqB7acmo3HceUnto8kL4rhge5LY1LPfR3bI3szCDxZBgMwZYNAPupEtfBbSP3P6rM7JnY/1Rwy2CnxJSy40eqtCm1hT3VI0v+SNiLuXIkQ2AD9k3E8kd4nIE/dAb+0M73rpM/NJLHzh9n4N4ZGG7cO6O4hZPc8MvvzWrJofCcBNA7EkA/6z/+43/r//zv/6X/6QTQ//v/07//n/9DAug/SAD9qrOzD9heakXSqO0aHOIpdUpcDZWBB0ZNEmdGosUJmDkJIH+b5+Sk1txAwucJ2H/vx7zlJ7Os2axSjYOqT/5kXjszR82A+DWyTvGB5g0bkjHx8i7/3RKgg+5IRsULPbxfSGd1pSf+1bLTOcmfE53M5qpntSor8RDFL8G8zLdAAzgxsmVeGmDLW0CLviUOFxFTAozFJwGWOzKD2RJbob5VvfPde0z0bIAlZBGiw4CbFmwiVmQer9ngTRiQ8/qkQVZOYhzvVD7w2X1kWEMg5jwsHJFphMGL2jLzPbhND7jqhceRPRmsHbBpezW0eHcZoSj7er9FETqWAYpkqB2LIYY+CgfibuyhhNbEACHoq2kY1vdixz+QOSfVOSuDDRHDaFsIthxNps5gQxVVcdWTuCkugqcNjdt2E3/kO/6nr8WVLs4/6iOJ3XPg7OPbSAgtkfuPurebNc65fvFqF4ZhZyj2hSR3AhI87mUomy1JokUkf2rGVDG2WWB/EwiCkrCoJaGvDdjUM9X1HNu5MvcJA4YyMAJsh5JDljPtRvDc7Xi3wYgGma1hYDhwjtG+AqLq5db1ADoo9KcBpirLpvx9tDu7S7+vI9fWGx7IkT6ox71mewwepmWqM20Y9KYHsGygwUxia2BmPXtxDZp24A4wMHaB3XYfbLIvMWcpQDNcl70Ebc0O0O+YA8rGjmQA1L0jaxxnAeSTUnSDwP7ZRwMLjnE2rco3gRqt11tgReJngwzg2dIAHRs/YR/FRECSb5MDWGe7zjdmAwIssIkajICSAKnUuufjaO9RfxOV75Rf42gYxefGesu++ooo9hf5yxwNAzlsfSvQQ4Mv5UvQpbaP1lcYRLknQ3y6jI0LMXi4v+HfbUDRbUTv6zK4O6ovDuHvsUgRcQRaZjHIsXKoVTwbRtEBt5Mfo/IgxPkwLQ9bp6HhH4THwP+g/j/Z7aPB4wz8cTPweHn8cXP/2PNnzsDw4PE3dvzdH//RV3/z5/L6Uu/fvtWvv/6sn375m3755Sfon/T2zSt9/PhRV/6VkcU1L8T8VJQDo78qv+UnoZF4Sa0SV4GTNjMOc7NZJpFTA5Xm85nmJwVOjeHHb/qQhKlnSbOqKr/CVOXiJyserCAIXkshskHlk8fkj3n0RgEdr9IFpvYJvxV91EBFYinDJw60KUkG8ULfGnhRb/mprr/ts91u1QBbXvi3244Xsg6zDiuVD20HopMZQ5FgOBDfFnc7z8l9EnzyTIEVHwzIAlEHJ9vInyQlJjD4xBh8SEYmIQZbpenHAuSITLmLTNtsvoihhuLe2p4xbpmrngVlGmcWwyB8CFrIxMfWoDtK8WObAWxo2ngf2t7jTppjlKWniBuVuy7gqBBQTFkPWcoeU0T31scDmjSZGuC8BMA0JKDwjkGeGw0fy5MwQAAdozOG7UvMzngxw7FPm2aj9XKpxeI8vuFz9uGN3nH9+ht7xh/ev9bZx/e6ujjXzdWVIvmzXXMA94tvRy8d3g0g5g+FxH4y50VtgyiVuy6AvRUBiZCJkzHmXOEPnnpsmxmS+QGwC7JU9EWxH4F7AO0XfNAJjiCi/QQPlvZhgDeKOHsaRKFN9HkMo/6q4h4/5WDfZsidZCZqiOjQw1F5uInqwPxQdsgP5pYbBt54wjNx7CyETvAbrBuAJYh428lMQjtQWkzLVDSli40lAxTJrrZ8x91NOSbvGTAx7+zgd0yhetGwdca9ZC3dWW3ouOfH9bRe88xby0mhjueBL4sqc8XWVfwAIaeklJJyEtiQCsaw4wcQHdelk0BJKnII2+rwkw8Eh7zVtJWOKaz8MuBxd3fDdKi6JTg0GPlvG+Xo9isJr6zhc9143MOIBvy5Pnb2Rz30+7ZHO+O/J+Vh2b8DMpj+ZuB5LnePz3Ppdp/XQl9o/smepgbT+fH1D581TOAugGmTnbRQR3UWDlDMHuvHGXicgf9EM5D/E8X6GOo/7QzwMPaDJsa/9XdkpG3Li+1KNzcLXZ5/1Lt3r/Tzzz/p57/9rJ9/+pt+/eVXvX//Tv57QLZpNkvyPY06f+OHF1sc4K2Ld+iKt9qa5M+cF+N5XWteA/Nap/5Vr5MTnZD4mc/nGpI/s6pSlbLS8DDNEiVA8emoAQ6glsOEAebYpB40fnKSckqqqxyQ7btKAqnjrWq73Wjjv3G0BjdN+So/CR+/nLfMwzZgq038HYitGl72t8haDgKd35JbqRt/BSvxeg8vAzGOHILDkr78l54AABAASURBVCzAJnBPG90FmIa7qb6XdYMCnkLnHUcwgBgbYm3802uPtetYWuQYdeNLigMwZCUmJTORuaqZs0o5J6ASlfxhqEaFzyapknFUEB1gKwMkpaVfigwiKkTKwj4XKnznYITCwtvQq3cK+38I9C3cHogEIdj9uMsRerNA6D0HQWMIW0jXZg7B8gOwyYHoDtZj2KlKPJkpKUD3O+UelSTWpoB7M/SzO7jk+mBjqiX5Y1gvr0nwXOrq7KM+kNB9++Y3kkC/6T2JoA9v3+icBNDlxZmWN1farBfRjkpOPiTWLcA+YyHZQ+y5WFvH1aL10mMdrPebgevDNpYRMNoK0rEaIIdCzJSBA1tvYEwoKMjasocKQ0SIKGYHgB3LIHO4I4220Pg2Ae+4dhCCvsKGiHe6fd7NC5S43E8EZWHvYUCew7E1RKwzSsiDHvKOH5TY7cq+c5vsdPuULQsM8cFRYhIdbABtLAOVYsYA1zt37KwCAs+EdfjzQEnye20LOAlksH7AbmLe2NCyr+3D9A6GJNe+pu8cs+JhxyPqyzGZVW6xA0db4jdluW0K7HOW2WcB3wO8TvJ1ZlWMuVXDuLfbRhs/NwA/P1pknqeK5GZdV4yzUkoJnMAaobjqFNel55/7sfzt2ISN0vhP/iQJFxo+sAN5BOcD2SF/oP5c1nHe2WYS2YTcN7fCsC/9e3P7/m+v9r7+kGOdDkX38F8849U9To+qWvkVi8f6Ue3XCKcrVMYzlRz3XOyO6+6UTpaC0eyZHfqzqSGMRiI4qlsCZF9Xjnrshf5xSPFugaFwQ11ip6YMsk/h8BKVfIfBnBkZeWhLeh5yMArysXqcgccZ+PPOwGfcBv68g3iM7B93BsrL+258fsC1/h+gmrVurpc6Pz/Xh3fv9Pr1a/3688/xP3uZ/vDubSR/4n/1IvnTthucRGtwy4trF+/NfoGtSLbMZpVqYEbiZw6cADMSPyenM52czIGZZjNDrZpkUV0n1bwtZwMe/XJdnnwtXIEi65SQpJQK9hVn4HCaDdAZqPCTICpezg0ZWspqebHdkPTZ8EK/3jTa+LDM21WHvOOwa73nyD/lNdh2y8F2i82WF3jM/C5PBIelKwIbEIcMCdEIvd484l3p5TvBJ6ljLYb4HWPTj68hcdXy1hg6x4PnsW3KysyR56WqKgXUtXIyTIP03NMwSlLKENltpUKmgtXzfT+KV5tJWxtjmd1nYOxzCGl5R7mltqAAEcixU9HYMhBlR+Gf9RzDYO28rgU6tdZFrC10gSHmSdR4PF6m/Ry3OJSWFoQxKjx8j8NjyLnyrKDLQCkRR7BUYdzjomZoWOCwZRwtiRd2N0NoGc9WzXql5WqhxfWFzi4+6Pzsvc78935I+vhXwOIPP19fan1zrfXyRs1qTUJ3A3CY73xds1Nw33clugB6QY+Y4VATgvyrkoRA3xpBSvKHqI2AiLAYwDEA1yPYrX1ZELSJAXpBj8amh7wVU9lIQ1BQ9zEw27oFQ2d3YY/EYH3xxmzjE9qBD4DEFrfATSfrmKEpXv4A29vEuAB+C/HJemcJRWGSo02Jb+BCdEcVjZiRAXt2TAMkOwS0gHGA2CfwRYZNjLmJ9p5hQ+mo6MZxmbXC2GD6ThhbTSyQUejIAQI42fGFj1h2Y8Yi2nsuQjoI3C40NBvpuCKRgvvF8TohYF/7mgBgLDvhhxjPnz/Vi2fP9OTJE5mvuZdm7nEpLpiWZ0U3gnpZ0RU/uDpS0hHZfaIx+FtGxzTHZEPDiCoqS0bCzAifG93Y8JsT943k7s6G5b/b4u+vKZEfiQQRpQ+gZc/tuF74cPTZTUtUD+/gYZa+LRbLtvywsTAql6n75FrrZbuQj1G9kZGbGX8LGHztutx5tWw3gBJyaIm5GhqGQHFP6skRuf3I7BNFVWpPxkCZtuWON/cIjzPwOAN/9hk4uCP82cN9jO+faQbayYNMPIoNLUmQplnp5uZG/p++Xr36WT/9/JN+++VnvXr9K7J3JIYu1Ww5IJIEqdnhNQ++DAyJm0zypiLpU4PndU1ip9Z8XvFCDD6BN8zAVcVBJyulpPLpeMHhJdOH8enTzi/QPhBnHrI8VUtdWuxq2vXM4M3Dc9Jjs9pouVwDSy0WN8BCS/BysdDi6lpX19daAKvlUhsOvv5vf1sSNw3j25I0cdInkigxN1sVede/yCte4yX3mgs9hIIPk6Ai12AL4eImxgG2DGKvsskAe4p7GWJj/ry+WxI+jb+5ROxbY8bj/8XMc4MJXop312IdUvJ6VIpvAFW1KhJmOVdKKfGyg1VpRLuhJFZE5ZML2tWDscdmKBqbBbCeCrDcEuMjwPpba9hpC+fasJNDWYBfCgzF/LgCjsmAfCzmy8t1G3vPscIzYtejWU/Y3SH0qi9GJVa8QuQedhO7c+tIj8vRlCIuorFBy3XdbDdak6RdLq7jf/i6PPugi3Pg4wctrs5J+Cy05ZpvSfq2XNfCfrtdqdms1UIPh3rCkq/3TAAsievop+3nNrNHhNTClg3WsNdi77HvWuYVkVXMqlEuYTrmgJbrqlFDcrUhYbkHkViwkdsZyjz1XVkQYP/7wFSExhVtokGPPRjDVHZIW38M7O4YEGI/uEBmj5n1EfS9tT22pVtMwTJgKprS0Qv6zy7FSRvtTR9x4CBDP64oRrYt4LYte6vlHtmS/A+AZ8NgRzKIhBArDF3sIRhnGavpAKuCcBUdlgWz/BjYDC+BhqpvNrA7PDhAEjYDD2aTUJe+UO+VsC0SkwHsAQo9e+cXnes2/LRKMAnDk5NTvXj+PODp0yfyDzZmPOfKdaH+edEGhqNVBwzFdNdfSaYVfsUn/IMfVIiDcsu0vSW5X+CxKdbfLUs8uxaH/E5zJzUG5dHcafX7KhgahT67GClEFFYo8LQaw58K9+hiUeo9xd3MZxmXSO92huZOf9O2U5o2f1CJKFwZtrsgbg/h8/da+IjKfkfCzKfhHvPW9zd2ikM2TJ35/mC+PLtNHcJhi0O9+WLDbcUMUHgIypSGJQ7Xj/A4A48z8OedgXtuJ3/eoB8j+8efgfKCN4xzG4+2LcmClsPWiiTIcnmts7N3evXrb/rl57/pl99+1uvfSAC9f6+Ff0WEw6G6rXJOypwKa6Ai6VPBV+z6CmzZbJYj+TOv5+BaJySETmYkfwAnFxJtMvYaPx2PNj/0DYqX4CQpc7hMcCm7FlRplFQ+/tM/OaRIhmdl13KWbbRaryP5c0Wy5/L8SleXV7q4Wujy8lqXV1e6vLgkCbTQggSQbbebDQdi5oQn8YbDawMYb0iiGPuQ2uKbM215YSe2iJauRQym/S2blsxPh12HVcisnwJyxcfaIMbKZiPTE8dkVh3K6VYt/W45nDXNhsM/QBJss9nGAXvbENGkyy5iLrMnFiNXlaqqVgXkVCuRAJKyu2JtAvUVMorbJLdTOSDloHuTgxYh7dtgRlPasKamQ4ePgg9qbBSwk9uNXA0wqtgArJ1A8hx7oeC9txtwwx4PiETDmjkxNCp6khC2Yc1b2hlQKODYWMY+ywzdCiXaRCATy32S7kZBZowGJgaZvYHGMvGTrTOMSnqy3mBZRwWN85Y90KyXullcyb+yeXF+psszgCRQ/G99SxJA6xV7fq2OuYmkD3Oz5RpvwR67D/OZucxDfEpykT90RU9QyDJW5hG0zJ/3WhP3lRY3HTFiFotmXKaVEFkD61uSQNsC9Ou+vSYtSSE3xGVptFfv5sB6g9XGBXZ6yxV9DzIwJebaeNTBMI5929K61OgLsavd2cBN6UHW4yMt0biBYUKa9cQYPHhU+6WVf3VqX7bj9vuxM+t63CNLAnrj6ZAtMsSUTPt3PAFblfVZs65NoVkzX1ct9502rh/WNNq6Q4N722H7N1i6D8el4WrfEG7wBzkaWFbAEbDL9jS2JOhA08q9Gmw/ymNS2AngHHvf96tiNdpA5JQj4fPs+TO9ePlSz8FPnz4NWcX9NCWMuH46z11E01nQAzRF6Av04rjAomEvmNK96FOo+pTBJ/TE5Zn8hFVRPyS821NX2j6o/qrGD+pB3LM+aTiE0Y83D3w07IVBH6v2jI8Z7MnGuR8Jictrz+ZBzEPGdY+jz4v6tqMx/GH/+5lw2+x+CU5aXyODj3usvzhe+ojL88C3xXsixxDCqIpq7DTL70CK61fxKVbtzvVoG+pdVQyLnWn3M2in9CB7ML6rwwc7+CzD/Wvis5o+Gj/OwD/MDPy+V90/zLQ9DuT3nIH4AUw8kFutVisOied6//6N3r59o9dvftObN6908fGjrhfXWnOQbEiQ+C3EyQ3xQK5456l4Oa7rSlPwTz/Nz3gBdiJoNqtUBWQlnhA5JWVNP7xtTtjkB2Dwyd0EdavqbXqE2h6xbyUfQDckbZbLtRbXN7om6XNxeamLi+tIAjn5c+Uk0MWVbq4XWt8stSFZ5CTPlres7XYrg30EcKhpgBadfXdkWhxx5wd96vslAsQawO9dBsR3lO4Ouex1D8SHkVHfLlO543J8Pjg73s26Ufx6G3Phg5nH1BIghReNoSU41iSrypUqkj91NVMisZerSsrpoNMUoiz/sy5Ltslg8ekRFIXVoUxfrq3OjM6tDTRWHtrSYlrylLmXjk56i05lnVpwQ4IBcHKjdbJnCiTHSJCsm5XWrH3TrLFdR5uWA21L8qHp19tzioI5cz+lG8fmsI2LZFrv7KbSHb3fKnv+UHoeMqoBENGnAkZ68jLoXgzW7cCSMgdrrtnVzY1ubha64RpekgjaIOu2jdjgrEKriv6q1Knies70VKCTsUgmIt65HpmEjIZxHfc03hDShL59T6EP78GGefTc4Xo3EBsCrBCqjnlv5DlvmPeGNWm41gwtYzWMbelSRBZgmolqjfHl0roaAHkbeohoM1EEX+St6SCpsB+sCkZmfWEeVu8FUZrYS6Ei8vBo2QiMs0yOGxsGa2PzO3AbSx8Obot3+mi9foXtm+8Y+zX0CmIsupBF25ZlYG25llgs1s1rtoHcsH5r8BqMDL2vPwTY28cA9mx6h+17B+VuYO2nAT8UgsDUcU2BsdJz6IjbHEaUaAB2MW1c1qNQ+3XExX6ogcy9sK6TKu938yrtsnn2/cnJCYmf5/ru+xf67rvv9P333+nZs2eRBKq5p9pOvul6/t02STTVILOqQ9fpU59PWETQn/LxaX1MW2/muHpyD0X8jKMIR6KwkzprqpvSxWi3EoX/3etpAFP6U4HkYhDIwwqiyL5lHSG5ipc1ezYDDuROsyrYB5Voc7+lPd5v8WVad2042nra6ZR2A8O9jaYNjho+WBie9vrrGRBl9DOlLYx2ENwaqL+mFM9e6gBfiEXEHa0nvsb9Y9vHGXicgd9lBoZ7wu/S2WMnezPwyDxoBvyIUTxYfMjy//p1cXFG0ue13r5+ozevX5EMeq+rq0s165UaDnRd5zZ+EPEiyuHQL4E1J8i6rjWrKznRM5/NpBQqAAAQAElEQVTXJIMydA1UCj2JhCon5ZQB8aG93ThDEoAIvlw0CYYCL3QtL8YEqQ6aLsFFhwcHD2N7tzRGhGKz7UhobbTg8HtFgueKBNAlyZ/LSAJdKJJBV1eMbaHlzVprHzg5tPqwuuXA2sBv/K0ZYIvc8yPe0ilE434KePwEIL/j0q38GbBpywMfqfbs8FpM9qVFNqmt9h+dNsZ59E/laAS2ZccktUyYkz0bDtObDeMD/A2nDYmghqSQx2RgSqWYuqTE20uuatZrpqquldMMdwnAwKfsWA9YY1kOoKKZQAVMQAXClDCoowFSBSgasA9sBFCwOVKswBZL2gUTRqaCiMq+DWaYFAbktfL4Ww6iDRA4EgtbeV2b9Qa8KkkfEj9rIJIOISdZxPw02Ltd+MKHeBFrxzViHA7C4G6NDaYDhniCoTrkEfWF4fWU0eDE2JDEwK0ImHppmdiRHwnM+q+GRNyx9kuugWutSPws2O9DAshj40qRkz5VUp8E2seOjUsWp3TAvMoANy1eGznIYkhUeGX/NdgaWifQuGe0XFNiDkvbfmyFQcxo0HvOvTfXzL3B12JDmxgLnokC532jPYS/CHaK9wxoPTTFZl8VXMsY7H8KofhkhT8KzYtlTxuFAIeFhhijYLzQMS72VhuAPnDDfJCcCxoZduGnr4qvnumRZZGs6/kyUtoyd4PIfQ20JvvYsjJ12JsBCg9BMa2IwfoO0rERv9cV8PVlaKHb+HWwdcTfRvzFPvp2LAZ84iTqu6pxT8WkenR3WRIHqvAPLn4dJxB9WQ896opFsMeq0XQg2NlMQM6V6sBERiIoJTC8DPZDiPP5TC+eP4vkzw8kf5wAet4ngCra+PLoPO88QFKSkgUqnw5ZxxwbyzYWYyPDQNOHybvA6hzzdZfFV8hZxq9oHU2TAwzqP0P10AEPC/QFY9ptsQc13pn7/ctNkAxzWpk3DALTXwMH4xr9f43Pw7bEfyhy+IZDObyvZNCRchDrHe2PNHyYaBqmpz7uK8eaZp6hRzof2+90pvJw75i4Gk2jj5HTlnvDxOyT5K7lJ00fDR5n4B9xBv4UY/J1/qcI5DGIxxnYm4HpznRyg8NX26zkbwmc9QmgN+/e6P27dzo/+6DF9VX5A8mRAPLjpVPipTXxsur3WL/gzkn+1CR+ZvVMNckDfwNoVvFQ5OW3mmUlfnqaOWlmAjGAKB1A6VGRp/G9F00UzpPqOFD6uQhSi8B4fC46pLDM2GUxJG1J3Kw50N8sVlqQ/Lni8HtxeaVL4OLiShf+dTASQtckh26WK/mbMm3TactcxMHTfwybZMlmu1WDw+ifMZdQE70lpZQCC1Tk4+u7nKOxHAONWLvPYF8kAzfgIt15G/gpTr1bsOMwWJ1KK8/PlglrSGT5G0D+1b6bm5WWjHVJwmO92sjj3NqwTcq5lteumtWqWL9cVcgqiRSB+p46Mb9AArIhua6k0GfFp5Uy/QZNVaSlhu0LRuPi9SLQoRUiKXwVe+sz/SJEhQyd16wA60TioOm/xdN4jKbZA94HDcmQxnxgjx17Dq0NfMsceZ6aaG/dAGsSn0DIG7XgFtuWdnHopH8COSjtkZEdmBywmZfB23Bg1LOMes+/+ZiS0LN/EER8jCsSf6z5arGQv/2zurnWarlkj6+Zwi3NWmV/8ydJXJ7i8gSy6ognsaoZEJ8OuF2KNqEwgGwd/XfqPE+Ar8OWa6pln8V0UWWbBkCFvdiLW+Z6SyKWuWftvBatkwj4aGlTBo1xtBtwMHdU+JZhqs7h5nbrid3QF0ZBgvca2RSghPcptqDw00bQdtSHMUYQsoZ1YL94nAPEHmvY9ugEhB0+aG/foL2SI+FX9DiLsmdA8INW6tcxHEEHtnWxYNllsGQHRRd8TxIx8VFHrFuui00PxB3rBWY8CCXWnYrmbtwyRcawUXZ0ua4tLEG5NlgyQsyFuV278B2GUxk2lgEezwiIhY9xP0FbtAN8HMiiLc+wzP3Rz7UA/ApIzK14JrSMMeUkJ4GenD7Rixcv9OOPP+rFyxd6+uRJyGvfT+nIt+nd1dIhOQaIKWG3q5D8nsVxub8Bm/46yGPznurRKP4jCJZcvi6+eJixQN8+8ojLbkfCu82Ce2BnOzU6Lp1aHKFZG8oRxReKhiDA3DlUBgNznzveS+5TH+p28e6oQ5s9/gFmhxGaN8QACoHLqSPvhymPOspoHNyt6lDtZBPvnbfsysTdFv+dJcdG9Hfu8ivcPzZ9nIE/fgYer5k/fg0eI/jkDLQcvla6vl7q4uJCH99/0Lt3b0mQnOlmuVCz3fCO2ypehNnRfoHlXVcJuqqyKl6O67pSPQOM4SvLA6r4qUimceZwmP3WfG88KZ6r5Hc0hfLMS7QGkqFSTpWEX+FXfNrpy0I8TJPI3ajhQLIG/M2XDcmA1XJDEmStFQmQFfx63ZDcarBjHrYddKsNySP/KlgDv+Xw2vGC39GHoq+k+BCHRr6Xic+EhDtaiq9BNXADPpQPfMF2P4AlKaWIQn0tPvbEuYSzTsscbBXj5lC95PC/XK0YO8DYGw5wkQCiTUpZVTUHSABVtVKulb3QylKbeUVOWA3FtAFdBhJAkW0HkwkO1YSfknu6gTE2xDpOrXd0S0Q+eLVtyzmzUcOB0+MpsOkTCcZr1nZTIMZsHnsSJC3QsDca5qHAFl9bbJse+nZhN8ga5tWwZVsy0/QPsQvsTupwMAPPQJnDbODayTHvyGS401mvaMNq37JjDBvWeBnf/HHiZ7G40vJmGd942jLWlgvDK+p2BXeqUmLts2YVUFeaswfqKmn3YZ6Zc/OEqhx7Y6dvuUZaXlg3TppumHd/42y11BJYLddaI2uY/5IMUok7Z/zUkXDyPSSThapzBV9kOYPrChvbZbo2gKK07EtiAg3zb+0Ag0nobDMKgujFti78WBPTSB8S9jOAdW5uMA0U0gYwFPMGSBnn6BXOe8Y0uGXfstliT3kPmm/Yb63XyYANSjfqARTFa9/3ZefICupl8LtyTGZt5+ooeBoMRen2tvV8Q0cCtCEsroF2Dd6w58COm/G06BFSBnu3AYoz5qLtQeACVrHKwZu+EzwfoSz+POZxXj2n6Mw79gD4XSlt2DhY7uidfp8q7TP7EeDa9B6t2fcZSOKDi9bj5QcjDrzihx9Pnpzq5Xcv9Je//KiXL1/qydMnms/ncttEsG6XSLqmuJY6nBhAFC5B6lJSsmWhf5+awfQdteMc94I70efE2NsyB5TR45QehYdE9s44FH4hvxvmnoOW9bhDtWcn9eOQJpT4PGgk2FEe1hGGlLB1NcAgA4/FupG5g3iIDU2Za+q+fMaYosVD7J3ZCGPuDwUfq6eeHhg5btwqS1DfupSo+0gm14d79LUfQKeevgDoKGEA1TflxuPbD4K+FMc9gwq7QQQp9UyPRrtH4nEGHmfgzz0Dw6X/547yMbp/mhnwA6WNJ5CHXB4pfpb5mwI3N9e6IgF09uG93r95q8uLMw6NN/Lf/PE3blJKSsnAC2uSModDQ1VnxaGtrjXjsDbj4Djjp52GGpx5GiZemCmKz/SqwBXvXYhTD6BbpdfhIOVKO6iVZGcDlIen4uM2yPHv8bUcTrckcxpwwyG1Ialj2G44LFsObpoukj8NCYGNv/2DzRZbXESIxkr4TfgNkPwtnwD6tN4AKdksbJNSSiqfou1UcJH1tU0MPXsM3aX2rw0wLHVkzOy5U1IiPs+7wOa3GDgJdLO80bX/GLa/BXV5Kf8NpOvra10vV/I3gpwoIzdAhIwx5rZSZs4NqeeTKiGUP1kppPLHm8sYGMmByG6S0PQlFqXjBdCHSBsBIQO7d1B8sWE0t20nGiBhBzMeMj6wbt9AAhyWfXAuMPBbNWsgdJZtOajal3HLudu+DPAcWn2Ya2xrmsNsw15ozAdssN9Enw17ozUQM6FGTMNlVXhEn1Ey10iua66jrMz1ZF7sdzFvKtVtb+7I0GsytjFn7IMtiZb16karxY0Wi2stWOMbkrkbkn9bxqVuy8p1AWK+U4am/azKms0qzepK81mtihgQlwhKRlHl00uN8OIwfI/YMm8NG8hJoBUxrEg6rlYkfyIJtCpJIGyYRNwwVoKunfShv2w612wt5MxBfNMCHPK6l0d/NO0L0w/l3kFjOTBCHhauDgHd0UIsMWhcUQ5M7KQXTcgi2QmGduFqYGxE0GHlxEEPDXPi5FjD2jT+VduGOTMNtNDel56zlrZio0WCw772ILwyf0XoLt23OdMxHjO3oJtITHeYGg9i04YWQRNQ4hhkYOJq2UchZyzGLdixFsCGloW2H5gICjyUCT8hiUUBpe1g3PtgLgbJMCfGfYOiwpnnAVT4vs2Ot7jda2LJCDT2Hszeo+xH78sMzinJjTrG3XFKs79cZc1PT/T82Qv98MP3JIBe6NnTpzo9OVE9m7E2SW5WfHegHpImcu0+O+Od7Bblnm8Jv15AaC1jK9MF8/Ue8cBAqT1vRg+BLxndQ/zebfMFY/3cID/X/iDY7R4/XAt7wi9kpuvzlUF+IoJd1DvqE03uUH/Bet3h6VD8OZGV2Sp1+DFpCGaoPuWx17PAPcXl11PcY2EGR4/4cQYeZ+BPPgO3Lv8/ebyP4f0TzIA3pcFD9UHNB47ry2udnX3Q+/fv9BF8fn4Wh8aGw4cTC375zrwbFEjKvJhWOavmhdfJnwockLISiSHTuaqUONxldEglZWBXspKUBhDaJGkHPuO3wYuPrTM4KeeqhyzlJGEzfQVoycgkZBkIXUv0PFC3baeWZM8WaEn2tBzgIxkEb5npDbICThp0ija089lXylL4pHbcE17+TIMY7HpstaHzC7WJEcMk4EEl4W0f3KwjOB++3f3gPzEvmfVJyTEzfpIC/jWoxc1STvj41+AuLy51STJocXUj/2qYD+reD1vPDXMmJQrt8SXm3JAsM28c4xefrNxhB+Xi95R4UcFHkaJHUeiWc6yhAzeA6W1goqQZjbDVdH6Yfwxk8KGyJSnTOiHD4bkxXjckeQAOy8Fbhk3T8y12LYfRFj/0hnf6oECMIzBN54HoiIIlA3E/btuEP/dh2JIIWkfSqWW/tOgG37QqPnr/hZnWtxWZ+fQMeb2Ua2JipkqhIQQ1Qtcj9NKeb5URtMTbtBttSCAsSf4sbhZakPTxr3z5j7tvmRfvE3lu2TOdMZBom9nPcS3PKlUkWyoOu6kiKhxT+n56RD+mWnBLgrTZNtps6NffqAtYaeWEInvtxgmoqys56Xh1dSnvvcX1Qkvka+JsHVM/JTUd1Rys53WteU0yjBjqXCkO3OgoTEMWlbvXbr3M4oRiaoQpD00ZVSNxREgP0QWjD1yqwXDAowfiuC2zD1s45sBUTkwM8rKXW7XeO0DDfTaAhNk6YMWeXvb7bItdQxMnX9yXIRxSDQXZ6Jwpgh77hh6sCqZf1o7A8VkkYh8UoK1F0aaDMoA82XEduS030/jV8DJnjwAAEABJREFUNOKxH0OYEAN+vC/CMfKgrQuwPohdRT/ZgYJDGBnMoMq0BzltN6VRut2kjRynBCp2ocaTMchlBIxwsLPb8ZYNUObDMdbEOc/sy3kl70nv1Zyk5Er9hzEj0pxkzxMSP/5fwV6+eKEXL55HEiizn1NyNJ1aX4M2TkmU3sGnkOf/uI0j3td4ByNxdyCX2zaW9hBKV4YyG55O7wBunb3RHYg+UqhKHeS0mgwQ06kG+rYE4ReUEncf+We0H9o9pMkd49NU/q3G84B4JqH7qryvxcT0PrNvqruzz1BE9cD+Hmj7xVP/qYaT/rnGI+iJaL/1Phe2/5DVbpzVP+T4Hgf1OANfNwO7K+Tr/Dy2fpyBbzQDu6fWlsNbywHshp/OX1yd6d2bt3pHAujswwddXV5wiFty8OC1ghdV9eDXnMzLTibJk3khrqpKucpy0kfIhSwHJCVejHNKkuWgXc/ig4CalryQJ8CPkCxB7SAFV3jxSYBtjHvwrybZcZvUQYu+csIm4y9VSgbokJGk6EgO2abDcwsE7sRhvlP8ytdmqy2H+i1JoXjpDXv8YTu0E3SnxFFHPfR0gg+A7zFmbhbQ6fCDBLsihS7EZ9dDSyeCup5JKSmxDikl/BEPcv8tIyd5nOy55gB+xUH86vpal+Drq4Wub27kv5e0XK040DfMA4cUlt+//qVhIPiUcvxLzKvpohMfjrgtSJ4v4wKFS8EUGqPWBxkwh18fEp1kMRZycepAQ03QzLDlh9Bg17BODfu3wcfayZ5IBG21Xm/KwRl5Yzm4xdY+cBpd2H8ERFVigrCS/sTCD/G4TUMfLQf0Fl+GJugtfTTsm0a2KUC8tJXBfuzyKLh3A8q+85yTMvNpLOgCKp/epjDSAVvEdke/jnVNAmHFNX2zcKLlWmvozWatjkSNiCuVFpBu1IW/qkqqqkozEi+zWeaAW6muWGfkBKb4pKhjlmJ+uH84YbhareNesViyf26uI7njBM/C//Ne/00zJ5Q/fvyoD+/fy/eX84sz7jGXWhCjE9Cev5yz6swBu55pHtAngpBbZ3CwHr9BfAK3EFEgKGqpKOxGpBAU2wWELzEkxoY2bNCL/aQyMmr25lBbbsC26IOgikY9BuHcvkAOEYH7mNoUuo0kivcMwL5s4Mt+WnOv3RQgief7cuuk5bD3ejrijHjwBy59QrtHIydDHIR5gOFSlxLiqBxbkZUx0ZBiSa822QMK+nG/MSvEa1rstdKWPR+W2IG9jpa36G2P6N5SVoF4sIq+w42rKaBkPVwXONRZOsgGuvhUBW8AhX/wtFjmOZzKbtE2Quj9F9/Sq2vVJCfjW0CTCW65tlrizFy/s/lMz5480fPnT/Xiu+d6TgLo5HTONZaVsrDsAMcspZRUPgMunEZ2JGjT63qUd0a95BDlQ8HDeNZPrLufKYqHyrDO4F04RUUMg+ize/MUGI5GhbcMjFdUMbKkUMfqO53tvAwOwJRjTsSQNHxSYnRhCB6Egc1bYRyCvrodw21Jb/olaHA24H5k/Ta/5ZFlLDKWrmwgE0W0V4/+9qTfhPEsHXfkK+a4pkgd6ySwCVn0twRFvFff3fue2QOYYS7d6xSGpvmuRRgM+rUa2UPCTrmHyODOgu+Nvt0weoffEv2pg/uWA3309TgDD56Bx6viwVP1aPi7zMDkgdLyMr/arHTDoe3i7Ewf3r0LOL+40NX1VRwct9iQPlD2SyDgVx2/D1W8xfqA6BfhqspKKQECjM1nZWSZFzhMJeUoztFECLDKSSn0Fdh0ASnJn6wwgjRvsKRghFGG14PwicS8aJ9zhc+snGsAP/TTIS8Arx5I8HSAEz7NpiXxseVg38l81/kx7NHvQHwQU7s4FoPpAcwPoHjfsr2B7nULRgsd+Qx+BnzExCKc+0UdZE7RB1UGEmCBx9JxYN9y6FxtNlouV4oDOsmfKx/SLy51dg5cnOvi8lrXyBfLpWzb0KZt7D1LnKg8tz4IBfY8x1wmdIJKAJj5HvTZ3wKDrwFWBL39SOKQ0folJ/w35fAbB17TE2AP+kDckHhxcmNJXP72iBMH5ddmODxzQG4A72nhs8W336Hohf5cE1NBUfcRBO3qkLdMrE0LDLjFbwO0zEUTMW2JuYkkUPDWsREppblrO56CZYfQ65ke9ipxwlOwoqZA3FHcE+tixGA99oZEz3qz1A3JmIUTejes4XqlreeV9feJzf14TKbtOHEd5iqT/AFmHG6rmoNqpWy5QcSUqGIvgdlMLQnSLQmlDf0t10v2E0BScbFYyv0WuI77yCX3k7OPZ/pI8ufjh/f6QCLo7MNHXbLfluyzNXtRrF3OWTUH6/m87v9mCrHEYRucRTw9qP8gE+M2irxHPw+WBcCHHPOwwf8UjxsDH8WeBqyhpkDbFr0BkoINPMRYwqdlhSBIijseLewdD71fr1NLMrHx385hTzemDfANyR/zbeA196INYLwmrC3QAEMM+KSPqO3bMcBHcf+Ox4Nk3DF5KEIEHopVhd75dLQjILb/iJk973UqNFJfY9EnRuGkx4GiQjpgSDqnOKIezBU5dRkX42gBX0+Gct03zIGhzEPDnPk+0JDoHMD8msSv7wtTaFYbNSQoS8z9N5bozEmfvnc4yjhf0H2xfrDzPBlq7mV1zX4MqGK/+jmYrHQ7LkejjF01r+U/CP38pRNAL3T69Klm8znXVq2U7F1SUtxhxMcpob45nEuyWr2lBYrpLtQ9dWkxhHTLcLIkx3RMP2tBV72d47plZ8F+sIpgdfyTBvFIDIJ7cBmGxgmAp0SDzHMoiE9WQ4tPGtJNAhSfaEWVUrAMLck0ohAM2A2GpQzFtBqNemE/nz2nO9dnMHggLt2UetckBVm6pPaistPagFBNqmlbFjVse/VUhaia8BX87UJfE2ExL7XnaqJ6MBkeXRluXQC973u9RcN7Ldjtn9AX9dCbsdfPuGhK3foZeyvGojscv+9z7eQe2tLuIZH23n4nNIxwwL9Tt4/dPM7AP8AMPF41/wCL+I82BD/fWw5cPkAvFpe6OPugjx8/6P2Htzo7+6gbkj9+8e4w9AbmDCjxPuE0iPiklJRS4gUmK1eVqlQpA1JSzgUgJGUg9QBqoQN43PZPOl43UAzF9gNga7ENeuhoQ+HllEclBOFhYbtdm6Ssln6ts/0WgkKH2CXsDOhFnB2JHz9/Gx9mm7Z8A4gH+BboOpXzMTYS7RibgA4wLqCDTzrg72K7iWJKT8RHydv+3TogqqFRIkogZ6UETmUsWwbrbzn5oLRcrnVNcuDyakHC5wq41PnZRcDV1ZUur2605DC/4fC03W61ZTIpEvOWSfrkVMtY0AillCUlyQgb05n+ax+UMgcmaHaLQMVEfGINt6xnA4CdpOiTQZz45D1oaJAHTA94JA08jvjmD22st23LYre85PIuVTqgPiwO8VC24wlqx+xRxW9LrI63C9yMffdy/2pM6bzMxZ6HfebunvbtjnNtzGPoOJg7DidSViTHlosFa7fQCuzD8JZEjX/dpPW8pI4mPUDnKqsm4TOrZ6pmHE5nNbhWrpLkdUySl1XxcTsx7q3sc7NpVL79syLhtJT/yPQNSaflain3u1ytSCKvwmaJ/Pr6WteXl7okyej7zNn5R+43H3R+fsY96ExXJCEXi2t5HD7k0xG9epYMkC4j2Wr3P81Z2EOPhiVwkwGGdfdZ3zLzBtPHYXCGln3FyCFKKe0GvfEgJ66xc8sNTjw0DKeJZGEbe2bN/l6zzTfITW/hodnrLetZABmJINu3ozy+kkcb+wUcF6j0vqsdn0FR7eSmfA0a7wF2lCIaCbM4j3ha+uwAY+Ia9jlqW+1D17ODso0wfP3LFAFUOYutVyCssWUsLX5j7Iy3MTgpRsLH+2Ga7Gl8LyBp5n3m+4CfZWsSkcegwc5Q7g2Ohb6iz1IRiqMC0LE5StLHNgbbGKODzBiXb6lV8S21moSlZb5UPG2tr7EARorw5ORUL5690PMXL/Ts2VPNT09JAs2UaafsFopPRx1JfOag69snZLuCBfdv9bpRbqOdm3HnidGETeiiClZYtEDP3EIeaRGa6mK9C0//QSRqA+gwFousMpg+AKbjQFJY91SoT9Ueh+FTdoMeW4q5mOqeNn8chjEeahlQAnY3wjCwuzzKcsjurO4YpFsZ7mw3VcSlH9VUeoS+7dHdG44YT0R3jX9iMpK3+xhVPbHf36ft+2a3EdeEr10d229Yf4VnWu9KuS5KvZP2lAdjMBubycQOrDLsJMeoXK5KAh5sGZp43eQ6wz6ELc9WTa7QEKJ0oSHF1J8DprEdRlQdCh75xxn4p5uBP9Xl+k8y+4/D/OQM+CVCHMwaDmRX8k/jP/CT+Xfv3umCw9jyZhEHk44Tf7z28PJjLB7ATgL5+Vch84tvXVXKVaXE210GFC9ESdYFnyuJx14bcsgoKWo//PykoxsZD1C0FqVe1PGABDDsSNZ0vAhDEg1uWiB80ypnyf3xHrPFzn/LZ9vQDoDFMCuTjEgJO+VI8DQ8fX2QdWJkSxJoCx9xoVdnuyQlQKn0p8NP0Qn9DvSAD0He4fEBjUeTRL8pJQ3znaGTysfzxFQxd5Jp9yjrUxlXp4Su04Yxr/hJ+Y0TQhzSL84v9fHsnITgud69Pwt8jszfFFqQGPL/FndDAsb2w6HftMF/Y2hxs9aSxNESGx/mywFtE3vKf5A5vv3AAa5pVoqDHHYNUGyRmV6Dw2ajFhxtfCD0H3SGb0xzMGzB7d4BtVNsmlJ5FZkMr7vHDHm0+KUvNlLRcgjsG8Jb3gMbo2XN/DLqfhv2VeO+faAP3DKf2FJ27XFxpNjkiPiTojKKdnSfHZOBuViv11px7V6TRFkuSeCRiNkwj1vmqExKh38DqN8kKSXNZjWH0jkwg57JSbvMdYQKQ3rMGINgmNWOF9aOtWzkb/+s6HNJ0smJH/8KmPuNJJTXkATQikTj2npgcb3QJQmgi/NznX38qHPuOf6VMMPHszPuPR+1IPm4XC4igdRw+C9xl56ZXMbNzDFe00UHT1QuAVH1Mpo57AFKG7ca9MbC5w6sHWHoB2wfbp/xbyg2bmcfQNiA6TN07Afbe58YvM8LrBjbkvnjemAftyQnWvbPsIfd1n0VwB9+LWtJ2LesYwvf2jdxmLZuD9BHv8TRYjPo7C8Ginwovl2aDp0JAwylb4YH/Lmflv7JUOGaZwcyxY3FZsTodkCmg2jL3im0a89RSLHoi9sT2xa8ZSyGuJ5Z78Dey0ATCZ0194glc7Y6AGTsqV3CZ6L33mPfr3uwn4Z92ozzXZJxLX3HCIhDhj68fbQbn5iw+BZjneIaqefzwL5WxL1U8Sn2ccmkrJOTuZ6+fK7vgCfPnukUvp7PSHxlpZRoAVA67isdP3VwohaEvL9OM+SR4l76n6Uc0X5a5PaHVkXmmnVH2bFGIMkB9eEEv1cNCgYxlQfryjAoBroMyj0VzY4q/AKi9WkAABAASURBVO26tLgtf5BkbDwSdzbbReJYC3gtdw2QjUb4gxX7fqeHGvXQYylzqmFOxzb4GG3uIY76vMf+mIo97mtZce2WdctKctG9nzzRTumJ+IFkaV1pHP7QzuMzDHzgYl3E7MZChGaoisXAfQE+8Mnd7R4nE2PuBbcMezXTrJjn0SAz3MNI2Q8Y2i6Ad7D49lAEgKNSRg/7hH0NsK/5ltw0avc29U14U/aRfpyBP8sM/KniOLxu/lTBPQbzzzYD/W2bh82Wn94v/atfF2flDz9/8E/iP8o/pffBLvNCmgxJ8X4Q76qSjBGBkypecA0ZYVZIJdMAhKQKSEcAkSwfXoc6elIAT0qU1mVwKTwn47Wp5cWFV3e1ZH9arAe5rXI8kEt/HuWWQ1UkdrZbfuqOf953EvEmDicp2S7jR/y0hQTIBhv/+hcJoIZMEd3wzpvogThoI2V145gS3d0FqH7nkpSUM1BlcFbKQCJeiTnzuFvG2QoKCdboMJLCjjEyL1vGvWI/3NystLi+0RnJng8fPurdu/fAB715804fSAR99DeE0PkPSF9dLWS4uLiSE0OXF5dykujy/DqSiteXC91w4L8hqeSEon8laIn/9eqG5BCHNZID6wDzSy1IXPjvwSxJXiwWyIA1SYw1hzn/9L5hPdvxEMoKx+J38p4wyIvGCEtBXwjqDOyXnbZljgyDHg0FoScvhLda02/LbLbGHCBb4mqGb2nAy3I7sB88uL0B8jPL3a2mmpa+WpIInqcVc+tf/Voz5xvmbbvZsL+3hNSJS6bvP8lrX1W1qtlMJ6cnmj851enT00LDVySEEvvJduo764fT+8AfVMucd6zJlmvMiVNjr9OGRMVwqN9uG23hfU8xrIjrZrHQ9dUlCZ8LnZ19IBn0PsDfQjw//8i+utCyX/uWtk48MAj3yLo4knYIK3DJ11kGMP/BY5aZGxpF6YdR2k9tMOZSiKHaMOzQj/2FD5wFtsUA9DXKBn2P3R5dy35o2Rtl/65J+iwjidFE4nMFvwHWdLUB/Obf4XwASHwQcOhincNfA98BfV+9je32wDEMJnYVdkHcrhg0d4/YF4H3LHCCr3YK9mVxj40CaJdzxVzipTau8Qkg3xUawjj5E/PD+jZO9gBrkjTrSPqs5Gt/6QQO+2C55n5AUnAZYHqA69gn+/KV3G7JPjOEHxJFS/sJWPRt6MP+6a/0z7wSCxNLdC37ykD4cHkCkOiQs2lq33fBFIuPQj2vSAL5+noi/29gz54/1+npqWquveyGiVUjweLkT6eDD7rM/T2B9zW3LPfV34JjvbnN4Ym9FjXVl5RMIwPjgKIOxiRQ9gLEZ5cvb3l3V5/ymVnvu1sfaKbOPJcH6t+PHQLxHeR4r8OK3L+rBqtjPu7THdjb1DAVDyFOZVOa+aMg2R+D3bipAeX95UFGg4uHGhMBpbRym5Yfjhj3M2kS5WASOCqEFN9TufpNAaVshxvpiIv88+u+889veKvFEPJ9Hv30Kg0H68L9/vVjj48z8OeZgcer4c+zFo+RxAxs4yHVcJi4XlzF3+N4++6tzjmI+dczNrwQdzxtc/8in1ISJVqqvBEKiRIvQylBpUopsc2hxatxCsuet42QYJPRKSMPqLCCtgyqtQ24sNijSkCmyvjNOSmbNxafBOM2Rigy0CJufRjlJX69Wst/v8bfRvE3VVY+WHBQ3zKujkOrH7zDQXXNIdmw8UG115dhEgd947YvJEug/GjfwTFZmSXbYP73Lw6TuUgpKSXD0CURuAzQi7EIu8yaiAlvleSEmudjvW50Q5Lm6uqag/k5e+OM5OAHvSUR9P7dBzkp5L/lch6JoAudn1/ENzrOwKb9zY7AFxckhS455F+Dr+S/J7S6udGKA9yKw9jGCYrVUitwyEkIrAwkgZw0csJoiZ0PbU5srFm/tl2TB2jktRNraCh0q/FdCVKsYT9UkDcI6EhpaWRzq1r8BZjp4TB5sOeJPlr2WhPQcIgHuJ7Mt+h2MTD5vb8R4Wjod5R9IZG9UemvIQEU8+U5Zk6dBCpJmFZxsOSAKdvST2aPVFzbMw6gPoiePnmiJ8+e6tmzZ3oCfXJyUg6nHOCVEy3YH9RMl4spZfZMQldVlSoSSTMSRv4mYOGzcsphV1pDQlTuF0i0E9moLXPnw/6CvXZxca6PJKDfcR969/at3oM/vH+ri7MzkkGXWpIU9Lc4WpIEbAJlInEPTi0YZ6oR6E7WWwYNwh6CMqVtE8D8xXqB7dey4quNdtGGaiez3IBD+rH9AC17YICG+1DLurSB1+wRw4bw19AbktLey/7VsI7uvSMKOAa6U86dOyg6YqMhNDLT7tfYTcJqUiH3HmyxGaDEZxvaGxncCbggagrspOB89EW7oHfYfYjrRrGvkNPe92FDnSvirwHjLIjwi8fACl9EB26YM1/f3sMNibF1JGUWJMqWJQnkpA3JYN8LvMfjW2bmDb5HcN9Ymg5YslcKrNEZlk4EoXNSecE+8q+12ocTQ9Y39BffDCKOsnZtrLsDzZPkoMc1KlB6P8Q35bhOrDPPZYFmv/hvpflbP762njwlCfTiWZ8AqpV8LaTEDLIHaBbXqnEPCTwUZnEg78W37W5LpuO41xl7aKfvduSEIvzCTYMtkv36Xv2RGKet2TgUORxjg9UDlgf0CRe2vwvsh914lzrk+djihiZFnaMudJBfVBUvX9S0b2QPA/QiLjf2VwySNfQ1y/130O0wuh3zQIp7/X2W7nPQExRl4O7GY5tiHfeZsJ6u0D2x3rlO4eSgKn1YGN3ushgW7cGo6pv0CJuewgEFnm3KfY06aA3x2CxuEuID0xt7fDbfUhlQ7pp6w4egVFVB8nYfyD8O9wP44wJ47PlxBv70M8CV/qeP8THAf4oZ6G/YPMn80GlWKy14eT57/17v3r3hwH+mxdUFh/QbXhi2ylVW4gU1IHmCeOj2B0mzGVFGH8BDLhkSwng6JepsiXAiQQnbwNDWFF63PxmRATv3LWXlhCAlIQKgKQLQGEmh4LnJi81ms9WKl/olCYYFB2LjFQmE+CbCtlXLGBpws91yENtqs2m0Bsx7XoaXcLk/0WeA+s/AD7gX34GYsTs0XyM+6JtOOo4QYlwR+8BHFzDGbmLMWBJzmZi1lJJSzkopScio7IXkYKf1ekMiaEly50ofSPa8f/9Br9+80+tXb/Xbqzf69bff9Nuvv+rXX37Tzz//ql9+/Q36FbLXev3bK71+/UZvgFevXuvV69d6Q5u38O/evdPZ+48658B/eXmh64BL3Vxd6frKCaNLEkaXyA0XcjLohqSQE3r+1TEWT1lSXSdl9lPO7IAAhRwSeVbPQY8kRL//oaal9QvxIMCk5aULNEjuxC0vbAJa2rd7GA84oGZDRrntwyHelj5Y4uaGaEDfDfvbSbVIqPngy7W9IbHZofO+ECtLSJgneVIyB/TZfK4TEj5O/jx9+lxPnnIwfVr+Rsn8ZKZcVcWeuvUYwWOJua+U66zKUNWqZxV0rSpXZU+NxmJ7JWXaVFVWlcSnU8f15wP44voqEj3vuQ+9efOGZOMbvX/7Rh/YK/FtIJKJTgA5MdBySBfrk/GQqQw1lSGzAwIsR+8CibQFNILX7Bbg034NJQHTt8EB7lXjDDJ8QFI8mxPwPBNbG8meDfeVDfmaFXgNLIENfJE3JL5iHIG39NyEv6FfxyASDwgpXQ/0xRqEjhYRP2ta7NBZZiAOc2EHHXaBQ4IvigeyQzExvWgyPgwoZQ9T46M1NIUOv+4PGylJQGaWcp6pngP1XHMSI5EgYQIH/y1JeCd6/He7vJ5OwpTEzo2WJIfX/PBhzb3b9x/bNST8GpJozfAtKieBt8xlt9EWaEnat8M8gplkBsp8OlYD6xHt6dfJuIb72pprxUkf97PDS+55rBf61n16Ld0e0Php5TWiA/ayoNltjC32Hns7Q2fj3r6sg2Lv1/VMs5NTPeUae/78RSRa69mca6UOfaf+k5KYSh3/oDuuQDrVQQ8TjuZrS2w777WvdfSl7ZlISt8aimd3z/SIwVIKk6VYmcKNNc2CHnAwVPAUL2kBRBMCTyEo1dhHYffqVLj7TIrFQ+r7vfD6JsNDPO3bjLtsX/xJ7v547m3+hU3vbxYrdm+331R52N0hP+0s7he9AYgy1fZ02Syh88UVxGRt4Cm97W20Nzd7zG3bL5LY5yGEo11UQbEJA7uCDpPH6nEGHmdgbwZ8Ke0JHpnHGfj9Z8B3aXoFxZGDn7Su/LX6hQ/ehksSPxxUOJR1JBKwjJef2LzwIQP7Z5X9D6Yx4UGGP58DjBRvrsjAiRfhwtuDZeJjukDYRzXoejXOOh6KAbx0GvuFjGMHBqWYbnnQtrzwb4h3w4Fgs1lrtVprebPUgoTBgp/4Xl/fyN+EcPJgw0HBiR5/K8I/mTdsOFgYGnRb/Gx5sWzpm0LPpS8xlq4H9Z8O/BDA7PcrBOQ1Yok47wcTfUOJ8FU+SSklyQWcWOEBBN2h6MRsMwHr9VbXiyUJoGudfTwnQfhBb9++1SsO6K9I8Pz2yyv98suvAU4Cmf8VuXVO+rz+DVuSPq9IGL365TVJodd68+atPrx5r49nH3R5fhGJnsXlpRbX17pyAujiSpcX8NBXJCKvwdfXl6zpQhsOhQ1r1LLuhKqcSTiQeKhzBZ2Uib2ARwLkApp+vN9GaOMMa3dTkyltU38DYCrL+C18S7+FsqOWOTM2mMa7SXazvXTg3naKwperu2Awtn6gGddA9n22PuRycF2S8Nz0iZ+WvSx2cZUzh8xKKeUyRyR1KuZufnqi0ydP9fzFcz3lQPr8OQmgZ890guzk5ETV7FTz2Uz1jANqVSsz1/I1bVBSyll1lTVDP5vjy/444J4Cbj8/mWtW16qwwVSZWByPSNB6n4qN6kRs22215bC99vVLAmBBEtB/IPr87Kz8j2Hv2C/v38n/a9gViSDrl8ub+JswPqjHJMfslvVwX+JjnEMOEwX9BBed18aAIjaCaQM8bT3rBdwWICkz5YVN9E/8rcFJBu5Jvrc4tsaJBO4xjcFJB7DXqg3MXZg2iqNcR4dTgLVvQx9X2+PSn2McwLY78L6LuIb57nHb42JJWw/ETGCqKMmSHdAnhS7ZvxAtY2uJuWXftcHvTDMTntkbdSR95nLCoyYJZMi5xpAZjzYta9eQbFlrveR+TcLH67lcXpMAugGciLkhYbYCNgUmSZ+Oe31HMqiLWLYy7rpGBeC7jr76uYw4O3JCAHE3Xh+grAe+uac4CeQkVMEr4loCG2LcMO410AaUOcU1JTNXIBmXcWfV7PX5nOsFnFOl+LDHG/a7lzFh7GvllATr8xcv9cTXmq8z5itn2zP3FKWkxDymZA9RmfgiKGFmFfxFLhx6aciWiS0E93VR4cDlICim5yDOXS/uOuYfguLWwZZrx+woNdPD0MFENyF3A+vNbwsGhRybtItH46fIhp4OBjBtxz+gAAAQAElEQVRa3U+Mre8367XTIfSiCWrjbjIRPJz0JXPE+vOiO+LgQHR//AfGd7G3nAyCAd/V8NvIh14G3G/G0Tm3uRAVvSfWMKiL1Ny3nlv7fITHGXicgT/XDDxe53+u9fgnjKZ/6ATaxgvtZtXIfyfkisO3D9mLyyutOFhtOUx2fmnlbS8NO5cXWd6wb89b+ItnnTDv9X4pMpTGu0cfBwAs3MQPyICeV/9y1eKkjZd2x1ig4YDY0H/bwxbcAU7YOKGz4sB7Q9LnanEt/12acxIHZ/HtkksSQdccKG7kw6UPXg2Hhw0HsSUv/ivwGrCPLYdl+wxQGUrnmDyMACreyC3r0O8K8h1zixpsjQ23DL6RoPO8MSeeu46166CH/lIqMSYWM6WEJeNDiQmvvG7ZgYtMsq3XLcdyM/XacGBaO7mwXMl/+Pnq8lrn51c6Oz/XRxJDHz+e6cMHw0edffhIcudcZx8vdH52rrOzC31E5sO77c4/nOvs/ExXTvKw3/zff9+QqFuRsFuBy0FwoQVreXN1rRtj5OUbQEttfXBm43AOl1/KfbSZ4ngB5/AUWIcf77ydbORMDLBTQ1kIokQfrnrHQSJ3aZk9AxcVBSr2rzHtiRU1clsy6UYAGuq+lOlWuD5KW9jbHkPRR8ce35Rfp2OdtqyX/76XFzsRbKrw4XmhfU5ZFYmd2fxU/sbP02cvFMkfkkBPn5EMevJE86eAD6fY1LN5HG4zh9qML/WQq6xUVapntU5OZjqJvyH0RE+N8XGKbI6u4oCbUlJMArF2wECzy5Cz/zxnJPc2mw1JgRstWPtz9k/snXdv9PbNb/rw7jUJobe6QH7F9e29suY6bkiy2F9mogu0yh6nwRPd9+c/lE1n5QszYaudXfC0w3bqI+zZbB5yNEQv/w9VBhIKLX23JCOa2JcbNSQqGmRNsyyJC+SF3xKioaEn/6iUvvArFmiMFQ0h90F1kIYYAHRLrF3giIN2GuyhHXPhbY8ZslDDUoK09Bi4f5wXVTAmy/6lxi0xM+42Ei72RhzwtsruByIzQQVqtketOs+UnQjJNdqEDwptGp4tno81c+S1C2C/xq9ogYOPNWUumTvPbctNKID57ohBQIuvFh6vjM3zSkx9LAmJuAdaF2CaBFHL/mq5//sZ0JBsbPgBSPTnb8u5b559a34gYllDUspxNtz7oh/3RZ/hjxG5eKoyE5chavZ4Sf7MZDqSpR4209U1jg1LDOezEz3l2vru5Xd6QqJ1TuK0rmfMWebOSwP8pZSgM10k4HNL34bmlM9tTO/7TWL9Q+QxBHFH1fd7h3YQJ0Ym9zIGl4pq5AursFP5MIfDvJd4WpIcFhqKyafrqa3pAYaW5geasVKGPgfpHr4Vr7XTsfQGPbL2GOyrq2KyLywy9vQ0wl64jybtbDvAvpE5a+4dnY2+EibBfKWnoXmJeuDAtwTI9sq3j2HPfTAOwhDMXlX2KqJeHXxPq79Xof36Mvr8elePHh5n4HEGvv0M/B53om8f9aPHf5wZ4CHh99fx1YkX2jUvwDe8/Prg7cP28uZGPoD55VrODgB+d3bipYMeZOOkcGjzgyz00PHONPyPWRiVthCU0ryVZbzPq4PYbjtwATS84vhFvlWLwdbAC/vW38wh1m3AVtt4+bcdNDrH61/1uiH26+uFrq4udU5y4YID4gW0vwm0ZIw+cDT4aDiArHj5X63W8StiKw7KG2RbJ4AcZwAxgV06XkQ7iAJ+wbsPMDxS3HYQT+lB9m0wnpnkjnmN9QB7bcI3IScOH5wrxHDkD6bMt+e6U+u1M4SLxKtJNFDKvJAaVAm1tqzXZrMlobaWE26LxVLX/iPQlwvwNbDQFWuwQLZYOIlzQyIHuL4pOg71V/5GD/gGOycb428Bcejfeg04FG5Yj+1qow2HwNVqGcmA1XJBYuNG5v2/hDXYN+wDTttqy6ZWZjQel2+0GSLHQBkH9Fh8DcCAqCclQzs5Yoh28JSMV6sgx8I0QhepD7wwWCnAdEscjukQCNQF8HxjeSsIZLeK+zH0ihba7QKoKDiUwYfUlgPzhr1d/uhzIy4uGnYcLpNyYjQpKTGAalZrNp/p5PRUT06fyEmfJ6dPdXp6ovnJqWoDB9U4nM7mqoE8m6mac7ivgJQkQhG+Mgffqqqwwd/JDB9z4AS/J5rH4bbWrMrCRIqvDTJD7M2W65sAJW8sdlxmQ3aWM4b1ZsX+utYVidzzsw969+G94m8CvX1LovG9zj9+1JW/NUZysOHa9rjFtc3Us1MVkDV8WjnxYwiJ9wuG1u+gRbUP3k/+5hdDROdifcGMgLgbtezBAPZuS/+tMXu4Ye827ON1jxvG1CJvSRS1tKEhjoo/x1DmEh4m+iQ+OuhtnCzqYIFRXuiIEZkxxhTLB3CUBaI/j9uAPc6w7Qt9mioomdwH2rSsUQu2H+OA8OO+RPiJrZCBSt4POYMz+wSN+uvJbXzvNaz7ufH8LJkjQ8OzKBIzJGhaJ2t6KLGyl/v+knGmT5JnObDppAo6SYqtmYjFQP+IZR8dY+hI5mxZiy19GjY8A+LbcvwAwfeWpe83JJvj20DsqwF7Pde0a4CWdY691sdBF/inP4KpSXhNk0C1Ezts/ORfVQXX1UxzrrFnJFq///F7fffDD3r5/Xd69uI51+KJcp0jfhxyRbjuYRhYz5Y+B+Y+7Ib36R+gY1t6qINltx/ZIP48nCfmUzrEzGXgXeUQzHkLGkc8CCle2hDtqlsOdyoaRpuJpDiYStnTwTJSSH3GeO/rea/LY8w9jSOcvs2ULqJecrR9r7PhQBobLJtAyziPiLE46hj536FMu5rSk66mMQ70gCdmX0ze0e2D/bXssWI8RNWFZNy7Vg4q038wfM14v6btHzzsx+4fZ+B3nYHHa+V3ne7HzvZnYHgs+TBhDU8gDiINh8Ulh+vl6ib+x5Q1h5Qth5iOg1jHE8sv7S12HbQPk/E+RPN4rYwDW0dCplVL8sSJGuPRFn3DIW/LS/dm02g1wHKtG164b25WJBKWuiJRcEVCwN/cMZxfXOj8/LyHM300zU/8LbuEvuTgN4UL7Ac4vzgj+XOmq8sLDo9XHCIX0UeMi6TBlrE52bNh3D58bJA1JJFaxisGlXKWgUoJXgbGOy1dCK0YwFrTU2x6H7oJO6Un4q8ii8+OZYJi7jtD7zEl4qMocOJVT7yU2BYD25UmtFXopCxxgDIkDnMwKJLPf/IBbrVumNcVyZ2lrp3cIZlzRdLHsLgi2WMZyaEFh6kb4Jo1vva3zFjnqyEBhMy/qrfhMGZoWAuvx5bDv/mND2A3SzlBWf6460L++zZr1s6HuNYHRfamGEkB3fowCmQJOF6Kvuh87BiBfWC6aG7XqJVdoSrYngwIfGkRU2vg0NlyYIzrCNWuMOFmsDW6DfZlONQcNrAfZFyfLddZB7SeH+9prsmO/gkDJ0nxLzEq4p5xUH1CkufJk1OdPH1CsuYJB9NT1TMfQmfKrHlAVZPEmWs2n2t+Mkc/V0XyKNeVlJLKh/4hUpVVVbVqYHYy09wJpgDa0V+VKlXq2/h6i53mth39SVWVaJuhsyp8J2LvGMeW8ZS/EXStS6719+/e6fWb3/Tm1W96/esvevX6ld69eSP/raCLs4+6Jul7w95q1ku16zVboyW6VpnaMKOaeQ56ANGnVGcF3kvAMK9i/QZouT+27Rp2w3VgWIN7YB83TmL0SYI2kj0N1wzJC/ZpGwAdC+KYOiICnMhARvcRIwEjt74Hx4B+J6dNzxcL6rCxnKZRkI3YtCEE0cfQl/FOyvgLU2o3wS+FMZjZBm5Zl+je62dxTrLTzNpmJrPOtYZv/uRcha/BR8P8rSP5s477x5pnge/DvqbXXP9b9Fvmbxtz52dVp7g301dm/oY54E6klKXKkMR+kSKMJNURR1JGkLN2H4LwmjT037Av1gYnfIBI/CxvtOKeFYkg7jtL+EgAjd8I8jqzng0xjXMg+jFk1ezxmutizrVS6BmyKiBzTYTM1wPX3YsXL/T9Dz/q+x+dAPpeL16+JAH0BF+VUuqD5hrpGLfik6KWel3PfXvkBT3mteytUh/TF1lKBd+qD8I+YDG/LUF4Z9mP0pz3yp3mRWGzQkVt1mBmaB38pwbpBj3sRT0yd01C3+gBaHT1ANvPM4kRxuVbKI07bM/PkTn4+8U09Nz3YGQYxF+NvR7f1OHdEXlSgZZn72DEbQcSYcy6Sv07hUPHv1/5RxzT7zd7jz39g8/A4+Xx+y3wY097M+CHz0TghxNvPC1Ppg0vwUsngHjhXfsAw0t4S5KkQxcJBLDtgiZR4AyBH6eSX8EFyysqL6pb7Jptf0DADpFaXpK3/sYI/W02W21WG60MvICvl6s42Mf/0OVkAcmBSxIDu0TOZfyakH9VyImf8/OzSAidXZ7rwt/s4SBYbK90QbLnErCtYdBfkihacBD0C71f9iO5QCxOYJhec7D03wTa9nEzJA4UWZmDQ/LVCtb4RltGrfFzyFsxyAZs2d1w+x3rtuTu1rc1pdekTMwpgXNWyKISi0Xx2gTAR7EyKaUdSEn+YBZr2LKGHWvZIvC6SswRE5RzzXwZZjKdJu0wZW+4Pzy1icoAQtHhpCVRsWUtOvZNx/wLGZ0p0Y8CSJ+AWw59HbbxqxvYmBdthA5vpUzpItmr8z2cxFh6CDMbG4KZVFxC0a2riTgzx2Z7ZBJgHbHz/m9JHjSmee1rjQ1Y3F+OBUALYqDui+cH0jL7HIDDc0OitQXKvBILZgnIObFOiTXLms3m8jcR/CtbhlOSQHNk2d9Y4NC+w7Xq2Uz+VtBsfqr5jCQRNgkb4U/sG/kDbf8+AM9mtU7wdXJyEngO74RTVWXMk1IcOQic5LDYDyl3SilFXFXOmlVJthVztiUBtCEpsOYQfrO81gUJ4A/+NtDr15H48R8gf/3br3r75rU+vH+vi7MP8q8WLhfX8j2m5V5Ghia+AVRJMmT5n6iBLDkhVOUswmN+2iLH1v0HsIaxjvhqPb/cvxrumztY0YVhrXXoNvAbRd/s3zZgSPx0eB6AOWCMGUkphS+0a+zGvT3okNFGrHfEpriRI/F+wMZyg5sjDTRW6Ed6R0T/URWP1uCN1tT4KvFDH/zh56zEfAHM2JD0qfMMWYUky5+G+BsSJp6XJXO2XG5ijsw3XNdNzA1joLexd/aDhj0S8qneY+joA3AHyZXB82JsMD2AebzRj/tzv2sSPjc881Y8G25urrUKWGhFwme5WsTfGluhv7lZaHF9pQXPpQVJxcUCmn21WF6RvFqWH5jEepMUij3S0lkmtqSaRFAkfOqZ6jnXz5zrDVwDp6dP9OzZc/3www/64fsf9OMPf9HL777Xk6dPVc9qZW9EPHVcGyCKxyJmW2JiC0D+McVj/FY9p/sdlS2kGPNoSf8Us+xI8dOn2CGlsvQhEC01tun9Fb6NnVdm3L52lLn7Id2v7rVDdz27ioHlQAAAEABJREFUj4YxT6VDgwGHbo8JyedXx3z0slTmYfR5LK5R+fnE17vr43TXE9Lst4UHRDr0P+A+AG6dUAdCJC7HpdY8wuMMPM7AV87An7L5A+4kf8q4H4P6R5uB/gUzXp54SjV+secQvgU6H/aHF09e3v0SavBBzdOQEi85AyDoeF3a0sZt/TJvvPVBHR9BcxD1N25WvCgvSTD5Gx83vHhf+9e1wP42yFX/rRAnbC5I2hhfXl3o+vJKTgpdkty55AU8wHqSP5for5BdXWPHS/o1sODl/JpEkpM+N36ZB0ryZ6WGZM+aw5v/UHRjzGHOB+UthxAfzBmK5HFx+EwpK6V+nJp+kMkwyKb0oey27rZkaGP8OS+atj8GSQ7bVUrQAsC2tHeWJJbR2DKhl/WMd4cZu5L8sZ3BiR+2glhWGYs38pwqVRmoOLDwk++UKiVAXVa04Q3H9uqSXSnFvxy0nbQc/g3iYGY+4zi7AY0TEE6mGL1/3UseSPHCCzydlLd2aBS2GUTGg92Aj8kGnXHOHtkO+nBxTi9ubLDhgE1LmXamjAymw4Jry3urJa4WWoZRaeKBgDM3Be01yHFQJjqUcUhnXzfbjbbs7eCRyxPGPHbE4MYVa1TN55rNT3Ry8kQnJHXqes4YarWsp5s0VIbSX5KQ5+x1rlTNZ6rjkFppGLft2t6/+0ChXGXVwOyk1snpnH5mOjmZkUCaacZ+qdh3GVAq68auYYd0CpwkqzyXifg74vGYGt9DVje64UB+cX6hs48fSPq80/t3b8v/FkYSyN8OOvv4nkTQGYmgcy0Wl1qQOFqScF6tl9oErNWSVAogKRGJGuZsC5hu4zCPjbHntIc2vt2zJrlj4J4S8oLXxOb7ShM2G/wD7G37ErtHjKNAKwVvLMYLG6XwGu08L6Gggh7l2DEfwkfMOXQL7WLZPtD0oORM+6ksm4nKBEBfXkvMWvveA9TWgYbiK6ZmoWr2SIATHqxvzjUmiXlotWZe18z3ekz+rJFtmMeGS2JL6HRGTYOYkARhUOxvdAlwoiv4regOC5dO3i8Gc7uxw7UGKsfPc631fZ712pD8WfLcueF5ce29wTPkmsSOkz0r9taK55LxDc+SxfWlLg08c85JPJ59/Kizs4+6+HDe768LXdF+wXNmvVyqYS81jLX1HBFkTRJofjrTUxI+/l+//Iefnfw5Jdn6/PkLPX/5nX788Uf967/8VX/961/1Ev4EWyeOfAGU26GfsPrDP8xkmV62R9ybHxxRrOS+db/djJISa6hbn+hvImU6J9zDyUM/x1ru2YxMXFUH5umA/9asZ+S2zxJSHw/7uSzEbbt7JcVJmPSegj5WeYmLfEcFfzy8UH2qOt70uPReX8P4J+Mp8zEIBtx7+YIu+pYPQwfdHTaKcH1v+4TdYbs/M39rKJWOXsN/3Bgee36cgT/fDPy9b0V/vhE/RvSnmoGyAblbOyqQb+QtT6iGl+OGw063beW/u9PGYaM8VuWXWQ6QbpJSAiWlZCjetuha3lTjwGg/vGyHH3BDYqnhhdiHoxUHsEj+8ILtXwdy0ufy4ko+yJVv8lzGy7Tl1xzwrp0Uipfwa12T1BnkVySF/NJ9hY2TQwvsbnihX+J3RYJpS3/NtlHHuAhWHl8koJwA4gV9tVrJ/JbDWXm9oU7qRwxdCnwCitzz0cENYL93Aw5COeBgxsrSASwstD2Xvgp/N+02dwHDQJVU/kFOC+sUXo3dyahLUr+eKSXIFHynMn4vf0tFkcHNxSelpJTYA0AGgkbuYpuOqgCSDmCz0YLzPn7No985DAFG4kUCQ78wBSB3p6xlC0T8rIPQZSAaTCq3VOhpZ3kRmMKvfQ+Qgw9FVIyDEwY1XJJykoKhoiCclFYRykH/mfYTI4m4HXNrzJ5saeRwjFHumfad9bJbHU56soferEdlHhxTw2HbwIHa+x+Q54J59u7yNSol5aoiAUMSZj7X/PRU85MT1bOZhFx88KTWMQMNED0ytsxhtq5m8uE0vh0Uh/xKMU/YRV9g22Muz0dFm9ms1gnJJv9toVP6Oj2Zaz6fqaJ9VWUiSvTKenEP6WKk0Ehy7K+En6QqJ1HoolPHfWXLQb7ZrLTyrxb6PtD/T2Fv377W2zev9Oq3X/Ub8PrVb3rz2yu9e/1WH969Ad7p7MMH4J0+fngPfNQ5B/pz/3rpxXncfxYc6Mv95ZIEUjngm7d8wf1oSZ/l14JWJDBWzDnzzb0TgnnbikpUE+iUWYeMJDO+Ae/b0A4bBbQKH+wX28PQshTPa1B20tt6vWwzYOvxYPRJsL9MdIeGbt/S/xQUa0svRTk2yTjJLI6x94Yh5xp9BCncME+N1uttJH38LFh7/XhWtJEExmFZcjnhk9ysByPFOG2AHfOnKURiqHQVc2Uzw2ADTdg0aVmeVs1mq/VqLSd5FtcL+dmxYP8seX6Ub/zcxLeAbniWGLze8UMI/1oxe8wJoHP2y0cngpwQQnbFDyNst+TZ43G1jM3z5tjr2nv9RE74PH3+RE+f+m9snZaE0PNnekkSyN8C+uu//GskgF5895Jk6RPVJNESE+FrNuJniFwO1ExR1K6Sq4eBg3mY5VGr1mvA9DOdR/XHhNEl++KYTvqM2HX7QyixprHMt9UHEqxLCTlk4PurY1afM/r7ve+0MUs79muoe13tYvf1WLphjBR5bUOwswn2d6ruDXuMIQIduWHdi7QtrBmDrQbIWQ/zPzT4FvgwiOJzkO7mv8j/4erqH25EjwN6nIFvMgO//73om4T96OQ//wz0W69HZTyZhyMCPyTjRc10Uk6VxAtaPLA4PLbAlrdQkPxJiZc3Xk4F7lQO89a3JFQaXuq3POEaH9LAWw6+G2R+6V6TePHf/FlwgFrwwn3Ni7cPVhckdC4v+Emrv+UDvuYAds1PZ69I+lwDA762rG9zyU9k3eYKfIV8cbPQkp/srknwbOjTL+AdMTvebcS14Sf/G619aMRm7V9zI9nVxaHTVgU8Ro+346WoK6KgBn6QWTWlzZcXqUE64KK5qy5Wpb7L5lD+KevEmuyA1m4wwkigcMGStfThLeVKXvsMn5QlQ1fW1/Pi+QyMpnhJUD1gx0TJ+pZ5D9seWxh7CWu3AxGh8J6U2XdsIyW6oyDT/oc9pPJ6p4wBBZsEQCFw3FAabCAmhd6Kspcl0bCnCxriCg6GAkk7YoeIMrgYsELHS2cYRxWxhfFBB1gRGjXj8Ly04GJ3vB77OK6eSNvoyfaeA+G35Tpr2NfNptGW5E/D/m7Z3+oXpvPi4KGqas1I+MxIxJyQkKniG0A+sPu65xjNkBr7A4OG2WfuMuOslGlfkdipU1ZKiTiS/OkwZqSQHSCxPMpV0gz7k5NZSQLNT+RE0Jz+5ySGqpxFwd5tgIixw2enhLTCvwEUvIim5Xr2fcX3k+XymkP8pc7Pz/T+/XuSP2/1+tUrvf6NxI+TP4bXr5C/1vt37/ThveGtzt6TBHr/URcf38uH+ov+IO/DvBPLC3+7kIP9lTGw4L5jme9b8euy8W0PEkD9t3489633BXPgtSjQMQKPBUTcjt3UAJl1MQgs6/u2rbH5ADEXbtH2GD6bn0JL8w4Bs2+yb4fg3lLmvXcGohR79w84jgJbhmPfDf3Qwejfa2dIrGGtmj2RcxV0zt5PIvFjaLReG9ZqwA3JstZzxd5sB19J8gJnFjpLyiEf+priIVFWZLYlKFoMpci97wN6P12MZ6ut9w7Ppobro+U50RkDW18zXDtbkjgbnlOr5Y1u4hl1LT9fvCeu/FxiHzghdL241E382tgynjtL9sPaP+Aw4CN+lRr/LWONEAiPmWJg1Dkpk/ysDSRhnRT67vvv9N0PP+rFy+/03P8tPInZivlUykxLUvkMWMxPgSK/r873KR+u87ROrL3bJuxx8pNdp9vt6Iel2pN/0s0R6z3RVzEPGukdPRA55Q7ln0fMnCvuQX9MSNH9g7p+oOUxs991HY53NkgHfHvIR66H20afJTk2FZ/l4E7jw1Ec8nc2fFQ8zsA/7Qw8XiX/tEv/Zxi4t59fQMULZAUQU5U156eUp7xwPnl2qidPnmj+5FR+OeX9XH5PD6CKVyFeSJUqKXDeYV5Tbd/w9uYD6IqX6aVfpFcbbfiJa8NByUmXzWatDUkYvyz7G0GGDS/MlrvdlkPstunEezo/6e8KuG/DtufBbUCrYs8BpWmx5XGHnX+jJMXfnFG819i24Se/G2Jo+Cl0w8t+y+HYZ83kcShhGKaMt5MPJ62VSD3mHZhCSBmojhenAYoHa7rwaK+HQNOD4taTljSwpMPqGCD+ZMFF9C/qFKD4jP5MhMQVFklKzEPOmWU1VErw4tMJZUd8Bo/V8xKA0iWhtw00JljYlhFg07IXnHQwOAkUSpYIU1okpQQoKVcAdGzIJD69J9YSpi+WQXJ4ookiVthpaeOk1XcwUeQJrWis/lM0ey1gKL3+CCKm0IMV/Q02EfjAgB0Nlth5HloGb+w2BWPyLQrzwbKFJx9o142vrwIdB1t/E48o0DN/EDllVSRkZiR9ZrMT1bO5anjlGhtH5zkpgPk4whaK5ZT/A7IcfWZlDqg5V8o5y2uXQMUJ1hhTByvsq6rS7KTWyelJ3GOePnuqZ8+f6dnTp/Cnmp/MVc1qpSop/IQvYmbeihPTROSbjGW5YyU7Au64XumJw3bDfWS1LN/quLw8j/8l7OzDR318/1bv37zRmze/kQjyt4HeyN8Uil8bIyl0TuLo/OyDLs4/6op2V+fn4EsO/gBJ6SvD9YUWTjID/vZP06zUNhv6JymiRk5YGBAQLnE5RiiCoyZu6lKg934FC565Le0YR9CF29lLnmI6AScVDPIc9b7csrTCH6XQxYPt96AXD8i+7cq8/bh57FGvITdi0+2wj8F9iKNLglKuM4gkEPtoRmIjszoC3K7h3txwX/e9d23c37tb/Cs+Lb4MjAme7SKahqyMIyKSYk5tZ76b8G5nmQF520kR54SmbUvip91u1PbXxRbeiaAtfLNdaxvPpg3JqqXWJHSc6FssSDD6hwz8kCK+ecoPG5wQurle6BrwnvAzzM+65Xpot9KSRNDazxuPt59DAiYu19kV4DnLmp8+0fOXL/T9d9/p5cvnevbiuU6RzeoZc5q4HhK2BqMeQ352Gbp9cEPP59TYvGEqu4++O9b7Qxl2Ib7v6K5ca+jvLENDMGUwm5CIzAHjPkT0jcv949zv7HNs91t+IcfQxXURrblUgjS2wNeP8R7cvZ57Zr8rMwR8f6e7ud1R97f4vbTH5vSY7PeK57Gfxxl4nIG/1wz82e4+f69xPvr9U88A25AiVby4V3EwOz3lIHbyTKckgE5PTlVVM94HUrxHb3kZcEKkjbfyLN5KxVupIEbo0Nluy8v+hgTLxn/rYbnWipfqNcmgjWG95ifAG61JCvlXtdYc2NbI1iSIrI+fwvLC7IOBz3mH0MbBgQPfVrzEizFb/TkAABAASURBVORP1wO8k0bEqS6pSuXF2okgD6Al2eOkjw8gjm1LMqhDJj4J25SSqchRlHF2Kv8QyzrBD1A0pW5xD9Bvx0skOQ83iBaJOuM3GyPNBwBL6YBJSRN60uNd0v3WbpzoLY3mhXJtEDqgbzTEKj6mC5RR2YRpJALaUZSTUjJkpZylgCQht61nprUfWpR5wE9xiAqLoDGgpB5ySvjs1ylVSrnwEv5TwmooXTlvog8JfSdAmAUUbah2laPZcaZGczMq/qdWU9oug99V0YrB9Jg1HyjWXTQI1MuMoqkJwNatvwkQdkVTapQH5S75gdnIxrg8N+zB+PszHDq3XGsBHHDlwNAFYn2EbU2iZUbCZTabaTafq46DZkV09mbXnp8C0Y6gAmPx/2fvXRjjuI107ReF7h5SsmPZku+xc91z/v9v+vbsJtlNbN0lcqb7e95C90wPOaQoXxInYQsvqlAoFAoFdA8aHFKulePPnIVt8eJfoEtL0ccITEW/plQrONjp6Xdz3uvswUYPHp7L33w4f3DOM+dMZ5seP6pqhObpUbsmFW7ksE2vI3yIxCSrJqibeMnecSBz4UNnDoFevnyefxj+++//qr/+r/Fn/e+f/qy/GH/mEOgvf9L//OXP+huHQ3/77n/1lAOg5/41Hw6BfHiU4CDoJYc/Lzn8ef36pV5zGHD55rUueKY51m1O8cOO4nbzRYJFMu4xZvCWMmInDrBMjtAaIppmQPayYLwFhDo68qFbENikos+9ngtg9mLhXL3AshuRbo6yz+SNzv6POZ8pbc3DPtX0KQLKgSAF+dFqM1ue5VsfzC3gHhhty62DjPbkmayfDHPZ6DqfGI1jMs5C0wWz3Ha9PkxZH7Mi7YjNUlhRj8JrUx4TmPjc8mHQ6MMgPr/8eZH3EPdSfmZwcJT/WQBj2RncWz442kFTl/vuYo+LPAB640Ok/Ix7q1Z3IcdjZK1q8ZE4DNyD/ntAH374KxkPP/iQe+JcHfdnIUZF/mfnF9p457ejCPNqV1nx+lHX5Dly2H+UFRoXcHCQwk+d2izbqlfLEnKXk2cfkfySpZIL8+BcNix6H3Bfvo+6VjPjcBjv197ad2nlwczgPplH6dm0gRtQbpD/G4jrTzNGbmEMMT8kGC3TvS8uTFbeZ/cRuI/Av2oE7m/1f9WZ/WccF6sx+DQahnM9+OADffjoV/rkyad6/OmnevS4fR39/OEHbTM6bFRrp1IqIy0clhiCGmwJ2XyPbKR3bCwu2Uz717Au2Ehfsik23rKRvgBvOfC5TFzmYVBuiHlRGGmzywMezLNHmfIEgj78TR7DmzVkli/wJs6HRN7Em07oBLpFlVEFjrm9lLYvR13u+2Fj6N0P9kopktAzpmUc49GmaHKdlLJpT9GZ9Sc6H4HsEPW26D1gYDsolFKwsIYo25IOV2mspXiBpekITd50bspnE9hWQlyWFUpGDgBZUgziPqVpP4dMH322UTAFopnywn+/2CmK5AF5R2PMCphCjZwYTBhtUNql4pCoc6GUItuLGirYCSCvq7RdUIl00d82ST+QZKrou5qC5XQ3+ztCLaFin5byRJ32aNX4Go2TzBhNp0nddrYJO7KmLYc1SbQWyc4ZNs1dqcg2zkDaMbU3s003uQscoma65UsblwzbHlnfu8u32vKyuoX3mhwdSStkg6JSglB36mqv6AeJe5oCHhXgGCzUPI2YE1yGWafIqJWAlqLAZkAVmi/HwnE3RWQ5iFpUOQTqh0Gbs4EDoDOd+yDo/ExnMwYOggZefDvrcaBQDea9GlFUSkOFGhB56eCCxIIYOWTw/xi2nQ+CXr98qZcvnur5s6fyr4k95UDoKYc9T7/7Ts992MOhzwt/64eDnhf5q17P0X+WeP3quV69eqbXL18k3r55yeH1aw6d32rkxX/0DaN2MbxkCIkch1Z25ByDJRaN9+p2vXWNbLjPrDMXVodE1msIBXGIMG1AQIO0CM3u7UIiBbdkbnWotr8umY4afVDBOvU4R21ZH5a5viHbph8VF7qGuVe38bdB/Y20C9ai1+M242Xbrf1RzrNhNFJoHcOxACWFc2a52YUKvw5wzQJckzJWRf4X8FJkdcuT1ci6EffJhH+jxwzvckG/dp02Qw82enDmdcqB5YMHOvM32cBms1HHWvV82LZtbTlEuuSQ8OXrV3r63VP99a9/1f/8z//oL3/5H33P2vOvk7169VaOzUh8FZ7HTsPgfs6ynw22e+x2tVJdpAL0A6/4ge2uNNtHnCm5UvWDim1ELdc8L3tD+872knczp8a5t2NmBnNs7tjgQWLO07KvZ13s+Xcyp5w4bmT7x5J/dKlNaMvxZXFwL0B25/Tu8d9s6i5tF+dusnLsdLNYDspNcCj/VNxi13QBtrm1nYMluVJXV/tSeU/vI3AfgX/hCLS7/194gPdD++eKQESnfjPo4cMP9ejRY33+2ef68suv9Nmnn+vxkyd69PEj5U8k/ZX0YeCTi9cXDk78kj+yMTJ20D348a9fjnzY4p+Y+qejlxdbXb691MWbC10aHApZPnqXxaGNsFcUMmKmhZLAQoXcdZXDnVqCPFSg5JLK/p/Qs71xx4ssfm3tD3sG3i3kN4Wk9Kd5n+ByjgUGtRS3qoJZQ7OsQI1Wli+q6VgHlMYum3Vs2rbRWtmy4Sazrq5fds9Sa05pkdYFCTjUTfhzABpa+rEU7aNUJmEJA5kTNXx0SfNFNe2xAtPstIoJPUSiGaAF5eSFbsK17nGkvWkDVbNagRbPClQ0sj4y7ERUhXdINRrNN/mSv2Yk6tGWG7qFCqUgS8BnajNGz1mSJ3jm3C6R5bSQ3JK55cKv6bjYmBVmclAJs2Qkc6dxXDkyU6Ptsh5HeLOHdrNvvhfcWcLZomFbC3QYEpylewntffBz4UNX4JfQ3eiby3YK2QzHnEOf6AdFB6KXkKl0uEXs0RwDywZ8JopJ9xn+IbNKkJGwwRxmvcczYgsdyqPHuwdqRYquqPJyO/CSe8ZL9YOHD/TBBw/1AS/WH8C7/PD8XOcPNjrnBdu/HjZwaGR6tuk10LbzwVAX6qGD0VdtqDvnYOmc59kmaY+s09nQadh02gxVm77TMESiHwp+gCqVMhJR4sUp8sQh0rTdatpeitM0iQMChqtapIiiGiG6TsDSTlweL2COxegbEK8SU5Ql0zVSOFsJ7CcYU0RV+1sxppX+enWWd91MI/2JMBW8EZg7gJpVGZZkmTVgDykdosjYR/hxT3eMZqvR42J4+3HRp+xfdIpEhYYdQB8t2yCGWx/+jBz2w6fNiT4yoZsUXdZHmnZLYt34uRJy0KSQaTFiTWNVpl+ruE2oKIRLhRHjbyR1uVhKnSksyQc3nueJ9pP9QGb9nonuWVdnPqB8cKaHD86Va5P1udmcadgM6jm4qcwLTYjTyAHhThcXb+W/Wffd99/rb3/7jsOfv4A/6zsOHp89eyF/O2jLD0JGfvBhH7uu0zAM2mw28q9hb+C7rlfNAyBrSMsjUe99tfbv3eyoAXF2mI0j+TXBvpYWe/4asx7MPA0/xsvWttLNqteZHef5pPIocbcflb0SE9kus6wfNTuYpduzRdNrp2k2z67zTbLPK3qkfXnPjHALYJd03fml5jS1iWs10w2ROVa8eYaP9bJ0cgxZc7fsh7T32Px8etdofojtu3l9TctdhZfjUmMB/Ezg/hXTv/bo/hVn7H5Mf98I/HPfIX/fWN339veIABvjodvo/OGZHj16pE8//0xffPWVPv/yS3362Wf65ONP9dGjj/MQaLN5oK4OuSlVqWzbS37ksmdn48vWaTdpB7Zson0I5F+18tfn3/qbP28v9Ba8AZccAOXX6LdsLTgkKWywjMgtuW8RSlODJspjoFFVSgegAvQf6BsFKhUFusXtvCGwaTZJI32M+OQXGEQ6umaBSTv0mBiTNUqjRZoKmWHxGojpUgtKKY3lBa7IF7YYG7kcnMlB0tR0qLaOR6W9REfX5BI2XT1h09QiwzYNYW9yHwYboOShctn9Qc0XUwyUBQUraTvMAJJ1ZswE68jnfIS6T2OR2scFlmFepRSFEVA2tQEtpWj9r1LuOISovPRUUxC8nAktzZen0JBldjM80xLGJdprliWvorzQYakogWBkddpGw0RpAZVOtmF6hKtCt1a2XdToZmFX1L2tinu2tceAE4ZcXrBXgrnSr1VykJpzVPbcortQm+VFnZfsLYcWI3Tk8GdkIkk0LBLzMDlOpSpqr9oP8hwEL5kqHP5EkTwwQ4GvMZdpnmXTBmqQmGdOKAQHOtGhXlxQrhTXCiuGI5OgWvQTtXKI0/Oy2+ucl+oz8OCDB0pwAPTQ3wpC5sOhs/ONzngpPuNAZ+BFe+h7DV2XBz8ddjq/oPPyPXSdhqHTGTrWzUMgv7gvyDrXhzZDVW/0RX0tqvjf5bdtCDoHH5q2MkbuIUPEco6IUBVdQovCYxEXbT00GlHARo4b9kRy7bG4tWxy+Axkh+2q6Hp1YE8ZW2ekrMMPdCLQDUwWYGrArpIlDejKXKtcuEY9Q1seVVBisGXMIwc3I/zo5zljokZ0RsJOVCh+2peZl1hHDMT6W9bglramy3r0s2gdoyijCKEi3bH1BhF3eeEWKgyI6N8Yeb7RRUoymzKfMywRD9miDUPxlDrk8Cn3PZC8rVGVKVRZS7Wv8g9DzjiY9Lp8wGHP+YOHegBcPueHIBvqNueDBtbkwFxU1l4sfaatlhEybfnBx9u3b+Rv/Dx7+lTf/c2HQd+rHQI94xDorVp8GJEbtKayi6UUBSgF3021XEWiLIio0nyZNebigSAkHZUPBfrdF9b8XrhnCDu8n58Q0hL2hSLapyazg3vRO5kM4UmtQ5+Hao8IkA4xcOGgYa6NqOWHsjnDcsP8XeDxGHfRbTrXPWpyHZxugpsVW/2V/LTXp6VXmmZxvdRScCVr87cIj0uL9JdPrwfVkprPkbX367it+bXOO/g4bud+rrawLDzvZvb0qtZ9+T4Cv+AI3Lv2oyOQt/+PtnJv4D4CP1EE2PcqeKPpYqOHDz/Qo0+e5OHPN99+qz/84T/0h/8D/vhH/eGP/0e/+8Pv9dvf/l7f/Oa3+ubb3+jX33yrr7/+Rl999Y2++PIrffr5F3ry+FM9+ugTffDhIz04/4CN8jmb615RqryvXw5jdnxmeo8/KRhJJQ8Vb3bF4ctUtGPHyTsI716j8mAj9yEF3YLGgshyIMkPV6wIfgLCRuPFhT62yalxjog0GWTND9GPBSBTIV+wYlNEIyxlyvKh3kVKGCPZMLutKQdOG5eptE6CLPfyUNmYlguBK1w0pWi2qUxq/6QRexOw4wttPNp0Zx5lGTaRwF5ZxUKyVHnZ7mIz7aU0m2NiYus0QSnTpznDKqaLPuZVSpFfXiJmSpmEXApJJUJ+4eoqL7G8uFf7U6mJQh/YV1G7FuoSfDGsFwrzsK6RqZGFq9l4VXBcdjtG7X5+AAAQAElEQVRjlja25Ra5tWH+APxYfETV9YbSe3PGot0UWMVUj02DNZFMqthWMpmtWx50GG/WOsMepOUwVvK9gk0f/ky7LdO+Y21gCbk1ZF8zxlWVAxQf/vSbM3X9mYKDoMiX+E6aAzlan1Ird4qgf+ByWO4MRBQVvwCXqspchp8jNVSj0EZXrpjLXpiOw4Tn8IhtJ2pV33caOOjJl+z8ZtA5L99n8t8LOn/wIL8h9DAPiB5wcHSuh7ygt29joMOB0cPzM50/PJPpAw6OEg82Ok9+gA464+X97KzX+Ya+hqre3waqEt2rsJE3JE6OQTv0GXMsNcSBS1FljMEpUBCuCLWIjZ7ayZneeVkXJQjjp0nyNmTgiGPnmHJfhGn0OhwCMRezvIuqMB84wnxFBJYMSHq1UMvWmH12Nchm6QkF1pD8q14++PFBog9weAiPQFnHGFFzQNyf/Wt+DBjFD4zluNAdjS3r0KD9OH+zyvY9ah/+2FQDrdCX1ysY8ymDSSrtOWTx0GwDTRpzyJtuMPoCoAWJQXw0o6jK15hlc0VRAHGs3aBhGLThoOfBw4ccSD7UBx98wA8/4H0I9PCcNfRAZ9w7Peu0cgDU1Y727kftgm2eM0qe+/kDkNdv9fz5S33/3ff67m9/y18Je/r9U7168Vo+HNtuLzgIutDFxRttL9/q8uKtRn5osiNuwoZ43qa7+Gla6MkIF+C1UD7zQrddrjVO64ynxfLUuMquiLnxZ0T6NC+HmSjdwMdS8A5ECjRfyPZl8xYvNFy4EbfX0qxNKcw6eTTGImv3tIjpyGrasQHJNcrgXF60fhidx2FHZzbtuJzM3bPlhxei7dr7tJCCzBgBEsaixlF4v9Ss3NRmP6OzAmX8mQuyb4m94BfI5AALjhmQq4ln/SF2I8PJBle17lxeh+d0I/xIpUJfmq8UzPxMTogOfs4670uWofkWuLHtonSjgu5r7iNwH4EfF4GTt/ePM3nf+j4CPyYClZcfNrG8TDxk0/v440/1xRdf6ZtvfqPf/+GP+uMf/0P/8cf/qz/+x3/od7//o7797W/17W9+p29+/Rt9/WsOgHz48/XX+vyzL/Xpk8/1+PFnevTosT788CNe3D7gp+0beZMsXg4mNqi73aQdH0TeTE4TfoNS+HAsIfFSQybXWW/L5mzLC4EBUerTREcbySLxkVpKqACpiD2qkwQfyPJlpVRFZadYQqVYB6A1YXSCrozLNWUvw0HzunKhRJp1BbWeuLCGzZFBTPg/4njrwx+w06y3UNT3iXbwE8iUxslINFJCh8s202f6Mt2rMbZAbSm7rgUE+xgv6Le6IlQVBWUSVftRpu0sWUolOiQYLNEeS/CuM6RQUWDMca7EuOPFtfKi3NVg7kM1iqjWctUI5cv+pmd9DLyED+o4mOhoiyEV+Qpn6YWYM7Viyg5ZEabmqpMK8jWy2Wtw6QbQnHRUOTJ/R4IslNYnyu5bc+9aXZ7pVkQpGSQtaf82lfJT2Xi0pV8sXO9nrrFd+8nL+sgLwZgv3Ck8GC9m0S9VUXvVzUC8B1Vedrtuo+AAiAoZI3OVQ0paFKZHM6K8AiXfWx31nm+j9p1q0EcxAnuoQjAy85NGymNAc5QeK76WolJDbj/0Q66JswdnOnvACzfPpPzVMA6AHpo3/OtiptR/MOPB+QOeN+ccOhsbKOAw6AEHQA8emj/XQ9MPNrzEDzo767TZgD7oN8TjT5zriOGoFvwBtUgVv/pCPbTroAEoh0LtmsewHo8rqCbBlRmQa4k6OoxEVeBERK89mJdIDPjXUw+i6QlfUCQVEJJmjwhnukIZIeutrCCkTbdx8F47Vsz1s9WYBz8c3IwXLFUe1GnMY0QJdQzQX8WXDgo4NInosnKc14lN+t5prbbUjTN4XvA8lO9qniOmYZ5ahbMF6Bd44qKE5NFFIaccAAHJjYxiUzSAklNBPstnn5RCZNjQXlbEBKsQy0rse55HPhg9O/e6A6ytcx/6QC07y4OfXv3Qa+h7Lc8rRdHhaj5KjIxh7Lgf37x5q9cvX+nZ02f63t8C+uvf9PT775G91MWbS/lXwRJvL3X59kJbY7vV5A/KjA9xowO8xyoMa9P24a6nprqSu9WqOLOnpXPlNeKZZDCshSnnDwX6IcGQYEgwRUrfTDVf8DN3TG6SH2vtS+5+X4DJAWRGQXhm4vVqOisfqi1MeCQ7Fmiuz3nN89MmDMxtUutdGb6PQMa6E5cLc7SW6Y6XPTutunjmZ+daYxmtZZVeTY0gMyDXUrPl3DNmOqvY9WQXGXQvy4o5xuapM1lw1NmVukXnrvRqc8qk1nrPrIpXZK3mOD+4tygv1Hpr/lT50Nq113G1/VUNtzcsvxJQixYsKkv5Gr2ln1uqrpnZC5ZGC91XwJySIT6ZrjrusnFS+V54H4F/6wjc3xn/1tP/Sxr88VKsfsEZNrwcneXhzcePn+izz77gMOhrff3Nt/r229/oN7/5rX7729/ptxwA/eZ3v9dvoN/+7nfKAyHqfSD0FYdBX37xJW0/5zDoUz36hMOgjz7m5exDbc4eqO837Ll7AlGBfaicUUAnb5g5dmFfkoc/bJy3M3bLT+uo83sDhG3x8mEaKqWosAEq+819UV6WI4sI+qyqUeWXiCL/QwNDPuzgrAYfWpn8OLnDvYQG9ExzJ5VSRCbyhFwn56Om3GTuNGHcyCo3h2GUaDlZsMDlGRgsWGzm4ZKhrtj2rI99jCOgjI9UMbaikJTqCEjKvlBJ3f0WbtJeByXzGCLh9+zvhJ+TuFwPcQNYc2mKLtHIogixooY6Dn6MnpepDtRaFbwclVLcPH2jE+YBXV6gzs78NzTOdP4AymFE9U/TI5TKmq8yU1488I7my+YEvaxaaBbekS1t36H2d69ej2HNn3bkoOHxMEushdHxMTzHzOHScvREqSiYn57DlX4YOPg4l19oh825hrONOmRd10vEPqK9zFNQAhlMJvdmuAsLgrm1fqXtgO0B2vW96tApOlCqIlHU0X+UmMvIKSsoG7yAh1E7Vdr3mw0+DtoMG51toKwTr5Fzv4hzEOSDoQe8mD/gIMi/ptOwYR2d6wFr6WzGg/zmz5ke+hAInBtnA8842+yx3/E8CvW1KCqjDQk3hEszDWhR1xlVtdbGoxCG5ov4y4dvxF/GcmeE0tasdYWULIes1KEHFxX7HTDlgCEGeChxjW5Ax3WLrvWLEB5gWwlMe6LyJRV+lgXrQAmaaHXh/+hJ9Ri005gvxgfKTYcy64ycXumSHF8DKDqMBShKE/Q7LvYsuILJ5VV99osMC9hVA/4GfkaEukSVnytBf1EY/wyVkErR8UV5eVO2ywtQChUsg7RTFbXKP5zoiG2f6+ycNXTG59R5wgc+A+u6J/6VhVHwJbDhNDLHhpjvEVCEReKxuUwcJMepY93MoN8dhzoXr97o1fMXeQj0t7/+r/7y5//Rn/77v/WnP/2X/ur/me67v+rli+e6ePtWPkCabI8OcqiZyaZlP3R0ZXSPJK0QjVzLb5JfU5RGptd+EE/7w0ibEuXGFIhhUhi5eUNcpgas12TGBn5JaePgizljqWZ57NlTTB6E0OCq2dRFzrQJhyiOnPWM3KpbTIKcK8rUtHRsoZWKsn0GuxAEypqvptAKy7y0Ejkdt07hSWtdiq6FZFrzdJCy5lXLU3AtO23wlK1suq+Y20EYvrT6rLg2hGy4zibiRpm2ahyFlupsP2020e05NkipMzdNfp+50nA/SVuPtu+oGHJh38CMLTFH67gjHrl3lBj9dMOiDRpbNE3XoMGSdgvTqLUad8jb2nCZWn7QJKw3WKZcO4GSQQnhCR9pms2ovZasvheimH3sBTAokGBWyQKQz0Eoozz0vahZvvALxf7CpkMuG3vhzPBcm7lGrpalmhWn+siK++w+Av+WEbi/I/4tp/2XOehrn598UES30aY/09nwUA8//FAff/yJHn/6mb744iv9+qvfcNjDwQ+HP7/7/R/0+z/+Ub/3r4n9/j+S/vEPf9TvKP/+D/9Hv/89db/7g3772z/oN9/+Tl9/9Q2HQl/oYw6EHj78kBevjUrp+VhuBz/+ls/Wm2MOffJvBl1c6sK43Mr/e9gF9JKfTvuPS/tgaOdvEnnjWBxbsty9LFQq/IsSqmy6Kxv9mocTvED1nfLlFJnrg3ZRrG9MtNJ8TVK+PM9FPEWQhTxUcZl639CBAX/A1wiFeds0NbANESKATbdLK/C0b33Ap9w0K2/MMJd1pgmy7LsW+WWp1mDMDekLnZMk9LS/JhX6LtMsgG9jQ3CVR4Sy0n/Uk2IrKeUgAEGfXa0y/LLUEeNujnegUKyDru24H8uGoZdfsM44gDg7O1fPS3/tg35CYYeN4kYNuQ3BN798yJuTkArQe19p6b1b/SIbMJSRm3jMF3YK+bdrPGHiTrbHE6sKELfC/PTEfLM504aY+zB24GBlGDbqukHBfEVUGhUlDYJrqF1YJ+rOHf1Gg/qo3FN+QeYQqd8M8gvzwCFv3/fq6W9BpY9+GFJWkRuBjtsbXekUtSrwITz3EfCgVBXkJeVVXQ0N9Jn2ae8+9+jxBQwzrFPhDbcLDnIw2wZEZJSgGJMKROFsBorBPVVA0Gfgk9vjlGQ+1SbeQRwLUwRmIftEmenZF+VeaJvtIxQdY+6qOhBdT7nOGGZKOULuM2hn2EZgx9CNV5yoWcvKXI+DyUFxtK2lkTH58AfwuqSc9VFamuNH88e+g6hYsL1A09qG7U0wIGM8KZKO6I5wvFnRHwxlkptD9olyRNDNVTC/9BcLVLG7b0V/K35mW49zIZQ2ycyoRKfCHNRcRxttfG+cP5QPRzdn/LCC+6M/69UNVZFzhJ0ATvYfjPOoTf0ujYj4NVcK81TxtdJPLZ1q4Ycd21FvXr/Vi+cv9ez77/W3//0f/eVPf9Kf/99/688cAv2F8tO//U0v8gDoDQcWW00YLe4TmAZ2lQgpio4vx/xYclxyRI4l+xL95HD2Auzv+cbkOJm41kvLXVPsT3FeKAJ4GWqflghJyMmFbI98SdXqcp+GlO+6a3dnvtWumiQ7V+aabfFP8bUMPcbZ1vqW4bbyDu6a6g0CWhxqslAO5RzbqviDWO6PW9tlp9IciLrQfZu5HhKMy9VGRgWZmD8hV9J9owPTlA9luGwGFe2SzywFZEuDRQglUXEt3SA+1kslZ8ZctWJxwW7MFY3ETXHft2PlJu/sJjRbhzxmlih6nRoZ9FDGfKlOh2bVhbguEYq8RymQ9pNmPbthusdyP8009Wkx071a9net8VyN8rpq4XfIU2OhWZgzKxkumhrm34W1rYqyy6awGSdTY5GZv8d9BP59I+A75N939Pcj/4VGoD2gI0KdMWz4Kfm5Hj78SB999Ik+fewDoF/rq19/q29/+xv91oc/HO787g//V3/gsOcP//Ef+uMf/y+HP/+H8n9k/e9+9x/6lkOg33zLgdFvOQD6ROahtgAAEABJREFU+lt9/hkHQI8e81PWX6l2GzbEnTRV+QeLPtDZ7kZdbrfy303w4c/by0uZXlxs5UMgyy85INpyUOSvcfNey0dhkbzR9IcsKCqSgayUoqhVFXRs9P2i1SVvGXXohySIUIVbEh/AmfggZFdfDDZLhWpvZwt15ilKMI6b+zDMRw1VjFZeHhtChFWHPjCAPQavhItwTrafVS1DRKUHCllEdKmC/aihCjp+Ot33nQZerDfGppfpMHTqkFunWt8NiZi/kTSyUR7z73LsMDvK/bq6kJFwa+7QY6f/rKci0AyUggF19NsR16EftOEApx3m9NoMPQcBnTqPPwotGMacCtR+99mu14aXLP9x1XPoZsPhxGZgTANzElJU2kJpI/xm304+8UI0yRv4yQsn6+6WLZbupv3PojVmLMaReXQ8DGZ07/1ornCvVXXdwAHMRmebB7zknsnz1Q1nrJuNgjpFkDpJUCIPQ2LzK4nA0w+zwCSQUClCWcE8dn3HocyQdnrmcWAteE10/aCudkra91DA/A6zvNLOKKwjowb9smaiVCVc7uBZB1FCtYZKdKr02XNg0ve91qj0lcCu5QPU6KG1r/K6w4BURk2sa0bDGBwgEIjFBQ33C1tYu8lHVamhsLwUoUI77a+MhwOUsLikaaxSmO8jODdMG4whGFeXID5dry5BvJLW1hf9wdASe+Tr1GyvJdnlseBUKRvaJyrhfR81cE/5mZCDoYLqJQVMYh8P/IFHvE+LjS3tF6TMMUFmRVrlqirObbDIIQHEtoBa1RlzDJaYDBwcNixxQo85CdZNRCdaSrSH0XKN9Duu7gN359g75n3teD4N6lmnm2GjjZ87w3mWh35Q67fI+rLRkj1I9lvEmbUzJigQSt9yE2PM8frzic+w3eUuv72z206arNBUteOz6+LtBQc8L/W3v36vP//pL+C/9f/+67/0p//+s77737/q2bNnevPqlbZ8/k3YnTwO+inYkOPOYEguNRwVmugop34ZwUGOMAsLzcKNWY6NMU98FtgdmaKNW+SrVPCSpIxVMhL8Qa/J/BmadrS6cMVLXlAls6qbWVcxA3PpOvHKNQ41PkzZpcmd1wTF0XQ5NGfPYbltHtrBkRb/Rvx3GjFqQFapjacJFn6hTbpuY/6GoSmdpIl1IHjpfEYb+FxopDaS+bra7UfGlRWZWZJMy64UPfbSag65nTTmirV9K10zYeGMVtfyWTSTWIZI+VQ94nnUrl1g/1xzoK3kPOcSxrqQOdlpsAhNjbRt5hTcdC13GVgEuVuyMrhycunnSCJH70gC1NLmQimsWF0//UThVMJUE5sxXDK9ikUO9UGWOzOO1BDY95SZR/fG1Oay7se0VoxVoa74e/Y+Av/eEVjfGf/ekbgf/S8wAixPPvTDD3VT0DZiszx4WYmNug6waT43+Inpw7MP9fDDX3FY9EgfP3qiJ598pieffa4vPv1CX375tb768tf6mgOgr7/5rX797W/01de/1heff6WPPnmsM9pHDOwng8OfkYOeHdhyCLRbweWt3vobQRcX1HMwdLnVdrflpXTip6STxt2kiY2296XebAYb0eKXBMbgl0Jv/DteHP2ymjwvAbWGDOtW9COKICo5M3wA5g7Q1iYVDDdkJWWhN6lG5EtLj21j6HsNXaeur+r8gkIfabOIawLjHlNuSJDNu+FUoVbZLwx9LiwlErrk1rPNILP/HS+SPRg2nfqh50V8SNr3vXpeqGpXVaKoFBpjM+PkFwtv6NMH+zRRD+iw4I9VhW76Mk00FPUNga2uljZuxrkZOm029LsZOFzYwA/q+y7rIyLb2Y4PkRy4oH2NDh8HnXNgcP7wXOfn7dcu+n5QR9vaVYXwAl3NV8YLv9vL1465HxNz9S+YhBjMdf8cdkupPllPHcMlv57cJKXY8MsZgSC1eLgN4py+MedQzIXnaGBuNhn3gRffrtuo6zpF1AZVTBagXBVy/G0I50bzSUMoUw9NWZGQyzZKr8Be7QZV7A+8YA/+NbPEmQaeF0O/gRocQPWWbVgz58jMn6mnTYKX/opurX36HthNP0soaj2gwAOxuIO1kijoUBbl4nUEVUhFvkayKTGx1hu04qhyon1EqPO4aB8J7IorMAZpybZEPBqajHyv4l4bsjVtI211zXbXKxhbh58Nng80Y6FFsbclrom+Wp8UfnBipWCHWOSLsJ+jBmVLvYCgzbhljXMMDcfFSMfwzRqGD35G2+MQJKltpK25/YowwrkExwBtz7HuiMfgWAw9z1HmHmrZHnPZMYv93GAjrS0UbzKRMbNzlYr1WTu1xzbPqs2w4bnDOjw7z/vC30js6b/Sv8TAsiEZ4bYlOO4x5pnPmTHRojgxRhJ1kxwD/6Di7eVbPq8uwFtd8rnlH1z4M+pyO/I5d6mXL1/qr3/9X/2///yvGf+ZB0Hff/cdhz+vdcnhz2ij9F3csbFnXLgDGML7Njll9egsIRVwKimZOzBgl7QUl5gt8iO6KK2FbgBwey9d89eEJyutxSkPh5lKuDwD28we8wRD2jEwPkWopECuZa0kv2Qeq7GU17S0Z0r6kdmqssz8VflBfEPNrHBMFg+PpVINWwEVkLJ+r7xndFjOI3dlQ+qeHHOr2eeLXQtWJpcoW3wVVjNEb1frbi63FqfbLHWttUujfTfTROR21IA9SiNeWBFw3zb78Eiv80cNKQT7S8icIj8jXTj006bA9ixfqHmJx40y9k0p+RHByMoxrDWSGRA8WjiXjLmc3c28xUbKjhgKeyH8kiwzXF6o+Zuw9GNq3KSHfG/OzALkjFH7WLm8wDoLf0/vI/DvFYH71f/vNd//RKOt7cPKD+4Qe3sy+PAHV/hjD8DX6NSDLl8eN/KL5OD/fYeDHP/h548++lgfffxYjx8/yf8V7LMvvtAXX30t/29h3/hvBn37B33z7W/19Te/0ZMnX+iDDz9S1w988AWb3p0uLra6vBjZJI/aslne8hNT4wL5W35yarx5e6mLSx8EbdEBs471dhxqiA9XdvuqEQof9LCh79nY92z8jcF0YBzQbn75ihqqpYh3M1pPPqeQvFnAXpGQNYhNRwEWlBIcdPR6wPg/+OChPpzxwQcP5P+h6My/atN36rCNabmtsDcxWvNru0WFetLUMNF3+2krAlIePlFlrVIKfhbVWtJ2Xyt+dImBF6TEpmduOg2mfeVlqqIfqgww8oAHo/jiMVKkd8qSSilpG6Ic53yAsPTv9l0N+m19ZiyJ44YX9k1Pn4kOX+ivR4dDsA4Evhb6LpICyyWgoHZVA/M/+IXMIGZ93ytKldsEuuLyu5APMxLjTvs/dsxctC0KeaB4IllsZNhP1P/dRbja+twzrXhLni+D1+q9krDBWnH9CJ2Ih9cOZK9diGH1GmFtbIixX3QHXn4Hyl7/4fsEaMYof+sH2DRtRTnrzFvH5SNUqgO1yrrYqOs3GoYzbfytCl6ue/pqOFeP3NhYDkw3HBAlOAQ8gz/joOiMg6ABX7t+UOUerbWnjwqCcZUZENYUbsIcksv+IafSRzHt4dsuQ5J1k7SlRLhcmQ1zfSEYLadFCp3VoqhVeTgBbQcP2l+2ty9cYRyqhNf/jLQTnTrWvW21su13Wuah0YI1Axfp5OAf4lvSiO9GU2GgyYxEAiPJky0sRsfEJFMy0oTCnBY9Fwl7YMUQ1EDkmsTo2KUtevchkO9Rg3imQiEnGG1stCxYynJRRFXM8Wi0J97MN7IuHCtjUNdZXqmjTJsubMNxoz3lKCEhS4gL//EGpo3JVZW15HXv++D8fKMNa23DuvPhpD8j3EdYsWCr0HSfKGNPjMePzfwGKmM231Tcxyh/Bl1weONv+bx9fSH/Aei3fHblN4L4nNptt9pe7vQqD4D+qv/6r/+n//zP/9R//n//HwdAf5L/p7A3rzkA4gcdjunigmnh/iutM8Hqh12M470b5sCPWk3tQ+Mg2zt2EJkbb3SUBiR7Y1j3/TCeUD8lO1Y7aMzcTI61xF3k+ZyYbWqsQ9F+GkhIOE9+Mu2VbtE52XAW7tvP5RWxK6sirCULKOK5vTf3brjdFa1rLl8TXGnw9y4uPjMh792127j9gsXAumwe+UzgVqmu+JmtVjRcbrQ9c0b5MSKelfk8gYrPKvl+WM0vWrIOWUtpIrNW3ne5yBbaqpfcJo1WNrdGk2aezV2XpTmz8CZYxXUrum9uZoHrF1i28Gt6k3ytc8/fR+BfNwL/nHfAv+58/FuPrH0wrUNQVXnJqTUQBh9gjVaFZNkenaxTe2gM6ruN/LJnnHMQ9PDhh/Jh0IccBn3y8accBn2uzzkI+uqrb/Lgx4c//oPRn33+hT5CZ3P2EHu9drspD34u2Sj7J6VbHwCBy8uRA59LveEnqcZbNsc+CPJG2z9ZNba08aY8DwiK3S8qHgsvEd70d2z8e4PDhZ4X396Uus5Azy8ThQ9oRqpSaO+tH4cfPvjIt0eLLEsodYJP+AE7/vbKB/5fiTgA+tWHH+gDqA+Azs/ONAzEqBZHUKLtxEuSeHGQbVN2V6UUFWqdFmpdqiGTmr5rJVSFm6pkNUI5Dx6DgS/uz9gwxmEY6L9P9H2nnnFW+0InBePL2JKXFCrCLIBKlKYEDsj+htBBwbFyLDd9z7w3ZEwZaweyrw45sJ5/5aLrKr4WlYoRNqmTXw4dC4q1Vnzrddazjngh67Fb+1AJlEtBw2mS4+B2/jWK3e5So234DczxtAogJORXkvcvxhXxcXHpZy2NVcH1xkr0Xuxx27U7616OTS5aCz2uzRJVJDkEI7HwtwxG1taEgCRN9FtCfd9p05+BTa6HjrmJ6LSHKjzxJoBB3BPcL62+qrMsy71kHphSIIXGLHfwttOpq4M65nNInGmg76637IBhM6R8YM79d6AG7pdN/u2Vc/l/Y8q2w6xP36V2sl9k9BOgKC9Y05HVOppZgVWzL42st1GTV59gG6W2tRkpK+WIMgVrPSJUIxQ+wKEsQ3SY9Lj/bLTOgnZ7VNwGtsO9YLsdtGNcRpgnhoFdY22m8W0kze8muZ63kVjeRmOutTPX4DJ6GMp4+B7iUGI0ReYAjCwcs0SjNSEPYmufD7AwyEjoN116xc4WjBgwMqioeUxdrYra4PWUYPxt7L26MFg7GQfPtVHpgDaOS8a9yZofyLuiQxyruhqKEhIpQWu8IkeELECHDxvW3oZ1Z5yxLgfiH/RrRaKj0fcSoUreQmBexEGzLwVaMFijU+V+6ruNhsoYAL3xeTbqzau3edjz4sULPXv2XM+fvdCL5y+SPn36TE+/f5plfyPIh0Vb5oIlKqPIV3GPZq6hMJZrwpWASGQp1TLL4g/Oppxn3z/NBOFJxtTIwntki3/SFedaoNPSis3ycXZ77Vq3rQH0WZeWw5m8G/OYm2IbZSwzEkgNyCFdE7SqG8St8pb8RLs7+36L2X/mqh8y/hNhJAS3WMoGmaFnWqGnU7PScsKShlcAABAASURBVOUD77oejwmEwUq3rTUQ79NiA8GKpXSHtNi8TdU6t9WfqlscWegpHctse4HLV+G6q7L78j9FBO6d/MkicH8X/GShvDf0U0Qg+GQyjm1VVTbJJCg1FVxLocM3rOHz8wHKR1zb0FW4UFQ2x2yQh81DDoV+pU8+eaIvPv1Sv/76N/rm1/51sG/0xRdf6dHHn+js/AN13SCVKr88jH6RldgLs+lk7zWyGduxgfPB0OVu1CU/SfUhkJGHQhwMXbCBbgcEI2cWNKJ9lKJS7EuVN/89m/WOF4+u79SbGgy2q+g4HkUiAQaFD+IqeGFPLDcb1AYFt/e3Fc7Pz/Tw/IEePgQPHuiB4Rdaf/vB/dk2dmzjAGHFaH5iTvu6Jsqi5QeUuU0hvgB/K454vvoa8/g64tip7ysv2FX2se9Mg3qPsYgm2KETXnR8EBQSsglAqSyUMzF+13v8iFWJZUesbHMgfkPfqzc6+jOQua6HOr570H9ggMQWadKOl0TPk/uIqOoG7Gw2Otv45X9QrR2+VkVYo2GkpdfA6ENB5tmHfiPrYWzVP0Fe9jZGrTreS3865mB9SqOHso57XioWmtrHWcaAe2Pccp84HobNOjDMV2W+Ki+lPfHt+g1royeuHQj6KhiDhsvEPKhjHjvuw44X2u5so4ZzDcMZGMBG0aGHroJ7VVWcAGGn2ZI6ikYvpU4H7RTug7rYo0c2A/98aBSm7rc7U09/PQdHPiAyzjbI/K0hxtHz0u4xBeskFNivihISq1pchMCrJZ8jfmaM3LQOBwR5kVK1oGm4gBUWp9d2xWYdOtZfr74O6rrGBzQCXfRoqLSRzJxRNXOyXkOFr80G90AeemCjg2/1IWHPPIo0pyz7YkpYZ6dNDBQQOnmCszRn+1rKC99os2R9g2oiMCa2GZ8t9+J+DTlwVqE+yZzZv0g/C24azaq43Etr3+yZ39uc7bT2bVxdsBY8/lxDVS47Hg29ulx7lSiAcJuOXgD9d1m2jDpsuK3nxW2DcrAeAz0SbZzSO7W/qQGhoh96bVhL/hXmzWbQhjVe05dwA4JLdIiDx3EAVeF6w3whDp26UhW1aqi9BtZkPsdynVQOgHZ689YHQK/1fD4Aevb8eR4E+TDo2bNnyb948VJvXr+Vf1Vs5AcZXsKlFJViqF2lkffOGe97tznRYPSNY7nDabosJfNHOHY0juruXvCfIrF2a39jZ1Z5J9JlMlLqek7bslwkiNcsc4+kqZjZ43hse/E1pnl9TbwWrPpbi9+H969gHTn5PjbRJb1Pd+jedfyoku4QBbS43TJ/n+xHrId0yiM33OdCzZ9GXYuz/SKhbU7CMgbKOSGmrVE+MniStRI57UkwLa35JrmSz/aPpEv3R8Kl8E6Li+I76GEMB0XbNg6Se+4+AvcRuHsE7u+eu8fqXvPvGIHgk+oqJH/SLGjOeH9qtMOfSMJZDNR8g/IDj6XOZlzY7dgYn3M44m8FffL4sT7/8iv9+tff6Kuvv9HX0C++/DIPgKzjzX8p2OHzJ+3yWb8zsjyxqZ60pcKHP5ccAlxebnVxcam386+H+W8nXG53HDCMCU6BcLwoamh5ufMLXc8mvWPT3/UdLxxVfVfll4vKcCsb7/w1KQ4/xMbXhx8N4pq08AWuw+6m7+WXifMHZ/rgwUPwQA8fnOvB+TkHGgMvBq2PIBYFCwdMlCasCEx0BSR45bXux4LWbprrJ0ST8nCGCu/zMa9Gi7paVCOgNcc2MM5h6DV0nYa+prymTlH7mz+zLcZcfCjERib2Y5fSl6LZZmDTqFl2nzhPmgj3KMKXMT3j5ersfEMcNjrnJWszDClHkTm70Js3r5k3XnwuLzRyqBMY6vGtrxW9DjtFJUK+8tfhfMiBfzsWoP9A6o55zp9Kzxv2pik1OrrZHVFSz782NOLDaAMLZmup8F6ZDdzc4Ni7QymI+3Gr8YrkoGu9peSXGmPHzTIZxGmygoqiVFXW6MYHKjkHQ8Y3opOC5BiD6HoZeV/Ad7leNhqGc9BoN2zUdZvUI6NxFRk+2nOjwhdkhuuuICjv0SliQQ/fq+sGdfja+aDKYN309psX9j7vJw6hOBTKwyLWcpltBeOUUeyD8AEQnNFrJkFZDRCp2D/Kobx8b2acupDHP/BC3/Pc6oZO3dAz1Kqgr4iAhsi0XHQzly0vTZx6RYGPXVehBmOlHC7HYkcKXb/GeU2fqNmLst8sHThGlJJj2lZCk3k9oY/90XHRlkMgY9co9zzMbKMRj9lemjY0ufO0kbawC21txxyTdT32A3oNua4qMe7UEU/XtXgQm+jU4lpsOmGTyWTW5nZm6cMxrGnHNjpimvagaacwzlSeyA9o1SHrdvgQ3PP2Vfvr6oy4n5APezqeTX2ujY06r9Ohb/fG2aD2K79en9Sht+U+fPv6Qq9ev9aL5y/13N/8AS9fvdTLl6/08sVrvXz1iufgm3webvksczyLiparlAPfxKWRVCiZ/12yJZTv0Vnconu17mr5etOJ+b4izQf1FdmV4rgu8zI95pNhLUSDdJDMhSReM4eaxt0e81gGstDW6CfK7dSCZpIhXWFa8VruZkfCU2M7UtAc8CvCubgf6Fz+EeQQqgN3J3PXxnSnVu+pdPDpwC0mrktOucSjgAbtGdKCWvLxpJNXW6HHdo5Lx82u+9DqF7npglbz43PbO1hhZIfCPXcfgfsI3BiB4zvnRrX7ivsI/NIiUPcOHThxROQlbeyrkxlz92B5T7nygeeXu42GzbnOOSTxr4c9efKZ/Megl18H+/jxE334q19pw8tesDEvJXgd4ehhAliZVDTCj5M4aBAHQZPar4ttdbG9ZBN9KR8I+Wv0Ww4JRn6y3f4m0ERLqbDRrzXkjX+tnXo+mb2h71KG3LTYVwlV7Q9G0gtxTXQMmVOB1gjsdYyr5xBow9jO5G8D+fDnwYOzfCkYeEnou6qaRnV0lSxhlz6a8cYXyq4rhdwJWHUmZmUdM6ZWC7KoRbiE/0VtXDUPa4YeHxd0jJ0X3RqBLvpFXN5k0DeHPwJpEx/mGeCgSWmzhprdjF3H2LFBv813bPDGFsU6NWNyxoHB2fmZ/OtwPXHoaDdh/+Libb4YvX3Dyw+Hd/7GQOBP1/XY7FXR64iZGKXmizMNTczrdtxyELjTmL8GxsurN/VeFOgFOCT8ORTeg2MA76F9XfXYi3X92qM1v9Zp/Lp2zbfadT4Sc2NHgLzm/c25kXgUYhcliGWnnsOMfhjyBTyi0tw+lj2N6OTDl6FDhzkbEvPBDwc+A4dA3SxLisy0m2nQLuAjegVzKHVpe1Qk1Z667wWFmQNeMIHeAj9V8NF+dqWthw779sn/y1jdDOo8lgpFXnkhD4P1EtgIt136S9t2oSjlrKuoVfniz33QZJ0Kskq5w+bQd3K8uqHTwJg6bHfRt/a2p3blrOB2K61y++DYR6fsx9S27Rftw/UAg3hZRLZqfJWdiNEiyx6XwkxPyeaqpWV+naLpjZZ5vSyUdTK6bHC/K2nTTSv2M8dScDdWEBd66Gcb6GhbaZeqbGN9YuCxd72GoTJvvTr4jrnqkAfoosNuBYVQVIl85OUek0pzMCR3Qx3rhXrr0IAUCp5laQObtudyRGooH1w2cgTqmIfFTFbp+MIq1XOOsShV9tdr8OzsnOf6WQP3xdmZ+Yc643PtjIP/Dc+7yhgnnH7Dc+71qzfKA5+X/qbPG719c6FLfmix41k2ckg0ETduXUdfSQmrqQVTMotvRYRVygxexxfNVgICsC+t+b3wjgxTcGyYdtMMyMl03beDmtseSgRZORwpWcjNKddxq24z0/h35szDLieZgZCaPgyp8afyGyrvGMpyzeS7Gr6r/ppBJuaE7E6iZWxX5uLGth6NcaPCD6rIEWcm5n5mfpClv2cjVt6PcDWbHrJclYv3LNOFhS5zBHuUsrEDdiR14aYWrvv5gD+kn8/+veX7CPzrROD+VvnXmct/w5FUVV6UyLSHkAWhYJMsPsbh8kPNH0aGy+zSqUolNEL+6b4PBHzY89kXn+urr3+tr7/6tb788is9fvxp/o9iPS+bwYsXDdkHF/GGphIdqKCjzNEEh0E7Ns/b/EbQKH/zJ78NxKb7wr8Odnkpf1Nku93JL8eHvXRRlKKCz7UGQ6kNvEBUXiYqY4ygvqAnsT/1RmmCwhcgaeLTemIDb9vbywtt315yILFFjh5te2xthoGDj40e+psLvBT4GzFD39FXKF9McChf7xiD4AsjFRddqJQi/6MIVapbJ18I0DUvLh9S2dcuQh2+d4ynN+CTwnddVQ+1T10P33fqO6OqQx7Zl+jHMzYxuIZCP0US3iqKVNHriE2lTYegg5ZS0ECfwza/oU2TfyY5YbfQR9XZps8YbM422mwG9UOPvrTlwM6HP284AHr99o12zJUXTkRV1Er7TqUE/RaRZRsco4tJjnse9NHnlti1F89ZJYnHkQzZmqf4Xilm7YXOxT05JT8l2zdYMQe/zBmrysauTbHe5AC1mkNuOY2TbEcOxqbERFykokIse89332voB3V9r3xJDoyTRpHBd11V1/XqWLPdcMbLurGBbpA1DMi77ozy+YyFP2t63aDAhqJXQlXCh3GGmFtF6w8FRhMN88t+jmFso4TIOqJNlArpFNi1/a7bqM+x0O9m0OBfCTP6zSwf1HmcfZfrqKt9lntkPfob0J8P6mmzAf2mTxtnmw10QM64zgbGuFH09I0PdI4/a9+ahxYG90KCGAb3VYf+gYaiA+jYRkTQxIBgYuSe34/b5QQZ1S0VzdrKeLh0ECBbp6XdQl238COxNj9T7p3kOEwVPohabi5y67jdlN0FrH1uqC7NgKCaNmiVbSkjZZgxo6jrCnyFdtCGruta2fFyrBIMKlwfqSePE4wG68NdiMuxgpDQc048w+2JcR4CEecwWHM0RcNp8XJxEOtBe9BqnS+Y5a4zMBLY6myftT0MvYY88PEh0Dk8GBr/IA+AHuiMA6Ke9Wlf/XzzN4D8N35evnglHwa9fftW/rVlf175cylv1ey+5GOdx648JZOzlLesNCLc0e3XXvNYLY6L7y7N8ZqDPzKglEzvbnmssTRYKLUrF+/i1m06FXPvTDhOSjWPY5fclQwFhphCWM3D1pVpyPpfarb4r73zOZLT7lI17fVOq/w9pW2OD7k5o/lw4Fp5lU8MZFW8yt7S8qrqqrxqtbALXWndlc1HiZX3jHjOWdCwzFuOJDPkixDWKXgWNer8GEsTS9e8y/e4j8B9BH4ZEfgRj5BfxgDuvbiPwFEEKiVeMuWXvVzdzgzk+YFl3qBswgegN+rdZqOPPvpIn37+pX7961/rSw6AvuAA6OMnn+qDD36lftjIL1HCxsRBTymhiFAxChtlGWxz+LTb8VPUHYcxlxwqeGN9wWGMD4D8U9bL7ZYX4h2HBihObQNaSsHWguAlMVRrB60N9BF+iSiSD1ggHMCMco8TMUgkAAAQAElEQVQhX9jBlvvcuU9+mnvJIZB/JYmOVLHvl5xh6DkA2ejhw3M9nA9Aht79BLawgw3v+CdvYJIXcmyTF7WrlEKp8bkRpTr1c3MwCTcTtRYOeSovwEannpervg9V0PPyUnmR7Wto6KjDhz5Rc7wVedCPeyn4MfFyKPtEhxYbjkeNokQN4scYivBtkg99RtrsJh+AsbWmLaqqtaqj382mJw4DL0aAg7Cuq9rh/wUx8wuSfw3ilV+KiKW4sq/eL+2dolb6QEgaeVMaaTfOdPLfvOFwT/TrF1BU/k4p6MeAHKVTsiOF9ysw1hv356uu2uvtpJHDt5H5a/FxV4W1WJkHYlkH9f1GXdcrokoZ1ZAUlLtEx9roqD9gUAyDOqODum7AVtKBtXRG3QabgJfgjnvWhzNun324n+joYgZ9Ucg+x2h9U8g0kudwedkfgYxFHxsRvaJW1iv9e23QV889VXsOgUBnH3np7kBlHAUfF1rwuafNsBk0UD9sznRGmzPzBm031PXGGfYop15PX9jJ55AXNC43H4m4Heb+SILvwXgaioL7LdBvtCqIQ4TjHKIAdLgWAznRLhiHatFEtgVk/krVkbGsX9rPdJaN+e0JyxoYgXzPjgxo5BBo9D2VPiwdFLpz4+b34n/gR1gsnr3oj0t7eEsQ4xJtiEHHPARz1ygyxyEPhIqC9YcE2jV99FyWquQ669JRoGHo6CpzKWZ6ivCgTLFHaoYy6llKn3eM37FwXUNknwU5I/Fh6sWWHypc5rd1aMLUFXWsh2HY8Cw7l2nH2uqGAflAfZU/22xH+O3DHf9alw+rLy93Mnb8sMK2uE2z08JY5QesilhO5FByHUH7iyHs+b8vcxwr+29P7YOpYf5uYC5uUPz5xof/BH7MdXpD54sY1cZae19oojvkbQwtv4P6D1Thc/Zayyu+Mt5rKhZcUbPoLuB2RO1nHJdNL6Cnm5JVbqq7Kl/rrvmreu8qt7Ytv033Vo1bK2erq7lZsa3yqP1SuKbVdO+yzmfNH04WHw4WrksOdffcfQT+3SNwf3/8u6+Af6Lxhz/xjRM+Bxtc42qVt0xUXREj5XOqvSy0KrcNXrA2vCScP/hAHz9+rK++/hp8pc8//0KPH3/GQdCH6vpBhY05Gftj3z4B9XazcPDAnpm95MRmecHIi8yWw4j8Zg6HP96Abzkc2vGSYzpOI+2m+eOxqBTAGDsOUKIGL8szkJVCXZHoSb5g4ZWY2AEbtn+R3zh6m99qGdng4xUvA0V93+W3Xs54Ud0Ymw5ZVfVLlHxNqBrwEHIOmkradx70HwgLQJF8YuzNfzEC+xVU1hrqu8qhGf3xgrIZOl5O3BeUus510GrKi9lgysFM31mn4k8o6Mv2bFfEqBia8GXKuhpF7sfoiE1QJknEgdMcTcR4YsM5Enulb5LbOAYDL0iDxw8ci4oPE4cVPgB69fa1Xr18JX8byAdqo0Ts8Ms+4l+Nmv0jzuSYjxz4jfQ3YmPk8MdzPtKn+21I1b9zFif6K7gDrtXMkz3L3dKYiz+MZOwnXl5H1kgzEcSu1qpKHNs89BlbZhuFSDiXkETX6mYqqOVHCGt3iKzbK1hrQ+cDkwcazvxC/BA685Q7XpQ75r7rBnXoWj/gDZcbNtQ1DOgP6BsdBzHGcDYokfIzdalDnxwg+yDH/frXwvJ/DeNgJw95VvQMPWPYnHMvnmlzbrqR/55Qwyblw3DGPbPR0PXqeC51XUc8KgjGS6hIhJicGBNhRznXKndIhONX1QWgXWcb0KAcWed6Q0S6wbnbJ3hm2Xby9GAKIdGGFs4pwBWRwZYGXHOZLiiv02LBdIHrR9bHFvjwY4vAdW08LNRMYmwNVJOCm7wBL8JAuCScHvfwmrY9ETMRC+tW+dkTacN8zHLXOb6mRpUyVlUtXnOdD4NoK0MhlGZAiLv20Hy1/g/+2ydXrWh4vMSB58U4xz0tRygKnEGTiXH5M+SCw33/evGYz3V0uoF1Msjf8hm8ZrozxtgreF5FdLiITvgzSjwWJw6Qdnwu7PKHECPP1JHnJQnPi9CU+wxKMngGmxbzwDRF8JY36B98LbHEjRXrZROIbk05Pa1RQbFwKGkKq+ttrbzAGj8ENRv5qMSWsrAwCL0KUpbZUiFWBj56kiyHHT24hAUzjhxeRjHXrcmR3rriR/D43loffHa5iZGxdhmERXcEgzypecu4Tur/VIPFDikXxZqe7HMtZOzr4p63kVZoK+JQbtJb8iuq3NqpbHGzlcUfli3uLnRt5ZRsXX+Nv6nBTfJrBu4F9xG4j8DPHAE/N37mLu7N30fgp4qA2mcwn3ptYx5aaKu4Wz/LR1Dbl4xtb5I2O3W8mJ2dP9Qnn3yir776Wl9/+Wt96gOgJ0/0ob8J1A+KUumobaq9VZnYEB+g3JpNhXrgvnb89Ha72+bm298A2nIQ5P81bMfhhL+ls2Mz7w2+WxZsBe2iVtVENMrO2+8dEPp2byOapoKKprxIMKAdtn0A5K/1X15eastB08RGv6BSa1HHQctm0/OS2XNI08svRJY3u0pbhRFY37CkIC2KzLVcE13S38RLSx66IPdc1Boaeuzzonx+fqaHH5xxcPYQPFD+DaLzDS8sHf2GOvwJBuU2PYcwPb4NfUd9VQ/fd1U1QoFOmVEjZHnfYaPO9ThfxMUmufk+CZEsC8T2zzEYicVIzPE8+97go78NtdkM+FPlBrvtpV7Nfwx662/zML7AWFc71dorGF9EtSpmRpERrVETeiPxGKHTTM3DoiOil+SdmS3ehmbAGo07neeor1SVK+Wl+C5bi95CT+ivustaYjAycMdhgic4xIj2xDGIY89La0csO1PmOJhTm4iMErnL0SmAgOspKKGmSYH7toNYH920NajzgQwHe8NwrjMOfc7OOAAafBDEgQpl13cc3rTDn42aD7TresXQ095Ajp1uxgBd0GF3kZtanpQDooEX8LPNoIFDngG9nnYVWd8j6+mfg6D+/AH3HniAfwb+nSE7o67hAe2tO6ijXce9FBmjmmMlihyYCEwzkBBrggFTlDFifQb3R7bzuJLvCWVHfYfKIYYIaBetOVxLpZGczIV1m8Z7CsJZFptuZHVmKW0WVwayB5cNq5gaE4VGvWZG67mIdN9Fu9uQ2P6MKEfjyBCQjTz/Rq85eJtq2vYRuKDloif3Y7gjD8Bxm+12lCMcqxWIYxcD/TqOFUM2uAbzgtT9Gmk6fZmFTeACyAJ0TnPR1uhgFmKPZ/clhz6v3r7R69fgFYfTry/yEMdKQWzWa7hjrbRv/djHkP+JXOiN2Nrhz47YGI4Tj0yJutTh/izJO28QMqOUghrAlnP5SiYzlbDgXWi6t2vNgbhdyeFtGiyfHENmiCiTH9JdukztdcO1D/Aem5F6zpCZzDiqmmWNrGtqEy1NOR1Z2OOKVjqVH+uf0niHbO3OO1Tft5rhHJrgKHfXvkzxBL+W7qvvzvzgsdzecF87T9e+fOTZCemdh3Oi7ZHtOxZ4Pt1R885qNw1hPZenjd02ppusnrb0U0pv8+qn7Ofe1n0E/lkj8M91j/yzRvne739YBGL+oDQ12L8q6doj3wXA8uAgYsML3IcffST/UejPOPz58osv9fnnX+qjjz6WX9aqX8p4WZjk4wbly60/5iZsjpNl7DoLcD3Ckc3pdjdpu9vp8nKrLS8pPqjZcfAzshmfDHTSEM3K6iWk0k+NUPqGnGqs0hH6yWc/+EDZL9o+YLp4+1Z5ALS9UHshYnvGT5oL7Yeu4wV04CUTDFU9By3BQYzN+NfLsLxKRaUAFYeNXPmNoPST/qYxB6cJXlyYV60Vm62PBxwAPXh4zuGP8UAun/Nyvhl6+UUlaNAR747+u65q6Du5biC+PX512Ko1VMuCgn145D06HWOxTnjumlMEgpmgXKTmrxnqdtMuf+o98RI0aqdSpQE/zvHP3wLq6DtK0ZY5esOL1oX/EHT+UedRdK9u6NWhU/FTgdECxEUMPL8jryQjh0sTh0ZboGkr3tBRIEb0DyPcMgEj+KnSwWqzuCq7G6NV3JinSmZXVNJUZquKq+VVFaxrT5kqzEYhkDVC4TkljlHgKYvIjIDmJFtoxweWIyCyTeay9Ra4zrI9wi+9nQLql+LoBkXXM88bdZ2/GWF6zlzCc0CTc0p9l9ho6OZ66MDhTcfhTdL54Mh8w3naNN+h52/9DNgbWNuNnmnoB3VgGHr626jnsLEfBp0Z82HPsFAfHiUG7DZ02a7H/6qOdR6Ol9edwcAd47bmyCmQkIqxt5hGVNoNwLTHTtfquiLZhqGSbW7N0nA0FZPITBhLZMmZMptz1FsRxgbWQMSMtnujyf0MNLhhSLPMOlZdwV0HWYKegjGYbyrEAWb0/cjz1CUDNfykYvanWac8J5eXrmwrolMeoBBzx93r6EAHBXLrNFTCQLxl2GA4S3OjfQDbPHTeMlx7k72hc5UiomkADKY1mvIsGnX55lKvXr/Ss++f6dnzZ3rx4oVevnqh1xxS+zkz5nhpT6urA7UN3yspx3gtnWpt8L1XSnHDfH5PPMNJPKmmlLWssEIalJzmq8wUsmIp3Z4WXY/zds3bax0+ww6n5sHn7OJQxOtUuJal3l66arCXrRl3ti7P/FXxjeOqc4OZeGLM0p6k3VJG5jLkWjrI7atxTWUWHI9sFiaxe0YWfsZsl3cAHRycXiQIf+L0Uw5ob2vPrJy1rMH5quIGdpmjVRBu0Hx/8ZX19P4G2nyka5ldsWCZ/Tc1eCy3Fui1MsxR+vEeHZm7Q+Fus3AHQ/cq/ywRuPfzJ4/A/V30k4f03uA/NgJtSVd/Ihk40zb2wd461H6ya16UARvn1kL7KziUOBvO5L8J9OTJp/riq6/17bff6tPPP9evfvVI5/zEvnY9+sHmmQMfPiu9F/VHIyxysfEsaptsrHujTcXIRm/HAYMPGba7LQcSANnIoYQ34JqvAk3Qrs4vObWGOlAjhBhYQ2LHruJ/Fsr+TNgdtdteanu5045+JvoQLwqpi70aocoY+77jsKaXX3AqtkspwpR8NbZkccmVJWWf5HNiYDYMCrYD2z0vq5u+12YzJM55uT3jBfj8fJD/CLP77dDp8KHWoqiS56WvFV8aBtpbzzLb6/sq0w6d5Puu6dZQV0L2V8TRzhVJuCHcUYG3zDHwIZDnQExW0GDDS/YHPgDKbyXxkkwj/2rF24sLGTsO60YOdaSQ/ahd5TCqqpSCpMiX5zxjS3w9h55LtxkpO+z7fRPxsX44uwFp64a6u4lvs37Cgjs0lqo1v8huoktXUBLxuEnRcjSiqIKoVRVEVOYoJLc0gVu6bzTm0FGJwLGEoLVO1jE067oOfXWY7bDvNTIoukFdt1E70DmD54DGBzcc2nQzBmjDRvuDHJ4Bw9kDDmWs39AhS7CmTYe0c2jTUe66gb56+ukU/qYTa7mDDv1G3QZwL3Sd63t8q4qIGd1MXV74LzBhmwAAEABJREFUyliKqGjIeBXyIpEv8nBsO7ep9ItN7q2UhWWBZpHQodEhhdlCdhWIMqEQIHlinH8HaS7sieuNvQCmlTPPDNE+eRZBgLwnGh2ZQd83StleGca+iWHaUKFMwifHTLKMMinXB9mYBy62aVBxQzrU2gbxITa2GRkv1k3Sqo512nHfN3jOLJtjaj9UhXP0YjsQG857nxElnZTPghyXK/28RG+d5qZSwRQFfBHXyLMnfy311Ws9f/5cz54909OnzzkEesUB/4Uu+EECvaBJopkMsjGBbJ+KLWO7cu91qhEqQKWgwecX+YR/fn5N8C25TnJutdK4zDVfTTYXZlJmehMJxapqza/EZh0q0xNYxrxWeVe/i5mb9Up6Zo8MvfOi91SEvlP3FgXW7PXatc2FX+h17dsljJjUdOzwvtBE78zdpr5T66Cw9vMm/qC9cGvNRfZuat/erWWN2zXXvaNJchvlimjc1XyvcrXiXWU3NN6l90Pr7zBVO9tehmwK1suQojV4biURj+arDOV5EHfoD+WfJN0buY/AfQR+2gjMd/FPa/Te2n0E/lER8L526buyOa+8bB6hD/UoRRd8vhtKmp9j+2LIf5vD3wL65MkTff3l1/r662/06WccAH30kc7OH6rrB58jsG0uYp+fPIVG2SaXUlRKwbhTQT7xkz5j1G7LwQyb9/YT3B3tR5q2rXfx5h8EcPMSwYa9AGipqhGKEjpcczsVFcs53NhxyOQ+Rg5/TF2eJn/so1ukUmN+senU9506XnAqspj71HwVdKXM8E9qmZqkmdrz4iqlNP+IrW32fdWGl9IeDF3Hi3SvYQOGjn5DHX263+p+q+T+uwj1+DP0nTYc0Gw2gza02QxQg/LQ9xq6Tj1zG+gXt5cvnIIUgEi4I7kgX9R5onIQU/rZuw9e5M94Kd/ktzcGReVAgfj5pW3Lrmj56WxEVVeqvG66ms7aKBjZHwHaeD63vLQ57hNtRU0DaqsUK146lAKnG5BGKAx0rREMJOCpIW9c4+lhbKBilYpWppscvcaURtJMZq18Kr9WvTci299X75mlfmJdE/PZZlYzIbV4XFXhWBJT5Rhjr5WtyZbwmVKkHp08gICqYUxKVVLmLSllbDbnOswD1kr+8ehuo84HNAsoD/DGIh+ODoLO5bqE14cx66fsiEeXtbTIu461xPrtup77C6DbUR6GAZsuA+rCvmUcihRFMt9VaFHjQxEdfBuzTJyZpn6h3uigVUHbxaYpQtpWECK7jkAOvNaaLmXbT6CeaZGxzih7PgzYE8m6a7E1T2FCiftmuUe4bxBkyb3YimHZ2u9gzJbbX8P1zQo59/eYC8a8axa4xcIfU9c0m44fmOcjmIeY4x7yP+qg6Uv6kC2zKO7NjJ3atR8tvtgfvBGs/OjBxaa0z9Em2ZpFqY+Sf+3r5ctXHPo819Pvvtff/vod/Au98rcTOaDe8ryxVw6Ybbd2oogxG1p8nYuOtub7r5RQob6Q6+gqso98hOTnVfKuz8ZkJBdvRNxYkxXvqE6dnyPLfhkaKc0vNAvXsjlgqTTz13TeR1BPKjfLLbfCgXPpKqgliXXhuc6fc1jFMtN3IgfzTq0jhQxaZkdiF052i5Ak+2cdFuJMUpr8j8xa871Leyblx6UU/fDMLmfrxvykttOuFGm0zKW/D/FoDHkrSJf5zIC2lDWN3ed+cu0LNzAMhHRD5b34PgL3EfgFR+D+1v0FT869az8sAuFP1ysr26JmjQ1ZpuBDuKG6gowkhE7qOMSI6PSQw55fPXok/x2gTz/9XMYnnzzWg4cfyC93hReFwsts2xsXLHHYI5C/CkYRXglJbOB27JASu5EDIQAdkbefvjYri+ulFPGuoUpmdDXgA1lpFpu62K1nGTV4yd9i8aHPNg+ZLilvgT/gRwW7euvVWtT1nXwI0vmlEdsBmuVJ7WqlxouWcIyLnP5cV8zCJ0nqOHfExDZt3+j7yH42vFydDT0vwJ0G+uyIccWPwoDpWjRTdEU9ej2HPBtels82AwdAAN7lTd9r0/foVA6AQl2EggEVbNjD/DW2Iq4iwteA58wIspFQeWyTgn57bJ+fn+mMF3f//ZWBcilEiDcgf1tox7yM8DRURKd8uS6hQn8BYFwlH/bs2JVPBjEfeZk17E8qnMgiZfZdCgqBPUpakNXOIitRcqE4A8jQhFmlEEsrpaGSVFDtL497XzgwoaYLbcxR1aFwR25Eb8SROWyEYMKvEbgfRsd4KpMdzH0iKi3oHDlMJtsws1C3dLn5xzhhRpAyaPI+HALm6X55/5gp9tGL7IN59FzGoI515kOSRMxy+wUvELSZJweuozskcRVzO+szlrTV9QrWt4h/G0ORr8j6Xh0HTx06MJivIqO6+Wg+IiDYxUbnNiAp5aBdN9OITrZjmftLedAO/WBsGFHgA8ZJcQKIVskaWTSTPuAHFlKWGRVtQFmag6s9PdJFJTwbpoB7cATmFoxzQ9MFK2Oplh7QrQuOS46Je0UeFz66LF/2i4kffc9mP5Ol1zC6LnXnqtmGbQex67DdETujyegcefaDrmVMGCk9w4gpxIl6mzaLK20oMCREI6M97ROVc6Ie5XE76s3bt/J/1f7s2XN99/1TDoD+phfwrzkUevv2UhM6OEE73w/Ypjy6rR0wqHEa5XrGYNkELYXIQSdq81kelAsFKIQET6J+4iaeiGdSeAESlaKN5Mz6oXYttJVuyFNp3eoGvWviqwIPyLKFmr8Z7vG4lgHOAtcxdXPpJuJ+Fhx0cjhZdF0yd8tQJ71Tlylt6+idmlbwSExXODi4Et6N/RFN79bBrNXi4NyYhe8gJ0b6jhZ/r+q7j+Hn9Oj03OHbvKD8rMiFRXn0M3HvDDrwiMlJWcyMQrbgOZZsZqf7yar77D4C9xH4hUfg/v79hU/QvXs/LALelnuz3tBseJOXUJVqJTXAoLDIXBWIQn0f2pxv9NFHH+vJkyccAn2mL774Uo8fP9EHH3AA1G/U1U6lhMRGWyokIOVHKnvnpN5qGv6g9YbaH747H/zwU1zzhjfZNNP609WW2K+rlCKPo1b8Mj/D9dYvGC9q/8RlWzs+wX0AdOlfBeNQYjduNbk/GhQDW35h9EGLX3Yq8YgSwrTSaeyUhYGnC/IlFYmkVJ615jcD6020a1sGcxMv/y6BoBltKi9ZtQu5/6gFM0DtKhCq1ZHVGqkzcOAzDB0HRz1z0ufc1AgFKGlT2ND+CvqfvWqzgq0CAlT6C1BrxVanftPPB0xn6ocB2x3RET7jNwc6nhupyG3dX42qjralNJl8MejRhz7bncZpx8EebYl/a8u4sYib1lQ65AIIIGwbtn1AR38L2jgPdYU6cWVj6NVUmmBfPZdxw+uvVQo3sEu+lG+mNLxWadkCKvd9wVsMEeMXN0ArEiDmxN2VQr/EMPagMfPiJkbTJ/4u7GEdYAN7mZmDzO0MQu2k7B7BSBvzHrHkmLp/U2NQhCngpT+AKCNEPRqEPnBvCCDIswwNwyJ0OqNThw0jbVA1ZgxYD/CWRbS+BJVK81XzhTnryLHhkMd2ouvl+6RLav4Af5toLY9uwGzFzZD/CfsUdPOVHVId+NHQ9C1vc0AIs77JYbGMcquEb/XIk8mMwpzmYsxzH2nWsZho70pAfNpk0ca8yQzInELKsRR6tBFD2DDGuTkUx7CI8JDW5T0/N88xsfYCxxqKIjrEViCCyBHo+HLdsYQGivSvydt6W/tDzwy51a7zRdjoSMMtz5DLi7d6/bL9b4TPOfR5/uyZDH8j6O3bC/lwv4WqNGOYd1vDQaHY5HhlBrMZI/Ml/SywIA+AhKR5j0Si5OmaeJ5P7sR0gbjSVbKmjACGZyHM3yfN317AA4Y6+kxKLXP3KTVzC9Y6k0e70g14A7JP0xxF7alYZ/vqm5jxpoqlNQoktgHiA+MGZRSoaTnMPyLV9bhPOPAezt2quqr0ej3R0w8WXZ3RH2zoJ23483l1bHkpEWCSh9DImM8E8mVBUkUNCYZEzcwnyQzxT5J+UmM3eLSM+4bqe/F9BO4jsPpMuw/GfQT+ZSPgDwNjHiDsfm8Pn3eBaVaz4/EB0YyOQ4GHDx/qo48/1qePP5X/GPSTTz/Thx9+lN8c6XjpKiVU+Kc0VNg/l9wiTnATNveAIbHfm8DIRn7kQ3jBxD4W0Gb5eAw21oko8gtKjUhKMXsr4mJzThMZrQxLJyM7y+1uq0v/usDlpfxrSSMHGjJCqtjueGnter+0Vg4+bLtIyGmua1cKqdcBpZhH03XALw2USBQyAmOOb6LP9nIyiXfb7KvjRbnSf41QDWkxhfcqlKMWdVT0vAgP+LjA5Y4DmCAI1iulZNTFld64a/iZyIbDOhHK/rBZQUffHXTgAK/bDBrOeg6YBlkn0pDwfQKjQyvRS5SqqFU1OnyrmC4K7AoNvyyN2mmbP4n3W8reAy1XLAy2FtbNA19sJ7qqruvVDRVf+j26AVnKO+oH+qyggJDSlinsOo3rwrv4gsIJGzmHVO2p+atYd2R+zJglN2d+j2ytSvocJRSlKqITHDQkuMRonuI+UQ6pFQNPKC+6UHeR7RzILLu+aWddZpYB64CMNZSOSfhgPygv8qTYSrvQcQE6ds9ode6HESB3OdtFVXTYdBsGvuVthiWB3+iysGKe45jnHAeoaM8L25B1wjaxE7062+oGxeC57ymDYaNuGFZwGXna7jDZYapAA6obL4dmwWkl2su4WttkbusOHB9TD7Ld561m3aq1WCSsEZRH4tO4iYq5DfGikGmWJB8ZkyUutsZaQMHqI9mILUym7j6z2r4wM7RJbrHH+GybYJFoYHkqXM/oJtf2UrOYWsoZgywwKvyxTw0pnLNDqwPXqnYc/viA5+Wrl3r18oWefveUg5/nev3qtS54hreDH8cKP4vwVwy5ZONmCznjSUFSlynh+Ah2fCaM9ovPDJJ4gJFKA/olQVlFAgVovta8VvI1eyTXzdfs1c0Kt9R4nCNjYeA8da8qliYwMVpJDKtxpRHNLW/3I3uiG88lPH3CZZmsrYNZJgvSNHpJ54yi+zBmSSP+eGgcOUrkN6elnnknKX1PZtVkP7CVrLH7vvdMk5/Kl55cV529L9YG3qvt+zQ8NdY7DO69/LmufGsPN7l/k/y6eSS39kD9OrGAWHspea8+soW8XFsz1lEyzgBp1jhJ3lHd2txJqan+/PkPWsU/v1v3PdxH4BcSgfd56vxCXL534z4CPzQCXu7Gob1LRkrMrIEw2D0GL2sDL1y/evQovwH0xRdf6PGTJ/roV490/uABL2W8cHHI0DbD8waFz1ZvskeyPbA3eQO3yPgQ3407DoKAKZiQiU16s1IUBQ8SSOijlKJSgBoEbRBXsXWo5EOX3XarCw6ALnYXHExstd1d5sFT9lEmFV42K2OLWlWBX4Si2K5NFLKGCe44NbmO+hYXo/NhD+PDA3xxS+8IDPNSoBW10Owhb98AABAASURBVF/kIUqtoVJKIvBJXBRbmbqKX7WrqrwIN9RsG0EblbQHaZQe5Wvuv9mRCv0FqBHyeLseG6Dve1XQ9536flDPIUvUKtmguJiLkbnwWNxBkEVURa2q0A6glWnk8Gei3ynHP2qkrdhpjYtPgRogYUUAa4xBYcpLu1/e4TvG2eFH53LSXkPSQZYHch8wdJ43+g/bwLTTmnf5p4Xn8AaLq6pkGftI3MaMBW3gCQ1jLooC8LuGx000oHM0tL/SiEvUmyR44U96nGEFwaxnYshZw94UWi3ZTqtz2fUNljFjFHCfmXPtFVAnn/6AZOd+zFtz3W5LYcvJz9bfuuM+9K/12Gj6y5hDlSaBhQJ1ov8oyv+Bivh4jttc9zLtwgc8XicNXgsHIIuBpdRJbosdBfYwO9KDATsny9cxaGUazvUmi8z8aTSb1mv1LQatzNBZ/8SyVa1yaxkWmY7ozZT7hJIrwATWqVAIhtQgxoSARAs6G4Fji2CVyop3HxSTWI4dijYTjhMwbaCCMp01k7Qh4SfyfXK/+0JjGDoJnthmA8aPX+kbY6Nin0bKhgVWTQoz5gHQG7188Ur+H7+M5y+etQOgi0v520E0tTpwb4b7ociabA6LYXl8huWtPu9F/NnNh0DTVHjKGQFFl/vSpVIKjQqysqeFEgVyuGLOKFk211AauTWPH1G7NHWg4Hmm8CEHc2WtpBuZCQeJhbhcLi7KwwuVJvd9IlFqCPnCvgPpZxfx8vyNfC479obnaDtesh52CTLSwYdmQ9gnpksBs41tOcU5uS/mZy6tSatZS4rSUc0XXeYaQrFRBIfFkUqRDWjn0jhT83iXZJ15za/L1/g4ltDvsUC+Za5bPqF3td1Svq56XbLonqIV4QLY90hXxnZDS2sZN1Qfi+/i+p2NHZt+V+m2rjk6ojkaJBiv9AbKpOQtv4pcY1eFv6jyzxTMX9QY7525j8BPG4H7u+anjee9tZ8lAv9Ao7zsd9FpsznXIw58vvzyS33x+Vd6/PET/epXH+n87AEbH1681pst9mLTNLExlNhHgkkU2Z5BGYo/TEcE/rsx3pDvdtt2COSXRRq4rbBXDHaspcCVoAQWmlsty4vaxeEPm3o6ySLmtcWe/zer/BbQ9lI7XkSnaUs9DpKXUhRsgisIH5BU7MOXUuhLXAU4ma6xyBp1t+ZsdaRj+2/Im3Qc8saCSEgFLqTAfqWvmocYwWEKQFZKEUmogCmhQjPJZA/l5d5m0GfaRx70Zz7tkGU/UVXpr4Coje+gHrtRS1XXN3mJghXmCZttnka1XVHIdZUDGB8YNXtFtmnHglYj4/XLgl8SxMtDTjrNXUc1CX8pN4PJMMaQfYgIdV0HKjAd1A3QAdoN+W2gLg+CkEGDAwG3aShpQ1ev7II+LceJsKPmV4iZNzXmYpJsnlkWyY4KlJfU5B6yY5UlCkRREzGZPZC7L8S3stYiqgI+wuMPiaT5yvYz3+SrykW+oq7FCqotX1XBBi41tE6svcxA41HKNGLhoHO1jXWNVCVrfPpKRkJ2SCPj9wuj77ntbmI5jPhBvcfrQEAJgAV0ia2MRYeoyoc/HeusYz1EzPNNOUDH3C+IhWctWD8cUwX2urTbxgOLzHxDG7ulV9HqGTeDwX18brqLHMM0wT72YOY0l91mljSCoDGHZlm23GgxEQenrSPL5hhZrxXhPKeYID7kWZbjJ3xDx346sI43RTwrCTItl+XGUm7UfhdZL3tI+66x3HSFuZNx3OIqPqYx0xmoWqWJnSNPp/CR5zm3gEtoFeDeCt3OQH3HQaGf0a/evOHw54VePH+ml89f6rX/3s+bt/ncdkv5gonZV5pacgWz/0mcFfqeuA8lHmmyL9O+BcYWfhFCF2kx4wxairNF+eej9vhG6x4wmKPLuCTHndEdN8HVJoDBb/JWXOWFNVQohzs0XDCQOdENtiew05bPzZx7PkOTd9mgc6876+MJc9o4z/C+0ETkKYW2RNPGXMvd8zXhNcFBiwljYv25mwFB08sjnM3jKWtnAj88XrVrxTbBnLeDgrlwksweLAb2dGFONjotnE3lR7cXaDKnVY+kP6Cro/bXCscGiRQaB5ndNBAeJ1QI6yyjMHO3kVw3OdbbtE7U2QHjRNVadKNKHgBzB7EA04d3xpr1tRi+0eiicE/vI3AfgX+mCNztafWPHtF9//cR+EkjcH3ZW2Lc1E3wCX9+fs6hzyN98skn+vTTz/T555/po49+pbOzjWqtNGWzzeelP9cnNphOE9IFQjAZk9iMj2oHQGwwOajZGfyk0R/KeXgirnQoFCVUSklIhQQklWIKoJNKfpRPatfIi8eWnyhfXl5oe3mpC29eeYHZeQNAndgtBu1qhCoHMV0NBbz7EnJjkm1iH6qb4GrqJtqwDxUDw48RTPQwuSjBkaHlXCpRiBegv1oDnvHVwjil0HJNybgcpSiKlLxMWx2ssgN3bDRB5oW8lKKoNVGjZj+VfmqtKhiMWhURiq5QB88LdhRegCU8nrTLF/cJXtm3ItTRpvrFHJjvsFOWkeWmatLkecSftl9qeahdI5FpklbGJLZDPmRsL/idOtsGAwc/nTEfAlk+8NI/4Kf5Dr7rmr7HIS5c4KUF/70I6QvRnIro6IBZmoLFuVRYKtZeLjLTm+RLHXND36mVmTI6pRQVBhu1EkZD0CDT4aL+UGjcbKIV7pxj9466o27Xdf9rXHE4e3G9GdME2chEbDlsHbesB1YQIqs05DhZd45Mdm/eKCIopApdDoPMoxQc6iTMN+ScW8YakOmCHBM6e9q6xSjMWt54x2Dv355B1cnfLDG9htY2bWYbylCGfayJeC+Y+dHxSMXWYMx1Cr9XvMJEMBKjZGzMud80kbamXPOwFifclZEymzbky1KAzVTEspNrWrlxSz7OBjyf3FX0g8TrOztfjC7UGoCiq9FczKxoETfCAXS+5dn85u0bvXr5Ui9evNCzZxwAwb9+81qXPLtHniWe6xoeOe01X/ST7mGDwCjhKvQomEuE1xmc1SGkolKKRBIX5nMGJvglzVWpUjJfahp188a9bx53a7CoJc3s0M7B9WeYqaXzwIp5fC0gcNA0RZRLYxypmZtyzBk/tycI4+Rjj0mmPsQf/U0fH/QwP56jLXyjO239jE8wy/bDNmbLB1IP7MLt9fbMUrOnN9c0lVbfZsv82EbCUJpMjFd5FZWyjl2sxi/4dR0NrhSRtJTrCf2ZNuEqrxIJwbEB+4ZQPuNNeks24r0Yx9JmGcm1JotCVsz9zSRFV7Pb6tA9mFspLuxCj/QoXEsFSSGeOnEdjCx9tWeJcsRucNBwqWHRbaWb87WeV2+L9Vp6aOsYJ3h+HXpv9TdNbatd5adNrxRg1zprnqqfL/3dOvr5hnBv+XQE7qU/WwROPXt+ts7uDd9H4JcTgdNLfy+98nkSfLz7W0AffvhhHgB9/vmn+uKLL/Xo0Sc6f/BQHS/jYrM1csAysZkUe4JCuRQYGYeRe3Pjz+CJbMvmcctBjQ+ARn4SvMv2I1sh6xeVKFIppACmQCVlttNAWctVNE1FI7b97QP/ZNmHP4c/Br2jnlZ84pdaVKM21E61hpb+5D7ky7YbbJeWtG9lpY75xgmv/bIyMaYRZBxyR+JWHhO0TPKQolZVDjIqfUYQ3VJS7v/Fq2BHeU37HtwLKil1FmQx643wdCcxZtiWUK4eX605rqgBhXdfURW1qutCAfIgB1rRcWP73caw045NvvyyEVJEcFBT1dU+bRUGUgo2qGuuTJp4iRinSR4/mU5dVhcZ5mSbjRa1Q6B2oNMRmwCme+wPgob5G0Ed7SuIxKEv+qeQcYFKRbdfIQwAp3JQtYE2sIMsOVcsSAGZy0wBhKTjZgXzoNhPKAP2uDMGLZNMyTPhTtJVljaz7MpTyMpVZp1V8RZ2zL5n/ZncpG4/rG/adNYNRqZ85OXQdNKOw58tC5PUVPf9EAdLsqmz4lKDi4secdLC30hbs5a78W1oWkvuMRitfEM7i0/07REY6V/6aSuWZAMKC4XN5J5m5H1qfuIlCEqAyKWUT9CSLVpW6B1b7gO4B0E1XyMHVNl2Lq8JZinSFguacWhaMHOoa3bpWgtG+R4+YKstz+mR58HIQXqTo0sno/0GI7ygSJsVHLOIwiEVs84a3Obicpu/5uUDoOfPnuvZ8+d5GPTmzZs8vB+nMX0thTagzPcz5okf9hhG+j+PUUmbnPxKKpQXtCfoxM2a4LnlZx9FeigA1dtSETpk4poJ3PslD+KmFozrUNUKzEqOeaE8cA8qR1wRoRK5yNSu0gj5BDxXI4PNsUNH5m7H/C6HO9v1gQ9zv+WHNAnrZN2oEd7zDWeLt2AZKHReFHC36B+q2siX8mEMOXYPBEz43jQoNIackbF2pozYWk7VskaSth7aGnLdAa4xUu0gvsJZo+pY5/rorHXcEJ2WHMLjqptKeyN7Zta8Wp7FP5DEPJh61Sz+2uRMYNFcdBaKdJ1Oicd5Daz1zB/sunTAVfWm13JrNW5ehS5cbbAoUee+D3BFw+HZ2Mq35xg6oXBaekIx1+Td5Ke0jmSnxpr280hMuQU9anBfuI/AfQQcgVPPJsvvcR+Bf4MI3HX514zFMHTyH4R+9OiRnjz5LA+APvnkYz3gAKgfhtyk7/gwYh8tsfsspSj3EaYLVNhqir0b2zJ/w2TeVO7YYOYhEBvKMTdzy4at0CLk5pEHDkXSVUiygiHXYR8b3qz6j4f6p8iXvGR4Q7vjgGneJihKVbDDqbXKhyARgSywUCRy5bXwpgg4XCKng8zJyl6TQZGw7gCAkViMbbTkHo8hFcZRa6h3v/RpPpCVoqMrI8WB0aEDHVjvNBLYZKzyBZuf+/AFzRKh2tUZoaDPqBVaGG9R0GcEZXRK5TCFeIh2o31nbnI+Ml42rKZfq/q+0r7BNtxGXNkOX0bmsAUIB0lUnUiBzCjYpe+ABwGEDwiVF+1bHLMky60T4YOiqq5z24o4Zsx6tJs5BUwDOvD71IRZv5e9i3GbW3XoOOd9ZCpa3KxeSlEh3oX4lVqUY3DP2CNpf2UhM7l6L/+RzGzxRit4TZ21gOfgGqg+SsH4ZgG6bp8gGzkg2BIDw1FILXSOxkMslgG6ioBQ9Py4f1ivgWxA+c40ezqRHdsYsWe4lwPmZlad2fQJXRft2UHXSg1L3uYTzTYYmNOJ8FDhqABiRKHF0feNC0fAOknEyv0b9impnLuSBs0ozCHNpg+C5KxPO3y0vx6PaWSsU6FlNM57bqaexy339JZ53cvT60PHjEacBiCFQ0yyebuLLKuggX3fr316z0NRlzz3X718re+ePtV33z9thz8vXurt2wtNPIMKvgVQKUpouUrauOY/HdtHceE+OX2TI04mKeUJtIRdMxYY5hNHhZTMmslLx6XQzZfrijPjZrUTNTc0YK0QTMaz+LjQZsKtmnfkxI1ce3dTNTO1yzywTd6ukKISAAAQAElEQVQUHbuJOdn62z/zZ/N2utTWPGtgNHZbjT7oX60HnGnmbs1HelhpLpNx1MbeL4I1b1mOxEwCr6HOZ/C5heCWtHRYWDtSy6Ak7gpy0tLloorIaRGbX7CoLHV1rljoMtJFz9WLrvkGfM/Yo21Fo1Us+Z6WPXfMXLd5XH9cuqGDq0aynNlxcy+8lYmmEeKRckVvXWxaKVm1zfI7suvqK8mKXZu5QZwqIw+FRJbWWfOx5Ws5/G0Gr8QDbdLSYKGIfrZ0oo8Top+t+3vD9xH4J47Ayfv9n3g8967fR+A9I3D9FjiSsPFTbttstn3Q+1fBPvmk/UHozz77XJ8+eayPPnqks7NzFV5WCrsBNCVoKXAzLbLlIqmw9y98dE4a2fyMfCjvOGjYQUc2/RMbuRH5BOSLJoU2BsSSxDQXJg5lGm/7WYV92x7lQ4w8+LlkE8tPLUc2rovdgq9Rm39J4S1TKc2ICnbEoY7LRlA2XcOqlEkT7DRN6DeIESrHkDXUkqinW1X6MsLfvEEQxEj0hxnlhV5Ssr0M3ulqGaeUaJnsfpCV0sZWo9KfQbmG8hAiD32qYj6M8B90jg7LgSl83vGT05wTXgY8jFBRF6FKOx+6mBbK7ifslPv2/PkFgfaj+ZR7N2JkQU1XSc1jQhEFBBBXUVbCOfE6KfdvPvCh6frwxy+SplX2x3KtG7rRoVs3nxEzNSnO7o510xOtlu4aZc6JQaq5XWF8pRBDoyrmuAdjEn4zLanqLJxdwUHWrB9X3yxzO+NY/4eUTlkJRzmNBWPwOMQ68LBz/mFIrT6sAea5TmFm2MB96yUsu/atllN9W3EN69yEpkc3e3+bZJ2v2uKrDMaEx5k3zQIBjEEGJcntzECzjfkFyBbW1AN0fJJ3JvxhnZC3ErmdhGT/2Nv3T3+RZVe612a75aUJ5zy7Sb7VJoufNIe1zPqLZcquMKi1R+kCRtoc7jTmPc2dyPNz65d+bVGjnH5P5PDWN5eN0xAlU+yP7TlqQbDe/U0/4Q9N5AP6ly9f6vu/fafvwPOnz/LvAF1cvNVkBZsAhXYQUpFK8x0TUmYBAZSW7pemS9l9O9KovDMVNE4B8fXUum1yN4Jbiyj+yHS6+cg6cs27xtRcKkSpcRkPN+LzxTaWz6uFH/l8HKmbtqO2y7wTzNEBNDXo22tDUPmyUdBkMKlLBe3NLqCplq1E8qjcnmxrrZGO77td15ifa2X/R38GsZdI6vHc1OGpybLMsFEil+RnypYR2ufWxYT/5pYa8z8Cp8xkLFwx3j66fQzm/t0Etq0FGCd0SHDO2xqjcJxcNUtsomGaJXcjKxPLEsplJec2uDdzVNhLG2PPG0QMRpDtWyX5uheKpNusUe3eISM+obm2R5GKf3j6hbjxD4/DvQP3ETgVget3/Cmte9l9BP6lI3D9Nlgk1ePOT5HMKIWGYchf/fryy8/12Wef6fHjJ5Q/0vn5mcKbc15WCi8Uja+KCihbVlxXCnaU28eR3B/EPnAY8xBopx0fpIcNkVXRJ4l2RfwrUilkwgb7CBIc5ZQVsd9L2MaOTeiWQ6xLfmq5BT4QGjncEB/duKJKm6gh+xZRsQtfbCvwDMrhkgRVSKaUJ0Nq9ZbBCzrhyEg2Gdg3zfHJF5VsE4Tcpty3+60RiloVCAqwprBs6hZmJ2cpsGRfsuQIrrVt4X8JcegToKpyyFQQRKkq9OG+pKLUFaQURQ0V6qUij2HMDfQuf/I78tKXPoXkw5au5+DFqLZXbUCinXwxdnmM9tk2LFuWzkItMyLIAQkjyadodoxlgMzWGNm6LfqB4gFFET4QCiiViy+6crlqEc38TBbpzXSluGKv6I85cnts3+3y6DigFY674wWi2s9uGXKj6JxKp/uy5UV7zR/LTrdddH4IPWExZtlMctxkY4J5czepU8TkNFiWmBslP2cMh5QF09MI4nwVjvrtoHPsus+7oqC/Bu1yLFAB5lS51uDly/QAc5Yu8FhwHCdHyCTHiCyrLaEi+SXL9u4PsGIQ2xdLPXZrm7pM1ZKyk6VwlWIFnyPvFe4XngtyeVazPyMv/qMPegw/O7n3t8DPgGMf3dE8v4zG3ozoW2fkvk+R7JtBBxzqaV8uPFdGvX1zodcvX+v585d6+t1TvfCvfr3yt3/ecnDPIdN879B6leiTZFOMpsnnLlrhkNvDQ8lck+QjysUfgDK34ZGJC0tpFt5I7GDTNSda3qj6Qyocj/doNxJXw59PxsjnYVLmbdp6Xe40+iAo5x0euXw/t0lVEkKJCDFMCm53wFoHDZeMg+Q27rqmB2ysW5VWQNnrb+Qzf8d+ItekHWXSR9PUutq2DSmrMmuzlOzPmeHrsflFsNDj2qPSnVxsdpwbR+3nwk3yufoKuUH7Tr4sprCxzMNCl6oTdH+Pn6i7UUQX+7qVb/kLUa4DXv97nbswtDmoHRUO4n8I1wZ45FET3eGu/Ic4fN/pfQR+MRGYb5VfjD/3jtxH4B8Ugeu3QpPUa/70/Wb+VbBP9OTJE3366af5d4EefvBBHg7V2skb5GwIU0pR4SWm8LJRSiAuoKXRGzODzUAezrDZ9EZtouy6w1atqJQiMklQtYumEgcySlmBbfYtn8hGNrc+BPIB0CUvNe7DcnGVUlR4GbdvfikvpUj4mKBes81GtboKvAFxop39nMQ/+puANxiGqzV/FLs8wtvDyHiEalTVGnQZ2ncnX1gkCZtOSRGnCHprwh/VohKh2lWVWhX0IWSmwRgjbCEzyQVkMhBPxG3iBcBxG/MlYMJr1Eoo0Om7Ln99rUK7WlVKqNDOKZzZyWVHgi2znlNhpVErXUE2tMYV+b7YfHAx5t4iQhG8yCZCHWNt5RAVQHm5/2QyOy6lyOrJuH87bzoL3psww6xhW5jaxCndLUWF2DleEVUBj/cyNF8x0zVpfPP5uN4yo2kc8hGbShxka+5Um3X9D+HtmeFRj/KBwZYYuKdpNueDQ495LkKaPsw+Wd/YC66Nwm2Mg8bdubu2K5gs9Gy4zQpmqRHwvCXCwiIhI7sltZGxOnwXECiXHR0kxOp0w4JVgz6iowtTgBQj2FADJMumJ+CeaExNAb5fQv42X1uH2PMYrAR8f245yNluefHfXmjLM3MEWz+PjewIRTcTV8BDRsYwup62jIiDAcbWqqhFmZzHIrn50I6DptevL/TixSs9f/ZC3z19pmcvXuj16zfy32vzyzvKimKfzQFM+mR/Sh8ov0fau8LzyM1sKu9LF1ZY9baSWnvBSjyzxUOCnwnc6VSWDt+luG++93ovMeP4mvo5LZ4xV7WYClcfw+4fS9KbspdZwRDRpYecS0ca6zMvDE/wlk70a81sbhVaJX+XDP13qh3puNB8a2OmtUWQlg6jGPHLOjvmeTtt5XXkwyCvTesuzfI80oI9Wo2nxqh7+Y9gmsk7GDgoHrirzW6uuaqZ5bX6ms/KE9kJHcfhhOZPI7rW37Fg3XeIEummjo9bnta6i87plrP0lv5njXtyH4H7CPyTReD+tv4nm7B7d3/OCKxuB7N+Maj0Z94fwrBOFm82mzwE+vjjj+U/Bv35Z1/o40eP9ODBA/V9r8KueGQTRpK8iTfERo1kglB5sa+zjjdt3rx5ozay0RzZaI68MbSNJkqpXFQKiCJhn0ySebCnYgt4gOtta8tLzG631Taxy42h+5xoVxKhgk3zbmNManakIjH+aQpsc8hEBQlZkQqQgS7CccRjBjRBc8OcG+OJnC0I9WgpQZMchg9lCGgxTVtUk9Aml9939pRwCEMNKZ0zbM2chI1SCmc9ocqBSOWAxijuwx0KZZIYq0JKQAr1IQsk+z7upozVjp+kjhwGiflATR2He8HBj18efZhRsBnAZlvrxeQyArfKgSt9d3FdRXnpF3avs6jM3bamjikzkHp0GEHLPapauQgGlTIDckOKa/KlVyqSnf2m6GR9w/wRTghH+8k6WPRKKcSu4lpVO6gKUcjqmnnLkDbmWm6HjGsVK8E4z+BKlKzbLUjBz5J5rhLbiXls/RU8iqgM1QiXxMDBIWUbZwcR8x1z6Sq12LL3hdsVsndBV3yc+2GdXa1x+YCC7VkX7ii1UCAiLuQMjnyEANdRImCZL5kj1Xhscn+F13t6Fk0M76YGhpwSQn6AVW2JNtiwPBhHhA+TqlpNoBTZdmQOfPjTDnw4/MnD3y23Pj8752BHXtMJmpi6qVlaMxL08AYbtgOXNcJv5VXIi3wLo6KLi51ev3mj589f6an/8PPTp3r5/KXeINtezn3SYp/yXvJz1BIoRg59WGYsDkFJlljHsO/uu82Ac8MaCzU/o7k6F06RuY31snrPZOnWbKU6u3ik3nw9Eu0LI3HOgpWMLDib/TExViJPUwLZ0l8wJ0E5E/6YLykjp0DKqszohwQ7zmbogNhrD+bCfjUlmc0vuiZDMwpLlUtNoXHH/CI7TW1jmj04aOCLC0UqrG+I2jXh3pif8f7smvA116QXwOKXDVo5aWYu/UPQeicnvU9MFmcZHizjJd8xvh0C7lgij2CV0jzl64dfCE+lpcGpuhtkR2vnms48X9fkCH5AX7S6ntJOZtfrHJSUUk9KNrOjQkpuz24f5e1t72vvI3AfgV9KBO7v5F/KTNz7cSIC/wiRb4kFS/+Vl4WZZ3Phl4ihG/IA6BGHPp9//kX+KtijRx+nzL8iplI0sWmfctPmrVlBBASKVAqZ2oWafLgxskHz5mWkjx2828vUatbfI7J9Sa+anaxS49fbDPMjNnyQsf9D0D4MosP9x743j2mgqBSgIoFp8hgAvMtGysRFHTkJXdoInYnORvuO7cnw2BEiVrsmUZ0sreRNa9B3rfN4SkqzXvg8AmFjwkYTrvKATxSiQDuSfGHDdktUlQhQFSUU9BEFpQBqL3zsFZXAdxmh/bXD0e3lTo7Z5XanLS+APpBzzALdmG139JNlbO4bJxOZ35Rhnr6xBpO2t6NG+JExj/RHAdeoTwMF6/bboBkxUUJ52ZeGKtMO30wja5c2FGwfcirRu+gwq1BLKsaZwBBJy7V41fT3pVbtxsy969Jm+lnwq6gQ+1qrSsGafRQXLPm1tBYf8yOxMARdo8muGcIRt19wvf6nlBALxj8msEvRTnq8XReKPHiwJ9TNCdWZg1hfBWZJi26jHmGDp6owsrtDe7u2dTPwUu1adCjlXLlmka2p5BJaq3RVkgOz08D8hO+o5+AnM+B6yjWcfXfEzjZBvr0t969teZXZhttTb7LHUm6+h+MvDn9EGbsYTT/afG3bPc6zccvBjw/MR9/zhrX8TR/MkbA+YQGCfPaEQvPDQxq5h9v9izg1K0FyS7RHcbA86vWrN3r+9KW+/+6ZXjx7mWX/sX4/6/y8KgX9UmwATNxFI2Cc+SxEnv5TNSfMwrUchkR78iW1GtojOOSNQ3QlreXmF1jNvGlDCF8a+155vJf2SrkN5CBYuZOs4wPjOBKw1DvqsUaJhwAAEABJREFUyzGdXeZxlN6XUmReR4ricmcYY54nwOJFtiTXmV8ovCcfcj35zbvB2sZB57hk+dqNNGkXXLHCXmTf2yhaLc/ekUbTjvXCD3t2fK60b6+5f/oiNcWFGXNkLWs1LccL0vWYtNq750s/brHmj6Pp2ndjnjgrzqYYKiXG4LILpkjSOuUdSH6RJV0yD9C8Gxnmb8GifovK+1QtPS70fdqe1D1p6Fg4clNkSNLAfhVl6VT2Ew/5VBf3svsI3EfgHxSBX/b9/Q8Kyn239xFYR4Dtu7wRypvFG+9V5YOzB/rkk4/1+NPH+uTxJ/rk43YI5F/5SDU+Y3NDxsbUm9KJD2BEWSVv3NjAkeRrnHVGNnE7v3jwSb1D5jrDeoUXg4Ap+FFKUSmFqgbbvQqp8C4y8dKx0yUvN4a/BTTudrI/Wi7sFHRlFHFlNtOC1y6vQZV1TZJaZ9KIv/mFGejIOA7bD+qwIjCCpVkpRf72Tw2iW6QCZGi+bGDBLFpIQdEQTVNWJLePKCq8cFd/AwiUGvJLFRkK2l+OlU3L7YmrVNSuSROxd6z8UrbdXWpL7DyPro/AXtT8RkuhnWG5kCe9Icu+qGvjH2V7Iy+L+XdHeOkcs4/tXu5NeesLBxfbixHsOOEJ3ZJT33T9slzkQyAqrLLHlaY23+quVizz02rnHB8I1F41mQlfqSZW5HLBYkaGBTjGZjmuSUxMGMxHGBbapJYL/b1H8FkH3csWvYUudQtd5GvqurlsFvg9/kaTs+rNBAM3VVI1EgevE2Ni7Yt4BevkgMKUMDCSuFAnX5KFhsumxppfygWhAXmv5PaGG5kucNkIewuzlsN7npCK2utwBTr7umLBDMthiQv5PnltGGJtuMq8aSrsGbe1LdOrQNN6gKSMoRnEbV7X+hYyrigZ92AsDRWPQ+trxB/P25b70HTcXmq5H1nYqZotyDAjDKSsUZ4k+GBfxpY1V6xRlH0XVTM8V6Sdv/3z+q2ePn2h758+0/MXL/Xq1WtdXNAnfhT8LaX4lpEK9xhryc+jkWeqTlx0jYtj6xP/mk9XFFHCS+7Llh/XLrKFunbhTV1e0Mq41wSlEZ3sdKlb07Iu/AieAV1rPTE+hEucFir3aWjvZSklpWFqMKmlFEUYARWXgwkhFdCS+20xMNdk6/y6NDz3ibXegXcvaxxqGpcWnbVum3DO3c4DCXyXMcu9GrasxZG1I+Lg5hRbrQvmoCTWTiYkWYL+XCm9vWKcPklevCbryhPDXRxt85wNPFK3Mp3BQH0fZjWGkyKz1u1Izesq9broJskNFpr6jZX2u6n8sNyHe+9omX2Tka5pnpJdU7oX3Efg7xyB++5+9giceiL/7J3ed3AfgX+qCLABqPMGLnDc8E7E9Pz8XI8ePdKTT57osQ+AHj/ObwH5AKig683XlIc5u9yK7Dc1WSn2bDBs3Cw3vGEb2ayM/ARvx8vA5M2bK9ApEalvGoKPomKUwoYIoEeSKKlIiAWhNGm33eUhhl9u2qHGTjv7lbXiQjMbQN0KYlsGlbKo8VRQmOh/Supy9piW7O/EpnOafRdUq2ua+YloJBuSX8rkcQDZBxW57PrRGZZNGm9uQZHQL8VG4FVUSlHw0l1LqEZD1FYfav904oooCtpiQFIhNqN2/AQ1vwF0uc3Dsy0xFGMTlw+Usk3YNgInz5sx+0uNGoprk89hM5CcY2Iz8sJp2PaWA6ALsLWMn9yOWY9ya5k2MkNEN8m2qjauiHb40+gskz1oqkvfSVO0zIYNCjGUPKuCOjcFpBTtM6sxxiTQvTwZ2rkC37M4Z4WYBvPiGAcxI801ku8M7Qfkxq5a6MKvy5adgnUOsN/GMiSP0IgUHPQsuxtO9WnZiEXAnHnutqwTz51rPFZ/+8fPg2B+JHu0wBqGy0VZlVnJvAlcJ66CzDjM6/twysu2AAljzfzMWJQqc3muRNR6gZkTZSav6TtfwyqUHVqzK1hEhGaJOSReI5Cce9O5diGRa6YookizXyOykdLo9ZJMmznlN4OoCDQTzc8uDxt9XyyoKLU2aYJsyz1newu0rGlOCwNbYnaNkbLpMTCHDY8ox0FbuwWhIvDaBqCe+7HwDB715u0lBz5v9OzpSz33t39evtZbZDue+TRSYbwkWO4lnv/C2DRTlSIV7OnHXNjN5gvNwipb5DfRleo/iHWMPV/Z/eJmFjJaZLNwJkSN2nVOkSAXEEYp2lPzhRgzdSnTcrnXhTedcmWYS6Cf9CirR6V9waaMvcDMysCeXZRm6nuGteCRGK1VUfEYVASjvNARmNAfgfmU35iNbfneWP9zVDAmkohiEtY57Ls7SmX8RZlbj+bMA/fOSCFhnjMR76HY4lBvXcxmuxWFpTLzu2VtUjLP7G6tTms1Z3D1dPVVaVNP6ekVtVJIrdsy6xITk9vU/sF1993fR+A+Aj9vBH70Y+znde/e+n0E/oERYENxdIMcFZpfm2HQhx9+yCHQR3r88WN98skn+uCDD/OPQZfqBkWjN2IJeYuj/VXYsOWmzRTprDOyYdvR99JuaVVKUYlQKYANn6lKUUKzFhte0txPqxuxteMlZ8tPtX34c3E5f6OFw4yJusnaqGJin2xDasIJakB0/SpunWLc14jvo+1mIS1n3WGvwcbj0EKB/7VWlaCvYqAOIZcic7Z5AlMr7PMiWV9QEPC2UYhPgGazKmrIslLQCyDbInMK881uiALtAltCz2Pw4c9FxuxCW2K2yxd7+89oQipRsV8UbiPbcoY9YjCXNFeho9VFeydivzWw65dQ97W9YG4utrwobonlFjPYY/Qw2Z5mSTNzAYQL9j3RKZLWpFc6tuYR5tHQA4acQCrwspqUrIlmTcaWc4zf4x4TvlKfZXtK2e1YA62tmi+lqKRvQW0Bh8R+ncKiDXsy3VZ/XOce0kSKnRkpyWxfn6U7ZMfNDw2WMSdl3NupzR0RDdZR5zWyB6ssbugZMbUZp1Qhczk7wg4V+vHAGnYxJNtOUPZ6Odi2DhqzHLcQOKGdMvMGZayYOwDtVZwWttGWi3ufUGWTkRglcyKz9fQp+6BE31fVvP5ShmmSnaaILm2CmEXG/f9n7z0UG8eRtt0XICV3mNmdDd/57/8Wd9pJosjzvAWApJJDh4lio1C5UACDwLLs7uXiW4GOkDlsPLT9hyjaHco5c+GV5CwnBHa12SVIj+KsC1hkW0vFfSGCBu1bFmVx65RTARLkOXLQ4/NO978+6n+/ftH//vegx6dnxj9ojBip5ij5pd3PoSnkeKdELCkxN2XPM0lZwpGRwTTSh44s4JY2WVrjOD3DojU18aiaIAwgzpN7zdjcsS4lyyo4j0q+ht5hej3U+RSv2K6TvG6SUlJOWTRdO94Qqbh2Bb2pLw++M9N8JPHZs8DXnfEKbOjrIZGdMSqfZp+puG54Btt7vVyNDrx0eP5WzdnFwDHgTDXCEwjN5a6Z+bpXXNesCxd+KfhAr2TWHy3xzHjhLsd/Vcq9d83mBdWRyzwHS+eczFyHI5+LZi9bFK3Xh1UpDMTFQDfhbQVuK/A3WIFveAr+DVbnNsW//Qq0z0nFpi66WJMmz5tOHz9uKfr8FEWg//7nv/rln//Up0+fdbe9U9f7FmPDQ/OG3sCejG01Gza23AISMBkmPo9RjsBUiyiQYZuUldidZjZ5OUN3nRK0ZSkJG3GMYIJALY0CDUEOxBv4cdOeYkMUgPjRWGyY0LFfwhw7GVosRERDBDEVFFTVz2NOSEubiDUxjiXew7U1UniX2KqHM2VKkucAeE6ZiTA1pZREp/lwwGC8lVVJN3hhtrKFjDgEyV2nLmd1Xa8+ZVmOsTyeTg/sLE85SdApkStzGXghdMHMhaD9niLQYc+ek2SYWFZS32XMO3xqQHwmrxmb0SoJRMhik2EB3JnDRKxRI+djLv5QbNoNO+3AA9gvp1jgZA8QvmJc1aNIU3BZ/GOgHNCRl/lUMDrFQe6B6ew8w0qO6lKzqTipI3NzToFZn4LRVp2sB1SvA+MWL0Vu5Ms6Q5KbNfYFIEsPweq4X0OeGVsZmsC0ofHSbOs8LsRaLN9IHYe/4ISBG+P5mjlwb3nYci6ySvGhFOYUx5xhcO44W0YVzGHj5rViRpasZlbtjDBCX3Sv083iNXum4ykwwOIxMo5h8TVlPWZudjI2VLoiSwJYIvDETVw0vpYQHDWvG0PNsjb3gour4ziCcTN0Jpn1EmBbxzH02Wvfcb0Zo8n1O2AEGH3dUgQaCRTg+7cFBGOqDGZUemeLk1fG9sZhX+SjaeTFFnPfqxHAEQyKbxI+3j/rV/8NIIo/X3691+PDDvnIrTOJR48yXcJ8Il4BxyqQcpJDJiUJG60OIsCRX7SZIy7i0zadCtZ8U04eJUDksrb4dvok+dcCrsx9npo5UyWzqbErnKABWkzAGMuzeSBPNpjjzwT+buvYx7qMX7aJIQg6nxx4qNPTg/SVZqdLJp4kEJfWkT7BJbLQPJZDcIkgXzV84yLgmbySFh87rIVH9IvKI8uvZZxa3EZxbkqUkEEm4LzV84ERjWlNANe6FwdBIHcOCqZJ7HswilCYBJb1lXoVrQs0q/N70W8Z4EzdVA2fGbwgKD6lb2anZ8daQ9Mv2FKgtHdNfYnxZ6N4zv/ZUr7le1uB33gFTp8hv/Hwt+FuK/DHXQE+L8+T444Zy9YpdH65224/UvD5pH9S+Pnvf/+jf4A/ff4Y3wLqchdbm8n9JFEjMBW+0bHZV42HGv3EXqXAhLFl4YCdf0KZU6dEzMwuL4MTWN4CpglfcYQH2C25E+84OhwmHVxs8K81DUPQB+JbN+I/AWE8dxNUgURsMod3G+kMk5LDN0A6GegcE7Lmk5SU+Sewjg/CWJNTRocdAVMyljLY0uJAUFqha49vUIneQAQopZSUM1ENXaeUklIGkqMl+cjwxgWSkrL6DKSkrssBCDUykQObxwMviANrN7KbHNk4ZmwT4HPfUWjKqVMmZsZfOJ6l6lwNKkcuSIKweGSckdgD47ggFHTIBnJgxDAqThmfQrW+jlbl1ju/nDtyygyRYxxbO4zxRUDJSBdVTYgJs1fkNJDv6HxXRaCRC9W5FyAvbJovy0I+pEKCZIS49BC1OXolZ3RJ1pTWGYiJyNEakCGSooO42pp9w1cNryrqGKAy5zEKev77Ws4hM9fO10fumLuLD4bEObFWdDiCygwgckJXzxmUvGjGxCEADR204y5gb+TYvaW3dQHVI4NfAtTEPvaxzGA/Y6BNBXJpK30IbWRg6uZ9fRTWXIVUcZ0N8/Xwp5HCqPpWhChhip8LPhTeM/hS8UfzYc8Gs1DyYIDXuDBVxz0pYDTEtX7QyByOoJoeIQ+BYLcb9fi406+/ftGXXx/kv/vz9PisgedxfFsDm7nZh+ezH6LJQrqUkjKQEgz5qR1eI9P2MT4D7kVaEUPQRP6Fdx8CEys4ljHiSndOrtM511ZJy9Psmxxs+EobXvYAABAASURBVBI4R8OpDdnSfPsYyYTWR/GZdSZY05QhnJehPOmKk/kKSSaw03JY0sBS0/JcTRgsBMbyUySoV9rK5xXLOjPnY1hbTzGDteQ1+nTYU/41/+v68wuT26aaW0euIJ6e5DxV+Ro12YIxnw1MBzhogMp9GRbWwEM7PujtbbUAK/JF/zLaiyYomQeGThVmbohm+t3EynlFnoRBQ1uEXpEjwaL6S1DdahZreiW+kbcV+BuvwFufa3/jJbpN/U+8At+UemazZ2hBeJcL0nu7Rlhv/u7uTv/4xz/073//R//61y/658+/6PPnn6IIlIgjtmrez8e+m8//oJFZ3mCaksYA8UMrb4om+cUAcwnb1HG7Mlhio5p4qSw4ib2rFIH9YW5rA6JoKVSOc6AI5CLD3v+7FS/vA7w3IVM1NzqGY05szwpY7rEMkxghRnKccYIEaBC12YC8NVtKkS58SkmeR445QSPLCZywMYBKc8QGlpg2Fh5S6cSR5HXKXacucXYyQIFGOUnQyRgrVYcsi5Ny1ymzpl1KSrZDP7E4IwWzATgc/LLHmJ6yFLa58wt9p46XzdRlC9HUhqm8XoGrbEbkNOdRhSycXyRLYcVjDTIfwGKNQLVknBQkIwZuXeEdW+RnjIRxoGQQc9LJ4ekUcL9S4rrimAoT8XoErHKbef+62siMT+LUIDnGTsoJYH3FgSs9oekbDfkDmnN6L5BGc4G81PKJMM4VPsacAc5BB/RyodCQc8Ijs0Yg2xmBQUdtEWURAB1YL8BVFYr8AkRMwkfDLvhjPIbMBot8kZVzZ22BJfPCn/RVXdZnOlFW1sNAZl8vzp3x49o1XdfPC+jrpYHi1xUTS4UldjmAdTf23wDqKw3PgmoB8ieniCNfu85pZMRigeGKmMICD8TY4uR5+Btfw8j9GvcnwbDC4Kxxe2vgGRL/+9ev9/py/6D7+0c9Pe3l57GfnREiPCf6BpA0p56Yf0qJ/JinLh9HGZCjPDCmljv3GAd+aR5n4S5TtjEs2lRJ0pFPlebj2G4WHxG5cg1X9l2IGV0ZyjklkjJcClncJpbbFEB7LZNZHwQOlwK/JuM6icuD1F8znfX1/Ilsi+zYuWTi3lAtTNqMk21UpFoNvZZae/l6OrWy5XeFowEq49xPBkknfGGxZ218Dyqu8+WetMwiT9jYED64BH53Fyf9Ba8ret+0L3iVM7IyeCm/GCI68QBYOb1GVp8jMw9kOBJeYdIV+SviS8O+4nJT31bgtgK/7Qr8xW/T33Yxb6P9NVfgeHvUxSTLSwZk3EE5Cj0//fQP/ec//6d//+vf+uWXf+qnnykA3X2IrajoxcGeTKLIY5gqRqwJ/VQI+VfARjY3B8M0eR+jKXa1nRKbChcb4mWAsePbOf6DvbaKr3gvH+yTJmKpgLKo92gYJu32Iy8dY9BDjCFNU8LaGICa5liO5+9AGwaldADGCgI768kesicdsaCINxqUYID6kpbUkUkGkFkHZCABxjkl+Si9qQaMMxXIjFak8IXAW8SUXMDpEvGJk1irDFbGaARYI09r3hCGl+XYY9tRBOo22ziXG14au4xjTuQv+eVtZAPPNtMO8vnvcqeOF8yOAlOfO+WUlTL2OcuhR4F14ZjFM0FmAiaNJOcxjMU8TSM8C7J4Cr+qZlznJcYNHDw6MD1S94D5dQBE0WKNgjrrrDJ4NOc2xjd/DqRGhs65gkbPwYA19ByI8XJKksd2JvChwyzwK10xs9MpvOBo02V1FsOQL+xFivlclFdhrnGXUCXDsjY2KtdU+SPEHdM2ILOqQhvCnuVacdSENlcARTMfBJ3ptwLm0a7Yt3Ph8xF2l7uS27Gu5IzMBMjXRSCvS5O1CRbF633LJ7MGThmPQCGHOWoexFCEYed5YOtrv0CH0poFijxzPgD1BdsH38xNaylOS4s5cD1XiUfkioerlJ8J2JTzPiFfVqIxIw8d6/e7fXzrx3/75+HLg54en7Tb7eTiMrc65sybHBSgOEKShSSRoTkYr4/J4qTlQLcwPhNXuZViRTp/w0p0NsZaZzqRl37zo6w+w5pYpRzLwmrJz5oAbFZtrJ8h8SHl55P5mKODGGxsbDBtWNNSGUMXj+6i9FToK2jU4VQ888t59PRsXVTkQSs0fU3EIs9rZD4j15p8PcacsAk8LdcCNpZasMQt12wZK7R0xxyCH9A8Rhn75eB1oi8bnWgd23AiPmOXtT5TNcGLJ/XYn0dJ87qOfcJm7foszEKI47g+XwhpJ3IkrzaWgVZDmCprXqhCvxrjZnBbgT/dCtwSfm0FvuJp8lrIm/62An/dFaBGIEOZoW8fg7TZ3Onnzz/r3/928edf+uc/f9FP8P47QIktcmLbOFEEmfjUnSiMCH6BLFV+RMf+jZcCPpjZKIzTFHtVedPP7iKlrGQcQNQkqf6K1hRbSpwSg7Dxg6IX/ok9YdKB8V0A2vsbQFSDXPwZ2IV6vFHYSGwS8PKY4TkiwQBp0jDTiiLQpMw4yXZ1fJO4ghLjSRPjacr4JWXi59Qpu1AidlSmkWbkqjgFXXpxJIAo9OREv9DwUfSyEJoR7ZoSHkBKSR3rlcGJdZKVwnsUedlecp5MC2kmJ2GR5Jf1u02vD3d3FIE28Bt1qZMwHHnROxxGTeNkLnx6ij+9vwW06ZUM8GJ+ZUz7kQ+RCYCPX+5NvRXKOGvrvGZqXIuO5VJmzgYXpfwrMD159b3n0zMnIPvF19BV26TMPxjFkZO5GcScvQaKos+gkbUo0OiR+QFcSCOAgcQCs9zykVNWMjgvohLePaocsPSw0SwxscaNtnwNZV09lmGtCdpuDSwwbfzNUAJ5TM+5TNtcCZyZZMeDoq27zwdnBqX9uD+gbG2ALG3FFNK2BquNDaYNpt8Ktjf4LJ9AfksMcX6Lv/sC9jPFeTcK4N6KxN0ZQnjcNXHDTRt5tBVybPJkDWXAxhIQzeOtnSuNv9cYLwXOHcEyNC5HDZkA2/dg7o1izwg0mzpiGcW978NF2lbCuNwD2LT7gVXy89rWBt824zTqMBgO8T99PVL0+fK/L3p4fIDfaRh8D7FuSeJxJZDKYQpA6LR8DxW5e+xpDAczMhvFPJkSNHNC6mY/4wbckpWcKl6jtazSqWI/X9empsmLZgo4HQnRulV1QaVfq7+KbqkdOacjrjCXZLowI9sl1k8nh6+GIiqZwxeiCL+xJ9qbIkzlZC+26xy40CYgnrngySea9Zk8SwZAhB8C81DxvGrx0COirQPC/qatJeEcXxrY56jpne+aL3JHGuvcTBdp7e1SSV0407PqReIs6ovWx0r7tjmaPtYuHInSyk29SF+ivEt7Sb/W+bOqLtFa/NejbzO6rcBtBV5cAT9mXjS4KW8r8LddAd8dFfySsKxDp46XO5q6EGY+q7O2H7bxt4A+//yz/vHzP/TTp590d/dBmSJBUqeUkiSDOIyPIdVNifdvI5u1kZ0bNQe5UDNSsCnysnn1NsIbvdjk8ZIxxSd6SLUepkiyJoQTxZgDRZn9Xhr2UwG/nBB7xNDxZUyXgDKSNyreXhyIe1AUfxgrGeIFAYewVRyTEvvQBkTAfWLMEbmmpDxm+bBrUJOYdVJKAIoU4B5CE7qCiWQCwAE5BK3RkxhRhCjAS2NKSYkBckrY0Ty5AGk0RhRtco8Nb08pd9rcbfRhe0cBaKvNtuM8ZxvIP6Uf40VvJIBFSdkvj0DfU1TpCuSuU06dlLPoNKaCYfDLwnsGNVXDYeQzaSuYQO4aEBFbGkq35C6gyJJ8nR6BCz8u+JBjhi7QycWhjCywXAzKi68uHOwaRwPXyxgvrQPX5UGji0IuPKKTzwt4MniWsc5ZiYl2rC0jQCUJiaCy2tEoY4Plti7Y/cvQfORRMV14jxNQr7sw8HJi9WLL6xjnlg5hcDyvS3mRt11Wzzp3HQU3rqO+37KuPSkQj5gjACPFmm/QLYAjfI/akLDJTAhgrWBojTaGfak5uRlsbzh2CLW7Y/EVjmvXtl5HY088wOYWVMjGlimyzvWaEA+Yoim9LbhMjICSW67XhT19DbMY6MwFiq75OEqjY6DQYsv6Zp619jcgCY3t5dzN2Sb7mueeNc09bNu8ChSxyVkmDPNcHYDTwrxGZGM8E3wfjDz3PIqh2Li360icYTfqebfT/f2T/ve/ez3cP1IAqn//ZxqZeQqwT4OUEhkhT6wMdErm5cHpJo8OvtCY05l0PJZM5F8kfgAaCrf0lgF+UC9CkaTedyTMDSBaBpiU+6+E9UTIL6I0HMxXdCW/XBBTNGFwKF8VjTa/hjpuTGotX9Fzunx2hngWwK1p2JdaHcoeQZqo9v48G7mGDlxs02Hkkh35vALH5/oEP2lCNx4Bl5F5riIoItWAVRbZVhHKH9LW4clW8yV5NFo8QZBcWORZZMKA2aot5DLSNavFYvE6oq45ro1etImzNlu38VjuIosFL+RxvwranJrBStVEivO5cKfUUYgj5tRyxV8cZ6W/kbcVuK3An3IFbrf2n/K03ZL+PVbALwnH43biXSNE1t3dfdTHz5/1s4ECkP8G0AcKQD3FgcwLsNj5TlPC3rddgYQsxZYzRy96bxXGadKBF4cDO4SgER7YIYHoFUfQbPzY3sGPSmlU+TaQ4pjksog08eIgEp2mxEu7tGdjuB8m7XmZ9zeCBvhWYHKsVL3FZiIFeHdyINoIgOMbQCNWo1K8IEzQbkkeQ8zJeJyyRsYcrT6gH4lIvoRUIMsRt5bJM6UUbIQNqhkZGywEsy5EUwQi2ARoQq4CpRfjQ5GA1XYZoT2+cYFRxt4gO7Jz2Gx6bVwc4bz1XcnHRY/hcNBocAyMMy9mPrd+2fc3wDrsO14sBcT5ztlWHg68aqzDiluRVRHIHeCkZ4spYiGV32UXSPBJMZycb4Y29BR6AAoS277TtjfdYIOuw44XYX8Twjlz3nR2sH6MGmMatxfegbVw8QeeBURDbuQ61vVHwOIrIuac1CePVQFpjnFSpczlStvHvDjW2HQDVGfNuiJ0ro5SAFkRQNjmrfCKOWrHd+iReQ+xHnCEz12nfruliMgabzescYc1CmYoYASy1zsAPecnG/IGdR+2WQUjYB3xjZMtaEPjX8BCN4N9gNNGuqeiy7xjFc2RC/OWBkYxTGDPDKAIxJ1P6mNxaj32IaGDROq4Bki8cWCtUgAdLQdYNXJBjVxbBVqAEanq4TgVjOx0CiGv5qCcHZ/7wech7o2tXLxzUdTfnMtctyTgtGwd0eIEcM37nI88B0Zoyxw6YRXN8iBKN1AwfXx+kv/o8/3Dg74AT0/P8fzFlFklpZyVUsYhCUHB9EtDvjBB2TqIdVeFFVUN6xVBJ/iJx6Qx5Lo5fDx0rWtQDHiEh3fhSm9zqfQ6OtaySnv4ZhOJRdckb8c1Tjnr5Bj8eJZbDbigmsYiKBQRpJTcgCQpKcNL2RQ9VNbZ4c+SepLOdIeVpFzjlgDkyhMzrte7EdtRAAAQAElEQVQx+sUQ1cK8QJV4a4Mkh4r9AYWfCThUGEnSn4kTThPX6MiFNkKP8cz2iMzeCEBMHLKCgIVej/F+mtn6RwLhGPGCutIxpucQsDYhvTW7JMWcUbTTEvcwfDlZqqhoS9+URcc2yIKX4VLSyJZ4xZ2nRyFO+9QEOFVypmaiKgIh7CDaABVXJE8q6Oiwe2USs5lN19DW+vU7Zu11o28rcFuBv+gKXH1W/EXne5vWbQW+aQViw8FmfQniT24+o5FZF79C9OGTPn82fNYdRaHN5o4Xi16JDX5KCVeDVHpJyFKCMwjM5se1DG/YyobuQDFo1MEFGz7ER2/m2ODFJi8+zNlABMYRdxpR3IvD2MArmQsymLro4+LPvv4toIMLQLgSmpcDXNx4GYjiDtibrxQ7tANxxwVCN8HbQTWDFDEmdi3WkKYMpCwxToSZir17Z2aZH0SJSNmQE96CUj2ag/GkiMVoscElOJIyOLIUC4dbYOxHhb3XyuvmsSZP1PIAvIM/2EmJQl0UgFwE2nTqeJkXcQ9srCde8oeAwWGU2YjlzAskL4/dZqPOL/Fdr9x1EnPQPAPWHprhwk/zYUljGm1cNuOarS2rdjPJ3EKUol93OcbulMktk1sf8EF9f0cRqEDfb+FL7uVlN0v4ZfKEmMPF0pSOdBgcemzAWoxckyMvGAoZ62IcRTJedybWFJeUOnWsiSFl1iezPkrKOj5wZYxo0TU+loE4zXrE07DOs+hOItrHhRPsi/7H9DGMO8Jn5tZ5bbcUf1hvr7MosJVcfR04R8BrjV0GbGPIeas8rw82akDgmbbM/HvBfguM87osspbjGuds/Xosrk2zRydnQuJfEfUijMzBUKLEieQE+prBKNhw5fybX/JIwjHAQ2bWByZaHRFfqPoCC0VURwCc4hpirRBkA3o3SKMCMKHLDMn16PuD4pvvkwxdoNhk8sQqIoYvU/TYvt7lXJxFTAhFGLiDDlmhd/uDHin4PHx51JcvFICAp+e9Bu6TydUVoqfUMdeMQ6oACt2KR0RkejfLjQvYs1AiWqOMF4+RB+cEWDpNE8gAiramxRMvhBWjS2vejKHIlhEKH31a9ME3o4ZDSLdOHDaa1852Bq/vDKGVWat4cut4GjXPGBoa8ylmUHpYKXQ6OSzMXAvGgHMCPIahGc80upAZG4Khq/Rsh8jNvKFURYJCvMZrGtVpa+qQM68jXvI5HVmIYeLKBPxDo8mftcgsL4COc+9rYGR9A1hIpHMvU9aB4/qecQz8Q7qTqTDG+fwQnjfWmlbkEJw9rvsgimzVx60ePHpjC4wrtByYepWcID7GRHRLawTIhYJ5sUV8dwDtiu0YIziq4czoRHjCYk5k9igQrzTswqLhNrMQ/rhuGe47juGghhryaFEsjxNXlWu6im7otgJ/8xU4umX+5mtxm/5tBd68AusXI95tix93k+Vbfvr/6dNnikCf9fHjR334cKeNiwO8HKaURCv2V3r2bfIGfWTD5s2ciw77Ya8dMPDT5IEXb788jHzge3Nn2xKK2AISiQBpvaWIQRNxkwirAxvEvePsBznegVjeSMZ+WXKUCqYVR3IfnQlgKlCRtH5hQTiNNgYoPMVekoh4yDSJFIwg+WWP/FLKSgl7ZNGIIUUHa1wgzzLEpi0mqNehbPX58PckkU/IFTs7M0B1GS2bvP1FgG3wkBlIXVIip44TazwxxoEix0BBY/BLG/aYSWwkO14YXfzZUADqgc4FoNwppz5MILArZOvJrpEF54KWvuYZgkbXXMnleE3CaNU5GNthcuv7TvFtBq69HvB12a8KDqZzLThk5utr13NyhAh4lCgM844s/OLLeowzRgot671GrO3I9RUvIQTKSoTtAfJhbT2OQcoqAKqNURSnrPJHCCVtFhX6NIZ5SbNVI67Jm/6duIZzDkyXlKFyVs/1sN1utKX44/XOnIOce/QZUDmws8y6nvPi81BgwxoZeuwMHqQBorPWdC9hO1lvzNKSpvMt3Ff2BOCMMx+C0QueyPIMVyMRvF27kNbaHGwuIIpQeMZzwp4JLZj18vXBMqkdHo/yIkOZAmJM4mO+XENmEi5gGgQNogby8CMjIFwaOu4W1p2e+7YVQ/OKXoxNTU6YPA5ApS2eYYw7tLFYyM/up0eKPw/38S0gfxPoebePZ3CxS0opix42H/kj0KkgIyxAzszHNCIoBZhuEDomHs83J0MwPyfPgtohITWYBmzuZ9+M0SGurTD+rBLP0SosKBWdmcnPBI8JE6cMPLdIbuZOCJI+kcjXWsjQEcyffV5tg3NkAUOrGM+ZY1cllhWSzz+ItcaLxmWAlEZONCJUC5Djo6HB0EfjeRn4SjfOuTYD+wI0zbpgqsE12upVtLhXRH6sMZOevUyYB4qHuD5NFcHIeThQrB+AkbUb6j7C32w1FJ47jOe49R7RIR2BSAWd5l0NKir1rWp5jtYRyd2LXI2sMRmXUQtmAWAzrKGWlpcT7VM3gy1y7QKbbnAmWGbVTBSRFq5M98SxPrNWVpfJcIvu0kBFxnm47HxZWqNdVr4mfedYr4X7/fUnF0qcrFPZS1m+x/alODfdbQX+vCvwTc+UP++0b5nfVuB7r0DZjMsvDlEA+qjPnz7p4wcKQHcf5AJB12WllBi4AeSF5q2rN9YHdkQHCg7DYaBIM2i/3wNgNm+Wuygx8SLuTbbsQNikJKU6jrE6JPCxueHlgg0kYYl30H43aBcFoJEfZk+xYZyiiJN1ehA1RImtp4kJbBDYzbIFbA1472lAUVGYMxoS1YySckrk2ClncM7QSeVoXuCpggdraoyQMnUyQT8xsYBx1Agd42CAFsvSYAvRejZGEzDaH1wStFWB8EU+cg4OXncX4TgnIxtqh8jk3He88G+2nOOtenDHS73lUpb3JbjbtEKOeVoVektnA29KDCF0dwJN18SpEYHHEjToucvkgDyDM7nmPsnQG5sHSEjChi5aG6XhEB51jlkEXuORl4bBxUTwyFxGrsmA+kqQGaOj8NN3HUO5EOQ1yGVIUIlUewalxbpVyYsobM8sToM2g2vypn8nXoUreTAvzv3Wf/uHZ0Bv3Jdv9ZTIdqiQe5WiD3p8egpGOWy3rAuy3ONiW1CcG9OnYN1rYJ9is1CFL70zNxRu3edLDkemMHEf+MqD9sXefv1rHaiqmFg8Y4wVL1IJKwMoGgNyrfha5UKhoSOJcKeLa4sxCj65RLCLEHNHrLN1K0pCHTvj6zEza55jfK5R2Z/xwZknEmd2dh49Z67zEmRCXsHmcEXufmK+k56fd/pyfy9/++fh8UlP8MP+IB5RWDt6UkpJdIDK4ZCm/FzyMy9okQ2Ec0xklKFbi0nBGJObVZm1QkKz0AHBxJPjBUblFt/kDKk5KRV6ws5eBrUDnfWGI3nTX8IMa7FzMi5wzJWJVcNiQL/iK3lgTiPzm8AlS8wutimydz9CBdR5Onf71pB410nlk5zQtLbYNolxkq+byP26qy4dnscluTwvBmOKVT1aEmIxjyJ0vqbAPgmA5zlxXfqaCt96flFxDeKJ0Otm8LN6jGf1oIFntWEEj5bxGReYHwjZcTRmKPuBVJIJio7cyPVEiLy0pjI++v7F6Vph4LyLV+mZWSGOByynDk1i0Y/DjJwL1YOAoTQmR6RQ8cgxhn29XTK8JDuJRBZIljsPRqQayF1Jy4EmsysIDTzYaqivame+Zf6XY50Yn7CXfS5JM7tM8n7h/rnk9R6ZU1tmYu6at3UNbGPa+BK8pLtkf5PdVuCvtQLctX+tCd1mc1sBST98EeYNESNRD6AvzTfUdtvr8+fP+unzz/r06aM+fHABaKuU0Mbnvjtv2RRbuonN2hmwYZuAgQ3ZQJFmD+z4qbGLQCHjhfuAnlZiKJEA8cEpINNnZAkwNlC+YWj2evHT5z0vITuKQHti75mE5+Q8cKDZ7xQQE9V9HRRUYkIgTmjh6dmL1q1bCrnaLijBujlxY9YkYZ95qZGx6sGamHI042NgEvG/gIHDbmKv6u0BH+jsJKdIBp2TCPrY+yLnfGwPzmsfQnpdXHAb2AwPrNPgjTJ2juMXgL7vtdlu1XdgaBc6lL3etihAGIjEKiSV41hfF0szDiPmYOyxSgBzYWLWEIJ1N4c1kRkPIBfnKV5w/Q0HQ4YuYD0BbA5qzUMq1qGNgkGcIywg6cljKuvOuo1eE67JkYtrjHMw6mA5VpxWeT1Szur9jRjAPEK1w6OUM1go1TGaPvAlGQr7gV5pNa6trsSx6msg95l59eq3vbY918EWYI45U0hgzmWeHtQgDq+5aQC97bwePkcBQo7Vb9u8PsuIpLUwM2WbFZj0+Z31JkII0a5dyKPG3ChCH68JMuYcc2fNxHXGCmFieXH2OfZ92KBcm5pHD8tI2tQJmI0wM1H8oghlBXLGbeP7W3O58UIXYDsD8+PmGH1vgJ2BLWyyfm5M1mPufJ93z/rVBSB/A+jRf/x5HwX4eHSVmwPLVAFE8+pNxGA0DyFIpKXZslExdmHEzQgVHuDaGut7kvtRHhRwfEXQhTI/USTxuPG35DwQ4J8JFKsaM3JGEbjJTrH1pzJnG2f2VLHiW8Ir0SUSM6ZEymTGfE5NUFcR+phnZUmrSTxP06FBHpgufOlGr5evFGiZBseYYMzmdjyjqqxoNoIYiRVgnQGZkAWKbhbCFTouMbjz1hI2XsBeZU6LbPGdNBLwDNhjFNmix5DmaHhXVFKFoSE9akcFnpVmNp2JomxrNnJuiqpkXbSlj49431hmuVd99Zj0zBptPiAEJVKQFs5EkVs0hwvGq4+OVtkVmp1XskqSS6VWyPaGJjrZuaxVNmFMmiknUXBLzpyVa7DsJcCWFhac4sCnXdM3eaRkYQOf4BDaYibMnIAdVqIj0yNmZfT15PFox1yJOtaVs26s1y3Y8zmC5Sq1ZfG99bcV+PuuwPe/W/8Qa3lL4rYCP24FvFm6Gp2XEL8Efvr0kz7//JM+fiq/BrbZbnnHq7fb1Lwntj/noCodKTYcgP1h0D6KPzu5AGQYkPmnc/GyHfES23EDYyQgPhITA5k2LmBT75cPw6goLBHX+MDL+4ECR2xwwwjX2PkXPzja8oozMdqEfpoQR2vjgJE5jnXeN1tdUnIstn6YRHpgmlgyzT8AtwnzHwGvg33DxnIgY5hyUjaGLzb+OGdQI0kWW59zUkqAVkf7FSVwFCtI0OezuJbe1h7TWGwgRiYysKs6sOYHNssDMLnQgcw2Xc4UfzYUgYAN4G905E5+oVRWHIHcAawAYnr8BBUGjOMWdI1rFIBwtJL0aHBuyd0Ksi0KOC7jROjAdMhKPoUmORU9fCHmWDFW5ZbxEGC6xICPNvFT5OUnyQcXglib8vcoOCf4iPOQO+bbdcpRGIHOuYwfMdwxkidr8hQwleFUHjx+4NJDRKucfTJ0AIrgwUetCb8OZ+aRKRb0nPMt0G83Mt27ENS7AGSoS8TkbwAAEABJREFU841xG72M12KgYU2Q0xTgzk7MoZxZmK+lcX21OfarRrMBU6+0/Rr4juG8V81FtDii9hwNCdrgVYD3NRN20GgcHRSb+5FnwxjXSpNaU+zKupl/HcZY02pHPFqJ354JhC82EDYD0Ux5ksUbQdgELqoUSUgTAYdhrx1Fn4cvDzI8Pz1T/BkowOMVy+Q5G3R+hH4ttl2B5PVZq0o2R5IzhucYWSE+CRwhFxmPdVb41NJGuLbGc7WRi2eR1DNRmHVeVhjq+mjG1XRGLOZMnxKsGzHHyND9BHWcQeM83aKldzUhEcsAih90NMOYCwqaTnJyJgZcGMf9AjGVhRVpVa55gMMIzGdr0UMXAlvToOAb3Xgw1w99jcscyJcWovMuzaKgaheoaezMtc1FTpuAERgAMJ9pQ312+94yFDfntbw4F9lxf6SN+a71+NNmSejpaCGzLnKCMw1qKvlcRM4Io9Vng+WVr4sTXHR+1s/r6YCG0Jx1zHola6MaG6wC4z6H9LjmraqABVTpIc7brEqzjhAz3QibGRpf8CXLojnqXzJb646upxJhtWsoAs+xUi8hh1qHfsn2++s88gpi4cx7JGOuafbNkv8una9Oy6wzmDe+wV93BW4ze+sKxK3zVuOb3W0F/u4rsGyMLq+Etyh3d3f69OlTfAvocy0AbXk57HIWFQn5mDegZZeqhVfQ5keqKAc+yKLoQPHB39Rx8cGyKP6wccIEe0dkg5EcP/PDW2gl/kHTm0rWKRE8Cbd4AdnvDxSUBuDAS8kB2aTRyngDsG2Na78A+CkznnUJTDg2aBP2E1jNxti8Y0mK/bVSbC28BCqU4sj05JYxMsBh6d4f2gRBj0oWZjpMlVICQhR4ZGuOpcgGEDL0GcCuvFwnFd0Y85tiTSvNplcUg+RcDcTCmDaSZclhoqBhn/hbCZyHw778BH+0H5Yeo6ewsaX4s91s1W946YeXhyUKJtEyva+PWUR4yxCv2lRodEGw0xoB72mbKOR0xde9AcHcmNtMv48Izxio5mF3TprnmMW8sqFTjgJXJ8Uks2qKOjqSY2SlBHRZ2b92ZpzzYgYZw1kCPa/NGW+rS2DDBk2/5hv943BmPvGtqr5XvwLLDaqTYgWOkrDOUPRMnjimbWcIY8SBv7nz2pwGeavMftX2NB/za2j3DxdEXLd2bRA/OU+F4/4U62JXVTp405lrTNYY5EufjivTMe1dU6kISbGDoJk2QLqtSLNH0HQtLiNBci0TmQbhVsGC5t0cK4+K7NSmHqcR1UBR/fl5rweKPv4G0AOFoOfnZx2Qe238zPQdEuAOn9KSRBPPL33zEcnJxSh5fnO8OqDHqbIqCW5Nh4CuyJLKPwUWRwIEp3owIpStDZDfrZXILdzYFjwEHmsSH0VwpkFXW9XH86kaxSllJoGr7Hsgpwz4tXNk/d1KWIQQHs4AWVuRmymU+5qvhQHk+SK2EpsIDDZLCI9fYOKahuJi93U48hlYMDIniNwuvl7MFvq4t2WROD9TnqExEOOCazscBcnqQh9dtYiRsGqxLF70mWsrTlVVmxeyrHZYsQbLzRtfAnRR1Wm6JZIlx1yRnMoW9xMNzy+i20nxCDvKk8/JojmeawvRcNiUKItHCF/uwsVdg2Z+yjd5WfeFK9RRGuLCKeLSHykdt4hbH+r2AGzCb8Yep8GlYNZZPsrX2hjXb5NZbjBvML26Vs3e4LYCf9MViPv1bzr327RvK/BDVsA//XcByH8A+uOnD/rw4aM2d1t17HySR1xv7E1bOGMMKu2P3okP4JHCRCn68PHGh9sEP/H2YL3ClgDGArMDngJLmOBNPPNrmNARwy8ow36k+DME+BtHqHAgju2JWajWJ0uBhE1piV1OCknreaTwOTuSp190/K2ig/8gMEWUsWajODAKvOpwTSmJCpbI8AiQai13nhPxJipguIkag3KXwBkMJMDrnRJ+isPrNk5lrgOFHH+TqvwNpEHjYa+Rgs7oRQtrsUljFHjLRsY5oD/gZ9/R9vVFLrPp6yj4dP1G2+1GG4oAXWZ85M6thlshdMGRW+DWMV4jjVnDkSy8lsYyH8uWWHVxLNFDjGTdLskW/bk2JNGVPIKsIynmQ94UcfoeXHnLHTPygyBFzgoELaJ4ipyX7LVIxU+ZvGmYMDt676Yr71WPIYMvGYQMs8ZBnjRrDGvxmjfdYG3zPWgSZT6ZNXmp+OORnIFxAfwKQe91AdHW0pj3sRMW39IcbA3XYtlmrTvl17pCj5y0sPKvd0GYt8bXw0jhx9h8AHz8QQ6uCeUOzyx5DQG5yMjzxDxCzPO8DISFnuKaCRpPDIpZECn60uHneDY0NNuiVGOdV6ghaGi5khHQxzi+51SvaMSyMDCWR/RUBIwqJXqCDcOg/fNOLvw8fPmih4d7Pfsbly5A81xRPcK10kpJomk+zDQoQqIX4kp/rp8zlqcSQx8NWgMxzFp8jbY1pkaAqfMRUVxukUp0l/WvSWdXiEjQHeA0XvGdPPmAleHKb0WuDNrcLmtXhi+TXA++lsha/jLQy8Y/QPtS+p6iwcM6QePvDA5rkG+aVWzLDE0+FWZlsZAlxTKRQqvdxouRpIW5HOyydPFaU22cGCkcF8nRVFZi+bkTQVL0Or6htRxct0dBmiYGakzMkU8IcBZbGnBTrQdtsguYcHPJA9oWL3u+rFXLoMZyvBlec50Nv5ZogxoDHeBQ3kMYx3qO9AXKdTVSGAolXbWHurXbCvzdV+CH365/9wW+zf/vtQL+7N9sern489OnT/FNoE8fP2i72bAv6JRS0nzMZFJCmKIXfVIc7A9K0WJi7ziyceRDjY3kyA6eFiZyPIPsk2J7O7kIZKgygRMf2gmsCoTRgZ2oX1IO+4MGCkGHKNRIEQS7hI8CUnCKvtCJ+AUWqZAZpmki16nk7JcdwDnzqewGjIA42ocxmCeRIzOEjkAsAkA0ObGp0hPFmCmi4IusvEtm9RRi/Dc8OnCX4Sk+JClmIexdlPL/yrPnJ/HPz096fr7Xo/HuWfv9jrwHjcR20QUCjzK+GCN4ClkT4F/tCBj3GuGtZzglxs2GlBmTSSGkJwO3SpEyDYFjg4KxfYIxgGobOVEjxbpxYM2gGUwyX/XXUQS9qCYS8yIMWlsVcI+AZsoAGc2ZZc8joFfOhg5syGEzd2YNKSvZvsPb6xG//pWlnCSQ7cfYtJWRnFPIQ2eZwVbkGTLTll2COSRGTQ8ZzXwQtTvlq/gbEDNUjjXxuvRyIci8s3LqhljwOoZPYyGtMRTO9o36/bHXqcE6m0UW5yxUdQ4UdhYtCnj6ucW8MaAhs88CWR3TNywyBNhx/t0Xp9Uy2s4KY4BrzdwRVJ8W50hnZpVfM40c2yjcZ2FGF3K6sDMOwoqaH2SMk7IyD7ABGz9P7p94vtw/6B54enzmGbOnMM993/yxTeG77lKVprXwm+l5yFcikd0rFqhJLXEvJzBcbbnil9A6izX9ko91K1tIltfCFZB1AjQtspqbpYvwGlWM5xmYYH5h3XAwS0caCwM1X07z2zZCrqWRz1nfK5Fz6RRvpEd2tv0B4Gl5LhHahMFMw6bP4XRu5xZfJ1niVsqoQQ1ptpIr5IkYViLW1pxnYmi08RF0jbscuWkv4Zc92qh4HhkeMSiXtvKowszzopJvQevQpg1v8Vtda+sc1vRbwvwxbOqkO52sXZH7Xounsu81YIybzTrDH2MGtyxuK/BHWIE/5/3/R1i5Ww63FagrwLutCvh2yrwAbnR3t9X2w4fAd+ANBaAOo8SLSmJ7r9WRgl73wgKeprrD9iZ2pLAyuRCh5Ugq/wQ22G5qdsGIIwFu5BfxUryEeGM6UJwZ2KC6MOJCRvFt9oqoqkcKLsE1gJxlpguUgsVBg78hAxwOQxSbHDs+mMPMyQUhtbTAmYKNnGOyblIgkwET7iO5FxA/LoyPdIwym3QXfzqKDV3fy3+IuaP44JeUTFyxbl4/f8vJv8K1o+Dz+PSgx4cnPT89aQ+/2+81kus0DoQ+aCI+Arng4uFH+Iliz4DNgXVzIWlifiObDOtFtj2D9SmrJ58MHUNDqx7B141riGbf4FgKWxgYlsmRisZa/PE4I76Iw9h0EK92zeOa4XV9ZEL+mbnFfDyn3KkUObIydEYmMle1SalT7rM6zkXeQHNOU5cxSQozSL8sOf8G4jANWjVLnFuDleqMvGRj2ZnhucBmXwlMpU2JtWB6uUnKMOuwIbEgiMud1QXoaYuVmffA4tkoezeaqwvSkjUgqu26FANPkesQqvamGliZYFLofHnPgNS0FY6vWLnEunWQGc7QQfeis1mAaQRLysG4S+4qMG6sPZhIVfhOVLIKJ0hakCUJrkULmAAt5MYW8WihjYDFjJ97jRSPnikyPzw8Uvx51Jd7CkGPfs4MoQtrHmfrGUip/lMcKfrv2PG5oJrlV0Ul38W9ZudnA2QCn8VkcbxG8gIy9ghGxPxtCUUz9VZo5uOSxBVXJ3pFdUXMFGZNjrlwHmfJy0TLa7bys25m1sSZ5Vp5mcaFxso19fvnlrmqxD3haeVc4jRcuYLe3Dujc+PL0nO7JlnsF6rpCk4gA+irm2MbviLAi251Ib8irF3snTkv2czvCr9/Bt8+/dWJKg+ceOR8e9xbhNsK/LVX4K9w9/+1z9Btdn+CFeClpWbZsfnL7K76/k7b7ZYC0Ed9uPugzXaj0LGfcX1DdROb2AQISPLhPsEV2pRtk1kDm2ijBiklpeRb2JBqREemTMQ+kTbLpCQfCZxSMkmBAzteVEY+NAcKGuMBD/iVUyERBwG2p6EEqBRy+ds/CCdijRSUhmFPUWWv3X4XsHdxheIJJtFy5EFPLjl18pptXDAAXFzw/6jVu2DWZaFWynZjIHBi2Mwad9jebXrWeKsPFNkMXvN+2yl3Wd7wOh97ppTUAcpS/CoZeR72g573vJTtn8HP2oP35DtQ4HGxR3XbzVDh63gMLctH5jIe9lHkOpge/AcHya/6YHTWPPQsZHybtq1L0ZU+bKzAZuR8jFSBBvBg3sUgxrJcyEbLAJ2Bo4wewkSBCO/AhS39il+R1oU55ymwFyF3ypniGpDhc/BZ8sI0B+RUv5S7TnnTqeP8GEyry1Ifq0dex4O1TI0XcNBiV3rzp2CNocoDmTeYMTaYbtD43ARg018JGT+DwES62Nr5QXnJqqg9cwyCAUdzroZg3tHZ5xRwX33rCu6kNfsTcSRs3Ym8staMrujF/G3sv1xhnLAw7XMOjSGNc4+Y60oGr1tcT50EVsbPsIoljtG85dl2HWaGHlxAxMq2CfB4qkeu+AQ5kSOR7YjgMRwDnInZTOKUxP3m2JwnBKMmaXJPsJh/sxbPvEGPj8+6/9WFn3s9UfzZ7fY64Cc/K+26mAeVondnag2WfR2QWTiO5B5E7SaRQKXfhi7Y8zx1llqtk1ZH83AOhnLiTY3xuLIplNFXwTjPoY20hCnzO91l3J8AABAASURBVJcvFqZK9pG+yXiOmbCuQAYZQHPzDBqzpptsjX26zc/Yi7D6NoZ1b4IW4LUpEWwx8VxK9qZQ1bbmir4qfgc0ekUAsj65Rl9P5vfO/UqGr1wU35z11fjHitfHuW4RmuhO53hReGr0m/PtKioDex0Mhbv1txW4rcDlFfhj3s2Xc71Jbyvwu69A9osBcJ5IN4ts0/e5FIA2G20/3Gnbb3hZ6ZTsm2bTee+5SApVTBL6JDrNB/sk3jqUQpzBKUBKEmD1XCcywcuGZQJbb0hhR8EIhV8MXLAZXQBiA0YT4gC1A4FDNTaUyIJvGGbCyHCggLKnuLIbdhRV9tr7xQfZgZclj5exTSkrs+E2JHBHwaDr+vj7OT2FHUMH7nKW9SnjBKQkGTp8bOPC2h3r++HjB338+EEf7jasda+uw1Ac5JRJmDAy9DhnJTacB4o35MZP6Z+fdzLsKVLtKeocYi0GXlLK5FJK6rusLueIkQk7UvQZXIjBfqTYdYA/mGcBXTwq249Rtm0gRsV11YpVETg2lh6jCIo1G/9hmDSylgPr6DX1uMNuR/4DcNDA2APjNvAaj/gZmESJU/sauqL1+FX0IppCe+RlxoCGGSjljrXayH/zygW5Owpzm+2dNtwHPl+Z+YlpYk5GzIu+bN68OjWQlcgtMRnzCB7OvjNgbxrx0pAtzIpay6uTRYaV1XcnHZ9zcRrXGRhO5e182W3W2fB7wOkaBu+RDPNoEOZPAfE1e5uiHuPE1kRDlsPDf+/HS+ASqfEY95/PbrHN3Mu577m3OsBXURYEEd2g13EzekDZ9qaNO8wzxgANItpIbwC92oqbe8dcgERmX1+HI/dZzIHAI8QEXyYpZsWcJgD5fjfI3/758uWL7h8e9fzk+/VAvQiDlDAG5MM44ZtgEjM11stHIj8srxp5GlaSo9E5kMO58GUJLn62TzxLIUXCisNzaeOF4EIXDkUeyxV5+a6HiEaHuvQQb2oExWHO5w0+Ryt7xBTnmEaTw9CK4lLP2EVswqCrZ+QQFwjztZmhOL7SMz8s3myO7dyKa+Qzz4F7THHSkuYjz9pZdEy8pj+2PucuZ+/6F7cIN0r1sBk5G1XJglbpWrjOaE1b9yLMxjNxZt40F/M4s35ZcD3GyYReDvP9tZ6kIa6OFj4EMA1Dzu13znfO4wLBhXS6zsFHZ3sMjC7CS7qLDjfhbQX+citw6Y7/y03yNqG/zQr8ZhP1i6zheMAu2K7LMmQ2WP22192G4g/FjDxvwiRvpuliO102sZNcOLCcvRDyCHXWFd1kV2zMEQvKfUARhV7e8PnzGxkest6s2LQHRmLZxAY1xqVAY8fJmJ268cROLTAyY9sbCCHHMM50tOAdcqLocqDgM7igQqHiuf56lb9xMxFnJLYY07Z28kMod6wZa9RvegpnG93d3UURwQWe7XajwNaxlnfB92EThR+KDP47Sx/B27utOuJ0xOM9iSH4oCfRjgQt6yjMdZsc25/IhWLPgSJOgyl+pevAMrBorGsmuT4ndcR0jtkC+WDV8I1iDHikCDRSiDmMg4zlOc4bEdufw6JmkKouFAmbx2Bk/UdiDuQ1UGAaGGcHmN6ZRze2bwXBx/9UFj7M2znEOhPI8UwzAC24a531hmv6tbxFDhlrk1n0nrXacB7uPn1S/Brkxzv5vCTkwqZAeChORCUXVF6W6Ml4PYLpNSwehbKuUKU/5Yv0vH/rbM89Q3JtmFnu+A3s0Whfh422/BjK/I9l5b5x4PfAaQzz9l9HK7w1l89JaDgfax/TLX/jYhMnlfM8RiAXWy1HH9+SAZtF53sp547LoQc2QI+rIWORVsA6EU/ZdgV6F4wMs3/zs28DQriZZTzNYOE55FzGyY5p28qLhxS3lApwVrivfF/yeIj10HykmfK3CR/uH/Trr1/06AIQheaBovjEszGlRMQ02xYqKaUkOlpSipzlLBRHSkKh86MaVkXjTrHVPHqN3g/TqUsROCWPQ2ZSdNKSMPS6cXm18VnBWMujxUO/Nr9Gz2YlBV+A8nm4Zv+6PJFyAXEkwHNJSHX18Aya0itgaPwJfkF1YnmFnWd8Ra+yjLEe0Tn9q7ZWcFkbvTjDMPiG7jzrc4k4cb6nVGZQR8OuTEOeSFm+0uvkwPJE8hpLHJrePXOPZHgt/rfoI7FvCfD+aXm0dw57ZH7EONjXwresbfWt6DSDK+JTsxt/W4G/5Qp8t1v4j7F6tyxuK/DbrkBuu6mzYcvLROdvtVC06MEJ25RSWPpFwCA2QRaY9gY5cMjKLiixCzLYJgBx2JmBNgpzE8HT8ZJhFle3ICeM0ASdohe6IvGYIz7GUwTHGjzyojMhX3RkW1wEJU8lUxwJMAM49sSubgRcpHimAPT09MxPwJ+1c0GIlyB/E+jguOREIAmnDl9/S2S73crf6Pn06YM+f/yoz58+6tPnT9CAMRD858/omuyjPmL3wYWGba9N1ykTT3FMSjmp3yDfbigk3cm/kre9+6AtfL/p1HW5/IpXl5T6pB7/DtjYh5fMDXYb441t+7DPxJ7YuPpVYKTwM1AEGlyY4Sf/BwoxAwUwy0cXaFhHzM/a/Ns4rNWiTAs5x2cUbAYXgXYHDcQvRaC9/E2g3bBTgSF01g+MO+AzemxjYkXgeUdUCSPDkXKdg6pnNSKWJYHCBw5V43Pu1PesMwW8jxSA7jgnG+gN691vNso5K/uE07vVEP6SiILPxJuFZ0QTFMy4Tg4XeDOgt7YoRti4eJv6rnA1nfPxiqT0Sw6XAlySLR7XqVO/wpd+7YXkNI2m5mJFW7lmVPBaPraTeIKLjYtB9umJY+i4HnpgA4C5xzLXj9ShzwvkJCHPvnYydgGdcsYvfDL6DA+o0DjTzIMsM7oKxcfWM3i88Euz18hFTosLdOTZxSMyaBskcjOeMDjwLPD//nX/+Kj7Lw/y829A5ucobkqpxOQRCDsBUuKffCR3BgiaqetA3ihLD3Ghed0NRVXGigGnInlLf2R6xDjBAl43U9JL2dTRloSq4J0If9qbndJsuVAhItUENLqdAs8lZBfmcn3cFqh4fkt/NgbX1MvxJh6DwNG5waNeZ6rYGRrQ0E7WAsm6LXZr6XeiYz5tlgWPzMDRC2fqBJzunNRMnBj9AVh/3s5pnJ6QWQHxI+ZwPSbbmbOrebYOgo5GYnM7YeUAV8/P7PUbE/yca34Ix9B/uAwjq1v3W6zAbYz3rsDZPf7eADf72wr83VegvJicrkL5ILIu8embu8w+zJDAaWVcaL8MiDeKybvz9b4h1Elp9ihKF2Zsa1xU5sqYwaep+FTHsGOQKZTuGgWmxdhVb1uDzBvIydEFtqcDp0RgXsxSSkopKUPTwIpjclEkCiIUJ56ftN/v5D+a7Jcjw8hGyS9LHsMOuevU953uKAB9pFjwkeLPx88fKP5QAPr4CfxJn2vx5xOFhc+fP+qnnz6F7CP8x/gVsLso6nSbpJSlzBp4RXLO6jYUgChA3N1tosB094EiBfzGcsbOFH46nHqgM73BB3nobXOHfddr02Vl4hFcsR6sj5jraOAlbzjsowhzGMHTwE+6vbhsb5kvDu9vngAwDGPEjeLOjtjAjuLaLopChY8ClNecgpDtlm8DkYM33YbYaBNwzsQ0YB1rNouVIA0gmtUjHZbMyfMxTIVGXxr2rE2iAPRh80EffA4/fma9yzeB+u2dlDupz4o1VAefC0QAaOWiC9JdKK52i8VCLcYrmQs+kTxaY9APa2+Nv0rvPJdF6XDfAuexr0hiSI90RX9RnJD6V73sXGDkHGoNOYUNJ1YB6DKynF3M6RAZ9+g6wDiDa8wMrYyNoePSMWzge/VR/MG34dwLBWO52c+4gllDZU8R0cPX1+UpoOA6Lx5xD3AflEeh7wHLHThBgFk+33cufPsbQP7jz/5j0AMF4cl+WNnS4OeHHx+IVG63FKh04kjA0o65ImfEQrBGhbCkQZGUnsRMTB7VxPvAeeJapm1i7X4pMfQWe11zIh+aEWLNqQbzNV2ZC0+f6nyaUBW/FZGbWHTnKq5LrQ90ZbS18NIUyrXgUwyFsXs8aTC/X2M+TEGG6Or99OaEwrF7s/nLhiwGrdk0suEmv3yFJtQFIiW4t7X3Wb8t5ne0+o7pHYdaOD/PWsZF6nVskoqLojJ/dHQp2VE6v5BemMj3uqZfGOKmuq3AH3wFLt1Jf/CUb+ndVuCPuQKxt4rU2ieRcealJcub4JSSMhsysdk8Bi0He9mJbTaoWOFDU2VUDmsLFNuROorHKjL/kWP7BIQDcheXAFEAmIAQ05WtAPqgjVscBOSRKKKkwFJKKfL3hqLrsvookHQUXXptKaZsXSgB932nDl3OWT5KwYcc2R3HT8GJZ7kBqYpMEbvrsvoNL3fbDTHv5G/q+Fe7SoHnowJ/orjgX/fCJr6Zg0/XJdZ4BeaRbyjkbMhnQ8y7u6029iHHzWZL/F7Gm7sN9EabO2TQLkIFUCTaIrP+Dv8N0BOrJ65nluRjLKtJgWd0EYiCzDhS+DE2sOZ+aSyW7lfgICv2Gjl6vSL+VP7ez9C+6XOgKETxp/EUhFz4KYUgdM4jYCRHn3VjXwF1JM5HpRbknE4htPhzaXguditAPGScQJmXuM65vvuu0+bDnT5R/PlA8e7Dp4+xtn2/Ud/3nOdedLRMZANs+NofkWnAVIFiU+ilP5cWSembHZyLP409ijsLvwPBOBHb+K3hTm1P+dM4r+lP7Qs/Rl6FLn2NU1GRteviRFiVS4ymbxgDzrnP4Bn4/s+cbwG543wbb5S5DnLeKiODwc1y9OTJFeCAATnninuwbQBfPxQQ23WUHT/AtpjJ2GAaiBjgNzcyCB/HaFCcyzVe6NLb1hQ4kRtjc0dwTx70/LyPP/z89PioHcXa8TBxF082judoELVLxjxbaVIwkmAaqbMDjVOb5Y1peFbMBI8PxjdbcjD1bogqUPFPSsU9UHTwDUO6OR0DdA571ok1UgDCdctr5mXaj5y4WksqLxufadOZRJGbdJSW8zEg5uFZ185MhaqrqAorOpCdkzTYuYq/GcUF+PZJp6MBnamhCBvVsI4mX2x+fB8LxGK1OYFpL4973eC6X51lRdft/uSaWM52j7W5tEmDaUdSeFs32TdhYn2T/4vODm6wUcOmC8S0IRvm9oO7tdsK3FbgtRU4v5te87jpbytwW4FXV+Bw4OOIFjeYXyi8oV+BA8AaAQkQm8y6uanI+9JEZzvjMFp1YeZNOZ4hbnQSXoAx4ILQRCEiXkGaDT6O61HDGF7z4cgNFGrPI6bBy17XZXV+CQPHyz4vZZtNp822p6DSqYfu0HXYOv7ExtXgQo9zGP02wnjBh85jiYO4XZaLLC7AfNhu9eHuTh8+3tXCTykAfbpzAWgb4/UUehIQQxHT+1jn6fFdsNn0G7mwc3cH3mx0Vws//aYn1yLbbO50t2UMxnKxyX+8+BMFJv+qmOV3m2LGnUYaAAAQAElEQVTX49NR3EgMljxIlmiA8+dkM6/RRaDDgYLIQZNpQMjFPGWs4gOKZv8gQh/U0hHSTNhEZ+4E8BuZdwDxB8YbLWuFn6AJBC7vItBBGAvKuZ/EXLM2I67dbV1ih1BFZunagURzp9xt1LGmHeu9YX37/o7z2jP5DuOsjA1d0CMr6IgwtIwNCFkh4M02sCGQgSZq2JZEJiEo6xs0gxmjn+nvQZzGO+UvjYGN8ztTIZ9la7oJLXsvsCTNfcaOAWPUgDW/lNIlGaYrZ5NJ4r7QKpbPhUG551QbOvWcd5/73HeIkfVbMDQ2EA5EiBxYQRU6ZyIF4INtDigygmOKHXqBGtiHQK80O5ybOBRBq2JtY9qQ0Bl3Sm1OCRmLNfDs9x/Bf97v9EzxZ6AQfOBm8aPXgOPc8JAfsHYVXUpJbRm1OsKu8h5VKn0VvQ3Ng/sp/DaXIytySynNoiWDKWQRlXkGM3eJ05OYWlbfJ+Uucw1kZS+wIeaxRNK7jzK2pFc806KvZEGlz3VekUl0i/k5tTLgfIc+8MjzdIz/6a1QIbx082F3URyhLndlnjXiZZMmLVOSwDTJa1xTrihE0c3nILhiS//D2zyRSvAZw8fY1WGdt6EYVJ9FUMS/W1/z+erxv9NEWpiGySdOLzja0Q9CQvL7dF9doVlN7GLmnIeIDZ71a3oW3ojbCtxWgBV47Y7C5NZuK3BbgbeswOne1x89htjtXQyQZqn3nynBuwFNMXlXVPZ+3s9JtlE7rK1K7EKFr2/qRgte6Izj2zzw1iWMAtNZXiISK14SJlnmTXGHXUfXueADbHhxK7DR9q7Xdgt24cdAgWQD9LY3sPvIFGdSTjLkBFaScmI4g+R9H0y0EMsvB526DiCW420owNwxzh0FIcMGetNvtOl4GWSc4jcRY8J7UkpJGXm3ydqsYmyhu21WB970vbqa890dc6D4c7f9oDsKPx8/gikyffxwp7uP2ygObapPz/z73CkzaBZzSFntGEXRZzqoFYH84hcFE4pvYzOqePGqgoZsaGj8CW5+xcSvGawhF94YBZ+BsZHxwhnjRjEImQzY+ToojjXqdILF+i1QlFO9fInLOLPsKE5CXH5lp4izMmvUc9767UZ9D4AFlkfIPcgzMeDaWmxQ8Q0bTJr8CNunwZGiMCUB6FObUx4Tj2P0TeC4lwKcy51aA58Nw8KvY6x91/Ta5mtonyOPWqCssOM3KDGd07GuyItsTTe/es5ClehXkNEF9Mr9NqCvOGd4rpMsXw/o43y0mCpJ5uZvjE3wJxjTLOGNzapHfKV5jLXqEn8qW9ubzkp+BjiflNXzbMy5j3vlwP3nP/i8f9rHt3/8HJh40MWjVcdHSlJKqYDakRohrUj9ngd50EoGEKQs5wap86M9V5JYGmWvE8/NnDrFs5Nnr9cq5yyVdh7iNUm5SMOqjRbMUZeOOI9VBMhp8gSk2ovDQhJCkgEEL7QcukiD5yJPx3j20iFHugd4GR0pBs66uDpQz9j060Akcflc8Lo+8xKV+aSkRKq0wGLNaagtAdEW6pSB/2GNWbkB7x7iKOF3e7/P4cX8XlSW59e10d41hxPjE/baEJfl1bmiyzZ/MumF0+B77k82i1u6txX4zVfgr/QY+M0X7zbg33sFyks2HzXeAJ58CHVdWxsrAO/+DU28wilJKSUgA8mM6NWOss1DUpqErY6OqYiQ05TYcCdsFTDJOGUpMLKUkjJAJyNE8reElMiTbaZ/5Ssj5N1Mucvq2bxHAYQX+i0v8tu7je7uehW612YLbADsemADuAjUd0mm7zYbYvRAp4542YNmlYNxyqjsl0i1CI/7sFdSymuwDZ5eU8DfJpILHCkp9502nWGrzcbA2Ixr/ywGxl7M000cmdhdzur4CXXXd+TYqce/x8d/Eyj80NOwpiWJVArAZkAeO7CvB4omcU2MmngZ9HUi+IA2aNhe6toiELU0jJIyOZbxk2DcVA7WwDFBozEAKfmNoRjUPqTQLT7kuuUVs6ZDTGTy9zwaMAAjhbJ09gFiFHDOrDkFn75CBufckXuPfQIwopfAdoriDwLTlhliwugRl7amLTFfwfYzWNcgIzXESAhtDzprln8NnAVaCU7jLSpP07BITin7Igvk7jXA9mprvjZY0+ZP4ZL+VGYev0DuDPCsdFlleJ87wOc8gPPfxzWxVe636vMG3Ckjo8PZxSmDryxYZTogFgnc+MCoZmzaPotvuBTxC71jLuq1z3KNL3rPy1dRzvRcxz3Ph5z68qzw3IDM88NRR+694XDQwYVf6FL8mTTx3PHdZ1ASjc49iMeWBRK82oG8kV+D13PS/HyqkSKJSr+CnIbBZs4zOcdkbg0ezYBsFTuHrdcsqe97ZQplfYWuy5zFjMM7G8O0IVheHT+ITmJFntEdKVLkVUWeVCWvoVQVztZQ2QWRE/V2jfU56W98NbCsGVITejHdZjdj4s70a0RLErvs+YGXZmWubMGlr6I1ylc1a6v3zePI8/iU8ekSscpUuU9ObM9Z5+dr51zzIySc0h8R9reP6WXzqA1z95n9K0A7R+UaOp1RkfreO9Xc+NsK/J1XYH4U/J0X4Tb32wp8zQrkFzdKvrXY2vDJ5JeB0d8M4YVg8ktAgNiSt22sR09KuKQENmtAbXuTtg5N0mprhwFRtDpQy9/eUbJuRAu2EJtMbKecc1ICsscDFxpZwsh+QELn+ZXNeqfNpsB221P46Sn6bHS33Wi7Md+Bi34TBZSsjri5y7Hp37gAhF/X8wLQdYzdsfVIIlGVgw9o1qbQJz1mliTiSUk5FRBYcUxsHid5fVwEsnmHriOPDbltPHbXk09W9oTDp3WTMqTFuUPfdeoN5LnZZjlGx8tKxiDnhKVkZJ9gTrs2B/DI28DIS6A3/yNvKSPnfzEfZzIod4ZZyjjQWYyU6QOQMTikpWivN7wwTmEXtMoRdHSFDwOTVRYoOrGmKJw31+8YMMTLjb/NUHiuK+RYsa7uE53BAQyJGOZ7KfcMxTzoMYpWpms7swVbFhAdcmMQAeiLDcQqCpxtgPiVMDASmm0NkG9odhvJ9mvgDeGJ7PX0KNXa5Bqq2MhZG0zHvJtdEbzQ2+saFDeHKpT7ZmvacMpbdgprm0obxRkxcQEy5537qQeiCNhv1APZfN5y7XBtZK6RdQwS9aUFYu0o7JhY64Ne5+Zx1/xb6ern+EAb89jbNgZLmYsSOYOZV88zxnMpuENe5jFy/09+xnP/TEGPmqDlpzFyxZGUuJ8DiCkAydwrJUkNdHzkFbumV+IjkjFJQ85rkXP/Lsw7KHKKlsguzX4sH/FjhpyzImZ6Usq0pA6cc9KyVlnluSpB0L2nxWgrh1fmkkSu4oCYe4grLR/J8ZkFM8GcmpFzEXMedXAPW56PoxqGoBXelsUTw0K80ntuK9sV+aJjpJ3qnQJD0+mxTOdU8134t6bKbcGy2NrwxqGv5P6OCG8c6NTsx49wOuI5/1Ipo+R3ZXki1Eu6MPjK7qW4L2X8lcOFW5ltkGfdjxrzbKCb4LYCf9IVeOme/ZNO6Zb233AFfrcp5yt3EO/+sek7HIb436+GgRdofx2ctwy/FETC3ttBsD+PDWqKHgHYqomd0YTSYOllKJaho3AzJfZS+IwBoybv/ImT2Xx3XVLXdbEJ31DY2PACs9kU3hvzDt44APkW2Gx6Cj4dBaA+oMfPMTbEygbippREC/D/vBU062J9T8yNC0X9hrF7oFNOWWEscIOQSUri8Md6A1jy91oIHPMCMzErAhzFRGZgj9dT8AkgV/Nd9stGJ+uzDSvkzGAGeMtnQCzZJykjNOjkQIzFidBsfdEbjTnXDfNuQPOcfL5seAGwt9SxjQ2mDZHPesSoeNiigWNXGgeaXQDPA7BvCKtNRUdzO9JPke/ofhw0DFDxbSZo8qTVCEbEXwUaOYmjxwPKS17HOvaRCx0OWYTl/jCCRhLyEcIAutYYCZV9gPjWkCXQjBUx0C5tLW/0ov0eFKvyQhhrPSEDZkYGyJfaYrJQXq+Alxy/Snd5XTxygwhrJgh39mmY9Y9zb9kKLDPM56Wcf6yRuO+5Jlb2DmdgnHbtLOeTIpB1FwBzlqX05YIy7euqAmxcq2AM5wge+RIzYkxbQtkPQ2eceVbk7Lw7ci/gX2nyM6bIE5aM6/uEZ/1EoInn8MTzygBCH5S4ReQjBUHPs0uGbOkJhCydCFds6Ff8TJI8bWa/loihk/yPjpZEV6CNPakcMV5jEutkYPX4HOj6Xn3AVhuwnw0SOr3viCHCpY0TzMtduqxexDmmdMkqHwnhuA4sypDGvsvj2uJ8x698GV+AeCGNzl4XYJnYsfKa/NiKlVTALI78kmahecNs8HsQy2QWquaBgFaZFfrdc17lckpynk9Fvx1/cbXeOPwLi/qC6jj4mw2P3b4bd2X+V8TfbdhboNsK/EVW4Pe+g7/TMt7C3Fbgj7YCbAvZHLjws9/vdeCl4OBvhVAY4J2AZHkRgPALAgwtsQE1qL0nUOOoNkigsHmhUfwhAAa2nDRS+DFMYH8bKLFpTbljA5612YBXEDwbdL/INPAGfbPtsQWMgR6fkHeJQk5WR0xvgv3esgYXgVCpR7kh7pYC0GaziVg5ZSUr0WXwGpRVjgRqUHbWYkLyCxWEIDDw5t8AmZL6LqsDEtBR+OkodBXIyhlIgAfA1sNUzhKVdfOugXPGennd5HGLCNJEHUs+1rT5Ao6ZmJMI6DEUx0i6I9GIQQtR7WxjiCRMGKqOQWdqIU4CELXYFbndG0TM2dF6gOux2Dt/AN4vvE02cm0uQM4UfkYKl76Gh2GvwTw+Phf2iXX12h5Bx9BZdIwOZi2EXrkL3j5FaR2iaKYbhKB2mTDHUBUzstfMBHEsOebC4Ad0rO1Z1Gsyy0/A7Jv810ae2bfCOt6aPol7lJ91ti3YZ8ec4hwja5gzN5/nKsty8aRA2GMz+4uDcWgQFxoK2tEVbz4sTQC00CuuUTjjkHAth+HL3Wj7cMPedPjWWXBf+9rNPM/KM7JX3zMXQwajd/SBZ/z+wL1i4H7x89eg+RnOfcdzXwYceBwppaRkmt4Y8rxdVZybHkuYUAhGTdzfE+PSQnLaHclPxzNvIEfPZfYdQ6gQ6/KRWZsAnsmZ50DOnPUOqJfLZa9XpEwrTlE9R2HN0gauXcms9FW0QosxaSi5I08uyZXNmrTBdZ7V5bIrSfk6KsAPfUjStFz4oSg4rvNdh7tCE7FqFqoK3oZWaa/It/m+avWVOc1x7b+chxBbFETrrp2/pv8D4Mg5uncmk9VdvODyO+N8g/lrQ72m/4ahf6jr15yOH5rQLfiPW4Fb5K9dgT/r7f2187353Vbgh69A+faP4lsTu53/EOguvgV0QDFRYCgb7aSUCpSETjZCRTj3WM50ECn60jWawFMAn35gdvy8dkBjxVBi7w2w6YiXmD4KMptNwdttrwIb+W/8bKNo04dNqaFbQwAAEABJREFUj33Hht0FHfbuSmyUE2Pm7JwnpdjUGgMUojL63EkdhZieF6TtZqsSo1PyS0Dq2PYksnIzNggZfAZOmmdQNs4jU1ogzJLk8VJKMUafenVdDw1kQ4e+wwjrXBG2pCgXowJQsVAavWa8JIlNu4wtDMDASUCPMVf42ggZVOBkMigTwFTflcBwpSVl/8v0AYI7huokxVge0YMbEF1rPhceugKhmTdxT78p5DAxv1Xcygs88tIa0Ao/8APFSxeCRl5uCziIE2lzMO4YrwdMA56VkwAXjp7zIa4WxZHp1wCLLRmbAKwDXWjWNLigRmQt6MW22Jhq8KLLS0rWzusX5+x0zZtfrEdjKrbMg8NWFKtQ1sGSE/C3ngzYf3tbx3a0xptew6ncvPVrbPoEYm5F5p6Lg2lBIc8VymSRBWHsuGtYydpl19Tmve7cJ76aY+2DbgZrXCxmCePPNIRDgaq3OcAt4idSz/KzrM9+phg26nMXUObSy8c4jPL/AHbYD2q/Aupnsnh2zJe+aRs3SFJK7sQBpi8m7bmRWB3LDbp+xHVH0sxibeQonobzCFgrTWNAM1WGDYrudLjgp2LTHDDzGeLuJsfKgNZGoUtes451LM8IhXW2ZQGnXSj6lRxubi6ieG5MZiwDqDyySaa02TSZoqOZqoARfjEDk5bGuieyMSiwe716OGHypBXTFMgp8pgkyzEeBy7+2PIQkjA56qwzHAkvMTbyZMk/rqUTm6wy/ok4WOt8jQobnwu1g3UUeTX27TiH6VEsJEUKsWpOe8VeIVmrmNcVdRPHFKNrkm/Al7Jt4d6WdbNu+O1edeyKmv/78dsDHFsec6+P+1771yN+V4tLwf6EKV+axk12W4EfuQK32+RHru4t9t9gBda3kLd/bKnYWI3x4kzhZ18KQAMv1KUA5J3npLrvPFofb0wnS6KDCCMp8U9xmEpBXe5wjALTyHaqbDm94RecQ2W6rksyuCDTbzYUeDZR8Lm72+jO/xPW3Ra8lQtAhrDrsrqclFxkIJbjTYzjze3EpnSClgFdktjkS33XFXDxyEBRJqeODXaWiDUypxFbZzpDESDFhn7d1pLZnvFsk5Lkl7GOMTvG8tgdwpRQZHk4ne9zk10rYASbyUnZIhijI3ByCFhielojqhyJm90NpscYFD3Xg1pBCTzLbXQG2J/IWrwi9rgrIF7EDjfLg8C00taTx+j/CYxr0tdlA0VeZANussBcq4NtKfwMgIs/A281frn1OSc45ziz5gmcFNdIFPs6+BXEemYpdwA4FrdhxZGR5XgZtzxElrwIBMMQe/vNUEQ4hjriNuYSxn0W49paEzf+NWz7I5u2/FVR0WIy54vGdNXAVaqgU75If2T/lhHXNl5h54OMefgcgtQg1tbqILAJHIJVdyKHLVEhwt7Y5sYAzdwMwUc3W9u/SGarFdFOThHZzvbmTC/YHMBkyrywyj1z64CkzDPGchiuNeuQiYPww3SgALTTjgKQv/kZ9w/34MS9kACsaAk4b/lchGQCzttFW8ZfLGFK49nHPc6zcgQmchHPbMjF9HI6i36mquHllOTpVQueOAyLHY8WCUXmme81M3TZa6Yrx6WZjcRjMvSzE7EVkzDRAK1JkBhTcSSllIKaO2xoM5vITTZJjG0MmpWNOJIt3swEi7Wy5Bm/CuZv/HhLAMZo1WyzYo/IdawjxTGzpMC1T9K0Y4PGoaA1bo2vZlFO2tq00C21hotU8e2mRldsE0NlC7o6YFG759IwWsFqoitpiV36lVjlEnnDQLMTMWgz+2biwhis2yJd8g5ZdC14ZUC+PJq0YV/tjX4/vj6Zr9GU9WxZXI/QLL4Jf2N4lnM1/DoY9KWFXlnfyNsK/B1XgDvj7zjt25xvK/BjVsBlF+9CRl6YB16k/RKw3+3l/xbYPxGevPlm6OxNZ+w6YWjLdgEmNrbGwqLs3tJM6cJh7wITvhPFmIlxDIIvDpNif5uzug7gJcYv7ttNH3/QeVsLP3fg7XarO2DrAlHfq8tZmXxTIlL8T2EHoo68R/CRywvPxFy9C0zsFjAL2y538k/MuxinV8+YCWU2EAZTLTAV2vIZ/GhiXLa37gW2ilHFwIpv65BFNhAzEb9zAQgcL2iMq1xi2C+AdAPPXZop1fiZdc7EMxRlKsh99R9ZX7MkElNQ7Yus2tsG+5EXLuc8sjmUZWFb52tZOGEY8mBqhw1z0wnkqg1ktyDcwTge4ymKPaNcsBlqISeKOMNOwwuws45rdTc8a9gB8OOwl69lOg/Ckmb1GeiT+m1PoXALbPRhewcU7OunwJ22/R32nP/c49sBxlmK9QaT9unUPQ2F8IISz4utmVZc0VEUy2ZfMw1m4UKQWcvwRWyPszBVUNGL/m0cx3kXOPi7HL6X8TpjaK4F+hrcVIHMrAuUM22DtWaRLpqQRbziufTY2Bl01kLursGZxXWBXdBWRMYwtTcV4HwCkjLPwoD5Wl5lmEuUiYLp8/NOzzvgeU8xaK/DqgCQUhJNSvrKw44Gu5eLwFmYOwf03Ew8CeRnjz8P2lNlGb/FOve+JvFnDAGjFe/EfS0Or0FiBQ2qByNilFmfAhbbzljtsVKYt/RlSliO4iMOrBkHc9ox9lrUfBTPVWtskJTqM99ruWRnveFcYmkDaw2NXzDJ8gRa3j3NL9ozqgap6EjNKhb+nCjy6BOjBTF3juU5aTnhKsfLuRRt6Yt97R0QsiKoS+2Cluvw3DJz/hNiZwiublDIVi3SmCe+UpyQF8c4sQk2AkLVAaG+tjlSgyWGJYU7TmmRlxO14m1+wlp0GboibukbG4r0Sn/d4JJmLAkexbKd4UjI3X7M/wjOC9PgSnwSo4XSllxYWqaAhCWjhd5dszV9g9sK/F1X4HYf/F3P/G3e32UF4sX+JJI/9C0f4tcB9vw0eM+L96ADL+fehNs8JW69dLzViS1OdLaQmjaZSpKR2hF27gBaE9ssE5emlMxZwwcgG96R8UeS8wuJ8RQFiYmP8BRFni6DuywXazJ0xj87hAF/GWIHPSmZDhgV8qAl/w9k9u26pAx0XSfzKYNTlgyKgBLY3qSlGXR8WL9I8K8+pjK0Cz+Z2PFHnzsKDZteHTgzjsfNi/MJNZE2cCTNWttn4h+pY0dRfCLfY+UFzrbMgDUXvt5Ued0hacHhM67GxBaJ8lpmgVY2pm13CsXO45TFHOTCzcgL6UAhZ6CQcxlc6PH1CdSiz0ARaLElDoXMyJusvUK9iz+8BG8psm37DQWgbYUPFVP4oSC07bfqZ+jkwpH9C5CvpwA6byhoi/yIWcSNelFt5TGUlXcfq9WiVNxsK/sicoxmX+h1X6IXSaFfDHamzGeSE8EydAn/Gn/i/i3snBtj0rgyjqM12THmhQ8zy0C1zZEKf6wsMkxohT7rEVh5CVCtm03KQiH1PXk6lg0M3G05c5Xy8CvYtCGp8RBYJdEBRSeOgbh+vpbi/8Bzn/Pvh4WfJSlhkaASWDwxKaVMQQqh3nIUTywjT/BRK+trkac2A4Qf9RO5TfX5bRt50Dmg3nSEPzFoxd55GIiVWC+xbpBFt+ozOoNYsDC3jryM3gRHtlO93hDS7N+WcWJVzRdIoBWErS2wpqEUaQHFJjlxC6x4LzAproLiFeMUMmp/5g1F9L4evzGunynmPB3N7zQUk3IDcEOZ5CmJA4peEaP1IbjWca1cVjHRy4qvkuaX5sNFNgJH+Xr4OEfMyLSie9vYXhTD26zfYbUOCs3614UmhhlQtJIrFnClh+Bz2v3RLIvgUl9CXNK8SZav+F8SX70E6kiXfKrqN0cll9J78LK69DTzN7itwG0FzldguWPOdTfJbQVuK/DCCoyXPiHjx30jP/UVm39eAPa8WO93OvAiPo4HflrpDQGbF+KWHqI1VLTGgRP7tyQ6twDNB5bR6LyJio0SSr9kACll4SlIhGwu0E/TQf4WUuThXOrGMqUkv9h0FGsMuWMrC6QuhX+SZPAwcuchjWdQOVIolFJSYqfRJXJI0GAoEVVw2GYgAbTiAlEb/IiVZlDZS9nFICkTU4CLP33fa2PYgDcbdRR/XMDqciePh/mqjXLKI2vhqcNpLG9GyIMrY9kDdrSxIYxJrMqNtFgWlj4DSnQNIOcWMcw5DsEd14B8Hsdqx7UanIEyjgVrwDCuvbWs0sh9XY6O62//BBy4FvcaLxaBis4FH18XgaNgNOBzkGUlP8V69jkp5149xZ+e4s6277U13m4o/gBBUxAC91vwtkPfhY/9cuasAI6m1ZHPaOZDiyUInZkgjrvgXtKFwdwdW5obGaJAWetmah20E3sJMJmbXVh/Fu041GxQiRavssU4nJEYg2prpmtcVd+E1vEa7YCNbjhkMDSt4ej8OWVgnjo0i7pMy0HCO4hV54gr1n4rdk2eqyy5BounR2iwSH2+nZ6xoWm4NiHj8iRfcwYuXlpQaBPQmmUJSwGMgqMlmWeTJZoSz3tAHL7tDXJnQEYLU2QJujw7qi4EFlaAz4C5iky+AORzpCUuTYxVGsxZIGRHPm9jkhNPxfZ41BKvqsLgWB+iuFQKdaH3Kb4gbk6TJxOwGJVRJ3ltPfalMYu1tQCGGeAkF7GQVeoiOs2pDdCwnbCJ4k8kCmPZGVyTL4brqzPO3aI6o3jkI5sAmlFMg6RoXKAI3Y4jWrLogpu7kr9iBhY6jHGBNRebniK+2JcxS18M7G0onNfBCRfuTX04xwQxDwbs5ljG3w/W0a9G9cPPSoanmQIadTI3xDT0rXlljiVN8xbs/Lp6EnkEnblkS6IzYbg0lp9c1n0lXAr5laHe7lZzjrlFhyuJtAu3cMsFDH9rtxW4rcCyAu2uWSQ36rYCtxX4DivAhzqbgsMwaOADaYgX8ZEXAoeelBKbFzfAkjNocjBtpYajzYJJq+0vCuKmxG29wpgw7ij/ZPpw8As/AD4cSm6TiyARxZZS4p8uHH6VSSGfwqLQISgdhRVnYzsykI0CS7GJ5KOZPGBqMx/kTDgiMIV06Qgym8QOJyl3HUWIXl2X1W16bSps+14dxYmMXc5JchKOVyHiuOPctBd1k3OCoROHHUDmFwS1ajZZAypSrVsxmNpqCDiMYUYPGIBoHtg0+jgPGJkFHA8U7bggFCIWFh/v/BvYP2KPTO8QUIo6g/ytBNPH3/ChQLkqDJVvDB3Cb+SahWAMxZwyyXhd/U2ebe/CT6/ehR9/C4iCz7ZH1viKXSRykS6AAPZ35oSKmKYbnMuWdSg25ldQ51l013pHvaY7lq8i17NyLGFFWQ56xvU5BB0HaEMZG461cMSb5aaBGAkVrXGMgNR9LD2a4+YQXwUMkCswQAkO32jrGt3wLDtOYcU5gFnjAqUv4a3RW/5otZ3C+EI360w0WOyursUlxezmOGbA9UTa3Fe6r1EuVc3gK7UyYYN9YHdVHiZ0mWdOyh1PHT8FAW7PaTROHgy5AuT7tAKP6iZUOXAKXTGBBE8AABAASURBVOHOeo9bo5zpLgnIl1nOGkefmTcSzr6Ae5ycdCXhaEcM/OW25BGTuGz0JunXzOL1wPMs3premd2Z4NVB3+SxLNyr8YrBen3qrH7MQGW49/QX8njP9Jp7w28a+tIAJwGKSenfFDOMFvvRn8Ehc1ee36YCTsaK56sV3JtG74es05C6IIm4uVpWFDIn4LGdvuUGFAVZCPPONnr8teuafmesbzGPYZlb4Bqoq/iGbitwW4FlBcr9vvA36rYCf6YV+EPmymdPfVEcKLoc5CJQ/FHI2CBMc85pphYiZHS02OIbh9YbbgjzaaWZouiCImSiR4ttSgkGQDLxSTjyQzpvUPbDQf5favx3ifw/lMXfKIo/WOo8D3IBIHKlaDUdpijYOOMYpsbMKatBIn4SRxjxWsMcRxbgwIADY+32e+2ed9rtDM+MvQcGuRg1585Lk+SYSZkxDBAWAUntYBryA8v7mSbNqUOWlDOSnEU6EhI3iJPGGEiybS8bhGtRJRBgW2DxSSoHYxUCu0pcRCwMJ2Dyhiv048reMxJ8ySvUdBGZNeQiomFTaVRzy7wgFrC/xdjNYzBa9XERp0Ap9IwUJMdxz3k2DOAKFHusK4XKA+P6gqlxiOucyotxVh8FNoo/4G027qMA52JP+ds/W82YolAp/vScI+ZJoAwwaflopLEYp4A1zAuhbUFhfoqL1Vv6xdPU4tHWbI0X7Rlls4tCKyo44ch2MYwx3RlO5tis7N3oBVtqWCRvo+xzCm/zfLuV4zfrQrs3rM+h+ZNXoeb0PhzX87lLLOmZuIxa8jB9amBZA3SrIHH6LDIB5Lj3uW45p77+QWhLMx9QWC5YcR9s9PHuTh8+fKhwp37Ti8daWPmZV751KCVxuANowWdEb2/XrC/Ime7IM6PEnjSTRfDOPkWuir6MlXR8LGMt1LHF+zmmEE6+FIL4oV2Z1/Uh1nrThuvWX6VpE27Op3yTvwk7P8NrxtXGyBBj8lmAW5B18UeeYwbEb2gOZLOGTRsiook3QvNvuLrBXo6Eopq8GR0FOmIuhLim5/66YP22bE5jnnqd8Ct2RV4Y3aLMWTMGTodBNLdZx+f/LDy9w6vCl8ZsX2WnfBX/KJT9UGbytOMhnNsy42PdjbutwG0FfOf8mVfhlvttBf6IKxCfPLxEjxrYMI0HXqhdBAjw5mBSeyHwx6phngUMrbAmAtwV0dwjmmamEYm4hjxj+RbHcKIwcxhGuRg1uCgTRZ9B+90g/4HqQ3wLZCTnCRhl+5GqD24C1QGSEvFyIj4vRgnIbSLinQJD+7i4c6D447g74j97PIpAz6Z3FIAOgw7+dTSCT0RU4iM8JSJ3yvz0PF66kOcAIdfqaLuLpJSSlJMSPgJsn0Qs+UjuCiRomgIyMmzwU240GDobwt/6ArYJuXX4BB02id4gDvzp46XKaxCEBS3XCcaw8IQjdBnDNMHgFaD6v61xFqqffQ3okXi07FyYUIYp4Fhrve0nh1VmnWWIvJBzTcrQeOORwOCwhSRs8YUo8ZfYqNHhQEwX+0aKRweup4gZca0DjjZflbcesM8Yf6yaAhT+5u3vLWoDu5f4I6pzkA1eBGd6DkzpXBiSRdPmHOKLXZ3PRV0RzjGWsEWx7q0zrGVndBvrrfgsAIK3+l6yw53mNOdzA1/WP4gLneNcEM8iR5uZC4T9F7hkvcgWu8s5rfTxlaYLwzmYAVXc45y8BSfuS+4vrnr3oLgZbG4bcS/6OrVuu93o0+dP+unnz/rHP37WTz991oe7jbouSWniDuM65tknPgvEkVLiLk6iK6BrBzZhZL1HBgeKDua4XZYe2/wIjtktYb3sWjIJFq3xkR2yr2s8y+xYkcmvgTSv69d5f43Xe328Zu/zOZ/VcibeFqk7NWtJNIz+wN4GFG0lDv7NnR0bvNnpj2Xo9J1Rw6bfBu89K2+LetGKz934uKzK9+daHf+AKFYxOif3V5qZ53ODyytwk37rCsy3zLcGuvnfVuC2Arx+8CFLm19Yy098LWd1KA7QR7PchPeuBtMGm8w8hHlFZ20Bv0aYStH5FjZVYJqSeC/X5F878OegITa4iZcPqelHjAYXaYZB/hbQzoUZYLfbwSNDF4UrNngTE5qwx9kjVkhETdBZKWUCQzpf7KbDKG8M/etGu92zHh8edQ88PN7r8elRj49Penraacd4Htt2e8YZpkEDxaEB/5ExC0wyppMBMQNdaDHPIg+SPMYyYwVS4lWkAi9dgsuWZcVRkYQuA8YwWKUK3g7bKkkyqB6WVbIh1qGtVeTedl2RfGQXlrxjqkACF9BR7BFPCiQUSgQlJuLRwkfCBwCTYKFR0AqN3Lb2gayNsdc5QJcXesdx0sWsyLAlAM3hQ9Fo60NATqMO5VtExBqjkIMfzXrbCxuftwLMJWwGxBXmudkJIA5K3Mvcdap3vIuAi5sHnYF4fuE/AozQl3XKrNUaWIeqw+qkjdgSbx77RF3ZErfEafMouBqAPEVfFw2KvsXGoDZSmde+iq6j5l6CExLBGX3d/SWNz7eBoLNZ4Wc2COcbxEl3JCetsoQQtEKfOFxhHWcNJR8HOXWwrMGp7jLvuKExYYBxcecUygnhmpn1Cao2/DbbuygA/fzzT/qnC0AUgj58uFOmAGRLF8h93ifuZd/qlpXHjaka5w0ov8GmmXglYq0mJAbQ92jHGa8CV7KiV4Yq2b1iNKuLNc8GEwY0sZbg1o7zatIVfi2x9yzuKuwPIZnjFDdJS7rht4/26nq8JZSfJdiRTunNFwb+be3Ssr4zxDxQuQNn9nXiaPAj5nXf72Rxca7fmsrFoCcJn9iYNZxYXWBTedzphaN7QfejVVfjf+uiXg18U9xW4C+1Arc75S91Om+T+WOsQPl4HSlCxIuvN/vTRA+s9m8r8jhtFDTsi9h0KygEXcT0iXeIAoqP6hRmE8MbWoCJotBkx8DYWE+R5eCiy36gEAM878E7+RtBpSgzyAUi2xgmNnxzTMciBgkwfmbkDE6wALqJeR/2I7H2enp81sPDg7483OvXL4Yvuv/yoPv7B7kwVIpBz/FrYq0o5G8oRR4UoQ4UhA6HSQcmEC9PxsQXk4NkeVlTcvNaGyZ+uj6OB+QkGHIwtl4YUyQZLZNqEGResHuE5G8qvoTDzDRDoaw7hpHt+Tqytcg8Ngk6F6/j6G9YkdfgNXcRhLkNFN/iG2LIbWcQNMlfiOm4BhL0/AHPl5Fk+wC8YDByPhWcB0WUkTGbzej1oHBj29F6dEVPUQZby0sox2A8IgqfEWGAx3buwAgMMZe9TNMpAFsImmPgVcewjWEIv4FrbMB8B4CbTcUISXmRm1+AuOTOAGQHPedtugGqk5bhA+jWxZrlRb+cZ9Rx5jF/oS3jtFiLsXUrjlzLWltuWOkgm78LKw2Wudn+rUCwaGv7ENAhI4+X4rax2/yNcbzYZp2JCmUePBMgqqgsqK8Hhj8OdCY4Vl/k7NNgbdBka2x9401XmBMrvNlCld486VfGc2EKfVLus/rcqw+6Q5jULpKReyLzUNnebfTT58/65Zd/6P/+v//q//2//wb96eMHbbe9soNzLylAWj9+kt5xrI0jpn0915mxoMLk1WfEgouw3deFe3dfxz8ercQcGek0njM7lb2JPx7g3IVn7LnwVFKTPRUf8ZlT+Ra7I6eZeS3N2fCtxJUFuyi+mnZaX15vHfncrg46+iri+WHWcIjPkGJuvlDuF66tS8PWGhYLOapFbwQipWL6p+6ZhvPv3B1BVRzJ1kxbuYYX3Vqy0KYMi907F3zl+EcmX1638p38P3L+t9xuK/Dbr8DLd81vn89txNsK/GlWwC+NLyWbeSHouo4Xhl5d3ymnLP+01z6xb2W/HNiCi2CDRQEHU3oIKdEAKUtmKPDE3hsTmmseQJJlqdlUO/ZxmiisDBSC/DJe/i7QIBd/XHwZKAwNvNgfhpF37kkHbP23gSZedGiKYyQ2RCJ2BlSPsHGhYzfo6em5fPvn/lFffv0C3Ecx6PHxQQ/A4+MjNk96en6KAtRut9Pzbq8dBZP9/qA94x/IcWR8x52YjMefqEb5pYsJamQRRxd+POaAhe0ppFhfoG2AvCo1SZBz9splr0kAQrcws9ZMA881rWYpeSPldTTWTBS5SHJCFrmRy0BuB+bkbzuNh73mv7XDGg/oR9saCDYCERycCWcA0axZQNgHYBf28HOcoA+o2fqQyxhjNJ4YK33RTdiuYBUTBeFZw+YTxZsDxZudBs6XYbd7inM2xHwGdAPXDUAxZ4j/VWyPzPCM3TN+C+x2lj1y/sHQT09cE7vCD/ADsQ2+NnbEKvBEPMDjIytjwM/0Dv0Kxh3TgHc+wBjQ1sG45Brrx9yRRM/EY93pouXlZMCbMUDOjXWyJ4jlYkwimEAGNVsVGqOVJEiHM8AYFRi57l6HJeZp3Eu+IuY5MGxtjvESYEZyXg9QxEJCMwdyM2kwHeB4Qay6S7KV+og8tnXoSwWrIrfj2n5N13lj6PwjedO4rO966xDLz3mD//i5i0A597PMevFMwjVkH7Z3+vj5k3751y/6//7ff/R///cf/fOXn/Xx4502FIA6PhP8zJrskNydwkoYRif6LNFOhC+wvvY89UuxXnB7kyphZQBdbh64aPwlvEK91i8+Z5ZHqjHuqCObr51jW9CYS2OOIv+ODJOe5wVNe1cy3zAdPjnmNY5ho2P0uKbQ0uDiGWf8JiCf7k2GbzAi1hus3mzyfcK1RToftsQvvd53F58HC8mFsVai+AyDp62sGxeiVXdNvjL5Q5FX1jGmEd2c7TE3i2/EbQX+9ivQ7qK//ULcFuC2Al+zAtlvCeF4oEgSBF2Ol4G+7+OPgm43G/UUgBK2KZVbbqJoMdUXBxxKS1IrEFnlfV/YQNDkw9ggYRzgeI1OdhPv+7xjQFMQmoDkMYGUOpUiVFaCjxgEozagA4UTFyn8R6IHCi8DBaA9YDz4pR561pmnMDMy0IQ/jVDEVKfkuIDxJOcwaaQgc4gCyCEKTLvn5/LNoMcn3VME+nL/oF+/fNGvv/6q//3vV4pELhR90cP9r7p/uC+AzYOLRfg8PT3picLSU2DTwCMxKSI9Uyx4xub5aadH9M+MZXhE/4zPI/CE7Klh0+ge8fG3lUJnWYUoOrggRaGh0APFC8BrwMKNBlZ9BMpuedluJNYnZJM0smke6xrEelIE8h/IHsD+xtMMUSQ6ULw44GOYwIYRXIGxR4PHZoyRczeCFcCuHLmAMYocgwq2r+MZG0yvodkZMwf85XhMYGRuozGyEutAfjvW4UDRZg+4mLOHR0YBxt92GrGNwhbzGf1HpynADOgCOEe74Qm/FXCudrsHPVlngH96eqg2j4zHGAPgghAxhxmQzfS+2HGuhjrWCB4Z2zhkplmXwUUs8BjA7Hx+zsDnTWcHt7FOwUa4qwGeiFhH1g1i1U5lp3wxdXz5rRkIuoiv91lLTligzjGyAAAQAElEQVTBaimOMEYRYIQyGrLI7RyvTT32NVjmGAEZz7jFM30JrD+Vn8pOedtXmRGLnEcIcJlCpQuDMXyjw8Y84pAZXwZbcSVg5b7a1MUIRPHGz3s/142rRUUj88/xnP+w3ernz5/1r3/9S//+z7/0yz//oZ9+/qSPH+7U8QOBRLCUJon7agJ4WAdNJ/+dIALpxSNZSxCja3BVzbg8tOmveb5JHinwfA/jYKIL9rjzqh5LvpXzKW0x3hX96poQ7SUd6j9C+7pz5vNi+IoZxOL6XoDgeV4o95q/+4PmKwIXl6/xPT5NcLQS7Q/ee7K/da4ec16WI2aW/jkIL1yDFzJuU2yYJ/kL1jfVbQX+9ivgu+pvvwi3BbitwPdZgfLJ4xcmb+L9orC5u9Pd3QcKQVteDnplXiI8lgtA3vubbnBtm1ZeEnhdmHeAtjwHqycKPhPERCoTtAwkk1Kmz0qpU8pgVX/bThMvrpMOh4kCzUF7Xo73LgLtoI0p/gwUHA7QO9PgAwWgA4WdshkvsVxcyo6vzJSAiC1ijzrgvwdc9Hh+3kVxxr8C5l8Fu6f4428HuQD0hSLQr19+jWKQi0LW3d/f64FC0ANFoMeHB3wfFMUgCj5PFG4eH57kbxJZ5l83u3961APFg6J7pID0qEf87+0Lfoh4D3ow/eUR/KD7ih++POgLELqwf8QXoCDxTFFpTwFiv9/psN8DA3WWg1yMYZJsN5gwM3fLnOcCcF4eTZgY8KMosadIsafQ8RxxnxSFK/PMab9/4jw8abd/Dogi0WGnUiTaIaPoUnW2GQ7P6J6RG6wzWLZHvkO+C9z8hzmW9c/ojNc2VdaKUxTABoMLLVwTA7kPnMvBfIUdsh1rs3NhjTntWH+DizhPnI81FLsn7ZjvgM/gwo7BY6x5ZLvKG++wd+FoAA9A4wPP/G75hpH9DcTdGZxrYObKORgCBopGjTddoBSGOL9RIDIeOX8FOKNXGjcdVwFX/Il+LW/0YsKdAtPkI3dPoS03oFSGOAPGWhd5ZpqiUSke4YkfASFK3GKjEDXVKY78WwzGCP4Cbn4En5tlhfEcCnXeX9JZ1uDUw/Ima7RxA+ug42EEbrmanOlgMGwY8qxZZ0BBrBGAKs0T4wS4kO/nugGWa2JalqfaZIr9dx/v4o9A/+sf/9A/KQD98s9/6vPnT9rebZU7nsEpaSL+xIN64tkw8QwmkpYjLeQRZblhLfTAa77SbSrBMkoUdIP5+m4eeiaOY9Uxj4VliY5ka7s1fWT0GlNXrKIj65P0rqzQkcsfj+F58y1JrdbA1+q7Qq3PCTQtTiKXLJgfMtCO4tnAcCR8C2Mnn0Djt9j/yW2OLsQj5vrErpjFuTjyWl8v71hPmxqOYv2RmUsL8voE1pfs69Z/5PnfcrutwPdZgUt30veJfItyW4G/xQqcf5Tk3GnT9dpuP+inn37Sz//4WZ8+fdLd9o4i0EYpZXnDf748qYoaFq8GDbxJquqrCD9eLAQkChApZSXv/IyVpYReHBSFJvECMhF7ci6VZiq8j4i6jg4Ugw7sMA4wA8WewX/Th+LPfjdQnCjgIoD1o18siCViphiHsaAn0yH3OADxRuIdIt6gHUUU/xfxTxQNXAhxkcB/JPphVXhxgch8wCNFm0eKMQ+PcsHnMf6wNDzy4O8f9UQx6An/B+vgoygE/mKewk4Ud8Au9DzUos8XF4Tuv8Q3jx7AhntsXDB6QPeEr8E5PrtA42IHRazBf5+IOU0s2hhnSnFk1nyGuuS8KdIOGg6HMm+KSDsD8XbA0zO5A0G7gELhY884B4oU+6D32lO8MBwoahygC+yQG/YKniKHfQ4+T/iHPf6HBs0XvMR9JkaBAz72PTgOY+zBI4WgkbwHYg7wO8B4ILcB+wLPGhjD5/CJ4s9DnIMHmfbazcDcfI52FIV22O8o3NhvYKyBnEbHDnqvwTSyXdg9a4ftLuhHaINlBtOGRj/ryXYxxhO2DwU8tmNwvRX9c9gFbfsGMeaOQtKOHIxdFIKOYtDIeRwKtOJCxZx2nYJvAUXne6JCGCGFNRkXzapjBDEArY4T31raUWg8gcin2ZAj/FBhpIh7BMjHGYgz0/jrAqBnQPIYgPEc6pxXac8k06ozxm+Wfh2RGWcdr9AtrnEDx1/Tpzw67lVLmUxBRz36xodd4wvOzMjnyvd1778BZKba+3wVq3JO/atinz58VPwh6H/9on/+8o8oAvl/B3MBqOuyUuKZ62cGz47JeIYa9BTlU8F7+DGiN4/6SG7sV+MUnomVkUoHbq0uyMjnSxPNuOpm/t0E8/lek4ix05L+e9a5XgPvcdF3P9LrEb86QU4U7cA9yMOInlfo8VC//TPCo6R/PYHvbcGcv3pO783Fc7zsE48Jq66bWPvD4Xcefp7fb3ZK5hFN/FFm71xucFuBP9cK/D737J9rjW7Z/vFW4A+dUc69+n6jDx8+8FPfUgD6/PGT7u7utOl7Nv+ZApCA9S42MacKoEm8IEy2AdBAsokvrwoQSC63hF9KWQnIrQgkpPACTwHEdBHIIB9ZQl90CaXkmg57vVIIomgzDAft9oZBOwoBO4pBxgfko4tFk8qR8K9jCCziJn8rKCUl02Is1bkxyETsERiiKDTK3xIyuMjgbwoZnp6f9cjLuws+9xRzHijIuODzYBq4v3+SZfcUh6LQ8/CsB8soDBWbB91/udeXCv+ruPAUlYgRdvavdHzr6Fd8KAB9+fJrFIf8DaX//WoaoFD0xd9cAu4fvuiBmA8UPR4Z95k4rVC0p8h1oFDkws9IEWX0ejHvkfkGsIscDcEfNLDoIwWXwT74lsLInkLEnvfxIbDPxRDFEcuRcT7Gxrt4Am99ke0ozGBDQWAwoAt5YOScx/JrftDWEyf0YMewz56YhsF5RU7kiWydm213FFCeKLqUYs89xbh7zssDGKAo9PRMIYa12e0f9eRvMLnghc/ORSSKLm1cY4NjLvDM3AEXcMLnmevwsYJpAzzj7+LvBzEGdk/YF3jW0yy3nfkn7chrx7VVbOCxdz6eiwtTvg5LDkOsfymijPI5o6NBX30JirKBMpf8EUhxF4BOmjezgK8HF2WMKcTEmJybwI0/wYN52wTsyesEfD7jV/GYh21bUck4fJCvcdggC7wjXqMbZt6RX8mXJwZzgT5ZiwxfoMyZpYi5X8QIMwtFm9eMoG9oq3GDpCO3kpPdyRUUfcitMYcd+ZljgsUCvTUwNCibFCrMIEvDzoSvgwLLugzo8GQOic+BTlue+x8/f47Pg+1mo65+A8hjTtPE49ygcqSC5r4+VxPPzFi4WfE64RwifXeG113ebpHeYNrGrHNYPJpikbyZYm2LbQ3K+hX+r9zXucYU13QI3ti1E8ZN9kYPm/kacsWH0k9c/4H5vLburwjLlblQr8/zPbYl2stn4WVtifDO/ihFX0NHgncGe7v5pVEuyd4e8X2WV8e6qnhf/Jv1bQX+zCvwA540v8Vy3Ma4rcAfcQUym/5yS+Xcx4b/n//8p/71r3/rn7/8wk+E/6GPFIJcHBIb+snABnZSPWKPFt1aELRtDMG4O2LES4SFBRJxDVJWSinA5pNK4YX6gwLMV1DgTFFKofOLif/nrQOGAwWePZs+F2aeKRjsDBQQ9mDLDuj4QTZ+xGdMx5JxjO0cDB3iDCT5mOg8Rnl5YpvJxt5xDhSZXJDwN42eKTI8P+8oIDzLf6PHBZ5Hijr3FIBcCLqn4GJ4QOYCjosv/nWwYvcoF4HC7v6BAtADBSDDPfhev/obPmtwLPgHbL8YoO8f7vHDliLQPYUeF4Lu/3ev//36RfeAf23twRjbB2wfowh0H8WqPXnv/A0f1mhgTgcKP4aRtRxZLxarLDTrOwLmJ9Zgwi6KRODBQNFlpBg0ggdgdBFpxgeNoRs0hPww87YvOgoBYd9wtal/NHt0wckw+x8iluN5vMH5u3gA7DkfhpATc0AWOTpPYEdxaMecn56f9BjwIBfDHin0tILYMwWWPQWfgwH/0XlEkYErgvmLwgcLQxuVzaNTADu24MF+I2kQa8drCXNQyNCHvb+5soZiU9Z20BiFj73KHFxYgqZgFDx4N+woLu0onhmetKNAtbO8wtD04IHCycCYYwDXMkUF90yCq5x86NfNupG5GOwX4BhrYK0H1idgTZPHELAn9+cFyKvILSPnyOsYjyGz3r4FRsYIiOLQnnWpgNxjj5zXgFnvtWvATDxnz7fOB0QMy5k3bT1vPxJehFAeeShEPDbWRaFGn1heYcmF/Mq5cE9STrLKQguPNPKOIDA+N0FHhyAw/raFpVX7oNBO8IDXK65FRCTvYs/dhzt9+vhRH8CbTV8LQOKZPfG8nSAAmyMJxLO44NY3feNZlrzQa+qKGBPy5LMG4qilI+4ac24Vkuiu+TQ54zayYu7EoLz2QXxtV5elogtRSJB2QbGIWDDawr+Jei3om4K8z8iTPF/KV2Kc5Okb5xWPtbpdxnGe+Mzik4NHbEmi9FjPBPSqXRGvLCp5anjKV7M/Brqc3GXpHyPjoyxIlHYqOuIvMe+/Py5F+RaZs27gOKaNF7CkAY/dqvj9M6+J3NB3XYFbsO+1Arc75Hut5C3O33QFci36dGzsvQSNzxR7PusXCj///e//6T///a/+/e//6Keff9Z2u1VKtdjCC2z8T1FKmiwzBhypgDdxCUkBy3htUIA3hVCWJbo1wAqn0LYPxpEqzchLwIExD7zIHLypQ0lNQocp1VeiDC4wEWBsMEmYx0uO/QaYYRh5AT1oz4vrLl4YB/gB/qCBgsIBm9HAeDSJWIYpPqGzFLirOCsxf6XCT0q8HAFjYkxRA5h08K+h7UbtAw/auwj1PGj3NOgZ/EyxYgcM6He7g0wbnrHboX963uvJOOyhsbXeEMUsChjPFCZ2Ac968q8KPT8T/wkaeHyKvy30SAEqvu1D0cc4vv1D8ecLhSIXkMy7MOVfdYpfG3t8Jte9doy/p0ByIJ+Di0J1jSbOy+RCyGHSCD4Y0E0Udw68UA5RABhYg33AYBm784F1H6DjBT1o2xzCZgwemnUotHWGvRYf9LN/oa0bVrEHx6HYs2NtBtbLRYG98zGEjHjkOkBb/syaGZ5clPN6Ufx5CnjSE0WhHfPfRbECP66ZA+A5k7RGxlVcKH5FLJDjCp64RgovF3nCbuSiAKJgRKGHq1Zc0wodtmDHW2CPmvlT+JGLGR4X8HwKPLMunCNyi/wqNr3Ak3YUsAxPs35PkQjwOhlcEAGPvjegB2CsYNrrOaI3HlyQ4VobgF2Lx/rt4ptKT3qKbyc9MOZjAX+7qcLT0z36xxmKT7UL/0pXe+ufoA07fM0bnrB92jmW4UHlG1HgXYEnsMHyJ/J5CvvHGNf+kTdxA8ccnsj1iTUp2N+umoG1GwJ2oV9o88DwpDFgBzaYB7M+wyXw+gXs49wNR+dzkXm9x7DzGBXW8awzb2zgGvE5JZoonQAAEABJREFUG+I8Oc6B+Ib/n703UXDjRtJ1A0iStWqXbXnr5Z7z/k81c2a6e6a7bUu1kpn3+yOAXLgVqyS13RZp/IgVgQByqcwQq1x50SXnE9cM51zLOds6XZqOsc+HzAlq+kbTvGn8nj+fxbd/Gn0z04z7W8fZrXMb4YCWuCdm/OI9XpwEcGDT1cKEB3o/zq1kMxrks41k1rmuwrpFhfaBRqgHPKbmNBW3S3IStlu3aTfXvM3rCbrxpvR8zxDwsRvAkEc0zdTqfqoxEqBOuK3CVotYUHYBEuclKm99BJe2dh50q2VDuenKhBteX6hic3M2NqJ36ZkNl49UPOV4fLZkPnItx+HHHfgyduApV+2XsTPHVR534NE70BjP+ozK/uCvXwF7+fK1ffXVNxR/KAC9eW2Xl895GTjBJ/ECkKylIOPvCjzcW0rWATOo8YJQAJk0hjA2HgLFh+fExQhh/QenjiKDvtGjwo0KMyteWiSLYraOAV0X8+rHcoscMHIcIP8lY5e89N8LvCSpAKTigAopdxQCVuhWKl5gX7I4jdE6I342S8CLPwNNqUE9A1B4SzMzawA5KS9ALckIRyGos/v7zm4p9NxS4LjjZfsefnnX8aKGbdnZCiwL7qH3+EjnoNCiWNRZjDqBQ/IKfQuzoiiyIvdO0FoE1uMvmBQ+7lXEuL2j6HRrN9fXpm8l6VtD+pbQLz//Yo5//mI//fNn++UfIf/803v/NbKrn6/sw4cru74SbuyW4lDgjjXd2ZICldAyj+ZrKbp4Ln3BiJdG8uwcrXXSs+f35HNPgeWefO6J6ZQ5bnlpvxWlQKVvKEmWbYXvisKOsUbj3NCRMEvmn5YedBznjg1v2b8WfkkhY4n/kv25156gX7GBK3jt7x36O9kFbC1yy74PWFqLbys7c4tf8tK+UuHg/saWjmtbIrcCthbYGjRO+pZCjmytz3NP7CmsvTXZ1+Fjidkub9fGSBbubOn7fwu9paBxD72zJWPu0E+LHXeccwD90vNYUgRoOU/LWlnvkj0UWuexixJLaxci3g3FF6CCC0WgGy+qXFNouQGiQIWaUoC5gzrkV6AxAz4wDvgYaPG5g94w9kZFIMc18xZobgd53FSETWMm83kM5XTF/hRfijvy0fGLNd1iiz1cstehv3ed7EsVWyj4LB13vsd3FGLuPA4xnUevsUBFZv8mFnsnuoQq5hK/JWMq6viQ78p898S/ddyR+x3nl4P90J5U3RK94Dbnb9gfQPwbcMf1pD2WfenHcRXHmmPc+rm+MuXZci4Y1wxqSMdLM+cEd9mOS6tTB9XVJsDGlZcSNEl8AHG1qhcecC5zV68yeRWfTJVnMlImwq4sPtVcTDFq2kntq6ILxr4O5tC4nLx/uNvw27WezVCHe26OPUyj1VbP0dqqag99em7c/D2u5obXZpezSJpiMlTOqnv6XBo9CRWKbf3aJCFuHLxtI0MXA4L/5P1hx+azpuBr4ng53dbts23zH3SfJO+nTx+J+HjvkCuF3dM+Sd574h9Nxx34d96B4/Xx73z0jrn/ZnZg+NevxqIIZDafz/1bQM+fP7d3776xP/zhj/b99z/Y26+/tpevXtn5+ZnlPOMhOpul7DRBEcwsm14UvHCCJLvDkqWUjM6sPPh2OHa8xHei6PS60bnM4xp0CVY8xK1U3BAFS/glRQS9mC4ZVykq5k08241hRTaio8c/ikctL7srU/FHBYGlXsgoWIi/5wVI86lwgPsQk0KOCayv7bLHNXhTsSer4AMSkI696KSHX/k3gZJ5zrxoRcGn5eVuFWC+e4oh96Mi0D1FojsvDLW2pCAhWVSgnuO1j1ivGVtkHcKK2CsKFB3xRHss723FC9+KYsuSF847/Q2b8qJ+rYLOhw/+a2Eq/vxMEejnn3+mAPSLQ0Wg9xSEPlD8ef/LtV35H5++sdsrQIy7mzu7o4CzvL6zewpAK/ZQaFnPklycko9eKntQ+BK/pJByR0FqeXtr97y03zquPPb99ZXdX13Df7DbD++DMrd0d7f31jKPCjycSLTELhufzGbQeJ7l/ZWXVzO2hf1pbcUeLtkD5bREeUdB6I79UuFnSX5L8l1BVwxkuHVEFAxKYGTi0recfwaWHISl9pFi1D0v1tdX7+2aQtXt9Qe78b8XdMW+XHN+CbfQQEuhqGXNrfZM1OUb1rMG4ra87A/ATrGh7aEC0bVRdRugopJg95YpbmEwqkSA/eL8brG17EHrxYt7zqtbzr87cGM3FAhuKBrccUz922OVcgz87yJRbFDxQLjjON0U3OGngoIDfknOKkIsibek8OHodbc+p+uqjbyiIDK2Kbc707m6JNe298VHcYHPR9y7JfsrkPvScc16hFsoYGz4wmMf80vyvVMMgfXJFsUi+SrGDTEAx/fO57wiJwGdxjiUEznA+9qZb6l8BHQx7qYft6RItfRYxMf3TjmJFiwljxCy5gvcMPaGfBziwd0Eyl05Bb1TLK2NteqY3YlHt2TfW66BJddAy7myFDg3llwDS/Tcfa3lxkKzjguii45LAYHekll/KxdvB3w04AC3DRdNyfwiXIIb5kcryHffGM3TThzWB0ytE9eDBI3XLDgXArenaX5hcOFONwhwVa7UbOpvH/VRvk8M8BFDbcsahvXZQR+f3rvizr27cE6GZx8X1zoNFNbUY1Hmg45hDHps/jHq1+q1uDp3OZ82FrChqAMOoOVrWRPP8ZwTA8I+G+Z/ZXtMKvjS+Dm8maDuszxIbhqOmuMOHHdg7w58zJ1nb+Cj8bgDv7MdeGA540tJBQyz2WxBAejMXlHs+eabb+2Pf/yj/fDD9/b1WwpAL17Z2fmF5YYCUE6WHY2llM14Ye4s+c+0Vi/THSrklJJZARzP8R0vFi0I2nYrW1EwmIAXkhUv2iteSlZua225AjzELR1dkTte9AVzyrTMnxwdc/YgN5IwJuflBn9i3RNfL0P3d/d2T4FEWFJcWPFCxDuHJf7TGPECtQPmMMYDfqrz/kQhqbMWg+wdhSGzxgIUiZC7jlwoArEE1mi2ZNAdRZBbCia3N/d2fXVvVxRSrnhJu/5wa1eOG7v+cGMfrm7tg2To9dWdXVNouWHM7c2Sl9OV3TNvqxx1DNj/3DSWQENBKuVsAXTYU5OQQUqW8TWQUjJjfDb+kz/UABILTMY2k3NnSwok93dLCjVLijF3dkMuVxSBhBvydHp1ZfHtIApFXjiQfI3umnXcONXfObqmeCDq3x4ixg3jbvG/LfT66gNrv7Lb9+/thuKUfi3t5hfxFFmwqQikolHLcTLODU4i84+fa+KS526sw1hbUNNh9/W0ZkFZHM2WvOVKxwmDJYHGku9fY8a+Wb8vCVvH2BVY2lLFNF6mb3ip1hpubpTjB7vXN5koAq1Y53IdjGl5YW8ZN8GaXyufvjh0Z7a6MTYfUPRZCcgr6SkE6dtCFHeoIrGwe4o/9+S5hOcBG33LHrV6qaeYonN9ybknesc5f0ceN6Kceyrm+Fq0njVcSeYYye488h05S75z/przUUUKFR6CLimALFnH0ue9sym9tyW53ZH7kmLEgOoXdtfj1zrurHVfChwUwpYC+6njEPPcMIdsFcSS3cfcFxuU9S5ZtwpPWv8deTqt6xB1HUU88r8TKLrcUby5cby3O/8G0gfoLxTPRriBx3Yj3GEXOC/uNL7gxin7hc+d28UXMG/sW6xBOfo6WavyWCoXclAuwrLwA73mvCSW4hLrboQlRaYe7EGr80J7U3m/Qjh1Ws5x7o0rbPcUIm84n+/YLx2LFRdMV/ySLgfcdzW/pnYZLbsleme3dx6kv7AnPtIKVflAOtXNKZe005JG8JP+MdEmAzcEX0LRihckah9r/uKl249tOaGj7V7H/oj/CmtdL6fV46bTusrCHjxP+sh4MiGN+18oW93YOW9Fqka0PwckbIHH2KJ/iqpfCuntHj815rL23f6Ps0yjr499aLX1TI1xESt628iz6sN3f695hf1em1aNqdi0/pY0ylL5OPUuJGe9k1yRh9O0qo70uAPHHdjYgcfcZTYGf1mK42qPO7B/B/LoaaihgCBZf+/n7OzC9Ktg3377vQnfffe9vXv3relvAj179sxOT8+9WJRStpQSk6T6euA8SjNX07ndzOXyPNF1HS/TrXU8oOlfnFe8jOslY0UBZsVLSAtEpVtSQVni5zxU/H2hK54uV/C88hqsQxO1TNZpXoGXefHMZq18mWNJkemeQsK9Xnbu7+weWboV85o+rKvrWBP51rgMZTzPl+2AJYWYFX7GfIFsZjP2gh/oLSAx3reI39rdfWu3FFNuKACpmHNze2cq7Fx/uLMP17fgxj5QGInCz41dUfy5ovAj2w2Fopvbe146l3bPi/xqpcTYWx7CEsewIV8dO+dzY40jO83Oo+P4phk6qNsp5DWzuS2EueiJzeFnzZxxM9aRraOQpbnuyfuW+a/JUwWqq1+u7f0vV/7Hqd///MF++Qn8/Iu9/+kX+xn88svP8WtlP0Elg/f+fyN7z7j3FLfe25X+j2UUePSHqd///LNdUfi5Qr56/8GuiHVFjPfvfzHp3kv+8J4C1LXdUoC4J5eWjW21D2Rq1lhKWuPc5s3C5nPWsoAuTuFPbXGysMUcnJ7ZYiGc2OnJGTi1E871s7NLu7i4sPOLZ3Y5wjm6s7NzO9UfxD07tVNizBaN5WzWcR7dU+S45WX5luLBNfldfbjiuL03FcRur95TNBM+UNT6heIWFJ9bilsO1nrt/C92+6Hig93jc38NvUZ3JcAT696LYPAUFu4pItzffrDlPaDo1FI0WoKWQkHLC78KJi3FExzM2s6yP1628L5ZLhknNBpI61giO8q1sGRtS477kmtEhUvRJUWDu1pcgXcd9ko1r3jRlvl7ELMFsglj+xK/JYUq6St8HHErXVIwinXdUu8C+qYN61wKKlJ4ThR+JDtU8EFWjgV36B3s0d1WXFHYARRPbryQ8sHuRNnrWvi5Ye9v7t5zHQLx4A64vtBe1tgCFZDuStFGBbQ7LwYxl+gkl2vmvLYlOSxZ1x0Qf6cc0E3G+Vhi1LhObxhfdeKFW3T31rIP2ve6x0uOR8u+c/A5P+LUaDlXltwXb7jG9C1Bv9Y0jnO94x6dEvedZEYD8NzpbPSRZiSusRolFRePyC5wHrbEZTr17tXH7eAcqGGNLGz8cd1YUXimTonOxUpd6LtBuyu/sV5XTh061k913P7LtRZ6ttdYVAjqlZNDwib6yPLpzZFp8rXLI2GpgK1tnCI6eUKG1itwFJ8rxcVlqDf0Th/TrY9RfoeNn0zdD5G2F3YzdVrOITmFGL3khzH4Dlwdta7ZdbJV/230wHVsG/oE3TDbKPfKVrotru9fXV9xVDD94Nvm3+vk1AsjRleCMKim0qD/XFzNzKl3T5mpDqxUMca8ZFC2zOLqp29BlbBvtNbvwRvqkeLBrR/5HtnjDpj9PrTX3GwAABAASURBVPdgy9X2+1zocVXHHfi1dmA2m/kL8evXr+3dd9/5N4H+7//9P/anP/7RfvzhR9MfidYLc/KfShRK9FTbmaWUrZk1Ft80SRafoJhd7HiAD7S24kGjpcDTrpa2Akuw4qVkxQvHqlvxbtJa+HbwFeg0Dmj8ingthZsVbwwtOqGkw3zMrYdnoNwMEXeZS1xzHkdvSQ7yZV3zxdxOKBhcXFzas+fP7fnLV/b8xQt79uwFhYJLW5yeWqaIkpJerxM/4AGL1M/+jqJQB6/6BCmxTmN9rS3J8/5+Zbd6ySqFoOvbW7vRHx9WwQeoCHT14caLQfrGzA1FIBWKblQEAhqv2FHYoeAxX9js5ITCxonNF9CThXnBAzpnDTMgql/vm+MbOLFTxpypCEIx75wiiHAGPWXNJxRJTuan1jRzSxYFLQ6TLSli3Slvilc3pRj04cO1fXh/Zb9QuPmFosaHn99T/BF+tp8o/PxE8Ua/ZuagyPMBvyuKRu9FHb9E8Qe/K4pEgfd2TaxrYr1H90GFIIorXlhhr+554V+xj2y6CZljNsuNzWYLm7FGL/aQ/+Lk1BbsyUyFIP8/Gi1sflKwWHB8z+3kHLDus4vnnPPP7YzjfQGvvThTYYgC0Bl7csbxnp8ubEYBjdODeVe2onioApD+ppL+D2w3FGlu9Y0m5drjAwUewNqvwU3BNUUdfdvplj24ZX23FHtuBApAN6z5DnqH793Vz3bj+MXurn8G73uoULSiOHAPVhQE7ikGLQUVg+4plHAd6ezMJDzrwRHNM9M17jpdr0C8/ASzzPUgQHRCa5M5kf3a4ooRbaWD58L0vdA8MIzkxHebBgrEkF/ujBSG0CV8EMbAyJ55EYXFF38NdbktcTs0K+c13xiRh+wtPgJE84ooIPmHD7aeX5JyQMWQwD06CiYUptptqIUp/eFlFclAO8JyjQ+ZeBSg2oIlMXqoyFNknw++BSpuyV902cfkmBJDupaimFNk+Q2YzqVYwrJfy4ptqNB+aYNYMvfee3K5oaB5dX1t7zn/bnStaW7Oo477KzeDcH5En9w3cTzt4Y8Ojbw8rSqgkCzA+iHVDRA+YpupLuV6Gz5yFwYNHPcJTh6Y0pjC+oHZTbkG7fXF14lOJGf8DA+OXmqHuiJDrPfqrKP6041kmX0quo08NTd629jw5JrojU8i5zKn1c+6XPUjuuHiG4FDpbCPaaN4Q4RYbd3PyDntj1qd93tNrDH1MOvE6EJ4OPtgt+YrkdD82I5DKbkg13NJ8s64rJfxNjpKvXvRx1BphZDU91LPoPUx0PUm/aiiEvfmbU7runVZgdD1cxYZ1dASrBwA/8jlp/Q2N7ysWTeMkpT9EWh1TVR/pmZLq/QbpXXta1Q/e3ZmXH13OhxuOHoed+B3uAO69H+Hyzou6bgDv84OxAtfzN3wcivo5fDZswt79eqNfffunf35z3+2//N//q/96U9/tu+//9G+evvWzs8veKhvLKVkPNv6j2c9FDUZXc6u7x9s8TFL7qNnd71MtPwgbHmxWAlUF4K2XihZ8cTVEnRAyxytdQyWbsVYoYUKzjPGi0D4dJpJkzNvSslomh4kYEYgumjJ9J9ZStCcWFO2hhfik8WpXVIMeP78hb16/ca+/uorL3y9evPGXrx8aecUDeaLE2uamZmxNn52M7WHJnXz4g85tAgC6bG2zrFcruz+/t5u+dd1FXauVEwBV7xwXYne3Jq+baNfD5N8XeQbCi/6+zXG089sfmIn52cULS7Bs4JLjgu4BOeXXszQcTo9v7Az4eLCLrA9e/HcXrx4ba/evrGv3n1jX7/7zr799jv77ofv7fsff/Rj/O3336P73r4T/e4H59/h880379iLb+z126/s5avXpv1RTH2jRgUYNtC0Vv2a2p0Xuu5Ma/hAUetaxSJwxTpvKHzdCezDPfug/bjHX9/GWrE/rR9biizLJYWWe7vnxVQvpLc31/B37N8de6kHysSUjc1mJ17UOqFYc0JR64TCzQkFINEzfYPn5Jy9uXCcshfn7MX5xbkf48vnz+ySfbm8fA59bueFSue8fCkGnRPjhELQYs5xny8scZ4Yx6LlwK84h/XtiVgH+VGkWhbcQe84hne8YN+riAfukG9vbvwbTaJ38Pf6G0haH/BCEkUdpxSL9M2gWwo9d9cUgG5VDLqiEPTB7vRNoNtraOD+7sZWzLOiiGBcW8YnC1yTeZZM17aKPbPcwDfs3cxmeQZFzgmagfkne0/HuU0fjeNieur381qGMTjhZeuhIdUuvmO35CMeaAJAQ4/s46AUfejNVDRCl3U9O13hp/Gt09B3uLbIrVNuFEHxhyGGetlElXlnree+go6g/1ubwJ7pvuRAbh0UhWwEiilGodr6/6Pb1NZir7Cer3PdM6/Auctc5liSXIu++oRNMdyueXw+rWPFWrGzvlygVU3REa9CY1rLOm6wohxhYqhP+DESm4rN//znT/a///N3+8c//mE//fOfFKE/2D3XZou94xgk7nMq7qeUzCqsfjoYQfFgRy3pAI/kXSw7gImZmI/GjCTMtWVwGGjY6J/USHl9XGRr7EWxHJjnMIBxB4xhFThGa1mLywlZMDpazQXt0NCb7Lbtk4xL2uKjJCrQ+ATQ2kamquqpbL0gRoOFyosKW3RVJXOFri3OS7WqGtON6cbGMZ8O9rRdc43DmQ7aI0JOx8bR0XBdNdmPScZFgGw06dOgrfsktWt7xqWhK3pd3oMSLgLoeo/FhoxBq4JIbtmGoChMftKIlqiotQ75iCKKhUybbKDeg3vjaD3ohpjiBJR9U2BBikrFC5IBF7juKyRNioxXMclXA+9UvhVt0TAuBmAY84iPaRrqcTYHafZN7TYNnopTwHK4f7PjMPSsiR4+RuJEwyFE710BJwrZ0potuqPquANf8g5w1X3Jyz+u/bgD/5odUGFoPp97YeH167f23Xff2Y8//oFC0J9MRYFXL1+avhURBRDjB15HZ5Z4iUw8K/hzu00/qF0RNvxhOj0w8oOyc6wooLSAB330KvgYD8x4lnHoJaPQS7ceICpWvEjpm0Cux248pCWgFxYhpWyi9JZSCp4n6Ey+rs9YeCnOYD6bUzA5s2cq/rx6Y1+9+cpU+ND/He0thaDX6J49f276toy+UaNvAnWWyAyUb/8ojxVrEG1FqYpIXrLOe/09oPuV3VLQuaUYoGKPXsCuKP5cUxy5FqVAIKqix7W+BYR8g++SQoOxFh2bk5MzihWXdvmMosWzSzt3PLPzi0s7hT9T4eL83M7BGcWOc2T5PqPA8eL1K3tDEeft19/YN+++tXcUeb777kdz/DDQb7+LQtC7d99TKPqWgtF39vbrd4x964Wxy+cv7fT80hYUXhqKIpZmxnL9207LssZrihvX19f2AYhes5Y7gZdL/XrZUkWeEXQcFaQjUMdxXVEYuru9N+3FlfaHeHfaC+IbHxUwfD8ozpxS9Dmn+HOuIo/jnPzO2YML6Ck4t0v24/ySfbt8YZcc40v24xz+/PKZXVY8h5eN43zu9ks7v2TMxXO/Js4vntnF+SXnyYWpKDSnKJS5XnIz5/DMLLEP2gtLDRkCzqvsOn6EcfzMGkvoEuedgc54vO9y7BvH2Itht8sodrH2W4o6dxTBVOC5Z/33t1ecP9d2C39N4ej6+gNFQ3B1ZTf43VF0arvWZsReLOZ2SrHynGOkc/acwuGp9oBCmfgA+3R6yTl9Yeenwhm8cAI9McVYLBY2I86M6yPQkPoMiGZWkFirKPAHekRv2fuWvjX5wHgLvWV0DsaRr1nRu4+6Fk0H4JM5lUeF7hFYSmudEom8EoCjwDWbiQLm1xQbMH00dgTOPS/AcB62lacgZBtYMnhpLUWalmJNS9HHHKEz9JKlb/XNRmAdRaAOO7Aam3uDuS96pyteUyguyc6c2RH5Ba83xRX7sQ7tV0WHvSO/acvsd9YGYtX1dk2x8R//+Kf94+8qAP3Tfvr5J7viXLqjkNhqfkIkxqRk1sMkGB+M9NHECyERvjAHkrb6EYMWUse9VZBUqfgC0ijcDpLINMAS1nwSMvC9gMVTfUWfjhS9jwSwLqPq19vbWs4LwLWow8sBlVcP38teigVrToFF9xbr8yLXxHnsBw9eC5Jsk8+BgmYR5F6peGFdli7QW/o1hr7vqwM/36UjS+vTtx0fdyo2+F2hi8dB5KNijAfX9WhW6YG2X1svVRw1cSQuAnChV6u6SqUTqkel0j2M6l2plRMqUmy5Q4gTxrGQGUBDCU8f4+C5tzkfRrdEp1UF+MkUKp3cWrjoBDLXAMSU6HnBS+3FJHh06nXXchc6yYJN4vkgrKIQb4PXSCSiS76Ewm2SGBo+48mH0ZtjdmrGOY2cuLhbgeeYFiz9H7FWtoR3/WSumtCw6lEk34nG+7H2yB934LgD+bgFxx047sCn3YHsP9SHmE0jPpvUp7xUv3r1yt69e2d/+MMP9uc//3/2w48/2Js3r+z87MxfDBPuXf+0KgkFcqcHQAHRtTzt0kxAhQe97Dxn8HxM4ceABPSj5mMlw9DE4WjWMtZ/uFJc0UvMqtBODzU4ZibKTWPNbGbzecFCdB4yL7JzXtrn6GbY9ZJ7ol+N4sX41avXvuYf/vCj/fFPf7I//fnP4I/O//DHP9oPKpL8wD5QQHnx4gUFhnNiLsyYN77901lLHjwTmPLsMHTGh5ys8JLdxvMAjbVrTeaUpUGJgVNLEJqt6DoKTCmzJl7GF4tTU+HlhOOgb7qcnF1Y5c/Ozil2XNiCIsiCl/0FL/UnFADcH/mMYtAFBY4Xz1/Zy5ev7fWbN/byzVvwFXhrr7/6Gt1X4BvwNQWfr+2rt+/AV/YVa379FXp8XlEQe0WB8MXLN/bi5Ssvml1cPrczctGvYM3mC8tN5lgnW7Ex+oaPHoqWPCDpmz4O1rXi2Gl9on7eWHxa9lC6e15EVdS407eGKP7o20UdMTJu+rWs2WJumu/UixsULs5PWT97wJq98CE9x/WctZ+yJ+fnzyjoPKPg84Ii0Eu7fPHcnlFIu3j2cqAUhS4F9kk0CkHPGPfcLigAnV1css5zO6EQ11AAaij+NI0KImDWWOY4ZYoPOSEDo+jjsvSpMUvZzCqS+TXAiXC/7OyO4tatfsXMcYN858WgW4o79+zBPQWee/jbW4pAdzcUgq7t+gpQZJNuiU/LvuacbDFb2OL0hELOucVeXHC+nlnsg3TA96Tqw3aqveK8OWUPhQXFn4X2eaFC0NxmXD8z1qkCXL9W5tOaWIb5My+FIPFtm5CFPFqz+Bk7IGRogw0fE2D7Jj/pEj4CsuYR8M3AsGRT38ART3l5fie2IN+FrhXlzz64PDsh/4q6FmgWZpazQCzm0B7mnFlOZg1MogVB+sYaMfaikU8LbPJpLLsu9VTZ5pTNdF444JnHgOYz/DN6FfEE6TKjMdv+z2BtYVt10GgNERJs5pzq7PobDITYAAAQAElEQVTDlf3008/2v3/7u/3lL3+1v/7tf+wf//ynvX9/ZTdcZ7o+O+5BDCCbZCklozMzUZt+5CdMtYOUB3YXp1Qplxg3DKBgnbODf+gG+SEuKdNwSiLJOKS2/VMSxC/ymHqFVb0gj6l9U2P9aRG2uhYmUFYioqMw7qENF3q9OyJVCsu4lPxsMGUjzSbGlvHYdc/Ibsh23b4uV/+p3o9bUfUeOlxF52RfGhsOY+fxWtzxM3R91pM91brCov1OFteschPs4U+fuhjFMBPnvQL7/SM0k2BuqxoJwYcncjCcY6pqINPCQ72ECp8JpWQII+JYjw9OR06SWxwEiBduoONWTGNVjT7RldzKXXPkQgBuSHpeg6wN0d6UgWQzMbpAfhn4HaFQng9iLe7Qd637IDId/QGtzhuuTRCjolY47DRPq9DsAmbmoJFGa/qZ2/Lzu6WAr0JQS/FcwOCO/X4gKQykb+tybNqmth9wZI478IXtwPFq+MIO+HG5v8YONBYvGdlOKIg8e3ZuKgJ9/fU7/xWhdxQAXlAg0cv0nAKKMlQho+WHrv9Ypps8v8oBpJQspQRXmvw0Bme99AdMGhww0psl/8/4JDBuDLOWokItHLSrFS/R+lEcYxOLmPGy3TSNzXgxn1EIEpSzYzGz+XxmM9YwxzafL1jvqZ1dsN7Xr+3b776zH3780X6k4POnP/7Z/viHPzn+8OMf7EcKQ/o/pH1FAeT585d2xsvynDjG+vQQ3/Jg0v9KGunQSD0VQFyRWKvxOMYIZK3HKPDAWiBhw47g+ysH4ufcWMNcs5O5zU9OPeco/MBT+DlxnJkKPsrL/84Nhbw5OBG8YHRhZxSBzp+9sMuXLx3PKQY9h39OIecSXvrnktmLl4639pKiz2vW/PU3FIPefWvffPOdvfv+R/uOYti77/9g37Ff31Ec++bb7+xrfN68fUth6DWFlmd2RiFhzkt5w/HQPulImSX/L064ZBnJWKPkxPHLIKVs2pBWRSKKPkuOs6DzzSybfhVr1szLi/7cZswxmy0sc0x7ZB7XgFkyc2p8coGxz/GdCrdpXJ5Z5nzQ/s491tz0t4QWizNbqJB0+cyev3jN2lgfBbA3FM9evfnaXsC/eIXuxRt78QpUKt4xslF4e0aM5y9e2SXH4fzZMztV8Yxz6UR7VYpKiVxI1NpuxfnOvypq/RTElqulLe8FFYfuKRDdOlbo9CtpGqP1zxZzO10sKACdgFM7PVmYimVn0JNy/kjWt6dOOXdOWd8p58kpaz2lYCIsFoyDXyxObIwZ8ozYszxn6xowAwk0ZhQvTPvtyGYcKwzQBg7khJjMoJbxzxle40WTDoqZwdMHzUjI+NM7L43ODQca+WViZeXDebBg7cp3Rp6iFTNydpt8Zic2g/oa/Ng3NtMcysdmzK7ZElQp6REeqpPXIZtMhUon0SHdGDOLl8exrrGseQq0nh55Rh5Ivh75JXyBoQP2AFp/sTTT3jjP8dDIGGf+6136G11//ev/2H//5W/2X//13/ZX6E///NmurlR0vPeibafjp2uyIKVkKSUCmyX+s72fvNe61cge6tqGmG55yn+r32OUyaaZPiEte+KnK+Mq9QPiOpJyauQ2WK3/DHbDQ8345Mr0FKWfC6IVuTKfherYbAvccid1fe/QMzZJ1z7+M4pcZ/34oDVCCd6OTz5tqa5T9lrXrMTq7nR8uFxROxnkLSqdeFFhnR9kcRXy3ERJUgaqKa12gZ+RJoos9QQK5orROPk63ECn81AY+6Dum+4gClTRG4KR2uNpvCC1KBgXlBBlcVf203qI8yBujq44r6mLNkLgODY773tQvXDY09zfc9D8WxwVpkDLEOQV4+CYq3V01lL8WS45GsgIHA4GVh5XtX6cBDCVpxJmDyN6xHEHvuQd2LwyvuTdOK79uAOfaAf8gYaHG9EIGZcaKl46GpvxYnRysvBfn7l4dmHPLi/snALCghcpvQuo+LK8uzf9as9yubR4cjczjCklS6ZPF49TLngnpfuGRQ8egCbDyIPxY0lDipMcHYow6BIjcpPJu7E5L3dzCibz+cIWQPxszgu9wLr0DZKmwW8x5wX5xC7OL+z58+emoseb12/s9atX8MJre82L/ldvv7KvvvnW3n37PfjWvv7ma1Oh49mLF4w/N8VPbJxeXqgDmdAh1OyCJt+iTgUfFDQzcjb2yizDAksslIZR4z2OmSVyzc3MGtY1OzmxBswpFsx5yRUCZ6aCj4OX/PnZqc3xm4mHqmB0qr9rc/nMzsHF5Qu7eA4uX9oFePb8pT17/trxgkKFFzbYizevv2Kt39hrioFff/2dff2d9uA7+4Yi0LdeBPrRvvn2e/vm3ff21bt3pr8V9OKFYl7aKTko55QbS+wPKzHjRRvBTGsVUrKELqeEKltK2TLHkS3gZbT1/6PaiofcFYUg7UfOiWM8pyjB8VyAGVjM0AUyxzfnbCZYMtFsRYZI9pfjlQvYeeHPM8uzxYD5qfMzj31qC30r5vI558hre0lh7DWFnzdffWOOt1DwqoJi6Rv4N6Jff2vBi76zN18B9K/evrNXb7+2V6+/pmj01p69fANeeVHojHPxhOLLoplb1reGTB8eKDugDfAHy8708KmiT4tefItN65yx17PZwpS7rt+5zn/kecaaWafAHs2hjSiY4bNgzQvN6zi3UwpS+vZYFIcuXD7VPnix6My0JwuKRhozo3A0m6ETBQv42Yx981ii2BRvcW6LHuhknynXE5vNBI5BnnOIoOx9Zi0GyJxNmPHgnx0cNDPfm8bko7UuFnOLAha5s4f+a20U1s5POQ/PL+38/JmdFv7U13Bui7KeBfJCeSufxcIWixPPZwGv2JGb8hIaM3Kis4rWsvOVmuGjc8/BmBSYkXPOM1POA7D5muc2mzWWte4K9CiIHfE4A+CNPQi4QCe9TgtY4zRwu3hBOfFuYlw+pr/L9Y9//GR/UQHov/9m/++//mJ/+9v/2k8//WI3/iuaS8Z3DEuOlLJZgqfZ5LOhmFhDYGwwj+g1t9wrFT/CIdMW96nrVCouI5JN2VaMDFtZ3++tlqqUx2gNI7Z6bFJypJl5Z8OnyEquVxbdQVlPBvYRPhnDUuPcO2iR+6f9zKlunVxfptlqkHItIRfr3su+H+7ux0h+IYmzXhfSplz1I9oPZ8O5wtUPd4GQQhZfofHiKxUvDHIfNp7UZBghjfjqWenIVFmvkhB/7MLJQWmEjHFyXhT0bewspbyDDuuRHCB6MJN+0AYXfbiM+dBM+/X5bXJ0whr9dBzZEbplTUsQRSDunxSDYgX1esApVu/DFUlgdMgyO1e7DUU1HOlxB764HYhr5Ytb9nHBxx04eAc+mWMeXW1Nk/1F6OLi3C4o/FyoaACdzxfMl8rL+b3pb5WoANR2/MBLbopOLw5wNn6wwI7XoNHPOincLzpcnAmqXoWTkVOo3Mc7yTBZhYGc/SVqNp/ZfDF3zAqdU/yZ87Lb6OWqaSzhK90pL6YXzy55+X5uL54/s0vWecoLpF4Kz88v7ZzC1+XLF/b2q7f2/XffgR/shz/8wb77/nv7ipf4Fy9f2hn+M/YlWfYij/bCX8TYE2Xe8VDfWfmQb5foKsg7kUvmZSulond/rTt2r45trR6gbP4bNvi1jK+w3JiDF80Om6Atpn5igvgBxCBelSnhWeV5njG9NLbk1eYZMWfW5IVlf0E+tQXrPeWF+pIi0vPnL+3lqzf2hkLZW4oib9mTt19/bW/fvkX/mqLJc/bn3OZzxrPvluoaYj80Zwer/dJqxSN66zhTOgxRDCsWjSevzFodHNPsORJXeoM6ksdQpzm0OF8XC3NKpzVrX0z+GkucDAw0DfnOFjajMLGgIHBKseBcRSCKNS8pkL2kMPaSAlnQr+wlRZ8eFHnEv5ZOPHgtUPh5/eYdRcWv7SVFpJdvGMfevSDes+evvCB3xjV2osIZ52vOWotWoJ0Bfj6xK+xJq8KP1sKbfbvS3vgqyXdmCwoJJycLqDCzWZ6Z1jUB+zYT8sLmrHO+WJjGaO4F8wunFEZO/VfpzsypeIoqC/Yiij8XpuLPopwXsxnnBpi5fBI2ikHVvuBaW3ih5cwW7nPmPho3m51YBqIzXaN5jgw4ziZwPltBa9qXbNqfzNrkP+MYKb5yjuLPhRd9zrmezzlXx9C5e8o5rG80yv/U13NpC9a7EL84Jz9BeYqeWp+j8sozTpnGsjVmEyROM+mykTz5zc1zYz2+LtZc40hesFcL9t33gmLaqc97ytzA92JODOLlcq1y0XPaWgWHv+c5JaztEvkEOC3sjvPi6vbW/y99/6Oiz1/+Yv/5H/9t//Ef/1UKP+/t6vrWi6zGOlJiLqh465iz45xjTk41v68RfH9Lxp7IhfWL/LvhgLTjKnvMwjruYo/xH/umkTDmR2rYx+fEoL49dfR4HCdKH+9wZljRwB02+oAD9VAgpS+s+Y0jV57Lr3g9Ns8yrBLmqzFdhezUu4nFNZNu4juxPCzsHdtyzVaHzhBKvHE+8F4ogxbrXqIbFHdCc1o96xxVXqPE3+1RLIWMR0ZG0Y/1W/kyvnoPx3XNe81vzToSO5aIM+tUIQiBFrJp/Y5w5246bG2o+r7m0ysKQ9jCHclxB77MHdh1bXyZu7F11UflcQc+1Q7ocqswm80yOLHFbGHzRi8zM97fEy8D+sG3shVvIP4tBP9J1VniP+s/Xf/gm4pOVHCxs94+5txWut63yE6q0ilBUCb4TCEkN401eqnlBXgGFvMZuc9sLt1cNtBkXqqyacysmdkJL14XKnJdXtrl8xd2fqkXx3M74yX4jJfdC4pAKnK85oX/3Xff2/c/fm8//vCj6W8CqdDx4gVj8JvP5mbkYXzatuNBoGOfzGDRROtwqDAeB1Iij0rhpRPCx9ifzge2vNi1loLHn3cyHi30SCFVNstjNMjJLMkuJFOhg0PlRR3nFYMhrajDiAdawzc7BhuONjPLM2vYzzkvsYvFOQWBS/DMzlUEogj2koLPW31T6quv7WuKHfoGzKs3b+w5Nu3hYn5iDccnp8S6BIOCzkynz6rtjPdV06aRho0/klUIarUHOVkGdDTlJhif5GjpW/wUcwxfP92dY2lOb5fsSWv3rXkOLXtBUBNW8G1Zt+n8Yd0nZ+d2cnZhZ89e2AXrVtFGuHj5ykTXcUFRx3WXryjuyOcFfi/tEv/nz99C39pzLyJRLKOApkLas+evvQh5RrFFRTP/1kjKrMgKEjSRHcjGJwEaa3AR1rA6cTpoXYefU++w5WxZkG+ewc9sDp3nhamoOZtTjGDtix4UgxaAYomKp6fQxemlnVI4ERaiiwtbAC9oYJ/oVQQSiDGbnZiD4o1TlxeWK81zlgI4Dn5sWvL1vBO9+MYsN/jPbcGYhed4xrV7Di57XJzBk9cFhSDlcq7iD7J4/1aQ82d26jmzXuUnLM6txlx4vsptzk4JzE1eSWKPJAAAEABJREFU5tB1BrrZkBeFlEz+gq+NQk/Qk1gz+boMXbD+wBnzAXSyaWzW+ohlWntntuResIRyuVgL34OzIs538mhnJn5519otBZ5//vze/vo/f7f/919/s//4TwpA/6kC0N/tp59UALqzpQIyRwI5NZZS5toExKfmqEvS/MO8Zsm2fqoaqsvTsry8g6kUdldTwh5/lwP6h+y4TBvJ9IoDcnDfQ/3ceXvXX2PrCa/L24dv0/ZZjZe0zfHfSseqaI9OmTG0Rw+rA3Sq9YeoKtdojV9pnM9mfm6v+Q5iGtjKaSL9wEbO1kdzySYyqp1NQcLoXO2chn5rv9Nez8NKx6PXB41zrn7bdNW2TolHcWddu0vGe4dpt2XHgN3qA9OfzJg5emVcIRy9ZBk9jJofTokh2JbPJOLErpjCRHkUjjvw4A78vh2O18Tv+/geV/cb3AH9EMu8eDSNfuhVmKWUTJ+WJyh9K6Pjn4YF6ZIls2I3Xh/04qA3B6dmlvjPyieJeodneQapfjLtgoYk4qTi4NNJAOKVd8MTWpOz6VdhMrQipWwpyZE5ya9tNXHnupwbS4yz8tGP6XbV8hLV2oq1SvYf6sTTi+BzCkWv37w2/SrYt99/Z199/c5e8FJ/cfnM9LdVFM8ULyWPT2eWMkhmJph/mN0sSQaFdlY/6KxABHWHrFw657UO879ZKF0AR+btyLPF14gpX5YSBR7GsRzWxbg2D7qG3AyZcQZdFYgXWtkpluW8MJsvrDlZ2JzCwAkFkcXFpZ2eP7dz1v785Qt76b8i9dbevH5rr1XcYF8un7EvFNqaPLPEXpOG+eQwLeg4+B3HJIo8KGjS94ChoVXLZmlGWtky+QowNnxSz2pMrLc1fU3biz7LJcUfcAdUDKL64z4W62+hJhDbGuYi58y6td6ZihkUBC9Yr/54dMWzZ69Nf9un4gJZePbipblPoacvXts5uHjxxp69emX+N4NefuV/R+jl66/Zu69Mfx/o4uK5nZ6c25x9bijCZktlTYVmKM3QZzNlS7/eZIlt1j7IKuqgazn+9RjIZqw3C4qWZ5YpenkhSJRjrkKQoPN7wbGM4smFnZ8+c8S3auDPn3E+DNT1XmB5ZgunF7agmLJYnFvQE1Oxw7GABwugb87kPCetGeklwPGhb/XNFNPaEumLch4g5zzDtzEVzXJeeP55trCZ89D5qamg5X/jCX7O/s5qDhR7fD0UhpSvr4l1nAsU+s453hNwruucP3X/cztVnBnxm7nlPDcD2YKPdZ3GWrV++XIeLShWzVjngr1wHy/6zM3XTd6ZgnIWJZbH03WTZpZNmJsl4kuGzkAWmhPLygHomr++vbWff/lg/+PFn7/aX/7yN/vr3/7X/v6/P9lPP+uPPt/bkvN/pRe0xF6mhtxnlogLw+07cVUmMwpBDoO3+hnz0k1lokkZmAihGvetdfzHNN6PLeKncaU5DIxTA3v9c3WodOz9QOJj18pzbYntKpWwdV1uGHZ0bfoyPJyekEYMrP1HB6iBfke07nDQ6Lctr+xdcfDHhm1uI13mKu0PbBnOzWrk8RSWBGibI9eVdcJNz8donh6lZanKKahuLVvnlUsx6OevsyOdyxvdgw4bI6Ro1BU8dV2TcQhZx9ipwQVDX2bZR4Y1NNXNf3VOwmCTdBCOTscd+B3vwGHX1O94A45LO+7Ar7cD2ebzbHoxtJRMH39J5+m25ae2fg1FL+/Sy+4eHQ/yXXmgh/dnX2gMT6b/LAQfNu5wG4tbeT2vp5R6mzgHXUbf5MhXOWdemoQmZ2tysozdbyhM1GkNxicnS01jLNKhH8Esze4x6eFFMiwt45LtlJffSy8AvbWv331j33//o33zzTcUO17b5eVzO8He8NKcUrYELCXGCpDSOtOLVRHgxVVdhyBAzDS2j5HNaNK1lnjIsoLWi1QaI7SmTzJjzeK1FqccE+odtsQsuA4+qF6uFXzm45qc2S94ij4maGJ0rShYOcyLTwwgSma6mWVeWBe8TEcx6KW9ovjz9s1be/HiBXtzYfE3gYir/Nl3zW3wpk+nzvx0CU59MsPPlFoRmUgcSKxfeZsXtFp3wjGDyjvF1Sl6miTNG9BDKuOJpGMNwayYAeNl29evPcisD1izMOnyfGEZPlNMcF5yxQm2k1MLmygyezMXePGfO845V85tcXFppxfP7Ywi2SmFhfNL5LMLOzk7s8WcccydM/vrazBzPkPZt+R7g5BI29vg5+Koa9cLPth8D9R5bOKIssaYg1icxzmTA9RzV/7ghOKJcKZv1pD/mYpiFIIuvCBy4b96dUrx5PT0OcWhS1+f/v6UsFhc2oIiyGxxZjMKILPZqc2IGfwJvIBtdmJ5NiejxmDIth5vjg05Dy9iyWTPeWYzIJoVj7xV/PHYdQ6nmu/UFvBaQ+DSTrQWx3M7u3hmF76eF/aMdTw7f+Fr8oIQ8im2c9YseqpiDvD1MG/O5OxoLGft3YnFt5Mu7FQFoNNLW/geiJ7bbHbKPgBonzfrns00fs7SFKPwiktxJ4MZvK9Ne8heLhwRR3rqnP43f/737z/ZX//6d/vP//xv+8t//4/94x+/2PsPt3ZHAVRFoo7ziA00o7CWEvNYYyllS/Cut+x7H36wa62T7J0YIal7BDiYE+9u7R4wMR4ubEtDS3koQvWp9CH/rXZtyPq6tjoeqNy2mAOHftQ6Dpljus6p9MD4ybJC+JzpKjehZlX5SqVvLfIQ79iXkA6zO2122a+b6J3ddHmCpmVMgYiZodjShqR7NxjayHcqDQaNFQbNk7hJ+IkwCTe1TKWJowsfmdehw91vVy4yAm/q4hhH70k+7nATIkZFvyaG8tgfd+AL3YHj9fCFHvjjsv/1O5C52gTjR1i8BDYWNFuTQdPYrMnoij5lSyl5ol5Q6fihSaGhA/zzscmid9SUkqWULIOkMQZvjM3ogYmXzconFVoIJqsIlZ68WqbQy0JQ6atPhkkpWUKZ1TmHIB5olHLMqHJqLJNTZn1mWRpgFBVaAHVJXdhmvAwvKPLoBfD1qzf29quv7e3bt+a/vvPsuZ3y4t7gk3NjKSUGFjCHgc6QO9Q0Ed+qkU5vP67HbtIX6B/hW3jZWlNeLcWcjhwBsr7hIn3HGlpkwSrP27IKHKwI/zq29QKOijm4mzWszzGDF5AZb9qXjAwvX6GFH0A8xjXNzObNws7Ozu0ZRQx9S+rl61emvw304sUrO7/ghZeiyJyXW0vJpzSD0lpoa8On35NBBYcjftbD4uMDZSMP12SLnAfa+hpkLDrPH3/GqkCmwphoXRMBcGbNjJPOrPJQxkqWfgMrihM9zPR3WALZ7inAVGgPjT1dAcsLwuklf2HaGxVCFqcUQfRi73vKecR1R0I+s6iQkDJoOMEzL+05Z1+2TT4ZqUKseCjj1AfIWfuAAPEaWNDQo6aVcZpDe8H4TO4Bcue4ZxWrWEtTMIfO0TUCfNVn1pSRM+PNYyUTn+GdyubFj5nr6cw45tprUfNPpheSVTsMTTrBWIcoa7CgVuZjlxgyw5e80WWKNrOCnE8teCjn6kyYn5uoF4oo3kQR58Ki+PPMFhSDpFtQgNGxm81OPEbEndtCMgWvBfZTsKBAegoWOr4C18Msz23G/SJD82xBfoGqUyEry6/HwueIuc5M8y4oKgbV/Cece629v7q1v1Pw+etf/scLQP/9VwpA//yZwtC13VIA0jnfddqfxH427HK2lGeWU4MMbw062TKyqAC7pe22bHHuVZxpNA5WaMSL69Q9jH1zKmPhoShTn6n00Nhd9roM3cvdZ+96tArBPfd2OW/kt9f/38GYbVjTwA2Z93s5qD4pp5+L2wOSDa23FV5k79GSQz/oMzBsyJAzwt4pqr3QQvYOkbFfQ89IexAOnULBdP/pr30pRjg8jnIUdFREFaRS8Y9Es+4/ziRzbx7ZuR4zP3+nypH9yB534LgDH7UDH3Elf9S8x8HHHfiidiDeMXW51R9yokLDzzcoDrkRzdbk7LoETbwiaKNUULG2o7U898YTb0pmKSXLjhx8Rta4RAxDB1AZruafnnGpdGtKrxAwhyhzUgmiIRdvS/AakqWAJyNxU6Anr5SSZb1wpsYyL2F0/TNJ/dHfkqPxkSzIIfOipBe5l69f2nP9YeBXr+z5ixd2fnZhM17UctNYSplRJMIcZokc4c2gxj4ZWXUB1tEKSKKw7tMxxjQ2Z0tsUnaaDWLRJf/TINpxwtI6QMtCMmOM+4laIroM2ExUL8fwDXDZSkFojbJgfVNAgNXSNQBEDCZxXkUN2SXnZmYnvJDqV2Qunz+3i2fP7Pz83E548W3YG8+JfBg4ain4CGIxkXQVYV7vW3LXEMHg9yI2bj2ET6Xx9cFaa4kcWWOeEVJ7BS3xV8SRzwQUfiYyvpJr0SfyVBxi2oy9Jl6zsGbOC3deWNaLvwoOKgqwd/r2z3yxsBnFxBnHL6dkBjQ6E9uby42lnCxZY0YfCC8bfXTuhChbcKYgldUGrMPt1V8UZGHG0AFZ+QusJ1fMWZN0E8ysQTbOD2MPBjSWszCDBozzJPuaGjJkLstQIUFBEp/RBjXW3lJk8yXQ6eViAPvuNigjdCwMWiG5VT5am6jbNCeQLpMTx6f+Cpl/W4hi0Pn5hZ37t3pUELqwxQJQHF7o+IEZBZ+Zy2e2gJ6ccg2gn89ObSbkBSnEHMoBwYx1BC1zsg9R2DkjxrmdEkP3HV1bp+eXdsp1dU4u8Y2rZ/hcgDPTXlxd3dhPv7y3n99f2fv313Zze28r/aGt1DBLtgTVXC1FoJb7aN2vDll5JPY4aS9SsmT6RG9FsrWPrIK5PduDH45T79N13J+6Xvz1mYfz7z16ZkvWrGuLdkM1hNjcg9jTjSEHKJ4+8oDgExfPulUvTEwPCsPaH3SdOOjS1Ok5UY4Fzi+aa4LS08oPF9d75zrnhnAkRQsl53N2IE62tK51FACXIYiET4fxLC0/tcbyp5vlIyKNEhqxBMxg2gZ75SoNv80Rod/WP8Z32/ixbnustdxwypx8NA41ggKICGgkHnHcgeMOfPwO+CX18WGOEY47cNyB/TvQuFk/1MQ4VQf0w67J2RqKGjk3lvRiIOCoRyAVf4S2a3mIl1Jas6T/ElQvENAsig6NpZwspYBkS/TA6qfwuFggWXKbYvOywIN1p/lEY1a3Fif48IuMgjf8BhkXcshNspQay6xPMH6A68e9XobwoGVgPG45cSp7nmV/+Xr58rW90t++efHK9K2XM17IZvO55YZ9IqZZMuthFHaS6TmZtOGRPSdlpTUZNlGgMT40WY4NMKlM6XhcM+ddyTiPI6rssKm5r3QwSQrxQaNHD6PCx8qDhYzKmyKNEYsvL9FyVR55ZgaVn/6WiCgKVNmLQOf6taazczu70Evyqc3Zm5QYrDXlxDxAPFxr7I1TuknDR77MY2N4zsWxLXSNtL0Pc8L7MSaGU2Qd55YNaGECo3gaSd8AABAASURBVADVjzW6fxNr96obY83Bnmo8vOYSQs++GC/xjI2cQzbJ+Bqx5LfywgQxyD/mh/EUsmX2JaeG4RlNMg6x6RjIT9TQ9g0XRrgI69SscutUYbQW0W2Y2iKOYoS+l30trCuHzZBzRVl7pshRdQZffSyTLRDt43H8Mzr3N2LChz2xHgFdAtLja/IBLnqHW92+KYvEOPo6JuiMbZS+oqyFNdgIGd4xO7XZ7NwW+kaPzmn/lbFLO1UBphSC3IZ9RqFnQTFvQRFooeLPybnpm0SBhc1PKJBR3FNczyUrBx0LaE4W+7BgPs155kWd+AaRrqOKS+aGP39GgVWAp8i6YG4VbD98uLVffr6yX1QA+nBttyoAcfNJKZlxXiVHNm6jxunvcL4zPuSRAinJX7wopp0NH5oJ1WfMV90GbTkORelzF/6xhPQ2hyTTMjb1n1HDOej7Wab4mCWVECOSRvzh7EGHYSMcCym6veN10hS/4UBWxYHUJ/DuwQHu5d2Drrqg/Lz2vHw53g0D10Q39LFjr3txcmK7Z3R9jOmRjnHRh+MD/QGuLf90YLq4S6h+asbSbGuKOLX1h0cZ9yDxYA96bXdgvomhkXRYwMO8FE/Y773fqvEfC2ZQ494NIVj0MA+2qecgrW/dg4GODscd+B3vwHBl/I4XeVzacQd+CztAzYI0dMkJo2cJRL2QNE3iYTqZ0YwHio4qRseTrl5IHZIBJhs+7swQaEpOUxKVR1IX0LOTg44YHptAopDwwT0l7yylZP7fmMKba80/HS87RiwVpkwPqfCZ8AlrSslSSmb64c0Ll4Hhh2/250XcaL543KBWgRo+Z17weYmb6ZsaJyemF76Gf7E3XqwIbEznqQdNDEouW7AuWxE6qPzk4NT0wZG8MEmwBE9zPudkysaFnZ3WoRg2Wk/lY3RrQWsI7YGDooaeNYWW0a7DSRRC0ziQQYlRbU6bmS1OTu1M31g4jxfTE16EY3/qGHLzxUETIKpJ9gDGRzpAQ6ClMpOtfWq8Ka1rUzjByFXnsWCKhOyB/ByGg+qPfsPRFGvmtPcvYzyWF27Y35X8BFxlB63NEXjqbQK5kYwP54s1UPZG8ys/BwH1K3z3PNiTAmOjZWJlDnhiTxiFxLHTeeznNUeFE4WhOMszGW74yNP4TKn7qSNvL2A5j1tp9XAXEaLxAnMiyR1CQ4egPAUUOLAPzGxjZPyqLB5kUH2UsbEf2QtFg2/LIlrl6GMtPm5WJ5GRCWQhmbE/5rxkfOBRcsaSFu6KpTwD5Ens4LG3cmAMumFPkG0KP0auw98pc5G3Kf/ZgqLmqUXB59QWXvA5C6pC0OwU+4IUZz00zsp4lATNDs2j3B25wdTYbAYWc+Kf2MKLO4WKd1CQ4ho7Ya4FmDFfznNeerP/nZ/r61u7ub2z27t7u19yzmjNls2SkMzYb6Hrkum0WnWdaX90HzI+KYWPiDhzf9vzSYpuw4d5BmHCeSpoKtUNs0P+JE0Jf5JATw0yXsmY3xIvNnaLYaTS8RqJT2Wbpw7cMy6OH+fWHp/tprLw3afI9mEb2kMCRJaToX6iSzO1Zc7gGrFSeaF2MunqUK6biV7CZLAUT4dP4535ve3gSKyxDDtgSDkexVPpC0X8eJJ3R9PPnzrBbq/q8fmpcuCnxd6Jwqe66KyxradI9XiYKuLDXkeP4w58KTtwvCK+lCN9XOdjd+Az+Demd9bxz2n9WHPwotWkxjIPoqnMrOKMCj8qtAimN4jyIJT0BqGH8DH08oCcRIVk6q1+9JgsVFkhxEuHK2yylIAleFolUJphcmAxvUwIXddCWlJTFAErziklfIVs5gsOOjwshWwQRriPXmAF10kPYm9m1vCiluczYqIkdmfJH9R8SzwAHXqrUJCEryhIlsywaZwogpmhc1j5dE41Khhmd6FmDdUQGXt9Zx0PgVKxC+SED4J4CDPT+/qha02ewpq6F93mnVSaMFv9FpDiu6lRjpn9mYOFzZqZZebLrDWP1xZLUyCgRQiwarycWmRqpnGMd1k0J5t8ckg+N2ylsN4msu8LmUqp4ot7qMuRI/FznlljM0OBQcEDGoJyojM8A3p0DJjGWkbdOLLNzWMR1/gozhJ6D6MikK4nARV+CVfGseY0WmfLNdbpxGKM8SG6WVIPaAy0+LgQrHIoXBlGbY/jRfFj5Tb5IsPrYbwiYoWtxSZZVHCe8cGbaTvFVxj75yjj5K9j7zqdB9LLp6clQYhyVByNQYzGHmRHQ4iMKTvtY2Z04UkPTxAa5zy5oREPoWHTnD1QeSt61kRw1wQNvfKpMcTLljmOmSLwfL6wxYICEMWYBdCvaunXv/ybPnlBnpxDJkQsE/EOxvOGVrlQrSvPFjYDCwo7UWSi4KN5gPRz9Jp7drLw6yuTC5P5mvXrXkvOa1GdLrqfdqyqs2TOc12JT8yfmwYt5yyOOv9Wft/k3tGZpYS/CfBmhbO9n6Tl7PUIo+8ncyghJ6F+Uh8ZxlDnPe+QD0q6uH488VUR5mNXRIjfeNM1//EpJjvwdLHHf3QshOlIneOb2qlPLz2QnOII8k/1RNsypvrI72kgAs3HauMFv9JdQ7dlUrRPa4+Ite7ay5mfiJljC4oO7mnp/EtH1U0eTyqdMNJpTWOMTEf2uAPHHfj4HdDl9fFRfpcRjos67sCn2QGe/zcC+cuHrr4Kf6KXwKM6z7WdXkL1FsFIRPr1lkYK8clSGlCN/diewQJP+GDomdH75L2ZaKIX8iRmCqPpQxDy8zwjWAnTMVJ2wFh6GuPoJy2WOlENgowF2jzghbEGXaNYAtN1Zv6yzkBYsoHxhp256c1EgSiCmaXwk1F6ZOMRSs34MEOIMEyLprTcmuTso7uirKTzPKrU06bnPOZImjxWjvXrPOWTQaX1k6gXgVRBcEu2THFsNpvbTL/+xQtqopCYMguwhAeo6fJCimLSsvuEikgwGSTWKiqYf/Ro1qOoJbuxdv7AzDGRofC+0MKzhXhma/IUGTnbKCgyCeDbmPHi3MN9il/hfarCm6ibGcfoiKF82EVyaJetRRFIG6KRjMjJ4o8BN5YTsKyRG5A2+15lBoU5IsCLEQoLoeFHv73JNsbgVcIUBT7aC89pxnJm6Mc6eLfl2GasPt47BDWNF8TvhOKsG9NIkX0WV4xch2kGpXSbUH4DrI+mcWugONSu2XOemRdjTk7tpIICzQlFIelVlJEPG0SK03g6t8xG+5blQqc94VrROMWYLRZeYDoh7pw55vOYa1bmcB94+RvxqONQjO0cnFoUgTnPOD+6Au1Bx1SWsiWdV7nxO0fLQH0LThTW6q0zpWQm2PjjEcaK7bwm224ZtIf4DN6P5JJl2/1JlkbGfZ4jt3WWTY4ltH6uT8wHbtNkDMKQVZpkiOnx7YnL2jtRLDhcnrjGGFz6VGgh4/BF9cnJlqM1zKE9E6RZy02qAdPF5/5o5cHlk3KjrD/hJm1ku6F4YBEjf92+XFQncAUWYrAm+wPRJuZPtUyP410NPxGqcoOue/lailfPixGK/kiOO/D5duDLiHy8nL6M43xc5a+6A7xAja60pskm6Cd15qe1kJQfPipomP51WLLAS4HbxBegCk7PRUJI/liU6FPy3vyNA5teMvQDVrTqUEer46vRqRHF4pPMEi/JOSWjWTJ9YpCKP1KkFNqYEJvHgPpkHQ/sglnLQ7xGG08nWrNyEqSTSbwguwODZI0TVVi2xjSvoptPnpmlzi9NtpSAoasUPgnkSbOUkpkFnCVD09sY1B/9/I/WMIOSIno24yjRwZsSEOv+1UfZMbJbWdsuHXKxvkiDJBfiw9EkgAZWKNGRdjftGeCf/DyKQivNGECGeWZewGBBOlam9cGbPtCMnJML6oAEQMtI3mBoJkgOGr3kMcjeRdGWEUFRac8EWDaCXlZIaVquImbly3oyMMFcy9pE5YynWNkEXrqtQSG4r3wEdCLSuR+yaG6IxTknG8m1q7Yv/vj5hA5PSykxfbIZhaakDUK28uGIFg4imwYImguVohOmzDPxHh16DdgNHUfzeCMf8s/ABNlEC1wvHag7qxwUQ9vOMks+ym4UE3/5OHwt2TW+jLVOK2l1ro/1CtVotJgwRC7BRy/bHrAGHyMXn13MOojEgrS2Cs2qvdDYXM4bayjqEE9r1vGMwl7L2hlMCPk2TWYY18VMVPNgsErFV0hXIV0mjiBe+yiETA3RlsulrWD0K4Ur7gM0/PHtzPweBTVLCOaflJKlBMg3s/ewZsn4yBH0g+DRbm8+oGSvXFPh7YBPG0dT8+DdhQT3CZpSGYdZl0e2PaaR14GstkrYt5bYsv0B5SOMvQ5NdOI3EcbRnsDHOfyEgZMhnpF3E/UThU8WqJ8/IkbfK/2sXj8gg7VyOS6gKu6lea91amx1Je/ZfsUSNGpw8xNRKjDmET9nK4k0zJG9C0X0KA9owxoOcH6si27OG2MemrHYyyIK2Yjy2RXHCY478AXswPH6+gIO8nGJv6Ud0E/qyKfhBYX3zhDKg0/mwWZ4hCgPQiICnkESXgnJoIABCS6AbHwSUOOh3x/4oRL3gjhje+ZNxaHY8CnVoLzblHgjDV6Mdr0CAXh663gQ0EuafrQLeJkvNzo9cgEevfBzW9/lnusovHiMGhNLx4wd1KA9kplyTim5Vl1KCTNwgZjIKSWj2eSj5IhvZGP+Cq9f3kGZO2NUqH1AS19BBv4GyKs8+bfOY4OPAfAeLyT/A5O4EoDWRlw4E6dJBJenXc6Z+oeMAjaFHQhcbcXui0soM5GhRXZrRsYSDT5JCzVBvJBK1vKSLLqJdYsv291KgoWXH0uwgHIy8hIVxLtjdBpaIY140QKJDvZRhZ1Qo2FyejZa55KMWCA0alHSdUHLyrSnOTeWm8YSe5IFhpjvQzIjQzpzfS08FJ30U+SRWHkobTBIqKjazJm2qatza7qcsQsSBPECIeoZxNKRHmiEqR7Osl4TqhLq+wdlE9kl9qz0rqqdDy6CeAcdzRx0tODxK7wIEk3cNmhWFVrAkAgZMETByjHIhdY90tpbuoB8hcxxy9ZQKKr+vo8yeezR/JXFtmokwNAIWeZGoEX8lgIQwOjFH6731mHTUkRXZChDvaVknlPm2CXXyKfzcd6PfIvZias1wKHO1d4N2bq4t/Nly8MDivkIlDQenn/kwbpjxpEuFI/rWYjOTA1i6yGPX9BHZsCcQ/uUsYaolXv82upI88TKgQqhN31ehgPkE0Bpzqob85KVk+syXPa7rqu9i58/bnZ5d5d3m55s0UD93BDtUSeqtDdU5iOOVQ1xMFUSsW/G7gU0OPTitkH7KWzaNG5T+xSNx+f+6NQDiBNc6Dtp4joOzkZ3W4a7nyzOHNx9unUcPOXR8bgD/6Y7cLxa/k0P3DHtf+cdaDaS17Oxv4sl40EoWeZtIaVkKQFL1n8kg14WgyyPJD94A0l6f7UwC94mn0HXWerC5MQLIOL0SiIS/TkUAAAQAElEQVRqRjgzjyU5kJBDb25Xvu7TB8bPeajx2XanWdPph72A96RJJ1RliVhFp1WXEpMKBpWlU6ZiJAeS25KUjuAUQagziUruLNIUbfFHx1tHZv0GNR5aEhA1fSXHvwEkPx5t9BRTv5IhH/FEUFNMoecRcplJukAbGmwhw+hECa0imgpKms3tmZXgYnV97EN2XUKTzApv+vR+EsLknOudm3ZZBoGVtqIDxLmzJ6IOsPZMhrJVNKYVZnfNDbyDuaH6ZpMbGMNo2PL47UKMQbnWZGSf2VdtPZnRkEdeMTL8jJxwoHW8iDMvxZ/ZrIEH2quUUSZGCxBaZucsNZZ970SzIbgFBqrGWkRY31jn4obeFXTEGRyQ1QZdK9GhXXSG0NgzKKJIy5posC2FJMioaSemwMhwDwFFitbzHXLHNglk4Oe3dETRJNpnjg9O5MI2OrOrU1BhsBPRR4/pYN2MJ7+x3XlCVj1ZkWtr9+SmfVguly5XPx0nrZXDTL4MLPut8fJ34MxwxsX8Oo/0K5Yr1qozcGyTvGTwEqcVTi37o29sCoQx3ToF8WNoBztusiklSylZBikl6z8aJKdesZ9JWsp+l4k1QpP4RPuxQrI0CTGVJqYHhMdkFr7R17CxviqN6SNzyr3/OMhvgK8r1Lor/5nS6s+tnhlNtE03MldWaVZe1GXvJE1xYMjpoKdKB0xGmrTHT+A3iscP+5gR/WoKo59ChX0wrO6dg9OOUTvUw7jd3LCHcLR1z+n8WCc+EiqwqT16fz8iec13xHEHvoAdOF4lX8BBPi7xt7AD65daU5JC728p2RI0JR5CCxKP2Cklg5hFR5+AWXTGJ+SUkknnhA7J4qMHRiEkTOZ+Fp/w63h5kQ8UdccLSUuBQxqDojKNq75Bpe3QJ8syGh83dNZXlCw+wwtLDsWoX/sx7xb9rBcjm9l0DNFlAqmHdD3EYFFjGbEu6SRIOQZ6RZEqW/KZshkcBibX36yRHCieJBev5G3vz2Fz3vTROKdhF9v4a68VHxyk3ID0wxgrY9xNpsowv7M1GrYWnUMvpby4+gup1tuFp/c5ORl3yjsl6QOZmJnVQ8ZuU575poqxJCMgn0GLnJEaUDZUL+Sa24F6vcl9qiOGK0YWzSG14LbW629UxNg6XtVlr3uIj+8Puko1JLMn/mtzop6U9iGX5Ze52J+c0XkRSDqB0YXAlTZWZGtcVCcUFyfb5OzFG7J2D9KdUBdKVmNb5VmwjxdlF3zV1Ch8WF1v+EZfQpkoS3M/49jIKv+I0xGHaHXPQsLXvYIyRjEQntxG0SKGtqciNKNe+UiEks+K3O5XS1veL+224B5a1+DXKbF0LLROYZyvRykFW40JEK8VWo+r+MqR6fz8ks+SKpAKREvNreuNQpBfasksJTrjU0jH/bPrVqZvQXYdkaQHcqvw+yU6Exg6tFDIj2WQumRxBj946XiNpfBAw3RR2eqs5X7QOdDT0mSyhGaz+ZpQM4yeVhWwPqKfCMWB7QlDRpG1oLJa3/NRQr3Xpm7bnBFJg1K/l9v87LfwGZJ9ZDZ+lB455tO7709fVuER837SA1Xm5l5SOE9E17kzj+jG4x8x7FGudelO1XFTy5zBTZbwcCh5BdTv8t9n2zVmrK87ETR62QdO0jr8fsyNdt1L+t533dgbjsxxB4478Ngd+Ngr/bHzHf2PO3DcgfUd2PJDbePRTQq9CfhYF+BEIaOWeLBPI3mTHawDN/bSA7SArn/yh/eGnma81AgarxuI0hLcZWeHJ41nFX7Em2Ps2m9BYZzIf+TkuiprcqHIerkprFkXBk8VpWzBR48KH9pI9BHMRzMll0zGlt20AAb5CMZH775yzO6Hom8tnABRIBGHdIKEoIRkO1qHu0rNg6g55CdICZ3okNUw0cz/uPFyZUugl+KOQlA3yqvm7NQHmK/JykfPjoksqIPYYR8Fecgz1hVrNKJXSB98jbDuo311myoivGA7Tyc/yNCkEHzzxjGVX8wTsZC1f/LjxbEPwFhf+9rJ2/reaUz1TGZyrKJob1YQKXDxVcKjol9rUgpSVyo+0DC2CbZPOUQmCmZr71u0zUKw6cipxHTDkuJkJop8eNxWoUL7JWjPhJ6P9HAeWobtY8DLv0f4R+QdvBvVaewU0gbIq5iUik6Llk7FmOVyyblfoIKOLcPT8xIrRrRCsQCBluS5ZIz+hpBTYt0Bjym7ij1Q5aDRejF0X11roKXSpvuLbKleVeV8SlJyLnXsZ0sRyOCTvglEOnLR9eayO3Y+GpOPchWc/EyWYCy5A1ZRwdY+vS4Y5U36FKCYnTxM9/QuxiTFdYS8rZc7I71t2pOrYiYbIoXajL0VynTIO5qS3GLiCG3REo1rmJ7bZMty4DxJ0bF7n0SvdI13VZV0GZgpcx0MG39IiuZLGKtHfF33SPXZWVa5fY6dhu3un067uQvaNo+vm5MzRTN2HfP4tGz0p15Cf8vmXsgUB7SacMmXnA4Y5C6PH6Fha5sg1QHwUb64XM7fMsgNhZ+Qmt1E+YmEXZOO5yz82HXMeybFx/lxh57WazbG9ZYjc9yB4w48cgeOl9MjN+zoftyBT78D/ITTU3ofeHgU0vNqoqP11s/HaF5BM0DLpFEMQZaalxgnfSf9GDJIFt0Gbjnl4WWbdfpEg0cDNhrxaRtqV5SknR91W/yrJxnh2MXUySyXBz+3c1xkz7x0mK+943WhG/zh3A61Mk5EOqkaCTB1GYotm4C6byG3Llc+M7crSrcqsYro3/pY4dOS24qXVv+1FF6K9a/94ao8q/c61eqSZV58EisSNafGPkQGHiNSsvqZiHJzZMZUD40PSONmGK0bMmotYybRBpuewwVfIWrnoTtancPcfxxTPGCPeFvk8Og1A0gmVs6MFODxosfFFy1qfrRdKTeyHVbl2lEnBwFViTf1xYZp2vbryNKUSs1LwsCPI61rORYldCF9Kq2vW/4d4QrN8B6uUgSKFNPldqRS7Ron4Ne3Ik+KQL1xL6McfcvEbPVUbAGjE3UCsjfx2i1AIUdrjGtCMjYai8UTxvMTRWRF6sMmTv4TiVMGX0zek59TyezjiqLDioKKrrWunikJo27WELWoQ8ta0eJJFMYZnL75I/eABjOqELjNxrVqukZNHxIS2Ypqi2PWaq3k23GfUCZbh4yVMcxT9K7KY59xnvA0t9aZXWCpTrXWYJ7YD1HZeq3GvKDGmpTfJL2JULMq066Jfo6zn8a+xgxcO8U1Uo++qNZIjFhTfjKxn7lnCK21CbCHtvUl26PSHpydUydsTD4odf25WQfKmbWud+2ZNYe64M5TDS9WoYtEx2rN+2ExIuz2G9sb/wky+I5tg3Ynhzttp3mbod2mXNe5Ex17Sh/nv3hh3ddvplI+NhONMfY8BXNI71Moo7HzVCbFsXGND1+/P61ZQtxtCfuxP+7AcQc+Zgf8Ev6YAMexxx34ne3Ar7ec+tOyPOQNP4qDSzwApadkV+LtHyonQV4dMxkIav2nK9yYVr6Y+of9qlfG3GZoxuNF9dLffIkf/71mYNw3xBFr/uSD2p/7RUFtqTJOp5Kr1rviUkhvrbLm1fuiaDWKF5TH2G9q17q1sgpj1QNfffvFDAr8JMhXY8RXhK5KngOCHrb1TYW75Z3d3d+bfv1lRQGoY4P0YhqHQvngPGp1vJ6pE/oMI11SV7JAbWPW5b5zR/PTVX8PyNOLl6ewxNAxr6GSKyQLkkWFnm8kbYNPFGnhTAt+7OrFIvzYB/19pJIkZOmgw3vYk8xZHtmiLm2wFoVIVjeAGQZhL7c2cK/v1OiPv0wkCumNwbe8rATXG5iqPv87RY4Nkp+gs47VBTseVngZsLtUeWYXy0mv8w3JrYo0YOBaLhq5j1EGPIJsGS2VcuijKJMCnYgq/rgdHce+5ork++TDsWu4dKKRtThp5BE0xkovD+mDVy8p7Pgyb0cxp9OFpqKZHJKZvtWj4o5GyyY5yYf5O//GUIukSLHXKSXGaBywpA679TA+SXpoTnQCZGfjuNOYDQ9y1DnfInXcFzwoXQ1RKZ5o1e+D8gXjQSWvOM/2jd1jU7J+wu7xGZvYcy1L6xHCRF7OVGqRmWKbPko6hc5XWvySoVOXzPe2+uvwmLFrdHuau3u3x+kjTEpDMM/5qYFIkGbm3QNBwif6B1wn5mGEzjXlvP4PFr374IpqIiCrlWMjdhsUvNePhTHfOxzAKAfhAFdcts0SoxPWaZOv4NpwsuGk6i2m5yH32dqxo7jqG48r3ed6SK+fay0/6sTLCdQYdT7JI3WIKGiei6iU6yj6QtatPlRKPXOIbsPDl3UbZ+U4V4+s9RCRonVsmLIQ0JVWh1Ra1Pu3Mmbzfn1cHX+kxx34UnbgeA1sHOmj4rgDv+YOdDF5glTAqnU8BIZVfYUsh0HhCBHvJpMhHQ/BKDowau6/fQBeI2dn1QmYSvMf/rrDRKCifRyZ/shnrF5iIN6m07nqsI6ERmOR/IEg+cOGOe/PICWYvomTXaFs2rBjS0CNd172rxueU6QE0kMObIptJXbwPhBWWxjBXWPlD8zwXtfGr77crbz4s1wtbQVaHTMQ1OA0jvxE9I0PAtIkmfHyaXxSeftJ8GphR3JGnSDLGLErY434etxFKxqG02QG7cZDWrUFpV8vAvFSz0Djbd4JHk7HnXSOWgTSMdObInviu+DHlw3tB+FN06Yrz14NU71aGR0o5Qvpm5yEXvEY5pCB6xPW+A+MLcP8zxo5710dzK5ofOvnDx2tKzpcpq4o1PDXPuKlxgAp14BP1ejEfxA4ay7HaCzqrU1+YwMyLY6MGLcpDusiyZVQc4Y3IKv+1pG7aoyA3uUtnSJtqkPbEbtVIYL7UVeuMONy6eG6juEFFIhUrOgY0/mvgymbzqI4ZNBk5RK0XR+FN1PviVv9KFLFWFd50Y5zv1WuDmkGKOIgHcjpvqGBgufkzIGDn+imRdahrKdznl5rcn5Pty+9fTY/P8YTxxx+rJydHgtXfVS3OddHhWNwvbc9OdMysBCznlHwEWC9+RK8c/GgjsO41a/MVYhfVfKr0UUF6Q7Bw7540B6KxeXvLoNrnmyLG72LhdX8k+voGLgZA/2oxZ1GfTjTc+tt7X5ZsbQVvBeF/GdcGVwnK2IQjdZdUAg+9NH7kHJSOx/qoZ8MmQjhw2Jowfs1U1jxHjDG9H0w1WlExwbWTlBphJFTYdf33CcqtkK2DNziVZyP5LgDX9YOHK+FL+t4H1f7b7IDyR+qtycbjxRh618+Qpz2xTGhFSCTqNJVyOaoYwp1nXdThcZJLZp4LAtqxJ/6GTb7hJ+IHv3jwjKGpnR4FyNPc0xvgMlUHzE+0jvqAwRU77R6nsHcP+wl9JJDrwmkgPLgYq6U7B50lR9og1aArDX5FBTC05/7yN9VzLFcLu1udW9397deBGpXVD94OdI63RlHHR/n6XScIKbF63lPa0zemfmLArzTfW8sCQAAEABJREFUfoW29sEBDWHpN1tYiYVJvBD7gGK0H/o1Ha2nLbpxvBgj/4q2z2awVS5suVaGSjwfyf4ofivKv5p6HtobZLcn9YojpkKy9EBsBaK32Bxnn96NV7sriibGVggcTeME2PXmJ+dIWcYpXSEsHUTjfVecFxf7Ir3sqH0PK626KmtEQBpBkujjoPk0UvSQkfiVNelkaDKCVxVzf95Oo+CPYsVaglMvoGSorxnWFAw5K16h4mGJS1/0CO6tUyfOJ+68Kjx4QSd4Q4647JluMlyEKvCYqKPlsmuJgx1fvy6hsgcw7WsquhQ7mcElsL9pNp3y7uVzOfdxHdPSWMtDYVjnukskvq4t8l5j+HAAaOwmsbUwFthpXYi08Bn1ynMkMg7NyDH5TVDnkObGpvNhPOBX51lgfw4/JRmt6Snj9o3RXmEvBG6zKe2i1fUkdp+77LugS9BGx6WG1t1j15gn6Vt+dh4y0BPwbvA+aHGZ828YEtxanFD2vc51Dj+N1fIzrL2H8o8h+jZQS9FH/+izlIyj35c0cmfI0Ykvvx47B/QeWxmGMa2bYudQuFS7kKdbQ/5uDpuzxUGkwtei61sOdRLxBfIbnRJoXQNVG/PITEVjD+G9Nd5v7Y7K4w58QTuwdqV8QSs/LvW4A7+hHdAPqI10ko0esieCjT+7fqyPfcQTQWQU08W+e8jujtUJYXLz0EN4/3hDRv4CZJO5Jv6jH8e27xNPFhMPn2qiOVwYpV8GpXiOIOWa3/q7tO34bPjpIFZMxkhp5VsvwRvrj8cQyYIGVCp+gB6ZZBFCG5nqIWm5XNny7t6LP/e3d7aiAKQXIl5JmYJF6ZgwUCPq42ciSA+YsJnvQy69E/z6Royed0ajnNnoZBHCUAbyEKd1eNGHB9d4gMXGw6sVuD0G+fS5aQapspVi0RwCbLSGeLIL7K/H00Mz8HmhrvNB+GqUeCEhiAp60YYWDww0vSh6VvA9Ff8QJlFwnspKVcDwyKY4Y5Th5C1OL0168cpNtp73NcgKOB7aE04SCaC2dsvq6jxGmU08vhrPHsd4ZG+ybYMbd3Y+grz9twl1UcGPk5C9Dq5rkRy8sT6tUUCrsZ4XvKjyBBFDvdYHxW86vsZhHIbcA/04Gcyd4lH4WfGCMnyrRldcZ7rcooP3eyDUlQNNLreWiEG4wxr5VscRW1VbaDvSMTctFD0T4kf1ye/viRiH5YSjjxD9GLC2sgy4jwnkY/vce8bVv9GuLPyg7DgytA3XR61z7Cxe2Ii4odh1XB4azSW1EcsV2wZqkgp3eqjb5yyb2UMRwl58uQ+EPO5jw/t0txyuGB39lsebcTDn5amf9QOW3LoFfpotC5SLoHuej9rsFGdTaz5CNuXMbW+byx6dRgrbXBRxm77qhnFTz0GvNbs3Kpqz0Y1HjHmsDdjS5OXrcwYHUcixHXfgS92B4yXwpR7547p/MzvAj/Ahl/LAkPoH5YEbnOCKn94lEuKkVdtYKZ0w1m3hN2IVRSFrI2pA6JqDi97FEL/ReKcf4+CAJx93r48nDDEtNsLRd+xQZ3S29TMyKQ1h8Ov6YaHP/StezGkhdzGi6iSNeclT6Eh6olO1JBU5RB/EjvG+D2VwSUIPR8vl0u6F+zvovReATC+W/iRdFqB9c7msq4QRUSjVBfzBSIUPKYHroeNpJ7xsY5C2xoxVppd5V2DUYB5QlXOgPMAWncnuvrVrKrNBNU+e+HMyjdzFut1jLwmtuQTth3IhZASBqQ1FAlWMM6CXxIytkoUSTewBmHorz+mgwa65hKm9SoNf1YypH0vlT4AMjWIGHi5DS/Mo3kkx2huJOmd8j8NBvY6bm1wf3GG9j8a1UtitTfaRgXxDWtOj9DXSqcDFEuPERsZkqrS25DgGJ4GbateHFgNij3y3zMNEh7uMxhR+RkVUrqVVu7K2W3GptdZNKtLaR4bREjD2MQo+0g8Im3EfCl18U8ge/IzTetB54qB5Jop/S2HzTPik63rinnCOPHHk/mFltSJAJcb9/lOr7utVozO78r86ZS2/eg6fLIF9598nWig/xzxdwrW6AyHrXtyWf9AInWHBCx96Ws/AP6ZtO5eHWLI61JWwpAMXPsoLwbhhFowc3TDtemuDXoBEY1UeuNJd+9xHiGE+cWGP5LgDxx3YuwPrV89e56PxuAPHHfhX7kBiMsF4UbD4hBj8rp+JYR36XX7SjzGMKNx4sqLihaZyQRVAXEeOnRhQKexai8eEqpxKVbudtqOZiV9S08uVoDFBsY08Q6/eyE/onNrGpwT0B4i126K+miC90u1R/Usg9OV5pSjWyVrMdfOj5ZjQHwJXK1vdR/FHD2AtL6imPegIOnk5RabpxUDZCIh9yxqDNNEXwYl3OLAXla0UlQwF5KbHUUjLpgj3FMBUrFou7+LvFlG0CnlpS3yE+FZQCVGI4gtFDDJ5UERVZJFG8wrMbTwgG7E1v2BVL8owj+ubASeKzkZFMIlmOs6CfGy6TKsfn6wKW+jhdmYZ5pDg0XqGzBXLjJKXW6adbEL2GOq9sNHAUTmIKNHHOD9BiCkamvVe0WLfgtN+rvuELLsQ0v5+7Ce+Yv+o3qolsJ4GRYaqCATxwk2uRUeOu+cqyrmn4+9gTN+IQ/O90pHNTSbGGprBQ+MUrqXA2nGNdYrL9dUh6+7kL+jaSnRUhcyhQSCNgIGzqnOIh8G6rXVblMpH6krFPwztsKIJD3sf4KEFVbdtqWijqv0z0Jaz1vfOYz+0qnGyPmBrd5jX1qGfVqmD9WkjRrRtxyksv16vtQqPyeBzrmN8Y+X6fkxaY9/1Ja3L3GjG7vBPWJSC6joT9euBMHvaE2bYE21kGgce8yOXuMm2TtzFOyNrJQ+0777fXNlakz+LVB77ONYWfrj/bzNu0R1Vxx047oBfj8dtOO7AcQd+AzvQjXPgaZS2+91g7Puv4HkxVj4xlTIVQpr22/SbP8Bd49109FYJP1oxjeMPvOeG2P/WRfF2GV72yiN6k87Y4aDGzTDZ8Kl8/6SCqfBw0YrMvLRQqVeywJ9joEZkqT8eHiyiwfJ4xDtuS0HlHrT+7Z/OJ2UmvYT6QxS8t0mGxrJt49O7ENyNXczFY9rwbR43eFdW77x3I0WLwl+4yUfFHRV7bu+X5ri9s1sKQPcUg+4p0rTw8mUxzMSq/EGQALS2ZAA7bc26qBkHHVFKrCVhVwXw/Z4o2eQDct2MWgTS06RMGbNQefn1PtiYYdu+yCIoxd1QvhXy3odD/RRDCUMhWesQZQ/F5zzjvSOBHNB6jI/CQ7yt85IFN3beRyflGKHVI/0UVb9O69ipnnSLonAQWtFBEGjmqOuDqgiEtbT+6HOEgo+cMHM+0ntjF4yNcPgfzJa2QVugbxJhlLYniqNzVUUg/QpYx3XmIaFxao33iKETUUIF60+tcVu1hNvOJnc37vVyj+1dF2nJqBydqvtYPDYfHbGPnXM6nhrcVPGgpJz7DX3Q+1/v0P7rp/zVZ9T1qSQ4Lk9Zvk4rQSEOwCGunoZ3BwTccGEdVffkGDXAFlpjQmnFYeCKYgdJcd8svRN72sfveVuGcvd0rfa5whV0DYimfIWQ1MdZEL3LblYnuIZutLdIx3bcgeMOfNwO6Br9uAjH0ccdOO7AR+wAP+BovKl4DP8Rp+dUJCd0KdEhH9Y8wmGuD3ltTJsOfGYgB8bSTG83w02mjfdlrdf2ffAbmfe6d3JUJwSfeOUJSDalYOOP54WPdMGLMzNfXUIQIC7rlS9k5dG6TnL2Q9Z59LJCHOpLCawCgGKDm7ZcvsUxtosXpp6DJJsQGj2EtUzYwnSdihx6gOowCpC+VbnzbJV9fDuhwwPoxXBIGB2NmPQ72rqz+a64c5+ecimgwKMC0AQUge4oCC3BPXNpDRBttofRDIKESsULepAUTH/zR4qtYBQBVyowgfg2EGv1o1YGkGumeOCb4oWdZObU/Oxo3RC+SQR/EVunrlzv2nXFSN5uq2FHjk9itTdNSTJDtcbczGw2E9BozejNkZgDKCUBadp0DDsKaBhpU9sh0q5BmcECpDQyg5NOgN3SBktwTY5Rcg0NnP41WceZQqJ/q4zzQOcXi8BIW0spxtGXWDWiU9ReJGKvCOMhFGu1Yk/0zR+uv05nS8ceEnq9SStIr9u4eIWUrGF+Her6c8WhnaIc4KuE/ZRnwTQfgUxz9mM6z8C7EqVfVJEnZOw4MRws1PR1ALQsHV4fXBfzwBQPmAk1eAwc6l+71fV9VB7jFY35CNrvbYi/Yv9AJuUcK+QJeT595HSycZzN/bRycm5fTeJOYh/3ITBtMwYXxlb9pueQw3gpW/yepFqPiUzbEiqy1f1Ue+aS1gBcdoWGdWVHxUu5PZqsPQ5w6X2PzHEHvtAdOF4mX+iBPy57Ywd+ZYV+sJUU9NCntwWJPbXR66g9/FGMh70O8ugfcXrmgWH93D3zwIADzX24ylS6Yzzm0fa5U11CUBz8LSyxt8nt5o9Gui0KCZ2gxxFR4C96I1sXhSBDX49gpQyeNH8v9fiDWrrVmi6smmMdYVEfc9DrYYlltLyImokBonJyINPEJtxFBVbi7nINdX3I4oU/FHJzKAtn6MY84oOtJb8lqLQvAhUdxPSSzru6P+RpaqEP3MCBdrRH/Z6tSjZS4GYewRnvWAnvi0Rjkpb9kYzCbRGujHcBngKAOZ/wESCcGeY67BKnRJo9YG7PaZ2uD3nIvu6/Sy7JFXND3k3O1uRsc6BvyeSsbwFhkZzNP4U433ekRAuxZ0KMfuuoMG304wAaJ1Qn8dn0X9Vs0HCJw+BGvNGpsBUiMhHUJOs4t5wTTjn29bzwLLzr5OYgDFTjIWrsiwo+0lQ06D1MoUudSyj0K2D6BpCuIUylJWjysyY5Z85rHpfV2ZbPI4tAirclCqrtFl3dXZ/osH4GPLnFTLsWVMOGVz02VfsYWiKMhqzlX8SHMhkF+ETsZmafKPAojM7issCR9t+L9Ytua8q7Ldvc637nOJ2quM31o3TKSngoyCiBne47DQ8F32mPiON+p6vFRm23K3sHHW27k2v3W91l0u3219ks6Odwyz205R9ngqJ1nn/I4p/GXMfPzqCT4I8TdqfyuDhH7+MO/A534Hh59Af1yBx34F+8AzuvvvLA11cvkr9EWOntMZ8S6jFDqm9yZtxHsNC4cWe3yyceW3YOw7DdI7ZKNnLgZan+Ope+6cOgtYbPmibEqT5yjD4s4gOt77VmHcGLPSr4JB5NFFE20SrXV03phGqvfJWhTdWJCuhEHGPeFZOuHUni/cVOC2BfqinxspeBVqNokmUTn3s/H0TSnbXS8UBWFibXgHTB9c+SilFUhVRNdh/9ySTlxSOd+QMcMZZAv+ol6tC3gqQTSpSBDPEG3eFc9kWQAbFJgAYvnWQPo3U7Q8cO6Vs/ApK3Or0EzL4o18X6pP50aIfwfVDli1AI3MGtcU8lK0jI1DOEGfhyVBgAABAASURBVEWgmTWNqGTZx4iFYmGQ9BDNL8BOWq8rfhPjNuFQv21j9+u2R1aCnH0iHHedg5wEnOeK1akbYYigtVewaeYHxjv5cFYpHugECkwrQonnMiNeGoDeKAibKNpxG3kVtZwE8zuOPfDR+AdcejNp9rwzMY2zn6YjG9pDsQYX7eND3ofa62K6bdt8aJDilw7a++L8mcjG0eLMLaeszxjr9fu0y4d0ac1pJH/KQ7E2y8eJsc7DYny+RXB5+/5vy+PBWXUohW2DxzoCNWP5AP6QsOOzpg/phW0k5vRbGqw5M1G49vN1Q/bcndlfen4m6/7cLin8LDtu00VnS5Yhf84HfDB8vrSOkY87YF/mFujq/zJXflz1cQd+zR3YeeV12x9oazHooJz5oXmQ38NOCRcB8siH5Bi1dZkTpX7IC5phC9ykrqxJbHGLGcxUDBJfixxWPiGXcUVn492tJn/5V1KKIipnUWRe5FqtHN9W6h6yS8BHhIepFhjVD39egZf/CmoOd6Kr4ypFNWoeYyRPho71PD5JVJQEoyVkzpH6nKeUUZfWsWzgaxeV2FnL22tL4UcwJe12ZS2UoTuI5g0THM3zrDQM9CiUEJyaovo0Eirk0qgbYfRUrDHmwa2suA4M2vKvhcGt9RrIU7w/XDJS1Hx9sX73Zso2OVc6hJzwhhbNmMRSGDRWbvCaeEO5VUFJoaxsq3lDGZE1/zo2XENBwtlnoBdfQREo128CmWIZPT71pPEtShEDi0nvkydrkLMZfUC9ZFQ72tg65ne4F7U8lVGIY0l8aDd65Vjgx5uTjWYc0Di9/fi7GF3xjTjrcSULslYawzye1GWfOu4Rpj2q1HfHph98k3zQpgJFrbwo6tKmkpTSZI0X44rKSNgPLbMsHUcSoX9q62ftGUXK6p6A9XGe6d441aOuotK9g9w4Sdg1fSfTeiq98QHmqeMeCLvVXBe/1bhLWRIsZJfXg/pHjX9sop0uqQdTmDrUhCqdWp8iKWvKD+Ui3xOBKWmmy9zpHtd/hUl5P7yB7vWvSIc5xnPBcxPWvvLj2GwFJ7lg2VL4Af6PQu3SlkD3bgeLYjQ9IQ9qH3E0Dop/dDruwO9rB45XzO/reB5X82+2A/qhqB9y/iCrTjh0DQlHAWLDE75LfSe70Csey0RCqcQ/OJQ7ejedsP5feg7+sa7diRCRQ5XJi6biT1ijrzOGb8crU4dBgHgrfFcoHq5mYI1serJzfXlFd9eEW0XcNjv3Qe3+0M7KquSHLD2uraiKHKJS91QCDsia2/1QVZ5aEtKWFg69IVP4STlZBomchOzU1j5dkaFtoONBzHgAa5Fb+FbHGWo9LUM0Z2GNfMUOL+iSKjIMyABOra28qNROZ+Rbka3JOWTfp4Yp5KjRVvZ0H9/aShdSuPR9y8jW18Fane9NhUnQOg88DUW0qkZK7KWxt7Bm6BvlSL4uT7q6SZVOjCOhJczDPj5ghxs75OboSCoY+oF3ji4zmxLP5CyIx7E0WXEqkrHWDGzjk+NA+D7Db9i3KQ7w0/omqPnEWEmKXCXx+9DW40xM8VH5QdB5wEBxEFpEhKFVXjQQ86qXjIvvIZQAujyonZp+/ctvIyr8COxbgibcErw5zDR1ggR1rloKRUcrgjz3IHGdmH9qZi7s67i2lUSnBPb5PcqmhMcDDstGOzoe9Wie/e80aOgkbQW3xdCvp4p2nO3ADxwuv35jrdMkfNFT1QOSr2jL+h8Y9q83b6z1X5vCxmx+n7N6N9kw71Q8sI5Peig0V0EhO9PaMPiJsaE9ULFvsDKpYfwOHILU3Dil8ecM8f6tn9bqr4W3yyW3azxkA6b7ligRNBxybMcdOO7AJ9yBfVfyJ5zmGOq4A8cd2L0Dmz/eHnxQGDskHgzH8raJZBe22VxHjA3aTd5JoqjiTjYxWP1ogjGKXncZoYh6rOrZAxgfOt6iznx6zWT9B6XzooILo67oIBqXPIJZvNcn/ARm4q2hLbbh2yEqBOEyafLXShiDvi2AbG3leZIHyoglf7MYu3WAK4u9EFcRQbOKl7oHeafUWIZallVIhWXR9eWPh6qYu/MXWDoaPPb4JpD5pzx3OT/pFHsEagrFLOUaOxhtUgQiKy9EyN4wzr+NQjHI+YYX3ByBZMdXQuQsfYW0AAMNprYqiQIWwiMlu6Y9EFf9DqCp+GhKscrHIQGIh0RjrmBKvy4XNaSGgz2s7Q41jN9ZLWQ28szAfC/jFTxbYmwGapWXDV0qtPhz8OQEsLkO1qnkyouOUW3SiRfEBySpFuw0VH3PIet5MfIRHUM+2haBg0srx1YKjC6JZxAivdZonrX52o2PrkWiFz8UpaGD0y5Y2TfX4Efz9xIuF+t0g6DgY4rHdZc8ejKTLMgGkngz75MZVL2okJDNFI9+f0vV7NlUYSuNNQ8m5X3QHMOQvZynQvdwJoSpTpWiekrzY8qRNl+cruenRNk65hMoP3JxWzPwo2Za8lbzgUoOE57Rw9AeyNXPedw+aytre+ocDyzhobDbh5NTNIaLEWCf1B4+P7fncPhk9Zni4BEsZ3IufWwCeyeOq3VwCXlS/OE6bv0bPyr86Ns/+HgRaMk53/llrpQRhjCV+6y510mO9LgDv+8dOF5Gv+/je1zdb3UH4iebbf4Gy/hBbS35HSY9anQbT/fSro1/QNQIwdZjTeYNjwdChZmXIvPXG3+Vsn2fbTeiXlf3SgE0vf7ZXVQyGNIbKdfXgN/6umJc9G5mQp/KKZ1yx+w6f7krEfpp5KOROI3s7s8LudOiN2gL5B3Qy2dw4bfJh2bo62yDhqg8rOvlvsmNNTmZ9XtuZojmn55xySgCme9hBwv0INbpcVKZ8BDmeyc+3NXnrN4mKwjNVOejvDN/1ow1l+NPkCzMkMFsPjP9n6nmmeIPemMNWMo4xpNXnUO0hO3teDgvm/igQ79igFbjGnin6spaxAZQpOA2euWFUlsLKevHnya5KJyNbjzRmA/rtjyrZS/dCKUEKspI+fTAxjk4bBAyyWp/Deoj5OuMukQ39Qlf6TEpFsR8bPgptjhXT7rt2nBRVNl3IbwUO+aSjC+5+ukAlcYhXpBQTl+J1a/nZe+RfAVWP3KyKogyl4h7ia+QUrwoR5Fxfgn5RZboM0gYU1AKPwZXEdpk5nrb+CT33VAPijSwU26nwd0672s3lar2U9C8JQhbZL6N2HTUIdHc2buQn9prOcKW8duipzW/dXnN/Chx23yPCvA5nJWUUGKP2KL59yNPPWaT82/Lsv1c9U7GnpEAJAuwB7TDPQ8IttflM8/04AmzY37UtMgcRj+DdXvWr3+Zbs5AOhV/hl/5WmES9DwiaDiDRT4BHlzKJ5jjGOK4A/9uO3C8Lv7djtgx39/PDvjPN+94/OdSTMKO5fFiP3740csHbxPmfwDHyid1/n7RiRaVEbkDxqcDal2RrVIFFozxDrM+btHb2sfVY52/2FRt4rk/ESLZ+KOHMFaIShykb6F1UdshuBCdRD0wdDw4+JpDHf10itBt9B0aATJu7GmIClIxygVjW/cI3lhVwAXvpt6u8k75imnV+ThnSjeMCntR92Sw9yqPEXp/mIo3ZE/HiypNsgySlQ8Vi/AusshoC1qOc6sY2lOdTCoKAd/j7UkpgmOIu91RWqF31gAKKZ6nUxV8BM4DFX8oBpn/XRocaT6uBPActeAKNz7QEaMMD8cqVDo5pmaGfzj2u4cYfJjUk+voGJjz6mXDfWfrJ93pcZiBedZCNTp+jiGCtmmQxGkcEAv6EJWpFNvgheAteW9lrQMtaicxauiDc5N3Y7nwmlNw+55OPio8ifY54O8ytKxd54hUAm8RGNBIEJCGvJNL8Y0mcuntUiP3c4iXLhBS7Lam1CXjltH15DLhac56J7vui5WilN2BPvl5GD0ml0S3I21X79QOi3OOrhPw113+gcnw2t1qJpVyq9ntPLLEPo4Uj2HJfeyuY6BtrbqaS5W30rGT3/sniq1Dfj3leMFj/vCMxqs7fNSv5fm0NUa2H3VmEWI8d/DRY1KTUCG5h5RVGPMbTynulCcXnY5Odv3HddN5d8Y60G3n+AMNk2lcoKPpvqkQwXbcpnWPFjpb+q+gt6GTI05I4gylmoY+Adpf4QlDj0OOO/AF7MDx6vgCDvJxib/FHYhXNX7WRXJciQmEMPQpJUsJDCrT357gJyOv8HoE7pxWzlyiT6CMCRsKZN476EfN1d6NlJWN2JIGDokCE/3QNEEvJV6jFE+LgWpC/aqEXuSMD1QWw2tKse1s7BKNpcWiVLAovkmUjibOMeZd0Xc1UaicHMn8BYZkWiZoeezQy0U/RIz8RMGItYQvKm/T7/MQ37XR8e9awZReSxGKaGxFz06Y6uTUMwuzvtoC5wUVsjBfAApjETRxgg/j3BFfM3KdFI7Eio1/mFvZagVYuH4NTDO5ea3z0AqAny+952HGOo0rKveTrNwEFXxUBJqrADSzJkdhBeJeg78FG5dJ2LwncFhK78royr4MBlYi90ERft77apxTN5WkERIdkHEMtCGqR9hoPumG9nGKcewxvyvKMGfdskFTxxAHJS12REwxYXEu61wCWedVaLyfdrmIlUrUcRStkE0Yy5V/mI5Sw3mI0+vL+eaHXEqHOs4bJ94xtjbFqBjrxKNn0xRSkk5Ty+hAE4Kro8tB1vrk+5VCWy+2kOiTW630QaVLFp9k5TK1hGL7DBjUqnGdyrYLqvz4lY4DuWkOuJ0Nl502N/QBesbVB3U174OcN53Wj6rVdW26HqjRGoQD3Xe5PWpdm6vYCFtdVJTHWEXYvW167Oq6HpXc3viHGA/NNWLhTQv+gF5LqhfLAe6bLvv3wlPxzuIeSYAiwj3ctvquK/en8PAkE48IFv3E8C8U1he4beqRj1jAT2c22RmKPKJoROrO9zfkbfGOuuMOHHfgY3fg171vfGz2x/HHHfj4HfiXReB9YudccSEmXgCS+/TPOLXYEWpsesRTOcb80VeSuNCIw2XUwo6C8R3RDXSmDwoRZCfbuuLi/oXvZ6gyRhqjpRiQ/MXJHvzEuosbP/wLNxDphKJpeSAOlllp1uef4ATj44ZCK49YW4Ip8H1OkywwGo8gPIw4V8bL32W6MY+Y/UjAMEpN3BAhklc0cYI13odbnbrS0HrvKgpmLvTdaKx0OPG+bl4M6vNSzkAG+RQ9Gs80qJTJtJ0rzrElb9IOHrpahwaOsDat1jeyTll8aa5z6p15jjMugtxkcyq+nify0bzawEp5KTf/yCimUnjyZel1NIpxw08xgPJEwhi9xiCUcZKAm6AyFCSoNAEVN8SZ1b9bg5nmA6GPaRFn5wgPOfYZ+IHTaHcUA8Y8Yt/qCGh/HsH76rN2OjwZTmNxEnV2iK6BYxUajRdX6Tq/TZbu8fCctg4LS+1bzgUdZ7n6IRezE8ob9PsRjhEr+K0969dZsG5LKBJ3HjVY66mtf5IrEg56733LAAAQAElEQVQJTjDnE73xSWBoLm09FFhoxjFcW8IwuHJaVNmQ9VCp+uyg6/4bbusBkNnVDbepAqepYlN6OIjfs+rxjgA120pDG/2eOfeYYuzn6g9Y5PrUHEsa2m1rRP1A8xm92+IYgbcY1lVyLNgVa33II2RF3uf+GaacTNf/uJG2JFPIcK+U7TeDsiMigHZYZnVRh3jXoJXuHbMeeCyPAogVuIdFuPDrezG6b7mP9V7he0hfBh7ievQ57sAXvAPHK8W+4KN/XPqvtAOjRw39sFMWesFIMALEymuBlU8qsh7/Air5BMIF3r+ZE1bXJe/NvMpho08YOkujgoA5LycijXhphI5ubEHESxqIBKC4Y+j2ImCatLVXKe2B4D5T/6pWoaJV5z6l01SwhRjLGWDjT+QeKxSPjUFZ+5LFIJdptZ62X1DxxayWU2sOhFx8Ejqft39E7LDWrGEnbaxv+xETFyuJ9HRsZczo1OGU8aLK2EOzC72OcJq1Qvq6jfITVqvOVl1rKx66lsuVLSkI2ZbsFEPjB0gjDJqek1pAIZJJ1tFw7Mu3gJpMcjRcaK21LYvDmWbxt7HayS64Ky4kin9pKGnWFFE2hSFYaFhTz4fGiziFtdwVTlRgchV5fPmSCR6nSCIXzhVb/7To13UPyQTd5sLcNom27ieHbVCwsV5yRcRwa18xQCcFLiKCcT5zBHzZzvvGdOGBOwypwfhGQ12hbsxL/hyIDGtkSYKVbKWPwyxtgYgM7GceYTTErSzK6bCKgXPDqNP+aM6OINqZjj1zOrrvSo77wWggrH4tF8II9UD3niRa4EQKmB2t7QNXv925Roh2IJ6YxMIUUiPJMuYlFxexayiea9OX2bb4rjmueTxK1IFm/2OMjkBwH9WTHs1DBI3eFfu6A932hXjINuzpwMWY3Ucn7E/rP25JyhHQdJ1EBi4EO+nLTJhpWIoM9+nb/tgx/zBryNEP2t8e1ygllkYTdwBG54yWJxwwauyiIcJYt8mveShBAcdC4A5sZUAhBw6S2+NHaNQRX9oOfNnrPV4lX/bxP67+V96BtR+VJZv6gzpoedwutjEJ+/QxOHT9u8LAjAfCR1R5d/gEbPSCAh8u6OoMHePUKhUvINOMOOuI9ek2U2Gjj3QjsWfH+njtsvLQr0x8Kp+rH7CDkacwNo9kra+Cl0S18FTW1U98i0k0rDUXY2eqJig+49RLztZTeeEjsgMaXiEX8aIOFT+cWYtRCimDtmNGFsZLZuv7lMhUiEz8t/Kkd7t0HXWT1lQEaikEqWDS+jyT2V0j78KMSHiPFBM2s3tSZPIU/E/+iJeywIs2zq/wFgzqCu8yK3KmUGVW0YRh1Lfh5S+LRU2K8g8pOC/0uCJ5H1pnvZOcySKzV6QL5+rSEbBww56Mdb1xB5Oneh861o15ubpDyUF8gS9CvHzG0PhAq8KPgFlnMoQmG8SHdpUpVErtoah5kVHHTXuBhE9phAiPIjtB6fRTdXWG7bT1YyxbBUcDluYJDNmIq3ATXawo1iRedtQa7OCa8DPJBQzELi7GFaVd65wOvfRt1SWGqDgkwKrp2otxkgbUsH44vQA72HpOTomOVk6EMEkObkdP/p3AzDTbEl+p9oOrAO049/ucXcYLSh9NF0Zwe3rmHlt7sWd663gpAy8/QKuObV1DVzSVFrEn41zlI/RGMxV3k2TvxByKml2lh477SL/RHuhce1y0h3KVfbQRzb7o40TEC9W/8pVW/RPoRgjlqDjZKifp06JOWum+6KMTqnevukr3jbenr+PzbUBJ+CMnKMNFGkVs4LhfZC66nLPRWHzoZHbZGbpeEA/6hn/PfwLmGOK4A1/wDhyvpi/44B+X/tvcgXhsiH7IcF0eLMHpJaRy2x4NE8YBiqYHe+MB3z7lR0EFj1vnG0/wlFtOPFkpZ96txsGMGsZEdp+JZpuAV00NmiyZmm18Yt4NtSva8uDWMVR+HVpBPKy/OIoCXzL6Bl6A1Ia2shs0lxncMCr++Bi9KSqu4A5D5/YqskGdfFgiifr2tTAdekvZ5RUvU6tVa+2yta7tVP+J0RrnXOt9b9BLd48wGeuVe0XVOkXpD3yNmWiTs1O60Qpb81/lqetsfKTbGR4CcxQGEjk15bs/GY0AUSpAdqA8XRldZu3iKnUeN1GH8zqOkuSVyCE76FiAxcf96GihiD4HObCX9xh1mHSVX6d1QqjOAe1Jpbg2jtF43FDRpBsgtQOVUzw4AkSLng10ja8ZTsfNeY6djptvRCkqYT6gDbP0sZltO1/DaUzlt9Bi1iFWIajSqScL9MTR4i/Jc6+6nmKfNJyLHJxOzOCUc+wS50kyrqFuhBjUoZdFwAs7nOuguEgH2dPkIRT/VAb7CK1CMNMhqFm5qXZVCVXtx5RBhHNWbsmvBfVJ4hRV5ZSOZvKf5GHbP9xP6lS9g6c71pKYG6E0Zw/o3JV7VH/qMJeWtjF0S57j2U1rcRgfXxyUpjwFWLVgo5f8aTGOKz5zNxPVLLm/3ZrWKFW/0PFKxFe401o3WtvEMswzUa8JutzNN3vN0It+RMpVJF6QEUrTWCdSjTFSDpmIU74Vw4DcHysbcbb2yWtyFUeTVVWhIrtGyfa5EPv6uaLvi7tjLx7YhB2j9k2EjaC+UChnSBaQ9bPEeZeTen6kFB/ZzdAJ0iGojViJj0PzOPej93EHvpAd+KjL6gvZo+MyjzvwGXeAH620yQT1eU4Ug57/Cmv9MyB623gU0ouI9R+NEXqFM8mGYfBWQwaPuKV1MWSfizzirWc0vg7QbabyI/NeVmMEnOr+aCMQH9O6B53Jq0wTrkw2kUM79OOI+I7F3gl9HwN+rHe+6ip15c4ur/pg232qmX9Z6x1Y1pAaghvSzkd5ZdJycgV157VOFlSFwJW2oXB9n5JLtcv+YMfTHrTwbhrHCF7jc+PGLV34yCwf/U2h3klVgLrKcGOuYSfkp9iihqW6uuz++EIHHyzaV38wzRqBAgf6cRv7j3mfY+z4MbwXehSA+Z2H1gX4pJJlX4cbra8W9OdT0ROjBcbxr2h5ye6jyY09iAf3IXZvH1SfiFNkwTyr2vNKXPa/TiOfCunEixaMxTVeSypeEbNBQ6s60dgTDYQT8Wzg3Y/zhP3qXNc5Z/qmT4U08HFLDHvtFduwBzXunMn0iV7cAM1ieJh/8PC5XbBIPHiy8kxCit4vBdd2FBMUCdR7KKy8kro1FJP5tHIQjA90YkN1SNMYbZ/g6WwMwhLJmuyxRHQ7/MJC1KhseZobrlJMikD41z1nHTLlZIxNZRuZlWZoTB/xDnVS7MbDHtvG/v/sfYeC2zjPLanZ+7//+36Jfc9BIUGKqi7jmchLEB0EoGKJcbLuxXuK0VrYyFhlLEEpzGQiQOT1kYzA8JlTFJKGTNYEti5QymNATKkcEDIQ8hyrPIV0vsFTMSUK5En1uPWmRYJ3Qs8nQJp9sko8jHIyTzI/a1qINlj37IrNCs2uLTUEi4zvGWmJsYKCWviHJxZGqIF4+VFCqFJSexYPNvMADJIm1PU14Vz/AhD/95Wm//4T+eTfLZOYNtNANGuPOHBdBxG0E1Wt5OKuDlwdGF1fV1euDlwdeFcH+m8mf0C3Z5+Yxp0Mn1yJATTJeOgjBlvGHbLCgLjj4eoOHIfzPY42St/hrdS+mdk4JHxZZ3Wb3WlmArXbmPvaovndGGIHE3VIc8qoLHcaJKySYXqMqmppcWBNiohO7cDDNcyPPzgQcmTUnzQwxHlRLWdV0QCQSnnCSLZZSZkjLYIyDVYsuiVC88EDH1aVeYIEgDnhj7oVxFkksBLGJm9AXZlWDmak6K/b3LoYqm7matqI8X7T8s5lruhMhz1WJ36M9fWIHWJELkroZZFXmt6pdMQ54C/qgYkAGu2OTQK+4ilAjHEHMEJOE44bqdR84InRiJ7OMJ9xUD9D9LWSiUQIPhQ7G+nSG1c65po0BOabkZwcoEWtcpJ33AQIqiFlgI0f2QyCkUgyCMiENp8EkXaXyiRXYlr6+KESU0zkCQN7zYUdsTyJuFGC75U7AMsn/0UJIs0iaE4wiRoaEkTmFmRc6JiyJN0ixaUJpF1YeAgjDbYdURlpWoH3UsgWsNQkG5mKZoGAEUaye+e8pXPJQqCZuJ6bM9WyYLgcihUPFkcQZjC5jthhYBZFHjrKdtF0HEDZlGYQnokK5Aq4WxE4weJ5MBRPibTrnoG5cIwzKWNImeNzH/V4hOCxmstTV7JFGRPHSO5xFPG8AU9yC5grvxOIzbY55xna5PjySITpvyn9P2z6/N//+7/0f//9l/6bFPS7JeETgoHTUWWFKoRaXPPVgasD5zpwXUrn+nZ5XR14WQfwPIrYOfXPQJAk+YDAAMkvbKAPHw/dZOxBgu8wsUy+TEX+FK1NrK49XzWFYi0T3qKIi/BVBJ+oCDviS+qc9OTZ4VFf1FbPooOF2uGy9Sd5xeZzohAmlYdBoRH8i5CgBhYZaSMCqtp2hfR3pUHu5C6OPa7zqw3QfDyUuz6Kn+/vxcTIXdY8ECKSCYb0USjvAGShwQHhYRIgTZGC+yr3o2avbZD0vqpqgLu87PLEIaTEf+TZqBo9K8l7lepgB5HTzf0d1+1kAnXLvmcCj2NDjqWlKq9zpLmo7JqAwEgEhNW1QDRDlTo3CmFYKwnqGZp0stzTjk/1gXHDgLcxGW6aQNtYHG2YBHGEUFSJU/R0gMEEEJlh4Y1GLXrnEoPFaR570bQpo1rFCJFOet0VQxauDM+lehaxFoNMPWlgoRXzuwrUygjr1mWCfdBDSk5+dQm6GV/OMQjB+RUMMwwYIKr0f8KthsmDh3Q0Ju+kmRARRrZHZV+9w0pgyVsmdVKS/VdKpTavxDELoGrklGMobQxim+YsihF5aRE01nx1la/MFsxQiodKvnowcdPn//3f/6X/sAn0H38FBNkkkHHsE2C0LmWEnNY/XNlhwZLqBdUlvjrwr3WAV9W/VvNV79WBn9WB8L1HkoBn1JfXIOtwISV2r8fv2Ew/AbjJwx3wicFYhIQ3FsF8xjoRp3fJjaDlGtVO5uCNdGfULbMJLwoAPDaBQLetDkP03t+u4ETHZwCbgoe7hPwkS9BfEykENywmYOUXQRGTPgMMKOsFZ5x/FBOCdBcpPpwcFr3k7FzUfqdCO84CmIVj0hGYv4G8BZDOCa2MRgOadgPxU0SvjH08Qe/chHtRpnvG1SUEMHnIBc0w716qmc3wx5iJFwWeBAy8O44h0uE2prhJPjfcH1ILlvba+jQRgBFxwidLlJSwZ6Wnh6+X6udWSVBukEGfHBZQECeCJ7QQ0lddUEPMfHLKWkXyD25NTu7E2yvVQLQlVEkq60OOUVgeN9ZJwObdTd6oWTQh+pOGLAPznKSfA2UQ7xtc3C0j7TIk8mU0sFpAJnk5pt7pgNWYSrWG6sZCgUUIOuNIKJ3ERieXVHz8+NA3JEB2FY7YrgZqldlZUYfAHAAAEABJREFUFN0toazObpXQE6FhLvil09lF2pz/2kHTcxUxMTTtCdUAcPD+A3xNSsvmDzRqwxkOGBaGggpYCqPypCggkL7g6sDVgUMduC6dQ+26jK8OPKMDKzHwVJ35IARcrPDwx+e5uwh0TsUmp4/6hPTw3o3U/BbjGKLTg08GXIBwNMjIB73DOBpp2/4Zte5YxZcBnng+4KEqAwtd3Ed1F2UlJpCACf6gMCbAicFDJG54wANmFKTF/SlwPigFbSj5A+AXqSKEwfYoywVTrseQk05VMwrtAYgJsV3xGixRGIRQBEaMZKZ6ImKKZ8IxO8Kybx8Z1hhyRNBQDJIKCNJbQ/TGMVp9JOtTYkERev02L31YMMtDeT2hCgVD0kB6tZEY+i4JWcOSbkHO9nBRBzM7vPRhB1sooBPZB2/bHChviCyoUe9nPBHH+z2L5QOuJcaM4LEKwoZdXbDtxaRnF++CIdoSOZnCsbEzFLMx+isaQTYIMRBFp0DXEwyRgjyN62BgQmPZMvX/MNnKl7garlJq22ek0kNzH9KdIcdwboa5J/+E1WdxXcD4Tgu2ZJo1TSb6OJXjb9YBcSOIrLvKhs9U/+rXVI6qWdDYYjMnstQQRFwIcg1DQQB6OrvyK2E3ufDVgX+wA2tX0D/YjjeVfC1zdWCtA/bieccD3B12DiDfP/KDS5q/3mh0TuVL/2BsfKdjqBObotSDc05oc3rqx8t8atDlYBkF6INVTrPWep+YE6ELc8udAOzaSy7Ui4MPezOlBMPCX3jUA4058dc+giVZ6MxJZcacRjUeQwxjlpOIFv5CqbTOGcjiYBeTMSb2GPmiDMxQf+D4WsppgoJgmQsJUT+6toh1tSVF6L0O8v0iB91fY36wLrs/J+Ccc8pIigA0GAONX5MD6/2iNufVtkL5lCVjcqg7sps0riPa4BZA9CDcn7H9M86hbevYhtJoF2nqDsEe53j0nCaOsL3o8krLGkYda3FSUVmAPKEIHiB4zcRVQWM8EPC1rqfL/qCi1lJZ01ln2QICL0z+Cugvdm8ICZhANNk3Cv+nDbwPCC+xMdGZYPEKGsmKcougM2HL7tJfHXhjBz5oKVx5H5TNlcrVgX+uA6MvqJxmz9f2KyBtT1a0NvPZcE2/qHNHYCyDMbAcSweGQ9Gxmw76w6cHj4S0nDyLPXvvseQj09mI3+fHByl5rkJRLGFiUYTEf0MkNgsGkKWJ2PON+pTqAxn0DAb02NAgzFEpRAOBAYLrARljCIIwhn9wFy2HBhYg2plohnBuiaztg4gwZYCMPaHE8NHpyQt5eZLWnth8sY69gA8PHs4MCXFN6AB6gjnliVcTgGcJQYTgFXNOxiX/sLUE549gu25l1QmOBKD1EU4Afn/wZ6TrDse1XvqufI6Hrx5eizXQUNW3lKQlUyuPHNWedi7HyiXRck7vs5r7HZdo3Vquzmky3AQbyWiQOSnsTnrLUHPSoJwDX1yDjCY7YF5ByJ3+hZVvqrT3tlRSYoxDwBoIh5w+1Lito+Fwj7eOtrlDHgWNT1SEr2Gx4WTATSB5fMMkf0AEnGBPpDwD0Zj4FXD+6L8iG8a84OrAp3Tgujo+5UhcefzTHeCFmK0D2QnjK+IjUpZH1QwhAegNAythJFk5yYf5CrE40YFgBtsOZjhGfGAoGrahMCeIkJZ7D0Su+lDsDeWjG4AviHLiTDhKVk3ok0kGtagRvQZKE02GzyL6T/zhjz2zg8dgNCJ9ziRFyeMw2SqO1iLKQ6gZ3AYvyBoLuWmSsASN+UcOpI4RUm+5oJDWsWRaEFNAOtooPZaq7oF5d9jxy8Nu9xMp8lpi/AnXHC85gofRq0lnl61iBvMrVuiR9aICxswEaHXEHjE3wqrDqjJ7vqtWz1dKFZxK+iAwzq2U1W1P+9RyMD/kPIg3F7HcufSs5EC+B0zPZvNuv1eVdPAYpTRpJobe3YYd62l+OwyrCTZ1uLHD39PeEv77W0E2gSjDQxx7BU31O03lRc+afaXGxlv6sdclvTrwWzpwXQG/5UhedfzyDsQn3eUvv2NNiDGPeW5aW4pEmW+P6dHPDa/nzJewJ9aW3fMya7PxW6rjVvtMbvInSCyVQROAUgKPd7QkkOonV/L5lD7ZIS4JIA7kgZEkHxIlOSofhLBMjMRlyCvGjDUxU9TCLZwfiHXDA2prQC5zkjZKDMQSwS+YxqVovVKeFpz0ZYXbYCIQ1a+aDpWFPoi9TNaGbDggnFp3ih0a1R33MRPEnSMTzRGCRSFjFj7mUYRyufF8xmnN97F6ZnehxKOJJ5L9k+S/P8A42/3LtZajYlqL/dz+GvbHXLL8Dvn5+p57zMa1y3k6Vs2lnhA2X+fKBcnXgnxBfCifEKP1i9zoXPVCaoDoUaXPo0bxJ7lbLK9RnjEak1EkM7CNIFqUexDuQDds/vCvginwtgQLHeZ4oasDVwfe3YH5XejdGVzrXR34hzvg34tNC0bPa3iGwGjM1pgjtmtxos7Tchx1Pb1oc/COI/0JwVkXIYieQC5muz82QkhpmDD2+z1qicX4kDbhZYyQZLsiNR+oUtIp7ftsPRZuR+EGA1JL3EBgNKGjGx7+IrtOHzJO/lOjr2HQevZ4VD6oDk0plMQzqGn1UdljwfCjB/MkMEk5RjIJ19XHmpPIpAU0mcGyZmb6GwRSLiaMNGVUlLvLCps79fSCvh3QptSKDnJcmC45OVWJtP+zkuP+ICnltOfTW5XM9zjPbHju3vFCWUuo1Mz4iOCxtI6sdMCW1bp5pF22H7+tvLNpnvJ7W1X7G/0tlnv7MG5y9c74ugaHkXB/I0rh0/NBVUiuIN+n8uAGDvj2FxgWnAnc/sEl3EhEBslzBjMlPCfaFeXqwG/twHWV/NYje9X1oR3gH5H0qenXokv5yExwnvhJj7kMdRiYC+GYY05Z7i45JcEyHQvRW7MJsVXkg00O9BIZXTIdnpDW0lovDK0txcJ1W4KrZXkpm2SGshSbwYSBh7vKmc5QKpGrxXlqCq410yDcIEfXSnWR50qcDxhVGCksj4GSZI4aff6UedE76d5ITustWfZvFjTmW5GnKo3zTDLKQ38wEj6GQKHs5jwR0cdOeM94a24Zq8n9w6818Kmh08qnXJjiIXEYcMGDelHLNInPgulAjLVkYIJW51RjuCAd+DAPJnXAZRJbnYU8OPmpW9wgWD3mzJHGO/IsWRWCjkfhIeflxVCn3KaWLVY01oQXpbay8GkVyx05NyU0zMj63bKlrEd5nPkeHMV5tizL913a+yklOyHbPvAGL0N5nVPiXwPTX/9AAj0Mz5/WdL7g6sDVgYc78HG30ocrugJcHfjxHeCDG8GfzoExkvxDniiOqh4g/r7BZEarQ253GEMjo4Mye3o46LVsXnNctnlE01T+SKDWN4Sd8Do34WV9mmCCcjDPxgQbHRkv/Ckl2GNOEycHkzn7DCzxZWqj4TFQHgB5NFdf5Fq3hvtqOGOKcLComXBNIUGUtflXwnB9MS/RhUki2cT/g4mr4C6kYp1F8JGT5+eYSUpRJHAegMYwRpBMPCdcXnormg+YYi3n0vHSjnhP6BYuILjklHMWnBJxOv4pbvl4hGHyJmxagy8PHYl//wzk8Twbj9xwk2c+NWIuJZ0q0k5f5LuJWNRjVbQV1AQeTrGtuAY+Q5VyC9FEaXNdqshcWmMT7kBDv6FwR7AFk4cO5ZNzkRTH/RbVK6ZXlNDleaSi3enYlydjExK/0ZWoq/e8aeR7ljqCySISPeMB5iZLGS7Jv2Loi746cHXAOrB0xZj6QlcHrg48rwOjSPorB37Jlecgf5ZzgeOZuxuaYtEu+SN6OvLJvVfe6b2Sx84IrRlfzCWmTK3uIU4L0vmhQC93Ht2o+Ve/5H0DBVCfnUn+Yb8I4GGT+uOZ4ocRIv8ojXgY/GNFojYaz3ZKgDFIycOjEmHuHtw6Vg09gGOV6jxfWeWdrbGCZEpMG6buP0lnIdDhYuV+0GzFecaog5uGfh5plVm0UAluJr1VNaJvZ96ck/SKRaNNZe+H/BbYZSi7IgNbhBtIx1fF6mXcRemOeKc9xzJXPz9ItxdHF1MMKHMP0vth5sWXzlBUIDeDyvEaWZUcR8rvk3ltjhM3qY+kw+YRxOdAkcWnEBLhtVOpcmOZd+a0kcrHq9d66jckLYLfA0odnGUJmeaOJuYlS6WxJJsbWyNXbTsjwKZN63FxVweuDuzowHU33dGkp5lcga4O7OhAlid8/4I2nOFIAIoji22VmHUVNFRuuN1M79bzo0C9zek7jX/1658Jrdc3SmRBZvkZWjD6fDHbKi/ufIKbsr6LLRRF27TxWXDd8NqhLovrcRQPObQyCbs6fa1pYwxdiLPDmqfq+K+KKKWznWUIkAHa1CmxxarHTDnQjxihPXiWxp+patZaAueMErsjTzEh8VMIMsVfmB82hVbUzNvyqnyJgj0GtFnvvjmlfnMBotR+9JzSmRqlcsJ/xTlTMQCVc02laJJxzNL6x4rlSrelnaf1CE/S1qwPB2TRM6eb7YWgMqtxZhIE+1YfLhSivJ78ikuUulBjlB+kM86vgy7fa17qXk5j2j7zl51fpdmRd/ruvHflGBp09JII8eUYub9jhFYTncHa6HkTX+jqwG/qwAfWEi7ND8zuSunqwK/rwFdTkX/16YWoc+of1nOyxzgQCR8+Exrc7yB0QHF+WGQEUAohQftQmXN9ekUuhHkaElGYvMIgWie9QbQivRCX6sPAsghPfDDT+nQ+nM8DDlIG/WXpwoWX9SqjWQ/Utq7C9WYP8Tx8JUDDpJBnsVgnhum50DFCNLs24A8MjaLzE0+RAxk80RT9xpgFZHscZIfLylXDaVx2DNTYq9dPmc+kTh/CqEZeQ2Uvxw1wv+I9GsgklbKbuspnjiquM6ODW1ocKo6hmseLIDfusD4dzoClkrDhfMb9UR8ppdwx9tbjScfVXeY46nbSw4bv9H2imfZkb8AH6t27xMxulCFlDjOHgeCBvJvj1DCDdfaI9p53NdYzVq3RXkn5fb/2m98Rp1aE41Ld2MbVkDwFlNo1I+SKna6m84rZN6iuJa8OfFoHruvk047Ilc+/1YHy5Zeb9wE+XtzlgZ3tyCnhBSFn4FQ/VV9ly1TrO7LLif+Zhglg/bJkIUxvKBtukTi3IuNKueUB3hQd8hsT7dtoLde5bbKar8/EBLplvP+StpW5cFr6wA5jrqWQYBo+qXwZvYVW14PzWhymjJexSY5RXf++FRNh3z1iSqQJJ7Z/NG3WrVQzs+2N4OnMwsJPX+d5AaXPMiEmfwYElBLrqEBKxDJNolUbEdSpNazyl1Ke/EsX2Q4eas+wJgANx0znty7DM32IPQxYhLsNzeMFvZuynh+zVKy41H1mdp1+J3usktDhQMpSHf+c9J4TRfLrvx9R+EJn1Xxl9it5xeTbVOVWVDIYVYnii35EPLPvo/h7ZFs5pibId2XMLFIHfFwAABAASURBVAlNMpvMzmxp5oCYPO/IghwPSUSmsf6SXh24OvDSDqxeny9d+Qp+deDqQOmAvLTa1eiPQPLjHmNyztieSQIJGzMmTvEzkkX9Jp1hQQDiKPGCrJGTIXR6igiyQeX/bsHa9zzrJtCpAToBylMi6EZ/gmEfkS9Qsmam+IEqsoEu3QiySMITQySopfxbISJYmLwcxwtm6WtJsSxHCilzchOcTDecN87OsNhaAULPLA4IJnk5rGEqlXAs+b+F/fP3TyJOf2/ACP034ZVnqRHBH6ZlLJnTILhUslI0EcD5KUdWJpHItBZaDH7kxKoIljzawfOU9x6CSYGgwLw5dpptxnnQAKfUgxHOuZdThgSBYRyTHsGWfuTTyLJcW+ntH7s3YN1KgTk4Hj9lcP5iHFr28UUHy3kXHA9MROSLC7N70hJxb9ztMTecZ0bJuXzm0V8hOXJxHKnjgK02/hXFhZg8DmQP5EXzF0Jfds+Pl/b8HQergUi0uFljpL/43idPmvgotN9X9F5akLoLrg5cHRh14LpqRl25ZFcH3tkB+zaLFyPe10sGfFzImXMRCcHHJYIwT5/usj+SMTsk0Ek+d7ysC4FJtanoUrPNcE/xg8cKjChpaDYAYO1Qldnf7UU99kUN6tyuVeWFyoWqBGT4w+xU0hemrSGtfixBt2G8EsyFK1iegLoYS+ZfY8WEV0JCq0UiLkDTbnZU7sC6Wt8tt8cBcL9HMMPgQGIk2cDioqhV0Q37QARsAlFGCGeULvulaGlmoC0dc5jZZEhUcZO+gMX6esQZ1PpCEqr5UN+Ens91nynRUtBvpoeNNgxSqMBqwUHSjaAsMpOmb/3IMYkZ1KwqBT1OE6SfCOA2R+Mr1nOJiBcn2hOyXuWD+7K72pmk7KNz7gIwhU40Z3HkdST+NTRc+nOTd0hirnsP1FJeqIfXKr8Pvq2eUW6xxpH+ERnuU6z5eIguqY49Hu/y2NUBOUfHlj/jEKwUMC6rky5UWcIqYd9IxVelzi7EcPWFrw5cHXi4A9dV9nALrwBXB57QgcxL0Z7y/c1BHvwQGy8ZGa8bBHB1mJ2hKhcqSAMpqtGUXVgIFYDF8gnLp+EHepE7FobbDCDsG51/FUlJ1gj53gEnPiQQxMXqaJYShU9cF0YYKgGBoTRmpyVATqwLMxQJL76AEy8nDElgkAlRCKSPAMpszf0NvZEysvVv5gDDDLBRyYyM7NUB55K8BCZ+PONqSWmKrC0l8oOTuuosrlLPLRH9xYv93z9/kgDoGyCFzZ9RaRLj0SmkI6F8IaxPkucYSFH5RLnTihEEQ+l+XlSI4fdOVgkQBtots6Q0YcNTziziCTVgiMKnnnf5S3HNz5dpJZ4UMYFWxAqsRyXkSa3DqpUpeX6UKJDxdp1zTjlnFRtKjnmJEVQbZjcIohm5YYP1Zy4QsEcEkLiiNGOZsXlOGdMhkG5hLG1tAoealzMcaDypECLJnakRBGbogPNWTVx7f8oOkJ0tWWPrvNBgVQ7n4x7DMHOhFWtorj8gOZLjEdt5Cs/Idh71V0l4r10o6PXdG1zvdo9YSGlZPDtR7HrqPfjlL3clvYzlviQ2Wq3OIpBpFlak13R14OrAMztwXWfP7OYV6+rAMzrQPIyuBRx8ka+Zb+rahTPeZvCszxkA5wwoY7x2lRplqLitELwZEWjCBwICnhnsiYGcB2sSkdcA0ciUlJcND0aikEA6AEMQuCBefl1DljRVxLugC6+/pkiJz3gWbyWMWrA6MbKfRgvN6YvTPtBII9vwqsQHPS52y6m+g+XGadKj3ci2GQmqZpOiOtvjHnZYuOFD+EP6zy1xQ4h8Ak/7mSuFgBsfIAmg5ZwgPgJMD/aMT0gSxPLCuSIs9M0IPi5XX+d+EJZaOBE0b56fPEknnP/T9F8SOqFCDoBafdKMpDCYIrPqL40JOoLoQQumYQdUdaKWhQFGkflpR4Fc27w+sFDOU8o5C1AXobslVFUGSQBaHKLnRDArBKxHLshNPUM0FsA5jh34O0BsEOeOOySQs4I5uSyljfhUz+o2b+rMX8h07sPUG087CHKvQC389R71d167JAA554SRUJ4BcsKo13aGFQeFxACKJuBmzFZvtIWZ+RXNKUJKjEsLjeNXolneIi/CtxHjct+VDA9UKHWcTDAYkUtO76phlNMnyez8OphS7WqlPAQ7y692nsV6fkOigpTwLAIOlydm0O7jmNEEcK8lVvmIUs01Xx24OnCsA/VqOuZ3WV8duDqwuwPLhn/x9ddru0cdUfOhPcmTrbDNNLJvDPYwi9/9iC5P1TnlGGfR3ozow7tLxpc7sYn3ot4FUcx1Y+ENtQURlFER18nkSERM+gTwBVHdGJCg3KtnWQkPSnEdvNdXlg9YhCoxSqo3+jFUj1Eq796UERIe+oj5AiebP/+rf/2Le17UyU+EHktBvCWWTMIOJ6qRUkroCWk3irTLajVV8nZKDvD5VfkALt5NgZMcJ56zE06WidfDxGoxiUY8vnliwgZMa5jNomJoXYUDv4FI7OVkEYoNQndyyuhZztmEA4TNCb1vm64xJZPR8ZRGIXKKH0Zpb2x25JBHtGOfWp4bJdgvwbdM6x+tXNOsSYbghm6UsvyHSTRoQXI6hc9SG3HBBasR2dfgNjyDVXeT70H0BP11bXbCkgkq1ZT8NQPRVye1aWZdqxEJs+okFsemuI7SNxwtxnCsGUMSagC3c+BIHEwZHuPYX2NxlVrGKENe9qsixcunihdXggmC4DhzBoMRiz9YELyfPpCYVfuE0Gt9eEL4nSH0GB2oStKWSe5DpAh1OTRJGMP8ogevnK1DhgD5fDAaQTWTrKL0NV8duDrweAfq1fV4rCvCUgcu+dWBHR2o34PdA448rSY8DrVBaEVopc/iEBmD0YhGLynULQF9XEd6esKdRh9QPOpjmDm1EeaSVr/CPeC6ElVV/ZO0SutcThpvsD0oO1stVyk3f+Q4eQwuVNIigQPHf/CZmz8CeBDk459Dshce+q0BQ63paxyzbNHA9a4rIz/5N0VmV5i5oLDJXixN8iMR+80NZx4DFsBjrZs/U0pgSCfWCTbx45i0AAWvewzX6FyIFHGFuaTqSCF9IFoRQI5eFlwFtZAygZHRMOiHCHWy80grn9AhQE5pwk0xg8uwysCJfAaDYQhUN4IC5lBSkOkKemGoYaucnC2ECwrGaS0v3twE0hO9qAJh94sgSTkySa6Ku8xVnotRVqH1SBnOXV5F38lpmkYyUbQTYtywYcsNrTsnau27kWTfJphTrGDKO/O+q0grI80aMrLYmUfqP2f9ujhIWG73wK7hNau0JR10Kl+ZWZaps14gxi2hQR1YD8McqCcYO0TVuqiLqBCiGkdinQQxkan1ggiOGCDmY2Y7N9mQ7IgQTSI9vMiYaT0QjblkQj0Jx6Qd5tauaTHsdLRicrwJNBi9he0wVdpFwLXmLF2cXsO0IyzZ8PuHNyVJa83QA4za4roLXx34CR344Byvy+uDD86V2r/Vgckfsuvzgjag51X6ghkPB03UjMdlgDw8Z9HoLOTy1IcRS73V6CyC3VN9CIaLxJbJuwVhP1TfS53fVYMbfwzm0xJhR0IrBS5HyDjWZ46O50NfgvPAeMq7CSQ88+Eo3v6kuhEEPTaCMB8cyxXEQG6F5aN4QLvlQNWVkwJfyUoNInyGSErEJG+X45Rk84elyItibowoFsGXzC+Zyhqno++MQDPWSIhrUV4OMBmFCW3D2Vt+nCZuosLE+6JASkRJ2oYJI/ndCRsUcjeSCXbJP1WQsziYwuTGReQayYEKpEAUoRXBgxcAQDdwwEdjzzHImEnWQkTae1Co6cJKCYra98ksIkwk2owgTKXNZAZqintoTl3Uc8PLKTe2NL+cQsqJn5vURi2BEkIOZpBjZIoHIId9IH+dyFcMmCSAe10oFz1GwqiLM/OAimgddvaXQVrTylWKVgRbGfeDqTmY1Bk0B8xkBZl/4QeEmxg2NDA8IPo6YLvHdCWp7H3pT7DeZ97c5B811dllm5jmEcSBAiHOT7eVRCVq1GM9DIqjlDxvpH/l3DADEeqktpgxpH3Eqjo3P/t4n8siXW5XBz61A49eYp9a15XX1YEf2wF/ZvAHvRQeW9MzPjXwIFpV8vk+55xydoB5TgkjyYemBDKOSTfQ3WI6tjEdMDc89nK4qjw2LK7nljuwFCJTNS4LFKLqFihGIMhDy4LNa8TrzWQFhLj2oocUQEslFu1osgW2qCB5WcNRJP6fYdIExhEjEhH2PLnJU2R0MtoDYi2RgMcQ8vCEXuDcd7eHeuJBvgGzE2g3n70TduKQQWwIqsKOwoSTVyGBgokM6AR/wjTPRc8A1oIKWaCkSZ6EY9KPgq1dEDuV5D6Yk37kduSTYJVvzVmibFkFvZyPmojOQTcg2QUC9g3ibTQtL5uTfhyT6wuKOuoVeiuVnpgl4ejnAj3O5O7YWEssSoC2yAm9wVAJkwGILdTQYvYBhZMfgJljnwZP55tWAhXzHVlBtWu01S+6rJxQjUovPA3zpejVs6/v+BXrxbLW49djcZOrqvLi1yYpojIFHW67RUwiqMg2sKZrDJFPl01QL2uCkZIzU61UlZgXE4IjBizqaGypJFR1Q4mtTI34Yq4OXB14fgeuK+35Pb0iXh3Y3wF76tBHNJ0Tns75IJvKhw+AhCJ4OcFMsueBZDCwZjYAWholTdouGZ2Qzx74GaMsRuYAeG6OD7h2pm2E195Oh49N/hRZlm4z6tKtrNiv2a7papgRpXlixlsMHxtvxAD5t3+AySc8qHIzAlaDEHZRDDS7RQyMtdQeTKFVous7becRzFxCLC0CMeE6CLsikPzQgR6wRIJXwNNnIsMpAOUUfz9MaD0TS8B9Nji7mlMlVsYj3PK99xm+/FKK5wQhI4qdPqCS3KZABBG4fUPvsQu2UHIp7cSCzVDMHujvf6g+kxf9CjAJMIZAjQdXHWueIbUquIiRa1G3ckVrB+fWWsRWt35MWtuj3K1sAtEzFhtp6kaQT9Q1qIair2SfG+/cSXeTTQTEQ0EA+byxGpBJPW+pJtLqumoZTUjfmuOkNon3h5ROHAM4DcZSxbr+wGFDRL/WJIMdraKWVVMpOJShVoUtRG+NryF+9Rf9mOi9XnM/H699Sa8O/BsdmF9l/0bdV5VXBz62Aznzi7imx5eK9nHP9J1d9QDVOkCwfzCsrZASGIzET85FSnYTcspm41jZetNZemRQuzgXywfqivFIlzwGdXEZAu32QYmWnvbEt2/h41YhVTpnToROTtEjwGMmD3t4ZeCmj8IfPMnd5AGQejDQPrLKwDf81TJZEya+FkgM5UCk+tw+PtptSwIXQkicD5/+ek+YNwADGduRl7IyTlsCGYLpEj/kCaQVWk5lj8yaT7JzwbmFiKKWaWxAVYSx1WnpxE6xPYQmyuAcwr1FzGSqxmQJVXKSWjkQvPZq1EE49TVkAAAQAElEQVRuVXmcapL3JNj0hVBusqDeIy7R95TC/ACry0K/Z91lm9Xoy27fpjmR7xGXcoC+rcBTCz+c9oMBjrT4TIGenmON0XKpPKsl/TwrKYnDO6aG1VU5ExL/6TkB0YotZMLUSS0rXyizL/xFXB24OnCoA9cldKhdl/HVgfd0IPfL7HnoDT4HzYOnkUyALy8BqKGYsfXPlJVyecSkx3DwlhO+/bkRJjG5rBBPmhbjUeGwsRbKwkhpyjAUCvjJo/m1Q5o9ONXVciW/i+JxI+CVXjZh8DaqmC/53ACCErKaHvjKnKfQI0bCCvK/mNdAPIZKxZk2CTtAtKdcz2lSHaCd9RG206G+XhL576dRHQbzkP5LvhA0vc8pnrGRTtDAOo0+rd3I4phsaR2JEhbjcWvSF4P3TPE8yHhpyjkvLDyWU5rhlwTSez5dY8dXw1oquVHm7DwxoVEPGbXyg+h4aLog7Is4UMXicpqVLLhoI1rcJRTrXI0rpZqXzPwHgA4E9k55bo4PhBDTL5k/bcq4I6UP+HiXN1I5cJpuRPqVat7HCb+yuKuoqwMf3oGz3w0fXtaV3tWBn9uB8FhaimieI2CAUXTPJzR6zjnlDEgAYgDIslz7CHSPqkJnWPMmQwCpo2FUtHeuL+n3vS5zOyZlUpYkpBVzi4/6u5dYLEhCPzYhMWxqrMeoBZHSbEilwcNyRigCkI/CFsI1wBoNxKGBrGF/S9x0wIRtB6XJ6wMfeFjIXyWgQB0o2Qnj15MSRghOAAwJatiQiGSiwI91fNniyRH/LhRbYTxdxJeTMDKRWwWGWDV4ibLNje2eLcPEHGbKDxKEUrQOnEdB9rJMscbEqwk90j3eKWUh9q3IK4uQyp0xNR/VNaKGqfopMY1GOWSQsMnl1OZEMNlZlIvjnKqSYiSEy5G58I9MONq4lySBJ5RjqTwjs2fEsHQiwmHEUEkhlN03e/f3WX+81Yva/D11/6piVlvIU5fQGnWShm2Y1u3irg5cHXhKB/6dO9BT2nUFuTpwpAMj2/5tHl90+ibTGXcPbv7zF4gxxNaxMM+YmifqnHJOBUAl/UBIorGFwMTJcXk5ggAjMRjMHhvo1akATGDkaHJBfUEj+04mfq1sfkOdS1qPnVx/2gQ3rkCI6ZCmLJiBpBRoOIIuzz2HLotCPU4668uanOI6wQuvcaYEBb4OE1fBJtXnighYh3GBuPdkEfz4GjYEa9E7Fqabyos/5HU18zAkb6TQf9pgejx1ZOONSbIpxJKoNYE0DYkXYdNg0fOYYmEdiDFCKHIEihyDBokB4sioR3Xm5SpigPwbQCljDyanjOskZ2JA0o/cpktbswptvqfKl41sFzk220XEHLB6Eli0KkdYCV4NdzN2bOxONPKyvdDVCEjX9KAwNtI22xUkB1cmMSp9FA7TKFGIfVR1dtE5jFow1LcQyj4+W5ZyrZ6NNqhvd567Dc8lVw+f+Be2ECJemTQ/nVfMHlXtzufgQoNDczDCYXMpRSa6FoLMc2FX6F1Gz83rinZ14OrArAMvv4fOVvyXBFetVwfOdKA8INiDYIjhqh4Hk9OkrCYTQsgCnAB4yZF3F2KofMxuHjAVnWNhzk8a315e/GEYzw6e4vnI5qkLGPMA8jiGDWnAhlHRM2bZlGgCsekECHeuKWYypfpetuetDkvsHThcMNUZhO0GCaW0kacQcycUZ11HZwp5pvD8gQSDkjGMlBmnvHUZayiVxR2s4B83oUwMS7tSJtDjMRCroli9hRimgZVFjntB+SeNRACF7nQ0M6WvAG4C8TKZcD/MWc+JhLMlyYdbEjjvMIQdTDOVhxjYqmhusHkOSl9k0hBPnucZjRbYzHLktC0rZc06ue0bLNrs9lUU3N9EWrFAp6uVQmU6lvMJl3YBJN0Kxlz81eXYYkG6fcz2l8Bt8oVlDol31nwo5gcY72/kerLWHiLCuvFJreVqKH2dDHO5XR14qAM/wNmvkR+Q6pXi1YF/qQN43MOYV4yHHoxUXjzmFuclccGcsgTKwArCholf4NUjBw1IsvgTclAY528zXINvdbKOMAj3jIH8MOaRZA1ZTXSVErabWBfBxcOIrnwBDmuTJMh5cS4PuhMk0UIIh2kmgGzHYD8JwbRjg+YAuZQOg2ODIGGHwEmeP0IjPDHQYEAzOtgTezlabCQbhP1AESplSywzcHgBw2x82O4x4XdUOlyTxxWZa1rY2MMx9mypIpQiXkAwJ27+MHTGvS3j3Mgpp8RrDij1H8gwgtQ2h+JfM4VWbTg7QBgHxcYzByP3I57X2rTiE0IW2V4iZ3hj0D4fTsgcDDHGFkjqMg0sWVsQd2zQOKkWln5KhUiHPgfSPxR32VjzXtYPNO9PcpDEkqg9oC038hkfqI8ucVCG5suZMDB4k2i736NEnpNzuzY5BdzR/XbeLL696rZFE/BNzLXM1YFP78B15Xz6Ebry+0c6EC9Ff9jBQ5/8nYLQAlHJBKFjkA8PrBVi8Bk/YcJIicsAJiGSfPgqY0TyFGsEGLvtJFZPmfiYUNYNEblaYA+SlqAhOtc6yC1BdSA1ld/QKLfkdVbO2qtvy1X5BrWWGnUb7qfVHpuYsBboxB/ExpB8iGQI6ZDsCNzLlkF5uoTy5i/hsAErGRGXY8+geMGngr/2SJwoo+AnA4tEzWhKkr8WRp71cBOIQIXwnBw+qHDmC2AJnh3rcPq1mH3Alc5zAfe3nHHnIQwWreKccs4DCxWpRmeVxFnPRq4apdt09WAEtAsupIA4/IZN+oUgbXp6fLtyca76Jby8xFJflz1UU/un/BtnPViyIEk9albzdsHiVyfUj+G8VCWTS+Z4Qz13eFjCKj3Ize8+LljGJdFCDGzXdJ15TKNTnWQX3WJWkV50eIriTQVuFoQ8MPDlU76O95e3GdxCuR3u1Sa50NWBqwPzDviVMtdckqsDVwee2AF+683DxReZudYl+hjoXMF8uOPLBXERglgwh2Z75Hvqw2VIMj1lImEQXiTuJkqw5XMqbyy9eXr4U1c5Guq858ZKUiQmFIyRmn2gDddzaj+PFMuaMVA4JlE8p7OJHIO1YIYgeHzoS6A/iGlklSG2sDKBWRta66EnRlxY9CJo5EopH2a8TKpW58RzOCU7lMwvg0vGC9kxJvtRyGvFSxd7BZD0KQZ940Usgu+d2H1mIGmBIP4rr4mgmCcAYgzwJncfCJ87vnDYLTh/CZRztjPFlrGbTDa2URahKxPUA2FqPxYSQto6gJVhyQi9NDHCvR5NskumjXzLkLnsWZ92TeCHGB7lhGq2siuLLC1v8glHodyPitMRYlow/iQxcsRYzUgbu2ryFmW5nldW26plxfVSvfNA80ARvOvztSkR4GRmSkY/VcwlKl+fz3mtx7y0Vwd+Rweuq+N3HMerit/cAT7tDl7s7Rn2pZXnjFUwlheR5AZqOinoA/bJW40+DdT4XK5yD1CaG57/5zH6NRsL+jWCOYNSp3a7YG5zQLKUzpfHwHpONjj2amTDY1scWBfBBSMH1+3DHkEwTgLB1helR3GWql2S1xj13eEmWwH6p4zww6hWgYIcIwgq6fkh7Sq03INA14mCH0Kzbv5yhj0jTqiEWKDUQCtntCM6u+y1WNYqB8BzUXz7y4xH69OLMNI9QzYlbv4wElfJOVwzgUygMVK9vwiX+CFFqDpKdwAXJIjzDnttlRrGe4FKnjczp13RdhsuR2Mdsa5gudoW+zVfMG/IJ2TWxHsqw5qPBuwK6tjlaLsNl0Oc1Swc1oT9vhDSE6xH2yXBqJKrymp2jmLGhCVvPXDVYmfOS+G+VX6gkTR1WM3ZOmNobhqClO+BudWm5GvT4jK4OvBPdoBX2D9Z+FX01YFP7QDfKfLht4NRNXkk3C1jHjSWKDKROwf5oTsNnxAIXFsfqkjtg5XETXXm2eKhcvYlPrBCDzCiQliZonREW7FyXjk9sjshW10fnUKDMadErARoXUdYJQ/O2AEQj8HiMxEEGGLeTEEYyGISkgsk1OBoTwA3Gp8sk7Rt4oZPks0fzNgNMvE3po/eYqONM88XSUQYUMgPqWJfj1likw+I+ROgffmYmJflknEue35Zrikunzm9BkLoXNZbXwrtCQb6K6Cjd88QoJJZSf9+UG5lZq9Mbe0z7lMQCjqQGKyR+AEHWJ8eJw/YVM4RzVbXnxR95Hyy0N21fErtj+TxiC8b1d4RKHk9hDVBYpQlhZapiEDMBJCdGY/26syal8/VgZ/Vgesq+VnH68r2B3eA7y9M/6+/u5Jx4JVYntWUkEciPmULuCGxaEi0ADF/KATUyDUaRXgJgBKDTPsHayLhBGsOrJlzThMg54zHSUJKIFNOSUCnJB/KhJCo90S7JMI7xCwOqIyeL4ohIY8EmGptqKO35FqEXr7Bq8tyPqrfCBLUjDSlFCTPIFE833ybUFypEYBBr5EwBug4XOI46nqaNqPYvd0+nu9+Eg0EBpzwGq0C0K8Z7Ba2M9qOyZq+HvoEUu1ADAf7QEC+ic6kaUia+NXA7Bz2rLU3L8ZkvDs2UhyTxoYKr13563DkqTOIoSNt6mcjWUJPlllo/etfEEsZMoHB0a5kksPFIATRPmlCPJ4NGZgRc84pTznxPoc5veOzuY7lho7UdNAbOeNlSjzKVXeCYg4s+5DrYYeN6HcUtVLJxIMiIZgtQZgfNmmNnM8mPg0cR7KBWSfa73UkX38m6hY7xu5PLcm94Vj0X2e9+/isXrNHmt62kN80wxyGwtb34q4OXB14XgfOX8XPy+GKdHXgl3Vgu5x2E4ivFd2lmDVGNpz8gZa7IGnlw4d8gtsXUxGCu+OxmQDShq5RFko55zQJTIkvODlnyFKySTAkqf14/Fa6zE3LKtfAhA8LZPXZAGuwfiAUQXGB7JQTwEhbpCDrWw/9ReqTaME4Brk6uHiqmwvKFg/Ns7BPItCIRNgKN6rBZY5DjJJ7Tlni92vktP3pfUYebsPzvOor5/qqW6dGO6jmIQcAEwaPEs8fIeWIWcGynEoTTiSlTGdhiMTMicJQMIJoEOmR7VGZZli99savfrKfQjcCeqEadAcEX8Ju6APEHGUZqArN0+Orcq+lJMewhCVys+xuf0mpkLkHS6Spcsr6MJStQ/VdtJOgE9YJFuXUIWH3VpAYwWiblPuVxO9t43Vo9NCu9wMvScgEhoM0gfR3wt4CQo5yeO44C4TgGVv+BwTB6jxprT0f4MmeWiaCvvJ4nTgOyOjpo9Q6ilzr12yzXn/KpOd9VpM4uMxGrKfnfjC9Q+YnkmX5vDkDyy80gdsl/ZjOFK3ZU7gT+T9l3SvI1YHP7sB1Zbzi+Fwxrw7s6EDZBOJVCMh4rMl4Fc85p1Rwaj7ytSkTxMQGRPpEzFda6DhEiFgYCfFS/IjOBTDAIEeUc045K3AjKOecIEj+AZcSpolTwgc0Zh0ZgQnCgRa8NE1LikU5IxK0SqU8jeqUIcpgARggih3tmQAAEABJREFUyjAP4TOsSDALgrEQZcCRoVFf/ygjWTaJUcJ/k6S8kt7HuVOqkHGWpfrxpKms0tYmyFuSq7eSynngKuFPTlwqnpy+UpLNidGK0AXvStKvcoG6JfmFCBYh1gdPMHJhuBl4PpgKi+MGdu0tsllKExXPOkWLSFeL/RSTIQw8itjWuAED2KIv9I7YGtk6S63YMDHMY6AGlJEC5is19KVf/VowmwDzUQznqgXJOM6CcSO2tZAnxUSSL3JPBaghmC3JXTCwH4iaUDnhdoEpJZxdd4AQa6cSDAZDQyTeYgfaRnS8d1oEznIkqXQT8ClMxtmX2o8s2IqO5x78Q+o87trsoAdpbQR1dniGjlfiRJNIr7i0qlCQKHpehN00aGpn0bNTil0J9BQtF9ZubKL9M+mFtReWGN5+F2zPio9lFFbZdBwZvKXJIcnvJPk9g/XlAiY2AMLNSeY907/UsT39uGw+sAM/KKXrevpBB+tK9bd1gF+K+mAw8WFtQn18TnMAmyhP+pFHQJmUrzMcIMeoooap4koNDBCGy/FlJE85CeScEgBzEqgT5CmJcPhEPoif7CNvq0YHxE4QgkhJESIehr5hkaCKySSkAIyRNj73/tc/8IkPlRmRJASPAwnUTeQs6QpM6obKb/L6WeXPp8br+zquzRAQgKwOZkiuQtQ77drcvch53BQ+URbpYDIjq908n4Q1TW8oLZwbs7AiYESCMGXiEeHmgALOFTx03m7AcqTM3vh7lJUIngxxhpQYyAdYbroh+STnDyfIVF0IsJEGu3swR0LiEsFrMj7GddqwoYS62AfiArc/IhUePSG+EQMwoKNkEhwWFZLZ8HdXtBMBrJSmhqBSejOFGcBkAqjV8ky/VksnAAY3rxTJDDPiikA9MCyWRADdJAte5HHKacL9IeeMq00hjT487UyegQkJHgJgMmiESFuf0pfcWxZNo9Bjw+MZc7dkDDUOG8xsWeS94fJStVR1oo5ZUlNXWcfO7IeCU07DSKvCUm8hVs0fUY7PqmMR5RituFR9pVbMoUKf+8TA3xImaNfGtsWa91FdqAcpL3nza2NJN5M/WkBIaRb7DQJdXmd8ddiKxhu3iR7tweYCzzG4olwd+CkduC6pn3Kkrjx/dAf8gbwW0X35yZWoTwtZHq4zTAlJuBQ+90CTJO97G6SxK0FxAI2jArFQcjDnDFsAXzUn4Jxzwkgy5SQfIuqEKYsxbgTVNjNrBGA04r0MX2hvXqg55ZSTDmASaeNDf0Ix6/yQHCVUK9aZfA+yh2BCP75wN8mrUFghPkFCjBEWrXln6UsOOicpA8RfDTEIwU0E94KeFyNMS3KopEE85wngF0x53kF7cFhM8cJZwrUcICtaEgR5AgUhB5DnLF6USUNUTme+VKA10jrESOQFc/LkiQlRRprgctLngJsp9GwjOUccwS0pI0246S+i/rKwPxAQO4DFEA6TbgSZAEWzfdImiKR22AgJITqMmRyEGKTQQUUyF6FwaxOzJTQ2xV0JzlyTG1BJaoGECQJxU6jxLQyVhTHCZYq5LkGUKhJyOHG9oKBfxvWXc05oV0oygU76kVuMnFqUESgnJpBO8ACNkeRTCOEStAopCSmT2sjmY8KHSQD58GunE6d0R/ckIViWnEAzdyKAjzsuAILzuqJxxuRsBHKarWWmimAXDAKp6qUZhhiJ0JoweR4oYmqIFZgzKUodxv6uBUYdyDClKYPhcEz6O4C11XVbjnKX7MzTzAylNG8IgwI8LkiORTsq90IXc6/bDruYnq/ieOT+ZULHxr4KSdz+XFzLb+XASKxXT8u5eRUji15GnnA22+i7RJ+NffldHbg6MOpAvJeO9Jfs6sDVgXd0QL7z/Au3WzB3/B52IdTYlcaEoO3W7NhguEyWmwsJQjFtmCJdI/h+XvQxVUlMpoTn+WIyJ9SJM0H16pcEreUkBupisxwu0oUg8zqI2d1mT/JTkERL5jPPndIxuK1jWnm8HlPnQB2BvGPSDtokvkMTbPdAc6Y5wU0Ff8ncT62ZxnSbyVxkIwML3PAiq0A7glveoU0FSNDOteuYGRDUyqlJK4HQJSB3DeY1guhMfSorUKPr2VqiJk2glkBhhVv6g32SG0p12R0BSQPRHKDenDM4DsM3yOSgUaY+pBoYik1IRGgclEFkJTArTUMDrmmkHC2hrQbohEVFcMVMjlQLKtW51ZBbkAex5kTbAXDzBxsHGTcPgQwbAhC6ixkjbqzCLhmImdysMiQAoVP45ARFaj5MBmI99o1mkfFSHPseEMIgfAYkQE7+KXm7ANqE3NzCMdUQE6UkQpnS5oc1mFEgTdKhzsBrwKHHuQxbLwZkGV6A65BWybMYOQGlkVwq5yzXGGlCEi6d+Gy5eCW0C3QhC1Ez4JdfFdMRkDsA2wzqIWAxBJCrQ37xxkUII8sleWcrZjLJZdtpj7GeN46Nnmd0t7pqdygUsFWFHk2ygTxSPEm2tX5NmYV5HU9a/IeGYc8I8/QpJXQatq4TXezVgasD5zpwXU7n+nZ5XR14Tge677j2ryn5E+1oqSc9QJR/r2e0hsrGK63lRr+MFzPiCrzZEKpkB4X+8LWPT5P4g2y81t8FdniKSZu75uwyx2J4ODHx2pheEnRjTTSsPi2bbVOpyXoEG4xUn1JhsCf/ajOiEEQGs9I3N6FExqXo80VCJYO5f2wPPN8GGw/GxtnCX4mIDrxgPe48h9ScPHRyhgJjUH7DmUXcw2QCeUcyWvvkmiI0Yklu6hGiC0F0TIggjE7QYSiNWWnOBAiGgzEc+AsggvNwaFyVwb4GjoZvM2QYedfoR5bYwXniAUjvB3KIdDUQYYxksjqXw7G68dCDlrAyUQtBiFFIiOvxAgN/1ZFWSubxoqJCIxRjFi9bE2zK8Juw65jRsIyNoJTZq5xSckyrADzlCksbY4ycir/KEV4JzGaCyKCiArqOhSQMJC0bothAuAPSwvmdEDnFj+WK1Yo00i6UlI1ZzcNsUr9OohchJSGB1gbKMbVfqUjUN3tAmlJW0dwyRDmRtlXA15FJUplNi2OZEqV+/qcXfryaHuuS+us/6ggq85kZOt1iaghRytogI4riQs/j632aBnQikHZQXrx4PQLkugRWC9EoKdcceQeKcaAQAqMecqqpMqDOyICiNNLBpCfdDLhZAryYOhamTvz34yo3oMxPYvpksoF1FcEWo/KFUqnORfhmAsdldUVmR1g12qlcirMk3xn2Mrs6cHXgUAf23LYOBbyMrw5cHZh3QJ4tG3G89PjFhy9gIthwi2P5YT3JI2qSDx7sBD84WRhDbbAgDKTZIGejZojGEyY+YEP50CM1+0LgC8zKklhmcyCjFBqY+BEZiUegHM5CPBLtoK80J/iMmrSvyldm71kq5koADCZuiCSgvE2A3js0qlrf8OoBHkP5c/MkJ8pUnQtZiKoz6rWI664BV/eiDfPf/cHGhXQEOKEztCpRcGOaAAmvYxOvV2DSAgiBQfOdMLKey7j2voDMWjPmnh4p2dCQGhBX6qmR9setPlJnZAs9j4YVizbh3GC/cs4p5wqpfDIou5OPLkdo4ZYy/ksCyT6QUOEyWRQy5wtOcqTMaRVJCL93+oYJPHKIBXbHyGObBXFr7P103GrnXG+nVfAc4B8EJGxoYciZMPedS9ybGrZAo2f0MEsX9BpI+lGl0i+ZNRsuo6D8aClq9CqgltYZhAI5MDYoM5IVRdbFM8zoFBITSI8A21F+SxasK9Oj5jbyg4xGQLOhIUxMJuNYJPvkSlOV/EOGAF6QTGAGY0Ul1lt6MRpPo5Jc5piepBX0BkCacgfevqqsUjzHm75KrjK562kcV5kH0Txb+boHc23tIzfPmXVpRJ1pQRCvQgh3enpSmNPrX45XB35KB65r5accqSvPX9iB/vLTL8WlQuWZTqYlC5WPvsZV8955ubr1OmOWfGAgLzXViaLHgb2Ul63HQ1mtFsg4QyZ8Cuo757zjZpGZkAU3Fh0TEp4C3VmdYvm0O3RcWodvGoShUxDOiux0a/r1x9caqOtbE3Ip/+p9nmoWOhAGfhj8k2wg+GEO/eehVcC2LIhp+kr//feVpuk/AHGGj/cGvsLpBPM0gSQAYYDCAPHCwRwIdYmWS5JT1Q4oOoQeDCzWRfQPFix5wov2JPePDE0GlwVjWhjUR5XyEgLeSSDpR1QyKc95SlonDwL5TUDSGNz7EdDJ5izeOgvZTnKvjaJgqQlH5QqNpBe0yxpzkDqDFY6fbP5YBWpliYb0VD6fxVIm0zH0BEcDspmTqTfRLlsegBjJ+C/ICEB1QCcxHVfNmELucs4Asy7+lUNiMYZMMCcXIm7ZMgMta1HvAJmTI4zb8bIFNQR3dNqxyWdrQi4/1fMcwXPg2E+oTWGCJNQDHQTtoIlICiEcp7+8auZiqgp0WRb548RC5CCuJJ52yBAeX3hnhH6xnt8TZs1HG6+z2/WYa9ACG40kXU26wFBYtBdxdeDqwPEO8Ko77nV5XB24OjDowEmRfbfxEUj+CpgQKTzm1oefSs3Xottcelyia2DGOO6tHu7KG4zTfPa0UtWIAqP2IP55+v4a1y09J8U68zlxTx5LNqw1xhB+yfhp8rajx8Nq7RMett13cuIoHjrO8xuaUTh7ITqaANdySPXsooihuAaB9GFYcvTghwM+7DDMqKQDAkO7gBcL6QYFdl3gJeo/gZz++29KhYZsAiRCwocuePFmBHAYXFWBMwSvHVhbUscq/usfilwG8cpg8p16IOosdrJt9XoVrbvy/kULwTwM/CmKCjjHW4fwS5OuzJmwZBUL5Ypc0GwDaZJDSGvV+ZBjMV7LuxgtEHf++AffjSyCsGA2EjfmzJ+ghpIRN4KU3ZjFesNmpI7HhHryEVxGbGBqIpUw5wgqTeX+DV2pE3S5UIowJXQPk45YSqRVi7kKaw4QyxhJKPO7BWkaOk6r53i1ok8LWVjMZfOx5iUqTgNRE3Ogp1sBbHAVekQs+Ddr0G8moHABom2kF8zH4oXE/NjrzyfHrlG6FCbabNIowm/Q3NgTgFOMTROIdIBRAjNpA4/hNUB7aMT1DjlexlcH/p0OXJfJM4/1FevqwBM7kPGCwOcdPPakRCLxIxyJl4OupHO7WHyYbDWVG/lV7RFKHydtTfSEvsaRPAGem+MTIdZcvuOuesOL0VpOu3VMnrDbYWDIh7iBeEl0crnR8zpXlmdHW4u8kM0a9bg3YjG0aVFh+m9BrKaCXhfgY8FNXtCBl7mzkfKwycPNHgH7BZBu/IgWnjrUX2mZqTZACBE9Z2JQjySrOtPhkY4yQme6+AKBtTB663V+xaGeUushysu33cHsflbEoxJKRCzSp9DzfMUOspsH9uUkljFCn5zCGtsRkPe20brFoC+sgrDuSO1gfRfhe/VQKQxXwIMUwVMJLVlnBq4UuTXIKVMthcnEs4KSAeyNqnEGASAaxRjILIQi+5+p8X8AABAASURBVLUHvGWoUMjxJBWNVVHKOIQoG9CD7AZWJmI8grFE7u84Ld1neIJWI7oOobs9L4YbOj8s7BMkz8SXAlO/pNuQl0LbGPF7pNUw3lxC6QVXBz6qAz8wme629gMruFK+OvALOiBfcfzO9RcCq0kee/CQKthkSR/v0js+7brvWLFbg41hX4ihIkkAeW6gl+5YavuJd8FhzugMNoK8vv1YO6Hzfq+9lnboqjly5wPf9JVWXkyq+YziQ+QsaEqyIWRy/lqEQF+KsCRIzhk4deuibyLdOzFifUZXbq/vg3ZcDMAWLEe6aS9owD/97YzZBXaAx4AbPrIBBEZxhgiQRh8sTLEhkm8DObhvW224kPdNlBkzepbsXkw22afS2bSmaNAdWzMr591A1azfxFpgBjEWLA+Ls3joLOTKJHnvM12Joio9le0EZH0EVc3mPUuqjc6zAB8lWCl0Jc/M5hNWzsQVd1VZu5V5fD4dTuqYr3863jzUg5LlTJY1K0ueclqJt6pqF1to9WoE+UZsw8j3bIxFtWxKk9iI9tPUV75XB35aB+K1+dNyv/K9OvCjO/CFF+BYAL8TCVGW/MENz6hZ6Jze8nnqMm2weY0LFcHwJn+ydscMSv4BiJUH4RXVcIWQFsmzN8NJjgtWmACHB4o87LPg8EioU7kv5DESl/iFgBVovERPs8dEqB4aoRGDDTGs2kXn0afIsBs4pmoIYZ2h/olCLIUhAR0LU6ZeiusFb8uttHJoOzzZecCUEzd/kuPEj/WCJK4+ebgX+n0T0rfFUIvkgCxqCaLjISII84xpI5iotXmJe8kZAumUMAkycoRUPjlXnrcoBxpUmhQlRwEJbLjcpZFn4w+CWznWhoHBuuhrXb1Pu1jOomIWt3RO6inczG5LcN5zK3KohaQcxy0f1+eUnQxUETXE4KJq9GeZLu4wDL7baUYY6j9LuJLmsURfd9Icy+OwdexApLcCHbHdinXprw5cHXhGB37sbegZxV8xrg58TAfk4Y5PecjIn9z44uA0xEeGRTrgctxjNfhm3vsfCJp9n/1uq+nVZ+LNRNfjNNpHb6cniwtux45iVzs2AJpynszUF0b2ibB/Af5aqLeuL5LWAEG3xB+9JF5Pq5s/8/VVEnsypameKLYFEbOYIvM0mlEJs4BS30xqAvcwI0GcHMzMENuD7RTlburrs24GmYoIIcRefoUDZtAJmr0euPbSKsyesKR/gpzhvxLOCYCczHl/UN7Lo7X80tOuVkNRrbQrsI75g4JKZxCLg8dLuiUTjjRDOSx67VXE9Sfph06dP/oVLTvtSRabgVaTBmBRSn3v/LrVv69CHMDXlbUvcnOs6YKcMIbnG9WrQMdlg9lSnemWvjMHWz3WV4bpy0fN5eVLLS3wASkspXbJrw78ix34/vvSv9j1q+Z/ugP85Q9Bm4AHWiXKLA/NMpko0iZaQs96WNQldV5aayRv14c/X5SAiu3RhwCzvyVExgt9fG8qMU8TSAzjp98ErUWnu6COj3XBvRXrrHHbeVnT2lXuKyWMyq9RN9uaUFz7Uil5ceiTIO8g4TNmAhDlQDIYhkBGsEzkngZxuRj0yErcAGMH6FM2AqwzjEk5MUWFZmOwOC9X0XECT+Q2jimTDTYhXjnpiqyHq7AWbGWQfD9YL+LCeoZwzilhozADon6Rxq1M7mMjg8E6M7M9NsVJe6gsFlbioTmLt82ruagNzdUMM4ZezySoOQNn61jxq6meSehlPvHovWyRYeC147OU1ZJ8tMAR2+qvWWXerdL1+cUd0AP9eIHPivN4JleEqwMf14Hr8vi4Q3Il9C91wB+DBMuUuNWx3AI+qBKWLQ5pnhiqW3cU2QrsLNdZ+gAw9PFd5/UmLUQ016gdZRn1n0g3N230JfFNvk9U5L1wJ48FMHYad2ZbjtBjiBPx+t7OulaC9FOpm4Rvg/RG4Lk4UDPoUgThZHFbx7BpTFNKEB0ceyPQjnAwPM39FztDd/YGRthVEQoYHEYoEpyfW2KD84xmw3Bi+/zJ/x2neeRBFkydMDd+mmSKr55Yy+8fjo8sdL+rl/24Z9FVraoay8YsqgIUdUBl1LP4fuyW2S9aIhqxpce5YpYvQqyMEMP3fNQN6M0aBj4zETqOMRN/t0Bq08R0PpLQcY8j0U/ZLqa0qDi1zGmn/nbU8zHwh6QcU1qiPyfVpUyW5AsVHTRfiHKJrw78ig5cl8OvOIxXET+2A3xQIHgBt4MPse4X8RNCxHBCywOlUA9Mj99u9pW2z6pmUyktbp+/2sr8QdODuZ89ztJCmawXoDGMaRHk8ksTYFfwr3gFVsWygaHk8kwvQrWQTQpeUw6uas1cuhu7O8P6xshu54cNddX1MG6jWDdtxh7aI1rQ9i6v65SN66KNx4m0y16NkWdYdnlT6LV5yPHnRJClcLFgkBxedaajnkCWQJrQbvxEDbUBsJ5oObVOwWhEala3+z1htAaM1UoOcXvckXaIia2zVhB0+0ieAnqO7rPnD7Iyp5m59iWKD6cmN7C0uBEXY5+mpWDmSjgdRR2bArPKZnNjNNM+XcD6nh700YDLST3anWX/Zc2j1cz8WR5hplgQWGqGFowu8dWBqwM/sQPXdf0Tj9qV84d14NF08I0sT7a3+qe0eObDaAPzuY3QSp/IdStyLcKeFdbsurDTrhd7fRVFZ+Rvm0gIvsUQapf2ZLZsM8v5GbfDZ8RYTnmuYYfYK8VnWzNrxXyhJ0vYJwBfpICeF5x9IISebAVX8xWrQYID0UqAN6hQBIZfWr5JohgKZiAIk91reGFRL6xsAdFoDvBgM2F+MyuRmGGkTfQEFKMqjbWRKEaIrpogeDFZDzqvl8rpsthmSbrTIncrFcoGRJY5yZyTfFokoudOL+xNvwn14n87rO0L6ortbZVzzvpcFb1zfxR7vnq+hUJ5z11n1oDd4b+5E+M8S1KFGNv9BunTS/STy/FvaNK4hqe3brzMJb068KM7cF0nzzh8V4yrA0/ogDyacoNDCAQkjec3jPjqAAWGC0G+fHAtWySQJhmjxq5hxvbb0pvsbchL1rbxuoXkIxPsDBuC4OTQALyh4s+6T8Z4wE2e6fzEORFH0w+OrCSwTyXb2M/oF8t30FTJKeWzrqqzyiKtkjjPWhKVr6JXU7phA4Z1EZYSCLp2twS+qQLMGE2iwI4bQQlXGEgRyQSbisO55XJRPnHqai/L+K5WXKooo3BEd0FHJntlCMVzlZDCpkfpDAiMNhpOIt8vAam6Qigr80gmigMT8ptZl4QKMTPZJQj5FdIL2wowymvLx/Tq2h5sfge4hF+RZjpAJdOBjqKcdP9ZV0lP+zwnntd4Lq2t2s9FfbqXFCkTQm+do1rTme5Wny+sszI8lRUTVe02VHObax4J5142qaOoddl34T6378rjWvfqwId34Aen90l3nB/cxiv1qwNP6ACefzC6QPwiduhU/bbQ3Ll32MljPR2wB4H58KAboXE899CU+NoqtcmE19Qm6AMMEvxFd0Dtjrej5Vy6jHOa8F+Scyq94OONdtwvQTmhl8/59ixquYTNAm5iFOC5MwsR14n0zLAI1ErnInwVwWUIFr+rcC4NtlT6xs7YjxYEWMHgdrujQyBUhBlySBLkiVcaG0kemjK69Yr8mYSlhMMpUY0FrZTMMkHE0eXEF3uKXwGyrEw1Ou4klRlQmddVVoUizgSV1Xkkc61eoUmuU5etYMmRU7wXRHrF92mqPI7UHa+x0bpU/u+QPEfXzRa0C3ktWPfiJ6TfhxzwPHYuJn3w2A1LfE/mnvVL8c5Svp6YxOaSuw7R8MAczNIzcXzQfbf5q+PvTuRjDa/Erg781A5cV/dPPXJX3r+8A/YkMfojzvj8sEQPu0NjwlAZhLZ2kAi5526x4Cr+ZyY892LgFRQvqoxNkDiFEO7xaU9fHl/l2RHYmxKzYYp0RiyaleMLAmPmeFJQQ1WKocgRSM/A3/yhWLSBTgcrApTNiiPnBvwYxBDJHw2sg2D/66yb9MQrQl+ow9UkCFg0ZLDhw60f5yki3eP5sZhL6PcY2KqCOAGkDmAE9pqUg8AGM3Ew0VtQ9k2IzVtIxjZQlpw4E4TxaSbYVCxvBVlziHDU0x3Hl9FIEzv0vMu3cUYt21Yvs9hKPLcr87yIkk4N1VwC4eroY64aP6JErTyOR0K0uZEjHInwDtujVQ1yOlDWsY2gvbndBkmtizRlndctL+1yB67+Lffm0lwd2NeB6yra16fL6urAwx1Y/FNpKgjhGZT7PvzHO7noXV4w8BRIJoLZK9I5qs/SXInrE3uMjMf9DIYygucGETSce6B1kLE+e11ZfLSiggA3Qw0FRoZG1lkE3eQax1HNv7WQkXGGMOeMjEBhJP/UhV3yIN53i1UrnR9Z8MZzBTXwGJ2J83gGR1cdrBg2f3ZHm/mwA2gExu4YM8N4YsyUHyioxQolmybJt3ksX9GAbrFzUGBo73Sj5Q5/0/JQEXDVcMDwxQPrYsRFrKQoej+NJO68zrgyWoVBKrlIGc48fzoAm3H/Sbj30MJxFmZtmpLY8D46rdkNdLGHJdmBXS+SBXsheMoJIHePozkvBEbrg+ZIMcGtJx/KjcEeDsAgCxAP3oLJlrgcq+ltl+1WSq5vqtt1OEsxHuJ7cJP4Qgp7bF5+RPoken4h958qbi7Fr59axZX31YG3dKC5XN6y4rXI1YF/ugPzLyVehITcPAzgaQi7MHdAwgdcfb8gA5kOPBDhZQIDLGjMSyNn6AliAFqwTuQIyoUZQnEBLlJb3/5QuYiXiamprNqx6so51T7kQzp7ZgnJIJcMgNWxgaLylFPOU8Lc+OpfLfD3OQYn0CRjIgD5mEAQgDiY6s1emb0OyqirYA5EAIyq2qCKbQzaHQh/OZVzJ9rF2CLXunSGErJbPcsgGA+YjRUmLTkuHXUYTPIiS8KciMASpS+Zy3QLmztcW8w4McbCGsV5SDCKKxgItCFQdYxkVfttVGjHIIdYm6t7mfN65G84X90y4aSllps/iqEhARtvh7Qd4ncPpHZuScn/nOvMy5tgijsx7tHaSTIE3iMICfcWAEkAhvAJH6F5DwLtQpGRB8xSptLWFiQTDFeGxJBpxeikasfyIbJbOw6q3SQKkRMAnQbpd+fd7q8yfKSkHTlJqTvsxiY4aTCoe3GaXOIkPFbhyUVf6HbHnfKF4R8I/ds6/UArLterA1cH0IHP/V5Acte4OvDrO8ArUAATBt4JEl8I8JiLV/F7wruFPuuKAJMI0uwDDWSYix6+kIxG5gI5aOAWOCVLHLJu7BixRR8cA0mPCCirsg2zJtbHFZ2r3YiSpTEhK+0VjDxTkLPBHlOfvQ/ICUPs7v74hnglmGjWJvemzZ6MYWcuU7+B8QXd7hHXYsKBL8eH8pSw1zWLKta0M5CNADEXzcxeBQs6EcukZmGu0lvSsnUuJl8dTwX74ACem0A3/gM/oOMYeEanosuiAAAQAElEQVQ1Cm/Z5McXmchGBgMQolmzodYpwWLAWmcQbx9sy3xR7Q57LccRdToGyaEukrZMymOWPgB7b1xLTJ0A+iUmS5MurCFIL9l9h5yFvGDdG+7QCXBfi51NSUzAPYf3H5GSJ0Am/OYkxptWNNBDwJnZIVO5xql5HGIWvK9Efha99H7VaubWC1iJy271bHbRA9jyKnluh1o0XVRsxxxasGgClcDNbYmyNUAuGGsWT9YhwbMRxVWmGqFjq+INVNlhfyQJXnc7cn3vQdqR0G8wuZr6G47iVcPrO3BdKa/v8bXC1YHVDkx4ueKFSEh4GciAxE95hrjjNYOvGhQSioLMALb0SVbIafSBr78sAFebLD70gAWQzpIYuGaYquhYmL5FNmYoe5EXl1a7wrE/vijNMiYARipZp/bDtzDoJ7zBEKiUF4vyzFfjuYg50S4AyLH0qe8oWGU4mJj8qXjV+q+X+Ff0BKpqTsEfQ1Kt1c7NVELLJLbKt7NoORHQkgkwsEh+zKevQrZmi1x5Kh9YzBaDTQZQTgDZDRx2SGgDJCNbbW0n6E0QkzCpTOcgfh+5tjSPQQRmZefJZAegdW85mrtdkusHeoxkvtaotOfDOOIajJlaYHeTPKcUNOJEZtGbNoRo0PG7ElEfnWMs0PQntKcMFGtjwTiv+ATdMI+hq67D9OrGgcqG5r0Qprj9p3IP7/WFD8kV2T6Cue2xXLWTJPdE6Wz2NnJ18S7my1gcjMOx9bjsLfNw+FWHfU3bZzVa6HuqGmVySPZD0z5U44uM97fOLR3HhEayqL/oqwP/VgeuK+LfOt5XtU/twDcHk+dCmZAIsYGh7Yd3uPXDfNstleyvfvI6WN4KaJv2fXij4ctgtHYZcZTPaSwUnhb10XZuNZcsWGLzhxsAE3CxKElgrb1vuOZcXD0ByVUmlQRSBT6bpyGXruJN23vixg+P0Z0ngLwgsSZGdUw6Qi+3RQxFyzWaZRK22qfv7QgOArOcW8RrsRsd/L4gWPWBEmYSG6Y6JDklOVOfpwwbQlr8dG6Ldt+iQJ0Jmzvybz4Dk044AJ6zYp09P9bttOOZDHG5wUK5YLvy3b7iNnaVg0IMNBdEciQ0pxUvqtUh+Kuwzsyrcjsoj0Us5p6BYxHun9hrWOuVozNYG+QJxgZEKaGKciV3UywCfkQjHy+JmAAbIl1XZ4h2jGgbaCy9wxkmNcFKQczBhHCektwE2hJgeOMON3a0mA0Q73CQ7hjMmdCbiiwvnt29uZzIs2JmVk8SWNFPinY4zME6x9mOpTGXbYtoDToDDuYGjxeMw5mXHN6d/vlMS8ofRBzp3hHbDyrxSuXqwBs6cF0djzT58r068GgH5JtZJnsc5qOtBuVzDiHh8VRx0g9NCPsff9Vvz9wsBAeuI5sIoGVQIMTOiQF5myHsdFkyY5uOLj+LxXyCEJtAj2TWRQuBj5AnM1hxk//rD96QZBNoNRU0FHa9ySRvOq1UfiHVigLHg0Pg9kMQz8g+6Z6fOSwI4PcFFQEojgnXyxQFi7RZhYNo7/XFQysia7Yk3wxx5UobVROU+wdZ/nU5PQrC6Z4QcpZNE3HDJEwoHPrEYw6VoilN3Byb/gMmDfgCUCm2KxNjQE1rIAkrePdkAfasRZvJ7bcWYD+WbEa6cVxeB7TGlYNga1cYLDBglHirXrLMYrA8TTifqZ04GU1SeVIVmJdwIHTpG5YGNbuHL2UDW3hIDJJOV4FQCffNtJW4Wm7Po0JWvFBaSnLPkgQ7y4HM8hQkk7mAni09E5jtq1G/Lm5EUif67ziBPp5G5hWSdn+QB8Zu80OGcsx2engSjmduOHjHKptFeK+AhRCetaqeFXuild/O7nfZE/awTb/8Tb6xDofZ7/DMdu9f9bL8VzrwC+q8LpFfcBCvEn52B/jFSGAV+px+r8/WfM4xIKLN43BfDTHWUkpYdQ1KZMsBCMJdj2zNTckbIw8LfGQ4kkNdeY9Xs251nVElpT1BZ97nBGXN6G5CQ/ZOBE5PomLJNJtnb5gUpRDdQaJsbzNouxseDzqLIE+3OC/wwlTSKEYgMIq8IQY1N3pl1F1nlXzAPNzw4EEFSB+Ik1wxNVueBck2c4ChGIahnHcflDzBwAGO6gT96kUMvy0T6g+DxJXJXCNtoocR+tZ1bRiSZqLQngoZJpVixnXIf4idIP+YG3m+xAOLOUwSeQGRLE5SLTddhHCzhnGhVIArArzOFHC7RwErcl0CLLYGzQitXeYZ0ooCN7dXJU4nJXbNpcnFmv8weeL57f0rmjkRM9Qu5bmRSRqNLWuIrTOriBqPqFihPeKKSVCptXdSuYVkgpeRo/S0CWYwRo1Jw4ztj0m9FvOykozbgSY556YdljOTU06zKEWwO1xviJoxSpxVovddNGZEQjWQ66zxb/XVMlKNQ1R8BL1VAfWEJtmZoNE+zFwBrg789A589lX/07t75X914EgHyheWPcHhgd+oI1HEtnvcEtn2hNXEUSYx50sDXhmSbyBUjaiH09Dm9J3mLmsPYw5XXxB6AJSIIUY5G2VIhCsTDw9B3tcsnqHWa1Cr+LVW57iFQHwvkuOEqMyJx4sguYoPpVDuGIP0d3gdMXlshS9bir90YWkEihyTTtil4IPwBKx82vf+1KcmfBvZ4302DjlPgQ5J3+QEMUFnMk05sXUT6vdNoC8RmH2PJggIBRkDXgMJcXj6Mo+Jawsd40LQsZDsHiyZsNthwTBDTgDSYZeaojv2fgByIVa1bAopq7MaK93MA8VqzayIgCBE2Cy5YW2gBAThuaFZaJU6M45Rq/nQbgRMbiSPsmijNGfNJdodoy1r2VAYe3IVaAyBev6QjeuNsFg/XqLRelfLi5FXHCO0NJZqBMWV0oah4Nlw4IhaLoZ2JOKWjne4NCZ9Z5J/jxQsDyiNDxhfbtb6mQDG3XDfTjxjmZrDTLlXwMUInf1A1Fm8jWWJdbG9ibVe9FfJF8kLrg5cHUAH9l5NML3G1YGrA8/vgH4t6YWodPtkuuOBgUltPkNtxen1CIjBlwZ5ecAaZIFqenQhUDgEVfIlcqg+KPT1x27r2rmP5qZydj/yKp3PR9eYR3ifhLne8ZCquKxrp1jhdxAnXHZEPW4ypa+UvhzcH9lh9+svIBFcHLCcfzzEhCBXkkKCcu0c5IFsbb6bQ/2LKahOUpepGqrG+RvOE6crnrDpMuFq1w2gZD8CUim4alioqVAjgtoII5soo62uo1TUjWjW5LB0Loz8zsjk36LBpXXDzRGDt8k2DHQUGBK90DJRo5AVJbQ5rX+KJY7KuqVo0QgMIXVxXZi5qnBp5jqEJX2V16NSKU1O16qWLfV3cfOjZNw64OzkpS1nqeyImB2XIXTWSQqOwnk9KtG5DWGxuWAMMaMpCHWTPQRYZ7EPMRDsMLwkzTjq1+ho/Uiua2ts6J6+7J6Ae2zW82bLxxbLmrF9L23Ptl67m19KQ77sLIrQ3oslB7NtkPs0wgGz127gela0s4xiVohvyPVsjZff1YE3deC6Kt7U6GuZqwP7OlC+sdQcz3AYSr9lxmr2jHLHUyehXRZ6eVshDhqw5qbCcmeBQuxVvH8uAdTF2jL7k3PV7pqb/JgWvCbLbQKtgwpyxCppZ0ZxoEZeS0BQBlQGYxTmxQSbQ+AyzEPBe8V3Jv7bqXiPokEHS3V2Zt/OfkkGOoP0lyeU/ReF+VGARgaffblxoS+kdixgC1PRzyb+4qUTmpdKd70QqunjsyfqeCsi7TqbJvmoc1t2DIC6MIIBHHXIho9OCW2EEDOHQPDYR8KfB2WfcWMFT+HH7qyHICavn7DUnQ3DSneeTLjU7rhPgm0GxLoPgR0XuQ6BE2Fg2zgWRiIUzonsRMHenSIIxE1WG0dKeuebB0yjT2PWMJ01+tNKPD9ig3IRt5abHGJjJG07qaXKNiPBwIvI2gdIPnkcrTSfLobH6LTzwLGNx6NGI8WoSgmKBFprEb116tI5sHbn2bElUC/v+WIYCLGRKQjXyGl+ixZ3mdYcx7rvPijjrFakXicfEpx2vOJ2qa4O/GMd+HGX9j92fK5yf30H9Ms6fj35w5vjcQvw8NQrBqLeZJvXIOVdBQRfYAjqq3rmNuHRmVjlnKlzIP84aF901heox2K2+YLDqBGnSp6hLE26BpLsy+DGt6ESnb1XRinM3P2x10BwqpSZhROESTmTRv1EKnrpjJW24/P5DSD/y/gvmBOAysCLuGz+sNmg215whYwHYS2IfwuKkhQ/nYAbDJ0oWguNZQS/bmIxK9EXE9zw85Awu6EIgp46EMj5QUygIRZhM9A9cilpD5N/3Mz5DlPNYyEAhms5dKYtC1sXIAMnE3/45Yyk5Qxx8CHrsCB2dcHNOkW6TdxxXaGN6By2f3CPBDFzaq+3VExcnnuPmSAYINEsxwGEYNORNTKiUr8QN6yNPMXAVs/CbE40I7ih0jq7bBcOefaX8S7/YCQlBf5hMuT2cKyPCXDiGL0793ggI72Rx5HDdcQ26Q1xY/WxWtKXyfXZ7p41g0ad1j+TeatV8PRwjtWgzFVcqaI8SDweoV8w1NGr9vKbSdkahvaGveyuDvyLHdi8nP7Fplw1Xx343g7ow5vOb84Ei+orAl4Y8GKDgX0XSsDzS5WkpATDBgszm/yFrT7QnL3llIVnaxwXeO4DT09vxSSlNHCEyH1bEtwLB48JAUvwhTThxVQAB448jlrC25+CEDD0EfJ1UeLL5VCePuaj6d0S9oaSPLOjUAylJUucbTCScw/YRIJGk5uojgeeoNx8vsmSc/kzJHYgZ6GW5DPDKggulWxz100ZtE2aV11LP4yQPrq6BnNJi6mPIN1yAdZqrUXbiVZYTUh+2bVi9UqVVOL9wjUmG+Nya7rL1eVzMk5zEQMlOTsbTrNA0qKAmLpSyy+6PYQccSYtgToPj9uJCyt6mYqoELJhDG4tJ3NdM0GEY4O1sLeoB2PV15YXm0iL4GnTU6trspJSIVG8VS0M4/CCmR4h6rboo/Zb8Vb1Wp3Oq4ZBuSfBPTYh5F7yQNhjNe1N4J12fhK9Y82tbm3p35HjtcbVgd/VgQO3s99V+FXN1YHzHXjU86sJIF9tmGaPeP6Q3Vi/kCnf98gEgy8x/kKDdx2ydfFiW0VqII7y51dDk2i+h7aXLbSHj/1YQuPvcd206RPs7oa9ejOeGzBZp1+IZQPE4t/s73hxaQX2CYAD58fQTBdR86K/aPVORazQ120PkrzgiopVC+F/awkMbSecizySBIi6QYtOlOAwE9XoM9WbBDED0g7j5alVTU+hY7ymuFEo2y84R8TQ7AYNucFWtZzhL36kxXEwUQc7rHMrADPQmMWb2IHWTi/h152bg4KXkpBEZUqsq2z+4BrDLrnem6ydhnDPwtUHptouBU/Yes1p/AnyQI5tXap5KocEkAmH8nvnuFhGfvDLSXHSz1b3VK+zevg8krluDaMulmMmgTRJKxfM9wAAEABJREFUQMg1cBvkiXxOuGwkMVPbJTOT7xfUJCu13/s1ljiGrwn8pKjPyG9+Ztb+V4oJtxwlvxye0d5dLfraZXUZXR34Vzvwz917nnKgryBXB57Wge7bkM8N/uBKTGgeuZ+28DgQ1zcN32v4YiP48NsDEsdIeJuWl7cH7jSytyE54WVK8INTVn9FOiNNFa7MD5SwEvVxVXMGycHCQcRLO186gbDAffbSDeHK+KxKa32aV+WVwlbDoJZJNoLEQ6bWhCKCH3ehW5P0zssu7fpovcumrnfcWVJMgNgQqHZIH2Rq5djx4BCQk4kBCDBrzfVocIOE/zB3BDHv3mjpS0CY4ZB7hxykFSsJPHQ/IFyJjyi6BGYO1HDDdXYHvuPmdMe9EVccZhhuDNptmBT1ou1qqlQSEAa5JhwsosVYMBsO3BYX//yBOjrZMiS/D9YqQ6JLFzFV35f0+so8YAMLnmcD8aIoHp5Iu8PCMq4+jk8EPOHS5DWqqzF4JfNQ8pa5ocNpPrT24dVe7PCrinlxr67w396BX5TA2dvPL2rBVcrVgfd1QF9ouN4XpwD6JVgeZ+Xpm0+phGD2IpKrEDy8P2ziPSdxE4hvN5QxP4LbNdgUhqDyiE+4zTAoAVENgTozPCf6gi6pFYKKBpY10QyxhIV1Pcgied2k50zCSx7XwLsoD5MfLojYqTte2oF5IIkg3TdQxz7Dl1vVTLzepH/9a3Pl6jk09XDFDIQfRn9xdJthgE8UrifM7RkCTgoMnBBy7qjP+LSltQLPM6XqLO5oAzqHWeMgcOLGDzeBHIoMVseGRq4+PV81r6ZYnVTOjR+AbALhuroTuDjbSQzIfv6A3hxyr9+0gsHR2pEQkwaSm4LcHRBGRpY5Tq2k5aJdS2fZnkuDTz7Sg4H/SMRSGvlMYNpseAtJS6OxCLa8oI8+YJ86eNAQEOdYao4ZZAfHvmr2WR1cer+5lbvp4C2XdGXadHm5wVbuS+fnyxPzBbYSdLtPx6PjPZKxjiU5dY/DFeHqwG/pwHWl/JYjedXxczvg39HhYSHbgx+fefh+QLz3eTqEeUpPGO9u+fCBVHLpI9OIsju0TpMHS/QYeIMQBS9bmB8ekhbufoplHsRckg9MXy5Css0a3hPHUYkDgD7Jiyl/AkQa6ls5hmBm45Nq9eT6TVLK+3p7njYR+r5FXaA/sfyQ3rPICa/r0hFOBPLjnZ+6pLWYmzpV2FLyrgo7jLr58/eW/vzvD+CWbqC5CVSgdR9zlteX5JnSZPzQmAsPFU8UYg3WwY0fbmzx+rrh+iLmfVGhXy/3AuF5TydBrZVH1oBSIwOi3YQvAR7DIF4kka7pcD8wapxjUSJ6SsxtnEGyz7rWjBo0NdxjzN3vY7GspZAbqW6ol6I28mfW1gR2BueYkHvqFUOfvLr9Ge639DXmePQXdxuremLuEYtNzctqKgLjxWplKvYrNvtUM6t5OVES6ZnrvyN4Wxv8QPf432n1VenVgb0d8Ktkr/1ld3Xg6sDLOoAnPLyse3g+iJPWRxzOBEpeBW38+mLj6yE/J4lbc0oqWPL1BrNmXN166pHnhuGKA6GLmKvTfR6LfEkw9qYIF90eU9T4lWJE5MCXBSByCv661AhVNZjZg4H4+aJ+oZ7fsyKLJ+yxHdrEo40EIhvtH1ojBnoGvTeZgR1K1AxIcBsBBZOEUDdXIDMeosRf93CDg8RNdnggdQxSRrSnAHqu/AcbPvRRwCaQyG/yyy3qaboOyKUYcBFCwiaQCZU15g0ISWMby/avbon3Rv0rYPd0L9dcTgnDJpAZAC4nfGQCrkMlOldpR5XLFnYYrt0sH/nSFpnKdsmNOUIQvl7AbQ+7ja8bhryWDZExxrJ+p4Y/c7TaklS2028rx925La/3taz6Bg0KwviGhU8sWQ7ogq8fvOWCtiIsBP4+8XIp35fTy1YeHZ2R7GUJXIGvDlwdGHTgn7oNDeq/RFcHPqID/DoklOd9y8offYxtEY0dXEPe6UN4vNLmC0PnxhqSvPYk+6jB4zeaG95H8bJVHvpPF2p5pRRzypTKRCIChQHisvZSlZAZ3m/NSTtgzNORR3eMpZO0pOSiS/JXCpSr3R1mMXG1ibP+uIJ1Rulr6c0XJhoQQhryp8t/MXvD40GkXWefUDnFFWofbpPTWjdD5ebcrV4/k9Kj3+TOIoOgY6GpEl5xEDQd1Ig69zryODLYJIEnjs+tB9sUol2NQG4F9MRMU3dca5Zj3y392GtDiuJupaa/6S82I1jjHRdaPZOyBMlZsTA4p5yt0kqpzc65Lyw0cmruaBaPiRHALt7LJRVOAUjCR0fDpIkspoy6VL8xZ9f3ybt8Dw6FirkVJfTJSdLJSVD6vR+pz0/ADyrTj6hj3Di2s5Nits0OWZQE9noddgiBy8UgsleUI4Hj9Ei6Mc5FXx24OvCrOvCW+8+v6thVzNWBl3SgfkvrI4LO+oxt9Nq6fB4mrNns1XVxyosD/3qXJOT5ABdZGxwasaRUnj0P3GlqJ+AtL1zhNd5zcwyTMkayotxDMOs9diEfmjcJU7AEB5owC+GL4OV6pqv53PAymgSSvrjj4MlmkLizQQQGcAx6kNZABMP9Q5bbb75qyVg3vHzLz0eAMcT+JhXytZfZAmRgEi0negIbAlVHNCtSPf46m5B2BLAMA/S54wkJckND2orrrhQaaN2PsYbAoFJgusHjw3jqvie5uU2Mr2tzkSgl/w6QavCOekt3FMS/Dnf/i60fXF8YKcmkecj9jiRPpMJAQL6iVG6QafujrjpvWqONGInHkVf5DQR/sTTyY0QBmWBBDMSRMxkCucfh7FFDu8viUhc4x8nudRA9NM7mJos+5CwRlicv1PGy5SHNvnCvLOxQug8ar9exrxcPpnDYfSGrBfHh8Hsc1tu2J8L32/yGGr6/i1cGv7QD1+XxSw/sVdZndqA+zOpr7Pr3OR++CSdrOenKl4a7vJ34v0SE9e+AZmwFhx5vbJjhpbcZncHuGMO+DIUpZeRGSIc+zAyQt7JC8PqS0axAjQiaEA0j6u1pXphGgfwL3g4gOVQHCmrMeL3jnJL/CEjFyE4EwKLGy6pgTAxAADkbOGaikqnXDoW90U6+jwVeE5/766Vi8sjAx6RIe/Yn+fVacyNiHHMigUiLYGEKiQVywfgBca3ngSBPcJUtA5xQwKWJS4V3OdP+L2yJgTQZJShSfjSrzUjTHtgp8VgP7V4orNmxJ/d0w+bP3/tf7PvcBHxpPaMwY/Mk4x6aoSAA6WgYFcm8JIcy507ZsX4DuAnBTBUqjyAy/F7QBxDloak76od8HzWWuqwUQydChh4EcnegpgENszvEliGPIi7CLbOh/vFr5DU1tclqhSrbOJKWjqIDB+xLo6/PMY9jHW89N2pYT+LSXh24OnB14K0d0PvpW5e8Frs68FM78KK8w1XIP6nlHyYT480C447tBz5YEOL6fAhagmjX0x7HcdRbPKoIVJVf+DDJXF5pJlBJINWP+fTvKzSYOA2AD1AOvfoGJ+oSOiDvNjBgN4BkcNMnC6VTpFUynjPzztARgDgsdZIBojTS1UTzQ6IYVdowVfx0iqsTPLDniC7Z5g/PpbIzBLNozTYI6JQcpY/4zJ/cb+mvnAZ8AWzqkLcd9pzQJt/YFRXsqCAUGQnvX0fP7Kg3KCcpYppojBgkwtgqyW7HVizzFTPGNH4N0czBusjryjdl9Jc6f6BBd3HuKK8OnGtoWbSyPSXHQoWIhHhOKz4261o607NS2ifKAjBRhyB+GonY3hff/OGv6/RezVXq+SP3QJkgN5xByiiEcPum4uM9cDxw71U4nnIfGJieE5VkzL3nTTxAfWoDkxURDwDU1mZBMkH28NhfQ1zqsXpipBHNK8jlLJTg/E48nanrtVU1mePcjDyOcGRfRD+zvoPHpFm6YV5Uaw3L3sYzqmpeT3Ht168SVnhva8PCF3l14Od04LpMjhyry/bqwFM6EH/FkOyVD5eifEvesd1RQZbzZwzBGSIC0GxQ7jBT7hDA1zZ8suwGICfBGb6VziJLKZstKL5LpvjhOw89JlRH7LpIS7muMLwk847oQtII81CUFUlmTtO20kMDETJ2kldVj8ssnFaNGOLIyALKJJTGAQ72GCBskCEYW5DLelwMlPgCcgAZMxDWJ3nZZke1AorlZdTDUwBgJfICSML41BSS8JmsFiExvWMwd1uny9mkY+S24i4TjoXh3sNtXV7MClHrpk0Vk8NZ4Y/MFijqTYTFwyGKBhICUzEEvXcwDmHDfmBSVxsoEU42fWAkmBWCYJU3nN+3GzbZyBOENwfYg2qGRleFnIrQfgF8UD8hPnnSsdHCU7ELaE2IxrpulLyavqEW3wC6oz93vLwK4OKyS0tSyH5tZbC8EQIlx6TR1yQgjE00NnIBZbQAI+XYyLTw8fY4nq234LcgrtlVComkpqyRr29AMPGib5giVaIkrKzMKtM5dlqUC5PmubbSlNQm7ennwiovFWvBDywxqa8hZVbmzq5jVxyj6uGkY7AfRe+u3G+Wb69OM9T57YufWvAn5XqqwMvp53TgF2Z67h7/CxtxlXR14Ps6UC9DvEvg3QAv9CTkWVem7vE9I9UeGIMyqMro+aIYEG5LDLgzHs2cBpYHZWIH6gGaIogkFkJ0k0frxA279WXPZdiW6JTBEIDkcT6bUV4wdNskby6Fozv6zsEAyq7NrEe8SZgh3glBaRU6g8VLI+cZ0ADAF8olk8ZH9gxvpb9TodyKr6dOK74rwmyUJAx2c+w23IiEAmlBBGCrHCjeht76y1xcTkyRYXmwJk2gXAFLGwF5YVSUUg7tp/KGa439UjrJh3wKHUcc4RyLUUr8NZCRimIMleybEZeuYgxa1gJDEggLYaYBIdnvoiAqetDuQ6xmFCY9R0lSeAOvOGEzI1EJuCFicj50hx2YEK9ZhqEMXO7YxC3qlLo68oAVaaDh+Or85kZr3nNr1jKSLsosPK/Xu/zjz/ck/w4QaN5q7jhrim9OOKsyQHHCJwP6QRmBcsEykVuCYND3A/n1Io3SZJYSk1XF6Xl06zwdbKcjTstUT0W9Hne6tmZ0DW2UgxQtxk2MFj+EjkWeTPmDe/HBqS00+wnHYyHythg3B96fiLaNcYdvjX5er9v8lXu8Co1zzVcHfk8Hrqvi9xzLq5Jf0QE+oaIQQXh4F5zsOZUPET3wEgbQjiCWtEnHP/KLHrrlJKRMHouYgLWaNSijj8LwGUPyUr3OZiXoJs/1QqoyxScQaqkjJL5sJQTjSwxBaHcChgqzZEdMddJJWE5ikkkBHIPUIasoWWbKIkBR/JxgTyBfGp2a0ZJUPXbozM1IvYwR9BUbJZK5Deul9IY+EItZN03kpRShyAFEAPz48F+BxEhxpYQ6lnJTn2j9RXMVyxx1oJtNIPCITTO+QHKNG3nZqMmgqE/2ueGI4HrDnLgBIvgO3R12QDbXxaMvaebvyoUAABAASURBVALsbgAZhQBHugeI42BOBahgPAfniXtg3Cq7SZ70g4zxjL/xqrhBxgHMfpCsACFqvtnGzy3pXweDyEym9GUUezBJXBfQ12lg7NZMOA4E2kKCARsuSkBQcJghlmH5Cs2p5ylTQFglbH3GMcEO1MZtObpTQiBNiNFxfjB3iNij+9+/uB1Rdk933ovuCVcYJroZZPY8J8yYUvi0ZkGxg4zpzcyjkommxJSR4MzSBSUVEg6uXMVdTau2z1OiqnresO/oOhpsC7AAIzeQd2qqzhserXpq2ZdzrHtxkc2yv+dYab4rma+o1Ffnes0bL+jdRyDJqovTzlroP898LqHdY8CECI9FubyvDlwd+L0deMWd5/d266rs6sBLO4AXCjzMyXMt1nEMcjD4UEeASjZqJjwKkyck0JCfGuqf5MEYtMQGdl4wbxsuS6sfWtGaRo5JK6BeJeoMI3lsAa5CSLD5g1kKQ4tExdgu4C9/yBNL8WZEhFe0KBJaAnAK60h8maggNAwFAJNxMXDrw2zxyhKWERfXCBOm3o6qm/z6h1RCJMX2/psKNjERf7zFukk3gBPK5XH9W26snsJIHVyEgIjCA8toGJHIRFOFL+HbiU6EhJKpV7raOA8sbwzAsKT+VjZCcmggNSNgh+7oM89NZgMbhgJKFq/FRQmLSIOVYTGEjlOQS37U0b8Hk1MMUr04A/B2z39vGWIM5gtkdszxhnxhokJZA0q4QaCj0HfhubGRuPEDJ6G5GQTNhDhAGPDH3A+VIhgIjMT2Ryju6Gr1hX1lQNFzfniqFfRfAAlGDJfBoIagquqtfDdXw06h7MibXb7d/qS/2AD6g+bf0CvdANIeqqfOIpFJ+Sz3ztTef6jKnEZAZ8JIR9nIUYti7sw1secIwRxx+dMpWRrJP5TDRFjHZOiT5tlSJSF0pSxHJJVPjOD5EROK0QqhUWkglEzkDNDvxPOSYKKFFF07wHtzia6R7pOKusdpHrs2Suxpq1nj5Jda0eC1aceVXkD7MXthEfPGr9RxyHgQ54V1DFa7RFcHrg5cHeg7cN2F+o5c/NWBd3Zg9Bzhzzq78ojGkd7lvGCEOPLMCSyP+sQ0JSaQXoN7+1Kwx8XC3QImTbhjknTwpC8vJfLGAgkGzUt44ykrUGR3eIfXGToB9AaIBURLL6eJybdAe4JI4U9ceDIF4G8KQ6aBvFBK60xhpcgtg0U0tGSnpXN2iJaUeT+skKjeSTNjwsx8KFSruqGgfGv6pUI5g1igg4onl1MsNOVT4nthEp4Kh4zXX9IJGHayEPkMhpgAsgz0BC+W8uIMnOScoNMNkYHNXBHnHhiIMuII8JUMIqaePDFB/VRCmlDlpBTUgnTdF1SZeyRk61D6JbIMN1o5gC2DMQBN3UUJb/pUnhQl6DxI9geINUL4BXKSzRoSCb7AGIgOi5v81SmwGJQAlQHnYp1gWxRCUCvE1jQ0DEKSBI/DXCMPOTd2mgQg46D8L3r0FxtAt79/cN7dEu9Jd54rd1oAgDFArI/GJqc08Y09wwfgOseQ7hpahs50YIeRoeSYmCPu5whPlbKyACdWYFjur2ZCkfgpT9+MGMq1s6+aKebCxAaq09lEgtjP2ue5XoxsElvQmh4SwyipgaacPEhYHRxYGiM4tVxQFFIsZCqi5xM417yerqXPXys9sZiSbBuz5V5QwsMhS+IPR5oF+PziZylfgqsDVwd+bweuW9LvPbZXZR/WAX1JHSfFxw5/0JMHaDCCx+YmdQtigokXHtBdWzEWqQwoxgCUX/1AhMEHawc+YEO0MmpMREr+TDm70bDgLspA1FrU0K08cDnQkRy5VttZdtH1OfTmEpvVr+cxc2fFd323Ihm8+UIY2NPkbMmNSGzBxJ+GuB0FTnd4HpvGgC8AbKfyF5J0CwKiMGAz4ejKWsA8CW/RDnrIbnKdkKarN+kGhjTB6ZRgDjkH7QmkHcg7uIyY/gTShCWaOoLGqFbKUzMGWE6AoKRHYUVFSQ9mgf5gyC92WB9p1YijkpgnKhiCNPpIsnSzmN4YAgABDMQFE8gEITwh5w3wLzA50EqB6QaW0PPW5OQlBuIpNgWRBJFJVBQ1ziKI0wQ7ySoK1+lifpMNnxt2pP+ijr+sAbRuAHUhcMNU+R23zHunVDYTYcpyHpLpYOyWUEBn2LIlXc8BeepuD+wyIAwuQQgiIZk1EhfaJ+5PCR1i+FpBJCacqCOQJkSafD1OOH4YImsmHqvUlHvDhggOgpQzynFUy7C9uS5U83IKGKNZuJon3lqUpZFSz5/ZkK4aYWXavZxn6HiP45otdYTtOMx/bjWWHquJUcdxqJnDPN+R90g2j/UsyTynNvLLstkdeCvDNt/v5H5Opt/ZpWvtqwPzDlzXzrwnl+TqwPd3gA+oEWYZUUmhY9KEnqdsDwz88FyGd4g9zjtszt1q+O7CZ5Yb3kaQDublpbwCx25JP6cXMZ0I4zQX3Z6jYIXnI9Gb/WEE0sQFUDxGYZVgoUpx1hcayFA7BkWbMFsneOyNEVz2k/azF10fK2EsOfP1kXsGohc7TqhTBCmRM9KQRlVmiVatejMCwWXAHQuJmXo8YoJoFiZurzAQgSaOSTsghosdi8oZ4gqkRC0TOYIwMimHmOWtXGnvn/TSO0aVeJFwoIA0ykWwrwkeX0qDpbLAraxhIhpEoNh50rIuBWQm4XQir2uSOg4aU+fgXUIq8WWL8V6UkPvtz9/05y//Gtgt3bEhwY0eetfrzCngeAPNtAI4BpmGuxNp32daN5PsZUrJc6RHzjlhkFwGpr5wt83wUuAMZiOPDTUC2GCuDiaqCAr0uvKS4CxDy6iaCaVSeAg3mnbnOHJ+kQwVa30l8UKcWHFvhQM7JuIrfoEgAM0HDDHmckr0GJCKIOYyRelz6EElzwk8y3cm2LXOy/Lbtfr3Gp3r2P6c/+Xe7u/SZfmvd+C6Tv71M+Cqf0cHXmlib7RhifqYl1MO8jWy+qxZbevK+woCYuDNAT4UkgGM/tQVFu1g0oRWepLjowKB7kwAQHInFOtCRMeYZLbXvHT449kddtzrsPjAjQBhcSnRSsKrKY4dJQQj9XUi4R0Wju3A+7oJtr8SwpLmcwZtr7Mctfcl326a1F+tQCc7XBnHF3TyjzUKbJSCxdCezeVQYUj9MoF52vDVHPeBO3nHqrUKJ1SqfJypI9S6o7alB8XJ7scNp47piEwmv8ggTYAFef46Jv2lPSPTmHgATGkgrqJoEGm3oMzBZXPsFsRz7X4JS2Rtd9R2B9NsrFgYuUfyWtPTyKQd6nZg4lHxHNfcu2hzli0H8AgwRwJTmhv2Eq5KaOWeHzEhhW8m5VPz8RoaoTCucSzC2UQtoShQi9B3VITvIwywzJMAEiNbgaN8Usg39R+5P2A1jF71Gt6L2YheS4Nhw4DfGOX86rohNcq0EeDN6kPlef6Ot3PdZ7l0XObyuWSQwy4j+H0Bdoy94UahWt+WG9nPZfs6OPd7vQS34R2LnKl5R9jL5OrAD+7A517Vn9TUK5erAy/vAL6g+FQb/5RTnt1kevnqcQG+wMjzGPPBQ7XQMKAcLKjxcLuo5Q2GEGV7aXSkmpIhVMk+qmufsJgyXwiYWE6pPCung59RwSUEgxfmJQTeQfm6jQ0dawxRyImsLCwyOXrC6oTClQgzZK9PO6z3ICm5ytQGKrtZ0Ak96ZYIWDUshLLNLM1K4jCRLl1srI4xazGYC2FPRLMztOUhm2AoxKpvzNkWAtRaa6NdYLhXjVJueOLGa7ice5VWifL0Jw8MW8zdGBUwknVuhT1iW5wGBIoZSEcisUQtUh82If4CuKlCSH5TzPAE5JRBLI9c9HnZaKCRfQrxPeAniWswns1K7ZzNwVeTf2DfXB89Ao1/yNHCJzm5wHwBykD/C90RvvnjYs/Z+f34vOf+NU5Y2rHY66n91VqElmmvd5Lbgh+DkZeG05l6P4SOKXsZ1GUfWoK5Es4HGR2UtYh5sNSTihlEfploT8qrNms92so6+JIkbLlc+qsDj3TgF/uuXqa/uO6rtKsDn9UB+yJrHym6B4aOfW4BvjKwb/yQ5CLg5UUHPFmBSIugTvM0ITl1p2mbsrJkXXyTQi5bNpu5Wl7+4ufxNv3c8BheD+u51JhRoj3TuVr0VLuCcDL1dk/kV+OvKi2JauOUY3lpxO4GN0AU4AIe844Rz49IB9fY4CB+Fbm0nNS5uKh3wwwW6q9Weo7Ytg2clPeXQOZAgAIDVngZl80Q4j/k/yTn/96UhgC25V0+6VuloSafmgUd6jrkNqB13TDep15an3LWeMcm/V02gG7tX62S8FnmrSnLRk4Kc06Ln1JjIRZNqWCexA433L/1VmXH1BVnsIRYyfVMzJ0+rIvL61Y2KXWMG1MqwcwUV9sFAwz9B7Bgf3qsLnIiKquMbj0fdTto1tiYPSnf9ZtPs2LDhHJucnO56anZGK0ws3pWbP2Gs2byLbpDRXxLhh+7aDh/5jmuKufmOyWX2dWB39qBJ30b/Nb2XHVdHXh/B77r8YAP1nysJmjVKol8kse1KhnlKlqZGAUWZ+8y4fucmXDtO19mGPYBQEbFO9srWBEU4kTSId8S5iWEL6RYZpnCYqX/2rmgmZNWqqHEl6JCz61byW7D1u1RTpddfguZ8PAvmz84vorXVyz7ERp4bsz+YrMjyUvLXP0KiSxZArccDpJovmT2iTZOG27qAcNCCaYmghQoA8IYhKKWGyBsg+D//Un/w2aPADaB/vfnT5LNn//d0u0vAL2inW8E0V/+7W5dEKcZCYJoxhPUGAmHU/RCC6WT845VOp9ZjsNcu1OCwlmPwj3JxorcD90/42zLzgCXixB0O8SKE39+SNyqB5wa0bytlVXNzdl9nqs3y8+xsXOHl0omHL42awjWV+zMizHLJRSBEWw1wdi9SLu61/qNdqMazy7fXe9nw7zeb3AAZ314+xF7fdmftMLSdfe0HGcH9HjkYYih8Hjsy+PqwD/UgZdf7v9QL69Srw481IHmKwzPOXzYB8JLBcOSIt4CPERhbFn1+saFDAAj4Y+4ATLEhTKCMKOJGzRDg/O3mqYvozU3ZSGh0MZsnaV75lSg5Yo4EiFkFH8XXXt0a9+tqMAxud3uCe/jSY7n97wFPr01zRnVMAmbCwS8eMrLD5TAUzjeTTITuYxJCGDSQJ84PEXJrWFEwomHnJgnglhgwtCeiIITayRQQz7J6UGqbBaQGQA3d/5ik+d/3BAB/oONoBvh75/0hzzlBh71VqIPAp4Q1aw750VFZ3eUlQ0tVIPr6HZHNbe/6f4Xm0DgcXm10XjjNgmuusRrTrDJKmL/K7eb2qxRzwCdd0c9Ztik3jA1juQpU5U9TNWqcIqht8sBNas8u+qPZbQc//Ua1Do+cZ62NFZ4Wqwa6EBUMzVUQzyd2j7qr8xhtvpM8PSCTwbUxHT2EC3n0nfimkGl3rn+tdbVgd9tSfeCAAAQAElEQVTYgetq+o1H9arpZ3fAXiAyqyBNIL0bTj41Frc7tgiUKTOIG990CFt5SOJmZHcYQyZMu18H5SEf2XAI6FTinCaYI0H+YQ0SHqnP1OUBoxeBM3Lj8XFDbUGOoyYuEoulSLQ7eg259I20CAfTzHFg86Gi7pBNXxBwwwfHFggbHxl7IagP4rT5waYRbdhXAmgiQkIUsB86NEO9Xpii8qR6kDbI1Gs2eAl+S/xHkG83/jWvP+nPH2DAH/B//nBjBDzsbkKTx7XepKIL67yxXqOGB0b9BRGZYECWEERLZJPOwKiGmVKKetYFuGPz58bNH2wEtbfDnGa3ahjw6uMmUAxV6GyUY2NnaKCvec6sOwEywFBhIZQ9McdUIt2H8vwc9/rd/OyAQfB4GVj+kcz2+u61Qzo7x/mIez332u1MeJcZjukuuxcbnU5j3wlZO7t25WzXyH+ObdsqWJyuK8T4aLJ29qPTvJK7OvBBHbiumg86GFcqv7cDeG9YLa4+PlQqpYz/Ej4ZsG/QmyDv+/tc1EqcSN6Lq1CQ4x0GChBFA7ahyRPEg0SyxNPjn/rkcsOamsujUQf9lDuhTJL6wOLEohrvhOPMZRSpnFPSIpkSWiS+crQwYYDXGUQYVZZZMRcgBIvvJNdTsVqZ4IIht3Em3f3BBhAMF+ygKYPmuXBKNPOOGLQP2ZF9MoyT4JqEhO2+PQsyCusd7mlpIAtj5wlONr50YO8DK9zSDbxu8mATCLRsBHETCLRuDtGGIRiMQDrJcl+cZXHwk8q35qHZULgVCXqm42As0MrQhejCv+L2h5s/f3Wj645uJF501qaVIEWVjeJmEWmCiRaQWUgaMi3YmZiJGimpgW/Ts3hucwpnHsWkU1r4dLn6MV93WogFMc4tzNJxYvYdpSl5ZGbjj9h/g63X5VhTaI+iypbmvKRIu9vfHb7lgCc1bXEpHNguYC58pYroMaLP4bFoy96xl5Fe9ni55kPSeHmd1wJXB64OjDtw3QPGfbmkVwe+rQOzhxwIMPCazvnFadkzpiBOsuNyxx9gk9lYe4fJRoRGXZ7NhJCp0T+DkRugT4KbqG9gdtb11SUnbnjJ5htel+XthgNhxy2qb8JA19mT1TOrW4OKDwMp23P6SovvMmzXhBdOAneABA+sJ1xVSSBtf7g4YdvyZRZTF5mbMuXFyXOzF+Ui73wiq/GyitxfOZtNZ5y8pSH+jYAFBJMG/AEUHjrsEnEUT12rsCBMYgiCMCgkUOR4jaZuD7BIwh5btcFpxGpQyy1x0+uv/OIJNOq941qTS01NN+ecrZ9AGMv2g8s0l/M09mMhxLESF4IsiHPSTIDTns+OdPeEYUkE3sYEw2k59N7kEmrZb5viZ3nxaHWM9sLghdML8wND8pMJQRyD/LgRiv6m3OQ++pa1338cvr+7b2nstcjVgasDBzvw/rvRwQQv86sD39eBN67MB/7ZNzUeTP2F4U2pMA1s9yQ+ZPuS/oLDf4CZgN0gV+3CmS/ep+40tSGVSvJhnkI8ME149Kf7xAlAjI6DwiADtHes5dPnvjdmtdtKZm0FHE2ox/mxWkJdKVlP0g/7zDs0Yd8HgHOP81o5c9+RNZqIbQDOI63KBpEGIrV95oysMBLzG73JQIcxWHA9uaF2HEhjr+hKLBIE9dB5xU8NdP5S1M0TjnAn2snuWfYr5oo3cm5w3e9/7a/BYRPovhxlfM1pcjmH6w5kXEYtFuZNw2CA1O44JySS3cTXchK7w1NYD3X07kVbiN7iII8NtxS/nLbcBznNXEJugZyZvVfgR4oY5xkXx/Ek2gUoZDp4L59i4K/IvIfeKm8q9UznElpzGyw+EJ1b90d7rTXtwwv7wal/eGev9H5JB65LZO1AXrqrA2/rAB83CL4gnlwxnEvl4Se9+MMHTi5xl30ezHjc5lwfu2mhmZKi7QLgJWfKuMVgLFgUscYrbEPcy0sMxRtr0uRZwD/6R6zV9NcSh+9zxnwRkcgUVgitueOo8YipCRQYwbIlm/OsVX0Xp3lvrc4j4xBscdzk3wHC1sBEGiaOg1VD8jRtBJHZSGbCOkkgOj2B3ljXV6CZQ8K1QhpI1EILZZP0otJGCYJKcFNKEapqtL+U5FxTfcImia/NOOrOGYBjYVaG8GJbEgQNaWFBlwHXQgsBgQ7h0iyuik/NMQGsUY4r6mKGt9tflHgH/MX9EcZyXXECZKyIex7m2BGyY4A9Rndnp2RsTqmkROIIYPMH2R3x2LaVNC0bQ8tOYrysPqV5VkXPyG2zAacqbJ1wrrWCXdzh6kophdi1zvcZvSDPPa2ONpHe0YgXZLxj1U81OXEdn2rgKadPbdqV1zs68A+scV0V/8BBvkr81A4sPDnwqY3wHWnz+5gga9/xkiME3vEojGDyRdQXYLcaQ4tuUYH2lD9gJ43XKrzLRItjNNOPHkzRXtgW01pUhEB4OSwvvUH8KhKtQGi+jgrCpEPlNWEtV2exCGRqXjvZiLTwqfEWDB4Ur8TnbgNhtMJXkn8PeKT6/+xdiaKkqq5F9/3/H36nrbdWQiAgKFrWsLutQ8gckjiU0tV9LOIPCQFOLcsse3C3IrNKmZtgTgRVvXJurrK0VvRC0DgPMQfsTuB0FAr02k8186pila/ttyXMdnIm5D2LdaKICJxTniMZJ3kWTJJeQtSh0d7wH25If/78CQv/r2AQPMDLYmgBhpB+0ktOZy8/Sk/uet3b7+Jx1LsDKAxZ/ZkbpwQ4ljGWXTnU/VwZbAoQEYMmJ9Jx3WMEB5OjT5LP1bW1KArGMIszdZvv5Tn27su24BHsajziNm67Vf3LFx9P82WWF9S41cKX5X0y8G/K9WSJt9vdgSs6cF8qV3TxjnF34KkO6Be0PODJFOSBNe5NhI99Yi7Yd+EInEykO0P29GzYMq35kF42j99wtDeyuIXfxjvaKbC5E6fwHZ/9nvQsrDcbdfCAycsfiQ07HKEJ6t7L5cBK8L52tNdsSwPy96vPKIS/AuKGw4xjTVzqwc2ACeDHXAu88n00U5PVeuWKEpPTC4lNCcUB+0BCYTMIdnEmFdCrFB80h8iTcBI2RIWKdY4KqCIPhAFLzkm7Jgq1Z5ijblesnbYkPsaWXU/HdaOOL7OOjdICiZq9jf93sz+kF26Qu+tqii6GwToSnA7KFDDv3uQfOHvVL4gtfCK7RmVPHrXBSlAb7PNcneAty1W9xtNjVt6joPUA6FmMvovO11MnJQZuqvQT0ilEBeP8filZloNif2kdRdpShkyF+HcwPm9Pvyt7uYDetVh/nS9Jo5/grbk78O904BN3on+nu3elH+jAb1wyX4b5mTZTrAivGth/gQyDfBf29F3HjkLiydQxKMXjlqXfOPfcCunBOBIRjS/vLJnJgqMionwIhX3N1FrEP1FpRvXalNayv4lvdUXrgwZDaMGcCCJ5weSPxQvCN0NiTWxGYLcnBGxkgOPOj74oiz0lAA6AU4h2byq6Rf/KQfScANhzC9gJUhA7CAVH0Y8yWYpUIWqEhbQa4jRLeGqEBWEY5KWjiCuFMVdc7ej1H/m/gP0JywM8N1fjBTYF/hcwK4TeZwpiEwY+0hvY07TIiYIuiJdokaHgy6aYyzRcwfMrWzWC0fMcMTY+Cw5Tq56uBAMhz/jshZVi1QinHE8+ZTbmZjcsN8Mb/lTRjED69cAiCQdWYnKEAy7Z9LRjDnEl9fZ0mmfIRkVvT3Ajl1t1d+DuwNUd+Puu8Ks7dMe7O/CiDvzBC9s6NL6kOQBJZ7ThpLiQmGIsYoKwuu1Ekn/4PE1T8dj/wMsPBtWAKVCJWXAoPnabISao0j/6ZanqOCc9CCk9L0b1EEg+TIzWZABT5A1T9RQUyRfMU2GPOUuHskvNVnw2DPpSPUGC44sZ41M1YOkjg2n+mANOEiOB5RdA0M841vH9PRiGuhxzgFXY+TA+YcfsA2pmRZC3RLwtJhq5CC0TGBuw0YNugohrO/QliKEQ0ciQGsvMCcCwssEEWrBO0YExABhRkJHZG86aNtWK0bbsSrkU+6W4a+YUS2B9y4J74vInPMA8SOOeJJeWTM58j5xgQADSoYzOKuE8y5m5llLXhboov2lyNM/VIsgl3SdWyvcJUONzpaCO92V7eiWcdc73SMW5vtlFWJHo40r2RsGHl7+80nY9a+nmMTmUlY/k6UNBbuO7A39HB+4qDnXgvmMcatdtfHfgBR1wVyHeJ/IC6XkPLx0hgxokpbJXzHhmnKYJrxwTogEwAtYFIzKoQpAphCC6ED/IRXiZVKVk1BO5IuWlkrI9KB+csMqeQ9JzeUIWTJoX5ykEKYMpdXcFAj5YHwNEOSY6hoAwYZa/MqR8LivyofXJujk7NAxbC7dk5spsjI6dAsIIi5xU8fwBjWGGbZxSTETbriNlloSOOomt/nOrpDBB2jgjCkaiTU0ZhLMcrSicI/4LkO9zorE5wb0XeXlMQhZbMBQcg9i3IkpkZC2JFgVMQHhO6qgz+ESA3hk0VcDZokT2IJ+5kxTzJWy7s6UBNbHOBRsqCy6iBRio6cjrrqWYkjBTSbQiGlFGa7aSEMKRusLI0mrZn0fziBHU/OzCVoEGW3pNV/WJWbM75HjCZTy+1qvzuFfX8mjbX1pbN8sdRS5iOD0xxISxE/w6dTxoEe3EfWdiO6m8QP2J6l5Qxh3y7sBf24H7Gv1rD+1d2K/uAB7cJX8+7AoIF2Q/hjpCFB1FLdf8eBUCN0cIgR+uDaXyU5D/yKQgiaB1hCliogmbJEE/O3cbqglqjDk9RYFoLQOT/TFpztGQqVMSIFUIIWATByuA0PYKQQFBGD/FDCcv26OjTzQjR4hsgZpLRgvqCJGNqBcpqnn8APLSBKzSqplsiipk3okoNuuJXoS1JoQslxdomqwLobQNPxATgBgruZJo/opODHWijVIy2z6RMGnK+dkZsMiFlgxA0IYA8uVDi2WurnXbq/o6LU0vg/ecgpkBhI2h2qmhUZHqleZcLUPRk8CIhCfDXORu9XITaMHEX/4QB1xP/BVkfar4qyvT7CeBSSmecA+ayBISQYaQPcnZobNc9KaaOG8itEynW7hKRsLJVKlw64S4zAOC7mhaNoVlCCllqXpSmpzkqoKGoljChoecDhkt2GzkOOTUND5TXzPQtlAOUDapWDt9YVBrIBoZY2WMRLrY5mQ9riMXJ3SHuztwd+DuwFAHXvcNNrT8bXR34F/swE8sWh8eyoswP+SSkt9tgOCLhtD120aMZC+uiT1N8ElrCtM0SQQsHZSawgyZ0iF9qE9MJGAGSi0nK84wNGlo+YlNhLPF+1Z8DraVNG6y7RFiJlO2YGJRNE2T1GVLGc7GI9Q0YgQbFMoF+EYvGCI3oHVci5TXgaiorWve+hTNgXjuBLw8LYTO+TNLN2AcZk7XQR2O6fKgxqM6vlAVCBs/f47EEHc7XsQUENYZLNKjdR/Xlq+XpAwTMbLmtrFoxPikKAAAEABJREFUeRwkFAgMkjw9iQXEiH0KR7osrpxiSJKhPKUQ2CnBVXp10dkZIovVaQM1Bkx1hsl2sjQjwEPHjNSYAUElNnszpZewIIEH/+9fD9DY/OFpMtEhT+TSlSRMnGhCCE1tCIyF2RBJgHqAwJgC/1pjYMbrdEP780BLmD3OZeabjMAn+hgxwdyWn4yArD1oHUJxXrUNh6UL7mFq3KpBNUfn3TKOBvwW+8lXNp3IyvvvufM8o41h0q+EOreaf+Xavzz2uw7R5W06eoxpT7g8kTvg3YG/ogP31fFXHMa7iL+2A3jOfdhrAehX1KmPhhNeTQghYG8k1J9pgg5AJShRy7N48WIRwhT4mQTPMivPeeaUgE8hALxUJVFFQAsJisYAoWNStDkzT67tbUFjQIoZeswhAAsEfFxy2m9dHZoTo+3rlgjh8FsRYmLgjQ75kABSBrFIVzAZz+axIsXmYtoeXvCi2dMNyw/X+LMOHUW5d652bAKZA/Wzy3nBeUUwfca0VI6UgUowx/B4x8cLP3iOKCPZAmwHQLxjBIv94Sv42Tf3FigEAxKdQZSDYoBsIgCXyjbXMtOsqCG0/epO9C3pP+tRo5EBxBaD2ABiHRBgKO3nAzSXSuY/oAoB+GrgdMKl88A58Sfw/wD2gOARbXip8VYSWUGUkVCscwgT/gs7H4uqZtM0oT+E4D6WrOuCiSJe8J0hWtykHwR6y726jE/xCEzRSLyNiTJFWE2UysU0lPFzV+GNKjpe51hBFbw4hbIFDYuwP0n9VMcCItKDYgz143CmnGb0WFxE0QR1iQAYxzMKx9C5csZiX2QlpWHCiBFZZyQrVPb508X188xp56qy7BdR1nDDvyj1O9W7A3cHxjpwX95jfbqt7g68pAPFY0J8QOXjBWF4wUPGw1EvMCwTy7VmqrVI66YkHnjpatkPy+Jzo6B5wotVkE9eTzQiKzMX0cGJGRvUrnnFWlPw8cVHZJ5mWBFiQigMEO3BOgjUEj/kRYIUJa+HmV2uElzwKn1s5SpA4ZybQbFaZtki9VJTgRpCmAjQv28wewXMP+g2EEaQtpMwGCyN5mtT7edPCirh1Wx2tEp252V1/JG399LlvCTS3tMZkSREqyba0zedKiHuP/8B+Csg/qqOUFl0WezjBMLKYHKSdFkmAkoYYAQC7lmBxwBSG3VZOBzaXSq4USKY8QzoSZp4HyaYEIDK4YRcs1SCo5Dg7FLqlMNkNXpyMUTO6D124OSKlq9KiNJPp8TGTbKuTBAaBomRjwPkm2vC+ILBQ9AO4zWkCbWlFFkLv4Rv5YvU/HcVWB07dXRCqe/Vc/+gaxo6y6qJTISI09QRJ31BuHUdWZh8kBlLaczqg2XcS98duDsw2IH7ah5s1G12d+BVHeAzxILHWuLVGnhGXcneLjiaxAH7rV+J8IFfauXDIzsEhiQBZDU+zLpbqdTk+FdlxhOGkN6szi6kx6t6DT8bLPnVHZBUo9bTUXQCxTeNIpituoTlDxQYQV+Jc3yYYChPQsvPZuKj6tfOXHxrhR8o53h0aUuAqBiQ8XwjEjkJ+gDDk7OINydeUAQY9RycnMvBMswgnBiiVuNoAYAtDNDjlg01zBnY1IYh2hy4R4yaMo7ZGqYM2RElMB1CqwwC/pqM8Fj+BP57WrL5g10I6VreUVB72a2xkyqKDK3ElQABsRy+DcyBmDaTRLU2UtoC+gZJHOc/DB449xEyWMCHEdCNj8mZSjScWZRFIBIL1QmJqehrwUA5OHiFSyVSWCxj4ToGG4FSXhs2J1Vb5TDn8bAsjGAeqIsswUSn8IRjFA5+Og1bFbsSyDpy2oEaTj0ZkkDd8M2DssgVyymjM/SJAH3JsHUNI6gjwW2PlE8itu1FO2Ib749if3Aq8q/7fDDWbX534O7AX9OBkTvPX1PsXcjf3IHfV5t+L+ts2eOdAuQLvqQ7z3ZYbD3i8nQhrA22JXpTOehJJwMXfsGfYkuHOElzmBzBGR0hq7QqFpG4ENCJIY9orCH5FkySvpJgZwiH13hDqn4JTx/Odc+hOoTyYlLJ9kI09S9NmivWSQ68SsacBGF3AENf/CAgzahBJBAoo3PFqnBnhg8GjDCn4EpjhtxGrCMiSks9JHJQgE8NC2y4HWS1ZmFWa2u+MBZmQc7cVHzIJtCSt1ImqmUioSCsTLJxEzgrG+QTabtWGY0gOhOSiWmpuc4UEYIcVxopSDeQIzmjda+EAbH1o4jqEzDB58EqgOOgKJJd9KBGsyV1DFAFBn2IFmxm6RaQBM39p0EF/dTU18zPZmb+oToGWf4cxVoXHEvWzUhl1pQcgemIcbLd7M2PmTFDAnlgDFIJaj4ptome22ZO2yGzdhWkvM/K2nnKfhUlJpDxWAGNj9X6467ZkkEIWbKiJEGZRJWp584mCXZPdwfuDvz6DuzcQX5RfXeqdwd+cwf47YwHPnnA5fezbHZYQece4Mz7PD65bnJLRCeFwdsPe9OJcEjMvtIBaQ2uTOvfBazRgJmTltc2FA1eZxBuTNYMw073cVKezf0j9liS+ZTJVLMWqqVHTW0hTO88Tkp3x15ISuGIt7WC9sLmhLE5w1/nBL6ckkaU0SG3oMqYcWfEIoQfcDLAITbEak0alGQrU5DXdYgwcPyiDIyMkiUHG9F86YTGYC86LNhR4a9/5N/VwT0ao5vwRI1MJEJzw0LUMm3YoN+BF6nYcSKofXdmS0X5kOOgeeqJrrMoB6e4XuGosnjYG3FmWTfIvSfgwyKA0glDegesBsGYOJADDgGaCaLZ0UZMTbWhMJEZWI4m38bHrDdioa6uFifdwoPHcrtGa4XlZnhtMSZR/zj/jPm8zUrTum65+jh43tGOjGvnRDIVVU00ZtVyVc85/LSUDZnmev7equs1At+iuwPf1IE7l1MduK/vU227ne4OXNsBflEffMa7NoGLoq1rmIP80xWt+Ht3HzZF/JbAl67Eikwne3RX7sA8wZMvVekFBb57+cDkK0bvravVIJcwKo5cpqIASGXSkvAdjZh/kBYBKMTXyYwpTEoyCkyd/WEv8NKOATlfgnlmEsBSB7Q7GItGhkm/GDQ12/zRxVSmdHNmvZLjHKRn5HEMZ2ARw8mw9o8RCVC4ob0yQeyVscQ/nAJePhANgxwRgbSHJQVb4pFrr0ctNYRo6MN8DS35IUGeSVIaX8olO+uTYp1FsZ6gNLep0nbvkc4u9TkRTulI9pSs5kwqA1LIzGkK2WPsuddp1vyef1vPqh669XOomF7CPXl7dZH6QjwtyldND5x9Qes+skTML6Jhz3ipD9sHyY7mPD4E0ltAm0MHsBHsaFWNEBAxE6BTY9v32fo2Utos3bIyzDieJv9uyOtn6rocLFJ93m62yZxufHfgH+3AfX38owf+LvtLOpC+DRMhD3kvfHQ4XjiekTEO+MGadxYgdSKjVHdm+RHkBQuTvMhAlnoR354S3w3WV0x+w4dmKbWJ3AsgLfB8bIYinI7EGgmnA1zkeKKIck9kKI/kgnNI3k+IV56l0J9bmqXOK7c3CXJ2pHhFEOfF7YF3lg2fEGzTB3s/YGBHggAyD9ZEyBKlXPXFMrDFoI3E/0FoxBR6/p+sCQnUZkQu0iIFDXtKkSYkNrAIRnlsKDD9d2HckgI3tmQzGvciYtcx2aReZzxBNMk9HUQc6kVNFAyiOXDfumc8NxQPtlN+MtNQnhExgeOJx5VaGUbVAGIpYqbtE/L8VBZxJLMjtqfzS8WejhAdY7YRReHL0Oqeu7vSwYPJOgxy7C5FU1HiniU4CYR7Yto+QP1lyvOuvB8eTKe5iOVlOMYkS4jsV6Cn8mkW78ryek87k5u8O/CPd+C+Mv7xE+Au/ws6wC9CAl4q1tlUDwxrA7xcVA9RFdtwOSSSDGQ65FYas75SMsTxlVcNH6gzCChfzmfSO+LTv1H2NWWGr+TYXB50YqxjhRHjhY0I0o0xPfUcGp75xAfzuosFn94qdhaCE0ZlxDOIfSGmijTxMVjHPeZ/xFo3GgI2G8xrK+eYmSBOc5h/ANhwmQkIQSnQ0wNRNQbi/vyAi5s/M3iMIFgtAk8oXdfPpvR4qzZv90pac9xcAQeFmz/Ln0f4s/yRzR65XcsUqvsSr0VEm0LAkElwFAf3EbnwmRI2TZQTkmCfkJbKBNvGopCeGkgDQ2tCgP2u0RqGVw6Uta7oxAJPp7Zf/YmsnAsKBXdJrYjzK0a32Ff32rqjPTfuObwXy2oy/NxqY957OY1F+ajVULtGjEZsPlrpvfjdgZd34L4KXt7ie4G7A50OpO/jRETD8kno+LNq6R+DnkPYQDjnGL2OJx8dHcKfYGuHLqzLhb+CvKLMI3n0btw8XJILJoz0skZ6Pz6tEBlj3/bVFgeSSKYksDHhUsN7e+AvTASTcLo1qWfZWm4Sxjd6D+/F2vMf0esaP9xtAcgGzAw/7MawCwTsykBQD/WrpcZvaRGaKyHsHH5+gmBMGFwYEWgAC1BQypwnMZEpyXRvjysaJNU4cdayTGUzimSHk+hBwKYPN4MCf15jtyRgiEOQqRUKBrJNRDzBgACEkamQrtcQP14XRQ3E7EqxSGRCSqLiukLkaSx4tneUuursxLYYRHFxUJcMhmO/JVijFpFzyrqhw4sSkh1oRvgawLlW56Ip5hprfcHb3yuUAmUq1N/E8PCO5/PCWo4kcsQWxVnWhiF6yziYZsrp3XmmhZ8ictaZeirg7Xx34K/twH2N/LWH9i7sN3Vgwcspv6i77w+rYvRRcCX+GkGZH+s7nho7QoBnRPIOBfbpwZ0SBPkdN0BkiZdtpHuPRgdUNNu2g7KY5SVdriuePAAOgL2lCgm7/YH+Y3i7cV/vdZZ2i6eFEyFBf2QO6MEMAPMDgBsGCIxEgKZr9XJJETTbw8cQSxXMuiIXF2meoFETETlSeE4/nH4DSIMe4T9sQjwM5Gb00E2bqSxCWZ1N8zCC2FSCZaK0gsIj6mbrduS3UPRffan01tuKdVJ38VILex6PRcqoXsPxjkzmK6J1Yq6M3iSQ2nQtR+IuprL23Koyy86Vd84r5+ezz9KaGrPyXrkuL72CPp5Lf9VurGfb2l/yYs2RRI/Ynk9zf5V9i/Or3553B/6+DtxXzN93TO+Kfm0H+MAOwHhtCfsLvOQxq/tU1K5W3lHhs+CFK+ARePUeo27Ds69a6rM/IR2OsGOIu+msr4M7hmfUc3LKVBKF9F7kRCuy6QgrNmM68mIJn7eMnDBOA6yoMwg3sg2F8gMUEjhfiHgOcSNIPXUWOSdAloBZDY3t55XJ2wSahV8u/XqGKsAPILABAB5NgthTLgQmX7CnoWoO7+sMGFtUPxAKMWNjghCAIXMD6URuDj+gZliIC2gd5AjKfeO84HzifeixPMKfP4/Ac4r3I39PyXlPIAlAcYgdHYQXLgzdKnyYoRYNGQX5xDSEHp6QkGyeA4uPYWE604GcmhHKE7Xkmg67wntem3QAABAASURBVGczKhe4NloRG+dbwY8yp1Nyjo4sl73iCLiIO+dhNw0XYot81r8f+3wfXpdTP9tv1JzvYL+au7f93tyauwO+A/e14rtx07+wA785Zf36k5kTIZWDp6KRZ+tkrwS8lDg1r701BZ0Ph6zDxbtNUeZOULPVd6c64I5zR11WE5Pq2H6TmJkSDufEgs3RsAsy25vorMKIlPma2c6EgO0DJjWQJXd/8OJOa7yxRyrGESRTlIvVxZPGvyZoL5bvg9Iyy4SV8+4LmIBaFwBxBAtrWKw6E2ykpYjAKISAXShuhjAaeZh0nCux5MUkCabztMleh4+uxjoX+fd//uB0eoSH3JT0njTtpalm0SfginsA4MXNFKDAj2HSgLqXEzwgxhjPnJtWcJDxkPmiaTwFWXBOuQvbmeqK1QynmBCilUlY7nkrcXiexGPGPMW7Sbjkw4hXBOKVtI5zVfR15FqyXmktqX3ewWsWOm+vN2KzHeHv1LrL5+8ssK7qPhHqjtz83YHUgd9/eaRSbuLuwO/rgD3c8uGcwAoM62MqJR+CswngpcZcr7jB6EMLuoIhnRAsk7D7U9tWcpRpP8JhCxSOcdit5/BcLBZpkFeQrjwXOAc7QB1dUo6/TCOLxOjxwqLbgj9FJ972blvIPoVzjNGd5Gqyncf+KprZjxiSnuXVllQQShRxsjWI8bKpuzpRVyGaUAQMS1CYScPnzx/SwmBDRDEI2R6CIQZkmHtDessECT2jL5EvqFcg1szNH4GYn1xLzS2JKVoQqRUpA9XqbLItLD0zg27f0HcMW+0hv6CEkwlAnh3MlHDW/xq/WNxIPd0e9TI57NALdJ0c595zwc7WdMAPh+RUjmf9Ti225fRMIuO+Bzq6leytuztwd4AduOGpDtz3o6fadzvfHbiqA3yIIDAenmwxSAnYE7dhEZ6dfOCzMbb9RtK0SnuRqMfrJd4nkS8egMnjz9xD8x2rF6QlT8klomV1UvaKmHUq+ZbNntTa1B+0rdapJ3LEBl0wqI2Eh43g10+aU3sd0xlWq8z9qCDPVBGihOcPTiDlsAkUCMo152Y/V5ZugZXulQK/7kam0UyQ/J2wXk71CZJjii8ngt88wqYaLsWwYBPENn9kUwRCDGz8xLVyKBFUbPAhZzD1MuL0gmmVB9eQxUnswRIeOH/4fwBbgBcWzF8ApTYqQZFdgxNDYsIgFUQnFCdIMUgRHAm25CDAaMkgboxmnWanaRr3HB7uXVwm2SciKjxy2TszkaLvD55lz9aQ4lpPDfs8vo0+XvRvqMp3WY6tF9iFVMh+K+OPhqdfU49cL8+GTtfJs4Fe539Hvjtwd+B8B+5L/Hzvbs+7A091QL+kdZZnncYz3usfFayExuKm6mLv84JMXWv43E94SKO6CY0pmCrBrEH/vhvhRsb+sAQUlyDgdduKDiIN8TMJ3ogp+jdPPh2hZdIkfoAAGCDyMF5OHZlCkJf1bNKkfMuiW7TTzkTmrYi/9mDFhtPiSBB7MZEFI5RhYXiphICNGpVixlAN+gGC+xcLXqiVg2A1Yt1MALoFEQUQ8w+cFw/QSxzKhMbE9QAQiQoSDAgwIxRnB7Oel7KWTE73GvLoKqyDNfPXNMvCvwK2YEOHZw0BOQqSCUwcaOFUXGVRHs2myBqObIWgxWYtz4FScbSC0vs0h3QCahIUQphG0kg2iQjPfGL7hkNYrsMOo4ZPlLPrKtfmWKXxqupkfbL63QQ7yx0Qb+c9FAhGb0gUq+i4IuOYb0Qa99n5SLB2DSo9ea48m/7tf3fg7sBHOnDkzvGRBO9F7w78Kx3QL2E89MnAdGnhjEfYC0obgrPDcwGGExwhz3vmVbjtQ1BJlZ0KD86SlUx09LdBow1TvwcpUNA32T37V+nRmQmxCUDr0VXAdEsH9emhZ/VpdzhKBJnA9AYO10+hU4dlvdtQWPWZV/Wjv2LWIPcZ0MldNn+ozg5NamWCXQyR5QmbY9yfEQFiGA5yGs8yRz1U2PvBnhI6yjj//Qdf0oZBIwKEnAGRdzUgBOS9Yau19N4z05lq+Vwt03oWvJgTZCOIP+nBJWcrkQ3coJ4e2CIxqWLevR4wIKZk4gQwHFsNyXokG1GVnIjqSRqDiccJ+TInLF1bnedxrY07x+N6yKcVHfVQ/EhTCIG0B1F6wTb9dE4+/KXBNDBKXnA+SVWgVXhknsKh/8/BC0oIWx+pSaYtq6h7YXKjKcRMXou+KpnhUl+f9cB9j9n+cLrh7sDdgZEOvPCuOrL8bXN34N/oQPknuPIKFwuvL8HtL7qslcdCxPCYNAHi5tjSNR0gxIpwwwBdjhmvORMgAKbAj86kBIydhTs5+UcLZmFBT4YTN4sxhXZqpg+HPhaLmHDI+Wlj3ycfjD3zfMDRCtXHZevIyuhi9sxCy+p4+SspVFrpCCe+CGMjgiSLUKwz+QAdh9J+niLDXAHlRRx1PQT7Kp+e5Wk5SpD6gcv8nQC1a3zKQMmGQKTNCSwGlP2x0JaxAKRpv4AWD8NkWLZgI8hkYL70zZIRqh0rjLju2ozERsVImvXy108P1LtIH4O9nssqD5nzZGdPIS+YbJsoc0oCR0xROZKyc0OSnruIjrlcFG0zDHpf6KWHMhXiTcb1rMjcyTf9C6VFMFwor2Xq2gejT6++94TRz1YBpquPZc3ntU4druz+ldTfWNN+o+3Y71veFncH7g68pgP/5r3nNb28o94dONWBeethzT1jZtIekByWP+Ilb8BUSHvsaehyQCoE+CfU0Ai9enFICqrN2TBlESiSlxUQuMOwPqCoHEOFvX9WQMgiguVkuFAqI6o8qdC2QeyPSH1cv160VuSyQjz2SuVglMBMGwOwMsgL0Zg2dD8N867IxUnnAo0nqdRpKSyBSkIpfQ/HHYHdleIBicjMQ3Xd9EKJm0zm6Zn62JnNFAk0BiMyioRnDAMV92dxcGryBCd6mmzFY34IjA0LzNjCiTwpyDBAxfpFZTGICfQCUAfANgjsSUSASgY2xmYcC3oQgzSx4AAvAS5otOCoFsToQlw4MaMYzpFRchwxf1xb3Pvhr3kC6DIIe0kopcKJWCZhdcI5hiEXqAo257qEmvfOOEKJ9XS+ZyX1IYLpmoOnTSbYLygCtdzKV8x2Jj1DfA89veM8oD6d32nHdlLWPsNtK0p36vd54Rqlx/fCfrWSu9ThCxPpwHTGZyBs02TkuJzI54SLpDfYWrF963Q2Mb2fbKZ6tlebQW/l3YG/qwP3ZfJ3Hc+7mr+hA/x+q18uKGNtxAbkbZeGMqO9XGhOeCgRm0gTrQA2IuNrAmmCCGRSDkGwuTMD5MVF2SB0wAc85jTkhVC4a241DE8IIUhUmTQxIXuTmHAi0Aj5zylpCmZOCXQNL/N0MtshvM9cvvK6Zx/tkbfdCUv1hrmVSDMpEbUqFslq0lorMV92IXJpgtNRL13zasVX/ugdUZaTUqHO5IPsGzCWdgoa5tDb1REX2AjOUzZnpCw3arFrRNTWKTIEWk2YJmlXkIzAxmXEQibIikEDD06ZxHQ0cPo9svirYPSng2HQi6PB5pOMC2fBkhRGUQ/ACNYTmlvNQvsJhjgeCwGxLEqyQBqzvJwlSUHATXmEIZF4MhIPhOhkAjM6sHDTtCdvGm8KJSMkzFsy6388Fuz98B4JNzuFQO4N+tOGLg+eYRM5g4IxIa0STWKjxVSfgMe+z0QbAkyRJkZYJRbe8MGBwMDZ8gD015Mjv5ukGCDI1D3jw+BH1hu0fa2Z1VStggQxojBTUfD70F9QQqvpPLdb8mtkr41+TY53lLsDdwfe2YG/9Fb6zhbea32mA7911fyKyqfYH5bBqzD+a5rTtH6Io4RA0/JlTSWFzN4yTMWXu+QcH+KTboSofTyfApeBojiiUodaMUoZOQproLyAGFGQTFH7YJWR7iCkjZGU4i1TwLtMJELrY0mVuvw4lamAVwlaB0QkHeSjEh7rAkRXT9FWxJ5e5P+8JGI3iUWeoJkihLDwZwqRmyGekNMEPg00Q08VJ5VYyQKErw2sG/IiavbEBKcXsuducrxUi12a3LWRZCFwDySHN+cQxFouIGeMYwCPEChnkgTKBHu7mp4gmKRLM+ZAH0jkmBEn4Poe/oMm8kwUXB4zSAOQMmoeQopkIR8n0qlHkbe8BMNR6gIWXnsilphw1iA4CMTWTTV2DDxiLsUVM8GuNRi3IUeIhlRFcMGI2aioN2sYnbMNvUP0V1p0ySzL5mhFfVKTiZBl0Sciix7NuiiZWyBcUw9eNMCBQBrXkbbyIWfNOtgjihTrHEWCJpnXU7TsqdcOpQTukjZzZK5O2woJc2exRdJ7cp0Pmx9abxocVUpR0ambdFw1omgtyLuLgFM60GQG4YzPYOhLzBq1XxL3i4JsHoJKWbHPVdE8iRgSCgxSbagPir+DtT2ukdZJ1fw1qxyKcjSFSw/goUxv47sDf20Hfu9l9dcekruwf7UDq4tRHnDx0LDaFKLCgf8TWmkedSSA4R70DYUCAGSYVUbaAxXGk66Bulq25ie8CnHTIfDlFEXJLwOInSlYx3my0tQPCpO31SpKSeY0W84RiEwtcSZkOplkB9NOIaUkRJVv8WpU63QJuhGUK+e2R2lTc4UPX/gqA2aNQoMCOUI4+ClWib4tWVRh04EU9hqIMkjhmDBUmAhl/2CTAkMZ6gC2jGEqkw0ZrwhBfxTjZI6kdQE8J7AEZbM0aAZJYI+mWEUU/QDboIlo6QwQ3pQem4KYQB0xgTTB+4NGXN2wIa16o8gFOcfoP2OfS7HItXA0gNYAaT4w4kEIkwUUN6zQPOjIaagZlyrjTLDRQS+l/GzSEtPTrITmRICQtwCgzWHRshGcvSNyzTpS0EvioEkC9UdlwLheJLGZAUGjiDqypAkL7Ajhv0V+/cNbqtx24cKueYCoGnGDmkbQKMcTD0yUgeoMb8BMCB1TiFXL5BGfv1TCEQcFjRsrgdPJNQCeyxJABhbrwRcuej/1gmtmtMwUuUFgSWZKGstgmESzxvdkSjlptoljuRyNvr32lnbBcQsJaOmrJX8ELG/DR3zHbHlINN8x+5WVBkji5nEphOdqKUKk1b6VqJoymGZRI271g26/yqyo8Vdlfid7SQfuIJd04L6OLmnjHeTuwPMdSF/39qx36BmHTgbMhTSxQc2bfASf8dXkJ300H1mkYZM6Uummgt/Ljnq+dBHMkREIY+mJpbmG8Mh8keHA3bSwzxEdNRAEL7E/0WPmi7C5uD/pT7UyVbwYBUIgEx0LFOX7ycHLFjMM0WrsB6IFQd5xWg+p/F9O+bj1cj/irRakf5QMEjDS6FNgfyLbQoxCCOjNIrZTCKCD7mCGQFoguA89tsCZCsnkPYgQE2VAaTAmGb7+OYjiiGggGz8/YQbtAawN6R9jQCC/TKK3QpRCEVIEYWRiPBA0BZJBkUHqbzbIlFg3JzkUK43PBEpbgxisjE5wNdFZqxD1dE1nAAAQAElEQVTrOK3lemxNDjNHgluNlZp5cBOIG6y8zogfdOP0kDNkxjU2QaT7Iw9QBiBFyKuSMvAY5IAGhkQNcrAK6yrLyEqqsFvCIyBl2bDiqkwZ4tWgrhBOyk1SldIyTyGgxAAEIuhHGCXzzAwyd56KBcUA3IAjyK+woiwgoSlM4CaZQTTGVNwWAi0hCulTrpPEQ8QZX/ik+1VnEbYQwFMtYJJjJFNVSsc9i2dWm9kONXfk/5q49VW02wMcp12b2+DoibvZsVt5d+DuwPMduO/7z/fwjnB34PkO4E9rfZAHHt49f5yOT4tPx8krF8/MWfwyqniuknJkeno9rQOz3P1k0pjFgiqq52wCfyjVmzQBAj/2HvK9LWiNBSKNtSSpCiLbSYf4pidEkHfGKb0CTIVXm/PSHLdwbDJ7tqa3DhITGMww6QyLbGJkfoRKkWzHgcuSFjwSgfUT8sFjzOxOjnGAZWMl0mljxHhiDxbBY69HPGGJG8A3eYpxRH8AYQVB/0qc2CySjc188l7kPkClwiIW8SSRWJOszokWhmcSAqTmwFaKucg0MufIKrIAypUzw1ACjGgSCmTCVO0CHWgEzBgkM0CYGaEWiS7kajJr20P8oUXMX2jhKUDHeF3JcXgE7KpA8wjc19HO6RywIREiSXMYYTwAcJGZmHd3lWmcqDDH6G9Sw5YreU+TL0DSxcRc5bjHtYTm+tnaNCa19KepkwTFAIxmV7FqDr6imDUAI9Bb8MqoL2BwJkwg7S0nY4wwbPJvwyw+ApFPL9bGs0SPCwqWkwkSkN70cpq5EPYCu52SmO6eR1NPX0JT6YVlTl7ToQ87dOK0xXXONd/2ghRpzTz3QaYBGUX1vbXQR0bX0TmKbnR34O7A3YFTHeCt55Tj7XR34O7A8x2w5yj5Ssef9GlEPOVhKH1kNqcaH4nRsn3yYfrsXQZNwZBX1VZWp2QsxcBeuART6BMlbzCwElxpzQc5gQGXvgmCeaWdJF7maXnR84I1LblBPEmtQgQjQ/zIA2ikX4eq2nYX4hmwayQGa0uuRaB64hT8sVnbT2qTjJS3CKIkkzZ+KPFRPC2GMDAMcm+s4jIeIcRrgLEYJOLigEUZ1MmD5wVBvLGBAbzIPYb3B7WCuW7qkLC6swpSvq4QgrODmLEApDwk10R4baZztllGqie3cDETmJKqrT2vtPnBIQ6VR6ZENAb8OGk6JJAH9PLxhy/hZB7F5TM5n0zS9pHZtlHSF5k5t2KhZN0hXBCki/2lR1i4eQBgSCA4kgKyIeyUl7HNn0kNRK3kanbLJV2yh3+iqZVmsndkCJW3V1EdYUEhBMZSCLqV5X6JqaZYUInjc5XK8QAnPNKJtrU4jl8M3WlP1NaIvdiKW9vPdvVnBfqemRdRPKCDoY9UMxjyWrPOAUptRAHWZZBh3fBr0+lHk9X76ldpimXJENaLtaVru33JdZH217ot7g78vg7cV8jvO2Z3xn9pB/RZSOdPlyjvAFPOwpFZ2KPEOSorx6duOKk1iYiL9FDPLicl+chkMbLOJHs4uyvFmbDnt6vnxg9h17A06DyH5ufNbnLx8bSrL9e5hutleyA6e0TounSOqS1tWPy1+Bmvw7PjazKsNj+KIDCveYiGRttPc/EBTEJMUJ14y6R8mScVAIzAV+j4ZhIRHEQBrEOicjIQMRkhdqYy1o7xIfVcWFs+hgvlDtP3+ak9sXHGTYjAX2oKwCDeXvgrIHA4Y3ieEcgZPEL5V5ZMfhDHsGnPr586Ai88usCPwJyZJgGJiAxTd0zThDpCAApTiB9xjnSWmiDYjcUfcU+bfuUggroQ4w2LUZyQCI5DIERJkHymUHwqttAVDAxbyxQ228yT7jG475bSC+8vLJcssFyvYi2MUHuT5CbTnmVH732rC4JpJa+CSdKwPu5O923k5vfHVrK94tWnqWVfAVVL1aExMwbPB+KGui0aMkYSTe85Hrqsz1TT4biwE7AjPhz/57DH7XB34N/rwFXX27/XubviuwNPdyB+SxPJQ+1Dn9GfjDv+iFgv1Pbky0BtuctPsBBH3mLIgJdBXojxiS9cYu3yc6SoTkyaVZ6VOhEIJWGIo2Fh3jDxBa+9jGuQJTXXFUYex8lM2rHOShmVcNa/9LNIpXSDG3HgtccQhkkn2AtgTobp6GnyB4FL8pcSgvd8adSxiWkQ6TkCCiPwxZIgNH0ToSqK4uN/kJfrIBxX+sHEDQigQKlikBcOl8121GLxgtn2W2npa7BSqsCSAl54n+alRUyt/KRmip0KwA9AwOcB2BrTlrLQMTsV0CdzKuvM2NVLGUiOHbuDYtwqQuDENAhydoT9j9jCzDBIjoqlqA/oP5WCUnHsCaWGSQeX1aQCPxeigvFWO/ShzHdiNdRSpExQPgIOZ7jk4QDR+mOgJmyULIB+jKgpQqWDFZUeWY2Q2TUFshz+GHm6tPoaLpakaKt2n7E1zLDTaaDA27aTHiIthDk1VjFVcBdPll1FYWGMq6INxLm3ggaadJv8ox1477X4jzb5LvvuQLcD/t85ic8KfF6PZNftbYrp7ErZ8fxNJj+24BHYnn/OJlT4zSHmNxdik5bCLhdjFPoqYKH7BMMcAbb5A7KZxZvTvnq5fKbk6mQNTNy0WD/U8grLXkLxwrv0LMu5HKOQtDk40kRNLAVkDVn+qbFJlKa0fI/IEvYD1ioAoWO2K8I3cVbd/lwF23CgJWHDRFVpbRIEFb92Rvf0DRzLPPAergDCugO5H7GX8Xc4XuPp3qXobUJcQWyPlmtphPxpiLJykMppIKvMbHqXZr0jXVrVAelFqOXX8HHtiHzMsmfZIFPe+jr6TK3mY7kZDvE8Cruf7NEytfgt3ctkOM00thGGVbo/b9e0719bjHTBnzWermJdnVoVvrzbr5RvEvSLzJpMNZMaaXnT8RbeHbg70OvAzlXXc7vldwc+1YG/c11+vxWPCcKMPuiIMd9H0BylQVwyRjNoLcabC6GlG5bJixesnymr58s/yUboIzmubdkhSmf3b6SQD+s9B6x1xdDodaQFr5uNQqewm4fG01mjelol18xl3JLbXmFtu5YUEQo1jk2jC7zmFmz4EAd0z/svK/sioDcdpkcj0M5AghtDLILOJIVwikCE+qQ20Bj6SwKRCReEjOEoiaSKbT3Z/IHmByB0UkDwnmErlqv5jEtNnzvjo9EejwX32AU95AZQAK3yeBtRJs2PRBkxGQHsabD9MWyYQ+QKSa3zyJbnqWl4Q+H8GurJGpRKcyypoUkmBdE4eSZvUDBeMUo3Fhh1fZUdUzpZF11flVYZd+QIxoPtHHN+mXLqkhwwKR1Gcio9hDvsdjgxWeby6W1pVAulfvmTtLQRE5lOVl2GOxnkdrs78Pd24PddIn/vsbgr+6c7wG86gjWhevDx35Nm8hYcF45oZMkJLweTGT5xh2E32AViCUdGiOumlOfZkBZA6gQjGMHkRRn4A0NTmOQocA6gVBbwmRyAhI7zMcjRjvldZM2NiMFQMzZy0qGwX0HRlycVgbRudwiFd3zHieitU+6sUsxfE1Be6Y051RRtwHMPFShoYdzAUFJkMCOmDUg1IWEQl53RxJyLKQ/iGOugF8zN0TBE60wpfA4YnlBFYW8WTBjY/AnY+OGNSEF+NFbZw6KQpA2iREDNyxDIhleZjNinU7lQ3QYe0Khhfg+doqSFWEtL3pINZ7FyZi0/K+kRAQrjBYrNWslYpiP+pa1VMh29B6IQDA2WCGWfnVEhQugMIsgJJ8ST08V5PpnNefcX1eE6LrnVvAgHprN+A6GvMakTrPlnVrky1jN5iO+LThSJfU8f68C98KUduK+SS9t5B7s7cLID+PLUvwL/5FNtZ/mpIz8kRhCMQy5ibHcZwxCiXMyjw3oCjIHn/1HHlWnKH7lguDgl5xQrsm2JyBjh6MtEOP9p9XBaVWzxpzBNkzGbuF3fpsv7lPENMqL9daUYTBjZGJsgmVlT8pKp3S3c1pYvl2gWnWWojLsSf9yGSP43OlgnjehPzIuHdAVUVSLP+h5Y37Ef5E0+QPusrlq+F9MatLjNH1uz01NTCx677sQ0TraisuZvuJenWm/PI/n2I+gtxPLo25UZlpz3Kuv0mgYdjUcr2M0SBnVmNd/I4k0iLZa1KqXz2OIozBt+/mL12SSaty5hDpT2zPF5xlfy9FM3Zx4xM+wamcHvwJc27rmSb++7A3cHruvAfWlf18s70t2BQx2wx4MFL29GDwfwzxnDTp8w5MPoyduMNUXwo7u18VxVzG8rQqPR5oKySM54KwKJIHNQDLIaUkIlG2XNt8b44+EUwnQhMKOgHyMNQ9rOzxnAZne0g3TccmZmcMjdnBr4R2Q+vqehlBefWf5qHuZ4bKxW2i7hwV1XkjCPCFSItk5yVdIS/bmp/2+wunzT2xXXglyHP2Wo6ACM02mfC+evgOigEp3J92HEpu/d1/BoZq2sgpQxsjBRok3cIQIB+cufP2g48YJzxeAhm4StaLhPoXe9H91MtQsFhFq+4tUIt5p4bq4MCgFSL/hLGaZCGAmK9mdTMCM+LZtYUEQti4OynFV2bMmy1qgnqrAQinFeKdGZnyqWtRA6sYfOop7v1XLch8dCqtWhA3DIWOO/cl6lsxK8YHWcSBgvCPyBkO/o1wfKupe8O/CBDtxX0weafi95d0A6UHwpg8ELBl8cRIeXCOKtRzjqvxLkriJTlV5LVpl02OJ9tmNzRDz5jZKGo7Zf5zCy9TSFjz1S48wJ2EOUKixjYfzEN0fhpzBPIRTl22GhjWyahC/+zOEnZifvTzJFQQNpaTpTrZTO5DOwc9LJLAotO6d+C1nnpIuybIJyOtOSwJOBmKCag3NyjPXLCRNj/ECGEbmD6LRjuY6dAEnKhAFykwBO8gHCUjLcdFnCgtjc9FGwTR6eM9mBl0/m+hTtCLwG60ux72Uaehjdw+wBco5qZBupa9BIBtesxDM5R1pCpOVLsux91AyhzUM9FOFFRjxsRegoiKhQDTN6tKRmmYYdP2R4/rh+JOGnjs2rM/7C5L4wpVcfhTv+3YFv7cCv+Er41ubded0dGOvAwLceTNKjTyLK6PooV8rIyfMwCUDHFRqMTSX0m6O3euUka8BW7iyTvEILGUY+tSWaYjsbdPeFkj8DSI0vXuI6YT2MwCwFi3RoyuaZSo6v2kRhO9IinogK6b2XGz1FAljSBU5NiCrwlBr3lRibD/bu7zc/YvVVyjOPauAkh4N1C1GZGcvetQMhBp3N8FO4l9xGPi2XrVKifUQIHKmIIIhjK0g0OYq4Rg11DOH92krTTVSYPA32koG9H4nDTaBFNumxpSL3Ip40olpND9GX4imxSk245pJoi9AyQ2luwtD+sBEEbl4DM1MC2bbDcem06zKXKSf7OVG7BHIvbNh/CqSY0Ikfdj4uc34H7Fj31Qfq6AdpauycC3LA6iY0XX65MB7QThXSaZk6YNFI0wAAEABJREFUBsPikSAX9NtCGC7yG8mhcHiKaabwVMR3O7+3X++u7l7v7sCnOnBfWZ/q/L3u3QHXAX380ZkPfaTcY6qzbJON94224SnpdO5Be8Ji8Q4TEQQHB55e2IuDXpvms6tmriyH10Jtk+wuhPhBJG4wEKLkCoTy+2FqpeTkzSFArToHZpuUyDbRJGqesu+AnNmRfEqvCbWXkoBPbt/DbTMOnwGI8PnBjTBCyiQXpSLHWwcyNkpNZY5vnuKWpk5PGu4SQ6aeci2XZcSnmqhYm1dGZIeMaLgL7UiL/AKIreHGDoGB/D1XftEDIWUEkMWYpingUgzTBBxCmPBfGPpMfat2ss6eeTv2AjKmf0GkAyFwHmDAQeeQrtbOeTncW4T84mHVPpvi7mniFlBbnZ34LeR+vcyLkNMpuSz/Vmr+2Lnpu+vpL+zU/ExOTzk/s/Dte3fg13Xgvlp+3SG7E/6bOlB8FcvzrEwo0TDIDwz/2uHp46ngFoNx3E8f86U/fPMKD/mzUIvzdHdSUVVysiBWwQIYILYHvSds+hBvW57RWjIjvmW2LI85EQd56CRlEIoPpWJSSL+DYQ2E/Wx8r7IHfwdknOEUK7pElMRKwBpD6RAcaaIX4yorsgZpZQoSoxcM2EJqiRuGnqNiKQL4c6iIAt0HRzvZwYTG61gvU/rqxg83VR5BaU1BN0UmZWS2PhoWISZvA1ZGSyaK1cRzeSUcEtR5DDn1jVCw5ILU1z1ruIkRJoyGdkAUj4OVEdlNR+QWtm5qkosYhSMf9RDnI27nba1mwyOR3pheN52RY9R1bim08y3Nruwl/WCBBK5+5OCEk98lLymCyf+FcPfqLzyod0kv6MB9pbygqXfIV3TgL44ZnyOOPUY804/xlfCsf3ihaeVx8jYT+8JwknHrj9apPAUTXg+mgCmcfCIL+pkUuRIzmSk1esXsm+RoWQq5MQUgY40UPk1ZSvPn+pGCvphgrfbbF9JuORZB+MGEsa4H9hih2FJUfxGDNLz2hfLdA8lgbK/aMmDtLS+RyxSwdylQmrWClRav5q7IoBWDe8kEn/9P4yCnMwvGC+Ah/+jzEjd+5G7kQxykeb0RWm4d+dyybcuQbqFYnk23iLbFvGYhPY46Y+utmUCza01h0/0Lhed7OcuXWqjO6llq1FnIr5iWUyenq8KRny1Iz89eDl+TZi/BWv5tCbt8HFlnrfyugZrd892Bf70Dv+dS+deP1F3/X9gBe81AabK5gYcIPPdhQNAZVBI66jHxNGZmViPmPifsGo24WPgh7OPvOmwZa2YyX3r3kz8T383srQZSZFzR01HUR5c2prPMa9bAFdRYD8fG/0PG3qJ+W4auPHvgC9nHRlWQ3DFEJtNgWqwB/cZQh0SA9XRIf7lGCXQCy2DAzo+1xGvfTw/kAxN/qD29ly9t+aJq8JB79Z7XRXpct1N8oZeI3LET4lNTzGaK6xuO7BrRAOcYhuoSoeyBGYfQnaABm3H7zlx91+rjPe1nKDX31X0NC2erCX2rYxq5+RxzaVufq6oopWDaq7xLWleDu+b20l+U+3aipuXJZPTVeLdbVy94x/uNHbhzfkkHft2t6CVduIPeHfhUB/h2EdfmH4bp12HvzzmjoSC1FJITv6MJ/mWBcm8megiJCSCbAz4YouK7TnrhEeGOo3hxmupMKBSoH5hEKBM07AeQvoCSkEVF25umnqIhH7aFIUYjQi1y+WGToXlDZRm125V8ER/5MHHClWu8MFazZxesp3GrRqhwN/qW2ZZuN/COQXEoeS2IvUkNi7A79fObwmwvuzQyuvqtAO9DeL3WSzBUH/8SOJZODMAFI/kE+tnzRU4YVe5Lxe8FgR51YoDgYMQg/w7Q47Fg4wH3Z94YqRKozjGRDUzJLRHbTmghRqgOV9NHM4YK+YbGL92gWY9pLVpJCpuCqUwl00r2LIt723CImFtEW24p00RsWHsbT2+4nFbJhXik5rzSXHz7zl6R6Y9T6Sz9eCaSQLrfCvfiyR2Ti1baj/hl/a7q3sq/Mr3ZuwN3By7owH3NXdDEO8TdgWc7oF/Now97ZmfYVq+fdqk3MBvDZku9ypTCyw1eGB58wQEIhlqlIEZHDD/FtxWtLxz/ICm8csGPMxhQaXR+acSlPaj9FKZpCpgwFAf5gBY8/Jqk1kjlgdfKVV18qcZddY51q/F6hslKmGNlamXUEhTBUI/kRkMQRHsAlxBkCqc+THf18FwklcNSHHsUpEcUZPUhKr+hOzdJJvGyVHMJ2gUcQZhWbZogWo8cRD3XFldJFmTFdp5bJ3sxY0Kdl8kMmz57miT2J7OgYIUB4nuH5CfTczm682vhAYnR7J4YcJ+MIkHTNAUMoVvTVAlLvuRoytPSpPWxoj7I9aPUasbmwQJgDE1TKCVXxuOCady0sGznX5gUTNPeHVJHFn5DTCyC94ZIDrm1jU5E+PGRxipZTh05l1uzoT6P5+mxSuI6tbHweo5GC4/atNQkU1v/BqmkPbTOHNzRwEb8kJMazYpOz+NJuiWeXdSFEvJUEuJ5T3cH7g68pgNXX+WvyfKOenfgr+8AviAx0kvF6lnIPz5UzUgqEBiVVkKuwq2MKFArneGGDSD8cTcGJBjZglQL6sVxe6lFdJM6STigjOBEeA/mQCJRGHOQJ6mpYEQUrYCqRcFiQB6SHfm5+7aGvMPIBzm4F0PzmPli1glBMcFsm5gvnoSmMjB61NQNi2IipJYRGQ/U9GA3u56jk3diQIwh+ROT4EuYc4xkVfwPxD/iASIEr9UOqE5omcTMTar3T900W/Tsgh17A4Qx8wyZSHCayJEBhGQtzMenOWXA9rCXClmuBrOISXvNHCujvAR2ppSQo9ROddLHu6FejJUSEmZ8mqOp4cieDWfuu3ixwnEG6ObPA/fEILB2niAiABUjyzJVGOww9CLsmIk6n89kM5cpyk/DaBqnF/COPG8yv8gvmshfVAtDFVCfXYXyfUxZ9ul1p2evjuF2XJRw2PkM5xNQ+QHjnWWPqXu9+FQ+x7IvrV+Vc69H5epHuVdlezSP2/7uwG/owH29/IajdOf4V3dAvgoxNR9pp3XpLTuaGSQPGGIk1gjaGV1gGHPPR/+wES85UELUe9OBtj1me7mcVT/hUSwIhEMftAT2nJfOyxbUUwnlng6V0MchHA0MII8pgiqH2FodCZvNjFdB0EwNyAZjEYwfxT7M4nc3EKCIVzBQymgKRSPTgiOIoccUh1KE9WQxDNf6bd7nv20JLXd8CDgf2lsTsPHjh0zMC7358werARe7QDTZhRjD7HiiIxQ7IojyZKKEpOmPPQ0JtH01MAVNACuRAULPOHuQ9iRBtpvFNvJEjEWgXHByAtEqSq8AKIPsf+hUtd37eZpeCrZ5ItoYg+modnCmGXOmI4E8wESBNQlA+MRgjgSG+PkJgUCawDr+/HmgF4/uvYinFM8n2jeB9x1TTEYorlgVypw1rnTRDE1SEG4AGLTP0chVQBtCFDsySogYwcB44gpOJVvF2GIlOZkqK8iYnpP2U6kMnc/rSTkw3WWSNhFd031FvwHZd8QmW7+Vah+lgwkfNH9rgfdiYx24j+FYn26ruwODHbgvqcFG3WZ3B17XgUU3FOJbOl4xsBQeZDH3RqnlIxIAY2VfGq7UtSC9xNBPGBLxtUb42kN5tSJtSRim7Czg6RdDY7MrSlm0coUJr+qTqYA9DZYjiiZYzoBAmEOQ5seX04BjMEGUR8kF96KJ1GANDxLiwGAGEJAE0pGMlG3N3NxAMgOWhfcsOU2FDFkF7v1QmDpXto8qAaY5cRLOppXAFKcx82RUgqRcR+LGTi0LIWTRTmdMbTg7hrxZEAIPNU0WHr26J5JciOmBwYgMotEL6IPjh2szJ+AfSWxGsgDwHIkyQvAklgEf9gGoMWJtEdFg5vVBAuckkajYPPCCKGQPBbtpBk2AHSgd4qxkPYupTLUm86qeUQcoFDEDUDgG+GQWaUEyJc05wsdYcN4s2Pwh1CcNeVxlD+r8SpNn2jRNDNoWIR2GMP5hux/IBxkhZ+bnfbmg55WmFaqAfRBoHVrLpR2BcbgycTBTHLPQ+MAOQxW+zypJKmXlTFpkDnGOigZa57aWhJRd+OCnrrJMJWt5ZKBrlQHxegwbrl3fKckFDq7KunCuYAw6hJ9RwxN2h9OXNZg8QZi3TufytRSvy/m5PCyfG98duDvwbAeuu6qfzeT2vzvwj3Wg/CIEh+c82WMBbj58H+wPwxx06Zrz0Wv4mRl/0p1vLPDMTOi8DazWRTdEtoSQn/gvLWiS+MVkizphmbrnnJGRVBsMFUpjc+5jsxKMF99Gmmvn2Kt0Pq0t1hIugLYQrZUdySqZGZVvRYDuZ8aDOXAn5L44L1pGyXIfY0ZGng+8uLiDAXOMqAKFQUZi4hxGK8AKB2wjGhlLjGNC9C74wUIEoGCl/YCYRYApKUG7kfRORpKtkLdqEtHIShIsEyyxQSnVywSew9PkPUQdfz0TZAGvHKFjgMq0WR7zBsyWa+EzywZgIXLMat+xisO2EB64mAycu5BQCbZpmiYjHcZFSbEBNCSxHKjB4err+TFX7FZxBNnJwbIgZPDU55q91VgHN4F6evoScLpx9Mwa8l62DdNCFP14KgAWFiCQjSSfzB6j5qe841pIDJSeRzFf6Y7RUB4ejLngqllStTO+gJntvBeLRns2r9Az5QNxV+YrQRUs1rVbf+V2iNWDOOayl6+PEnP3oiDnSCm5ubsDdwfuDryrAy+9l76riHudv7kDf3Ft/gECtDynx3I9HUUb6Jj1RqBLVVfeXOSlxrI7Wm7HPr2j7STq1Z62dCYI3XuZiS/HOEWCvtVpaOGVxGxFEhMgkleHB14iQENU2kOGFwrOlwP60Y0JHYaqhcD0o2xzlgfydeZNWwjXlogPeX/AgycXEG0mTgDFU3xEZww10DnED+QYkXkSlZHrYGmZRMDC02BlQIYhZEw+JKzS5lysPtEEUTAiRZTAbA0H+6lZsoBjVLK1Jl70TAQLPeatIRYybVlFXbSLKJYbE4gmRLxGzYZ8BthiGD/HCLRXGZW4jlDMglq5CaTycjZ5uq8UalyAGHJJmrxtaNo1RvIYa3lX8ojLYWGMrlnMgyYEOlkt4iPng1DldCwZ+B52gA9ueXHmUZBTSJKEEFhSkwkME4f4zDiVmSTEdbmiMNVfkaT8AMQkNFLPT4rtKZ181M65dMiYVkd7VrxdpRznFDrXornonNSJ6MmTwZuJMh85U3Ip1+QSl4gIMTMFpjgfSw21Z+G6SDtnQZXgdetWgW/27sA/2YHvv6L+ycNyF/1PdQDfgvJw8ACxKvzAE4MEWQU4KCiDHFi9sc4U9CXqXBS8bwV7/AeBUeYGweEhmchkrgVjwmGcvTM17HyRYTprIkFkr366BPtGAEcl0HrYa2/WdE2zyTEK3zYY8NEZxOAYtx+35NKoEIPUGi+plfEAABAASURBVBCJhxRIdYlQ9lvnqh5mPVeyMnUqCVlKH+VIEZTbnMsQYupFnhZla+JSHlo2Tqb3FhXQTamdGYb0I4hllRjUIg6yCZQ5vRfhquJPZGSjIV5PsBYRsB9xT8WLxEsF2Vf5jVlSmILu1QoT5ONI4euJdRHwncL8eisisoYWf1qhRqFDsE0gseEkchBubXAibU6Hf13DhOtIkKH5mEMArrXBdXWt60kmObohfTarSFbba7mmOA+SqtGZPIH1GJCvgTrdBOExcdrRVJ3Ld5NS6ekUn/M+t+zemlN1dgV3hYXdz170OgC+t+XUkikqjTYcxRGtVlgJouEhdEmQQyvuG89P/tJ4f4Xb4sUduMO/tAPtO8RLl7yD3x24O2Ad8F+bSvOBj2AWn8Y7T5wNtYj4BiTE8/kv8pCPFxNtkAY81aKckFHEchPkZKArrGfTA2OsHvNmSAhrx4skVr+9CBkfw2ufIiOITSIIg/cXR0eRoMMvauL13MQGDkRIJf5RarHaB3zVRP2UznNbmvWeGkzVuzxF8xzimoQzgdI/JI4iMbohtnR8Zzm6/ma8bha/RYGrSy4fw5b3I/BWZ5xhbroY3cK87xBaun1Z78hQTliwdxABBwV3zv2QtGDSBNxvBVHWhIOZ1/cX5IQEXWQKjPW0yYCj2DalIHHj4eia3MjVVGxZ7dbjYx49dU+uS+i8toE87UhGLe5zC46D9MnKa51o0TyjKUxkEDLg+yiRJPZAfPaMrtH7Niqt8zXRx6N8ZtVWfu/NxFYz3MroG2Saw5Es+e0Jr5/6ZCb/A8U97g7cHbAO8Kow+sZ3B+4OfKADC5/y3BO3Pu895EFu+kA+qyVTEpPktNIXgge4CWBjlsfQ+vnWtLuY3/0MuWvYNjBXw6kAeSnxeTr/4q6YPJ1B4BETCFqd6qKfIJlUfPVchmaDCLoK/sBfkyObUn8gVzIRp3ONMhpmkNinDxbjMBcC6RIkNvsFAoOUM2j7qIHqdFbJsXnf0yzWHcFKTBaIQ89mUq8Bt5QusBKoeD1bBVFTsZRSpBtovOOUleZlSLFKYj276asU5Uqp7JtnzX83WzPbKAXv4vHHJ0vgpcNNiAzZcZqmzFxGTemWNbmY7bTlCGcrOcQyZdkm5VfoGCaTSFgihjtuV4iXA6XE7DaXnWJnj6R+IIXV2mkd/rVWQmXxA15seMKBzuPcqhODEWKdOd63Ud36cqJSR2aPUE+4HllmZSvryuRUA6U6ayHrECKMU1fXVfAeEZ3/OoSiMYqyeFFFwVOPNTHGje4O/E0dqC+Xv6m2u5a7A7+gA+4L2Z5w7SFhOpK+OR3x2ba15afTD5CTLhCRMkdmvHAV5tfWuH/z0/XcEcrZ+JoQaLanC9A0iojkBjQjb9g7VfWSIBs/Ts03VcmeE5fBuUUy4E+VlVXOu1xGcwEJloiguz3oig7RRmGka2RvSEvgL1pcJGxm1bZneG6GqV/RiQUJUhxRyjHxVL4ZbG3DQ8vnji045oFds3MmqRZKJVoSCVdPkxy+2T1Mh3/qo93R9vFsIfQboJtEff05jR38aeWu2TlxLdhO1zmSZHwC6TVQw0wIa+2GxDt4esMlhFrpC/F0bbfNswb7Sjuaivhuh79OKyXKdDDmZOXBbwKMjKOdGIm5Z4N78FPn6l78AX29/oBLaeIDGG04yH1Tp9IrakQo9xW4CBbJepKjI9Nad16CRRvOly/TWOM6EbMl+IjK66xyezxT7p7vDtwdYAf8NUL+hrsDdwfe1gF8AWPwLYyIj3p8eTi8PB2jkyOj5Aya1Kn3J9p7i5i7RrlkZl/2lh1dKKan5pGZ209pPDRqhzm/LgexlpsnJgxonx08A9ox+prYkWgQEYJEORBlD9kAgJgYskBMNoLkL9MECQHo5UMWLFf5Kdk1x2rW0tMS9GKpeuFjcVNPHxzf1RO/ekU32uUtuF3G7hBCOmvBYdDOv1xEUTajAUGLJaXANSEjkhNepe+bd1byNe2YnlSnTmE/dQkLNlEJ/PXPfkCcXJVRcRYVTGXo2EEz5xEPK5YvrvvCosNwMQLUvVs/VDrETs4M5VezGEC6ZQN1Z6y94rGwg476wsa12wl7rViStDqvDa3RYs3KvG+Wut63XLpd7S75TGL7vmW3S243tQ0DXXlym3IbxrfqZAe0y+Zccia98d2BuwO+A/d14rtx03cHPtYBPnDIU61mwB0Ppd4/T40lW7LKzGWvGtxd8P6o9OnZogJjMExEJI+B1CCTPowhvzLADLnqS3ljxSianeGMt2QCkJO+mORpY0vIOZNf+0RMGQBDXmBF633EKLw8ZeuL9kvnuHRI/6sS7mIkYQijZBVt5SblyrRSRQEP5iO+h7QNJX92aW+xGPEtiKkSYuYhYb86Ny6U3zVVMzd3iu2IneOvJaVHMXujdc+B3IKNoIeDaHgETWacCBPsY+7KpN4nouG34EzgOR2QawCtJipRujVbRglzvS3Dlq4j28q246Jitl0pmStWZLuTFdQ03FQWHrL26UKKUE2Gtz9Zg1psNhLtHTPaXAe+OE8fWSFVcMRpyPZsRtvBr8/XH7Pro29Xc2vvDtwduDsw2oHX3FNHV7/t7g7cHcADOh4TMPiSHvCnmnyAIHy0NePPxc00J2ylZMWp2wz6YhHQHCOfwFPD92hmKRMJJhOiRpyCJQK650ZabzeMt3xI7x5yLnHWs4q/XOB7hZ5bKtewzJ+g3NF5r1rTC/7BjLFag28/K+EZge8D/BObCAirAZX+FTrtDLVzOn+nkDYx5xA/iYj8JxGSL5ZXXucg54HOKuHWgJorr3Tg1paRa1yXW7qu7f86CbqGmnl/VsjniZY6KVrN3g42GLWJt6h1iXd+9aEwG92gNC5i5BxwDwi86KNoG0161k8BGFNofEQsU1KWXBJXxJhV5RTPX5UO9UpNG7O/3zn1ubRcgC8kpSY9U3Q+kGO62R3webVpUYQUF1csFFF2FsnFcs75iOvEK9XXcG7Jd3hd2d3X5Pv9Gb6m7jvq3YFrOnBfQdf08Y5yeQf+rYDFM8RzT7ovadyxRxaz5u3FaEuLMqN3MJsC0D+Bp+2Fjen96TaX6QFyWWev9c324Lw26EU7LUcahe/Cl7woEV2rTXxzFTsq8TJEFH3wtmfUcdyoV3Lwkaw3cZvhh7qGH8VXgs/D07KGCNAEYAwR9Sckq0NMQAr+1MS9MkJav1PASmwbAfmCCsUbNgLm2qZ4tMLHPzmn8VTO+ATfl8ZS/OtfAdcQN1IJNGnfRnBeUQkwO5DNoXePpsoJZ7lE5ygxHNkuWuqDK/cAmEvStrJinaGTlYj3ocwj10zPHI/ck8ATWYATY+H+pYhzG5DA1KylzDM5l8Uk8XsIqwurORLcNaOobbom5pkoRR5lAC1b51LzHdxG6t+RYCOLp7sZi46oscItujtwd+A3d+B7r+3f3NU797sDRzog39SY9GcIRzyP2XaefbeCnH5cvOjOgq5oesg90So5MdfVMEnCiVB0ia5pf4OyN0PZEzQJL6h8SS0giuX9nw7kmadh0gTWQyB9GHYcozoi3VzATtDV/7Awy5PUheArMIpML/YQYvj3YlqkXlEnzjZNmmcIwBPm7xrFJpCl5mvwtOkH8SfP6cEUd814rgkcLKbVNm7+cP+EpxJxXlzPi2lSrOcStTjviBLUfFSIm0xRUKENVWVZsrGIBcnKJlRneTpNzY0SatZA28nEQshkkjXGAZhx9VABkuhJwObPRi1F8FVq0TElYgTxyrgI9Wrm59ULHI3PlpjPK5KL56ctMYwlL5mGXX634dlGWdX0NzDZpzHz+XQO9/pf3YE7ubd04F+6k76lofcidwdGO1C8wBXfifFBdTTQxXbnH4U1b/OfI3HmJqM+Go/lPfjWnlmKngBNTGeE4cubLghmdEQHQTLhNSdFHA1yoV1sTkS2D4T3P3SO3YMCO0APKIpTrZGBVtNQ9ER0IKADPZNAXbIhQehbtzVjPrqpgwjxAtN6WT9kfqjCSWAj3CSzrAZSsEjy1JJl7bsoVwBJApbmJgUOOiiMKEs8RJ8Yn++XZUBssNOJ2LtFGkrbJTx2N+lxwtC0AaLhKQYQ2tvwHuT5RK8sk6ZHaLpIHsNseN0bnTBDGxSbQBBi0C4ikhX0NZXhBWxRSIqHNiZaCS/Zyw96ngbq+HUzKyacSwy1iaNhYS6azme1SkBCybRSrQWoxY6X4bXRBZJWPrWs5tvLtqz6qfc17egj0lYGI37o9YjZC23K0K/oTbnCzd0d+Bc7cF9Z/+JRv2v+qg4seDvjo+uCl3O+sDO59MD+6e/iM+snnynIe81Tdxn/EMMusTvnYfKuZJ7KLWBbQwNMttsFiV/iXTT2doL9FRY9dx7xrHq+Z6drcIdOu1RHakvVqv/HzlteKFrcl0QwCYAO6NgPMKBkkKRIGD9N4UOH0iexouOeVpKTJyRBIlgYAQIgDBCNsdXMLV0j1PeILHHDllnJzwMH+I+dR8CLXGQPbALxhDGw2MQTpwR2L0+CHgG3MrNo6A8a7y/yS6amZXQwpGf/wu8T7AY9hhNRf6QjhGFhbGoKTWmYvTH6eezbUEY7u44WkTqpbBn6Gzg5304m0qwpVbwbdNxyN9QZg6/0ubInOVamxos2H8PjnscsXx3/WDa39d2BuwPXduC+wq/t5x3t7sB4B/Dmlh9u88NspsZD0YeAZ/6uk+i72r5CNnH66qxJC/inT95iCDCTFxjgwyMFDlv1tcL6TERPAWAOmARCnA1zrXxUQvVRDX2pmDllqNgw8IKZnc9SyAiD3sxcGqQERQp8AZSXCSgwxEY1Mk+xAzn9TInBqWnBK3PpKFE5EaCKCFQsAJSOH0Vn5xiOGQgpUx2MWidDXzAkZzFPyYHAyJYFk8XvoiS51mJe0aOjnytBSZ2jNuTTdgaZdT5qsj1E5FiH3F5l3EonFRkJ3qOxiYKBLBbZ/OGGCi8pCGRM0xSxoP7EE6yvvUYT0z4djKUApCSdEAqCNCshKpDbg+cPLNQdxOhQO394WNaCg5BbmCm1dvPB9Wwdc+NaLlpFRuuIKuWFbMwilZmI3TXK1MgRdt3ebBDrO7HqmWp+TqxzvcuZzK/P4m+NeHf3bz2yd12v6sB9zbyqs3fcuwOrDuBtYiWDgM9CeL7Tv11AAjKgEF/Mw5s+smRzLT4aE9bKtnRtd1rCpNgfAunBQGIqkzpInjIpr611BiLmIiAiAjU2UtwZL8xBYMxxw+oHOgJQd2zkKZVRDyAtwKm3gzbxq8Cgu+KTCsZ/sj8aYj8P1C27OWL5yKTwNtFIaaGkP8rrbIsBY6jsg7MkubU+DQhbNk4nNckkB0UobNLOcgaDq0Ph9kURwUXZJBFlU99UfqWQmz/YOsU5wg2gvRR1gwjGe4ab+oa/b6in6zjYLDHRo3fNmwHxhIkAtDUmuXFOyWQrhWT0FFGfbbEnET0VGs56roMubjonAAAQAElEQVQ4PHIPDrtuOsR6I6IpSX02IHcQUprnKz24IsyZMVBvRHVEajV0PFMx6vOpOSVuhOFPJXR23ddfvWcz836/I0uf8U3fHfgdHbivrd9xnO4s/4oO/KyqkAuQE55tMKDXGUQcNR/FFZrwYD5RJhOJYJIw+qErYdR+2w6RWNe2UVOb3IrnKrzG6FsV3sKabklYPEuCQSZJF9CVED9pHfCeBosBR8w2JJW1kahniTkLLe/OSnXmaNfS2ukhWFZMViWXxJHoaR+68WF9g3XPssiqYOB04RgJXS43S0uzX6bCDywNQDYHXoS1Zs6E2qo8ztRyBYLRxCFmYXKVfWiWMmSKCXhaRaWk5NRiYLZik3si4OxpsL1hMXr6rnwwftd/VNFKcNHrxoXgJbQsuJ4AvAGRd2qQE0DHyAYRLZ0H2V1gpoRsWHJJbq3jrgETxSmOkdSXEp0U1msMG65dRRIrsNpEdmKKYU54ftDlTNI4uzCY9EjnR2wYawiGj9GwYVr2XJ7jXuuM1pKUzFliPJ2zK9x+7MDdZ3bhhrsD3Q7cl0i3Nbfi7sCLO8CXV78Erkb5aT0e3LYf+WDg/RydNBLIKRxpsQ07FcgJ2xkGYJ8a0xlv51M+fKVoiYAp6QgPYAKk+DPvByCE1AYUOwECPjDDzDHJa30Y/Fg2xARx47/NAQKHTmNlhexP5DdJWsCwGpQSkljOiRQkaJCgsaOR2M8yi0StdRYBJ2NjzdIMyj1MkcmhinWiFsgZgDs1UggSAIyRON7M09aXfgw2gOAsKtY0+rqvSr+G0LHPSpvHFhbLLYMdnfkb3jHPJ1hlqPVUQscyPsGJEklfAgXAhRl4ir8CxnOJhzEYPp5+vpC4p8JNoGMxcLGlm9G+p61GS7Z/DvAnMwA8n81fsc7Hc24shjQwGopaVFnNtf4C3sp6JlSRV8E8E/Va3/HTXNdFGRhKn5if8T283NHaDi8w4nBlEqOxqutjJM0nbUYze3KZz7m/9cT9XJn3yncHrurAfclc1ck7zkUd+NvDyBu+FGmUXoT2QGC49bhOHUHcOxP1BKgjApWGPTPX2N4vGi7Jd5uwiKXVg8UBRh8+YFoGWODJ0ISosRx1s4fcJPsbNFHQWWuiPjoCySYQ1CKNi830xjJQN4dXebowjrGCLBqZrnGQjZZoFcpPw+knWgLJC6xMpRf3AfjjBL6csmWldnIsaYITSTaOb6SgWiSgxBMzgxN8iDIuuRkXB0E2ekB76yO0rMSGkGDgypliL0r8BOPY57nuDxySHejXDuThFvhxdOBBT3zM6A8FkS70lBuUMU3qcW1hEb1NN3xh9GHGFRIPZzA8mtmC8wcj/vs/9MINhOgA2N5PfeWVIdbalL6oOEGCUfq1Oc1SN8KRPEfbMEoZPZKDaNRjMOGBVZvn4YBf22Qn/93F5sadob3Se6Va13Vdvz77dWv1bN1f6Zur2s8+yPNBeN9n3ej3rV2vxJsoZS/MSc4OmbjQDXcH7g5sdeD7LpWtbG/d3YG/pQN25Qme5bGAs70ocE8icOIb/Utqbjxw8bmR4Nar2CCJBvdphAmpCGdXkXPkiT1EsT5YpweFRIjaL0nagEqjiaV/ELIGA7CBtMekCTOWkVw4UeBgqWXgFwsk2UIgWJ3IKcUZLwp4MafMgNLg7Es6yLs10hEL+gRsAiEK3IQDLgdtSwk43SEDwTFxknhCpC4oF4Rvxa5lNR+u//xYSFvLsMmB0U/M1YAdhgm1J/w9hEnGsPqp7cy+zKAJQK8ezDav3170B2fHD4zYJoL939+Il/Cfnjw+Uex4YITAX6sJkZUIExmsRb1wpAF4YKd+4c4iaPk/YlGA9cUsTVMIMMdIklMEYyfoRCvEBTO8JErp20pImSobHBlxfGAjRe8ulUFkN3RTNAFy5IrjbR/COGBpx6WVVrRaI+SBXmIEJLxWdyRYLWoyFQURQY4RmQGkxjn1TA04FyZyHsq5h9oKzQajy68NCnnBrG0vksix2IpVGcjptmV/se78kTmfiJas8/kor/LcymutW0t6eX2i071c/gX53e9fc5TvRN/agfvKeGu778X+5Q6kdy/5aYN1oroE0+YJHnJlYCrfCMxxjeU5lvZrVSHhptKWmcQxj8xkCjr6E0DK8DQEma3qg85GT7OSy5NVjog3GnQEL2IWKCbmLUyVMbQYxk98sQczAThkTZnIARr0grdcpkJ4pN0fbxhgAd9iQG+bFYYLvTGManTGbSn1iEtEMCNiAmWEiRMBBEaQmkkQQvx4miLGJRhNTDAZ6Qq4O+bXrdTCRn1EQd7jRIFJdjGAi1GvV/MwrvrJ62vmEXCm9hKV1oWbjJVApOspxVJC3XReG18nWa3AHrfCpwKxQSFNpacBHDRtEOVI4eBPa9PO3GzwPtBzYymBrKHW3kwlbt5UZjuuTciSPjUYshlAy0CPBhfzay1wJvDf9lFoLrG5z8JbLg0eDdd0BfpFzS4pTTCGkTKOFFbDwu5OWTpDjRtpUACDYQasMyogygqfztTKF9b744CjHS/DSAUlIWUQmNdrUb6W1hKpQ6Za82n+QG92U514Nwyv/9jBMfzqFXngruzTq/Nt5NoQvTILPTI6v3KdY7HX+Rzzv63vDtwdeKYDb74NPZPq7Xt34G/sQPklyEebZpVjz7VN13PCbibrcK3cuJE1+IbAm5CHYgH++oAP+nENyyqygT9yIZ0wnMkHTgTPgzZ/kPpwjPbPYgdCnKgJqrOkVBTnKWKiCS9ZwDMNIScmQKSDcqV0Bh83LbhRAU7XUWU5OyUzE+UPZ6fgho69yYuRFEIjAPKhXo7DBApAGpo8pkhGzNBREvqZwYKGEWx9SMsxh6IVopQktWfCu+mH8RwP8gdQj5VV7Gdhh2VEzLdgKgRDSDpCyUVhQtrHGV2b0QfipAKx7QuDi0bR2plBuTLBaOIQ+IugIF2FDoP0HGummxwHTh5QG00JjCKYejLQCcKELRPs/WBe/kQMS4kNpbteAvpEyQgggmWbzSnMnOg1plSgGpJKjc2FfbXAWIRkteA+tKAHj8eCfRxsqeAU4UZEMtggHmKoPoUZrsfJ9brQ9RipacraVllJhlxJI9fk4FxNhswiSSUg2kvaUZMQ1GEkZ7EL8pGUhepNtQWTdrY43xacEQt6z+MQeN4hR4xo5BajRBQyiSlFK6CasFKMC+qsxz33LasOdBxYN8GpE2sE8VamWzoX9z1kZ5V5dcbNHcuVON3TVppTguF1LfrYgTTr1+JvyuWpSg8fhadWu53vDvytHbivpL/1yN51fX0H5CUVWfLhls+i/H6Wh26ZoDg9GO2YMx8TvUfiE+G1B2jcYRY+hAEPe7ERBDz008eq4YuU0DJRU4HPlTSBJpX9hMdJTWcK8t460agEWV5EmRK2Ma0tGJ2gxpna5xnLQKxrZxG2p1RmItROyuMvO1B3wEvnHCghqH4mkokEwNNggzSJxEpB4Qo2rYriVq6lQALJBDkdgRpj+dPXYdfCeVisLFpLXPMm2G2euxvrwvXcWGcUpP/lWrSa5fpwcukDeYJ6+RzapTCSs4KRSGRCHG58hP+wEun/YAjMF3ABsBxiS6IP9MrakkPwrEoUbTxAQRbIKhtYNjD2gg0EcZMpBRGuNWlcnWlNf96S5f4Dgrjlh0sL4gnQHnmjRfViKZPyW/OEa3baMnA6fp+wcBw6SLGq5AyyGJAL78534cupq5X7SWm7z2lP+3a1xp3hPBA455i1Hs5OZiYG7h6nuMyMeErCWJul7O7s6hBSpl2vcYM6Xn3kS14PBWR6AmIZ0JjTiOGkhRASE0DK8LQILpn6UUsNej+4npRRlTbo+rwZFmfeBAYzzPsL+S7Ar9DVfKH8EuY35PglrbrTuDvwmztwX+q/+ejduf9FHeCDkMF3lTVNx5+6xOPM3SU9WaEHjnYkFNWQxZys5p3Kk/tmm6vGUBblTLExREL1euQNYGQ7hiA5FnuBoQkFOH2MDHhhJMyCg3xmvClMjg9CTyEInkMQHJ78ME47RM6trQ8/lVwcZKoUmfVavqgL8Kkcb4mkaeltyCeAAiOxW0S/qi2v4zrms3DDZ+aKAMF1HFqpDBYgwKNeeeknBksaijwkDqyJcR6ogsc+WooMelVgntlF7J8hmMRcwD/AA6DlkF8oeRcKDwFjO4dEQp7oDWJvbYTBSAFYhjFsg9GbWJwYBfVjk2ABZPtHIvUWqf0krTAFYhrJZoSYyxQmCmUGhSGkyPKklpGXWmeeGVGwjTTNR8DeTzQsokVZsDuI8sxDqc2ZqRDUKFPK57mnEblM2bZJORt0PzxwGPgroICiSGvyPmlPNyMWQoQLOKmT7OGZJG0QLq+GthIdMq58i/Sizmo0TDFoDFKhOJHWa0vNwT5e36PN9gvw0EXr66hz/qkFmZfGyJRlWxRNCSubrfVr4yO2te8Wj8TkvqU24FonkipX82hOo3arBd4k4LH+9hzf1Ip7mbsDnQ7cV0inMbf47sDbOsBvaD6fE1eLTvZAN1WKQ+xTzodWYhmBbz1xySlMwy8twX2KG5MElUksMiWsThMQAag1zMdMDBfrNBzNr1bxUBFUbtGU8zMfQ8hzHYNQbeRQXwAN8TKS43ttLV3kPUhf+GDXShjpzTwmUMvBAD1NEJInOFL/3pYkQM1boV4st6muGZbWWJAcS3zgXdA37FJgFkrw5tPvql/ajBnnbUCzht45mMDF0Kh4vUKs2StmYQa8rTB1EK/VJPHZRwBpAjrKkWDldKFgoIxjq50LyLJ5fj2w6/Dg5gOA6xKRJ03gJUUgnWHKZKLiSQfVDKA4IpIRok3kMlpbZp2nloB0IVjCwkRBcUxyXivFuQbJf6qlnt9UesNMyzkmU5bh2srM4HGRAxFwv2NvDAIqQk6SeKg+2YYUHJNe+MQFOZ2VzblkSjWvm+veYKXNxVEvTAIqVwj4qIyRJumt8oGfVSxaUWFg/CyeJn0txhFY5TW4oqXbNd816HqaQiJwMjAFsKVNbADxRwbX7y4sX6C0QK+jETl3skfpBmL9G+rjqpzLcd/b4+7A3YErO3D55X1lcnesuwN/fQfiNzLRIz6hEsvjm0y/rwM5bVAYgxU0zfjMnxTuRSbJDhD2jqA3vSoxeyE+EK8wdeE0fqE9z/DEEG+8yAnmlIRkAOQfYUm7QBDJQFJ4w5zlRQECaQBkIOtB6VwLT/M+kqcZkLkS74GzkwdZZ1/8e0HoSzRdeLKApvkiEx42wcsDr2BO9rK34GqDHrOLHEl2A2RKPREQvm5odjl+zWcNqYa2IaIlQSqQiVxwL3qTo0P8wNDHijTbK73UKdrWCL616HJeE5J8Lo+9FbB3vmz5dHRTsKsy1B+ukmUwNMaRFO13etEjVQakaxOq8MEuDe+O20koEhcnPR6h/oixEzLhH8d7kjrPJ5qxATjYrObBpPA9AIlacH1A7a52sQQWQFAPRogUgN9dQgAAEABJREFUHCNlSOPqbLLXYWZN6K1Q5+HzXdOTPzAx7NK4uvWkqNaM9qFlX5lewvrSPH1J8GNB5G/OVi45JTaGUBkk9hGp7BEFFdIYnAmV8jm2WLpgNK6IZFJ+YL48x4E1t02+L6PtfG/t3YHv78B9VX3/MfpHMvx3y9SvZp3xbBufWoN/nAtv/0wjK9rDj7N1ohTi5F1GO6IzH1pdaLfgSTIld9L/TW6x+iAbGsWa0HAACnFkWB73tIgDNn4wgCZ5vJ/ii5nogn0yd/JwWSCHcyRJExMG9DqDKAc3bSgxHOmWtX+PzKvQAdZ4WQw4YUDJvMgrHznoBckEZmMgKEY2YDMTV2iStCRGbEqPc5zVYngvyoRzgLnNYU41gYY0xM+CrrF/kY2I8VVDQabIvQa44msin4sq92ZxvfROJBG3J16bPGbOKh07JzNSzv/IIFWMIJdAFD2PmI9GqbJS4WrO9ivVUQGKwditR1bEhLFaoSVbGQ0LxjowHM4bnroAWtV5Wcz3VGyf3BW0JqHzaLyY/6j5sB2ywNg1b9o0hbuhLjHA0hhyx7Z45Fu0yPy9QQS9yZ8zPZtbfnfg7sBv7sCr7qbHe3J73B34lzuAb2396wTyePvRTjS/+pvCrTRxa0k+oKPpoRfH9LCC5kT/b0DFEUo1MrOCoeB6YCsM5LEP2ZAvVkIeqeVTmEQ34RUfFHeCAj+goyZAQ8lrYZVkdzlacsOL/7gzaRoaJv3DKUEqVCS0E7BJcJBOLXgLXkihZWLcmcqI6E4t6Ph9p3i72NHS0qXI/n1boTzGL80pL8BNIMKVy00DwdJxikRETU/JlhMB53zT6EPCrbx7KfHck1LEYPt8FpMXT6yBcOltMxeoNyvUIJWaXBgIR0a6xwdNUZKlYyLIfAisoA8t/8Sy6+6NH5Tsm6knUlHXopUFo/ovnN+R5YUd/sIO/qUp3WV9pAP3tfKRtt+L3h1AB+yXDu/4VsRyYfRlYBLjOBVMlPVQ/UB0xLcXM8grp/ykfzT/fqhCM7sH5ax428HIS66oXg6l3LgFfdF/78MC5eMgJWKaJhyLecKWzwQjAAaI1XjtFwIyxjmPgXUXOa4g8ih3dqIcPpEy9EcDBP6j0ZKvTKp1pAgW9EbOoNVfjxO1Tusl0CeLNKnNr5x9YYu8DFpV3R+QeBfWLPyD1GdA1telhZRJeT93xN6kSVs/msoolA0IOX+u68OEM0zDT4p6M9S8dGk+c+rZVfKiH1fvWFVrtdm5FFdsqRzjeAh8XeePxiSdlJRkGlv/LVaxQNaa1ztT6XsLi2nnlAeoMz4DYU+ZvDeXeGyAME7l+7c53fXcHbg78P4O3Pef9/f8XvFf7kBxxdljx4KXYdD+OW860STvf8JdXXyQ8SS8V8BGg8biXBRMwXkoFtEw4xmqfZBHf5vDc59GPiFcWG+dHU4R2cyA3PZAQMZBZTMhVDzBZlaMt0kenhkSS5VassEEyhycuX7PBTodMFACcwitf3wBFquhb+C4RlaawE0gSlmPbmrMZRXwxVDfRKCLkgA9t2AKZbAt2/fpWGs/sX5hrvztZH0IXWzb/sVanw6Xqs/9Wk+bI/DTNS4js39BNhS7Ds8rJoZoX8fUjB+OB875h2Tbj8aIz4AkezzAeBFV7COVWG7EhCpUwe7pC+NLmXYreN4R4lIo23FRuI007ufq2s5upd0XxFJY1/yNN+WqAj7RVaKbvbQDPBNaAXvylu0tuzvwb3fgvlr+7eN/V/8FHbCHu/TQgAe+gNf1UH/iQ1Atfin/5Jp8KdebjM5Hc/V/EiptGQowYvlkYSkPq8twUvSJn75qRGPny7btFKZpgokCjwME8dFZZVDmcSD97GSUZWTY5BE7sZKYMaJ2G3k7eQOngBBs7yfMP0heCpyDIvCISisFzPDFwEsxr7Kt84O+U5BGgcRAJB2eVsk3zP2sUDXqDQDUTEbSbdcu/4A29MkMdB6T9jV88tPKDDIeVFT4ycyOrj2ZQyJMsIVhLIdapi3DSsfjTajEB1isnKx5S5mYAoTcSE6KSPRWoks0aaADIjne0b6zGFKLBhGtBFEuaFMpFn66rA4fdIfGWb5jUarbOVbSii0jvJCri4l8RM2Fc6ruWFHYOgGbET4l3KrqUzn9zevypGB9hknfcHfg7kCvA/eV0uvMLb878IYOpEeESKx+re+eeZ5JpxemJ/drjdh4e9J8SZCXcTInQVuCGUP+KFunfrTOC0HhwGL4FlPd+Sgu7D7AsMyRZX3q8j4U67bNsshqKBQ2y4PyJHsaofWxgLBtqQ/LEA8juaW6EpFUifD2SRgJ7yb1Qs5fgRBAysDWT5hnRpllY4ikcqFTd9EliZE2yOgYJuenMXuRwls+klRcyWjDUdxCbB5BdIkA532jXJobaVhsD++/bbmpZRjCptFaiS2tSkiJ5W64MinYI4s+gt2XFTfOHZwvRfiLmOmZOEyTrSBmHMOkz8BTyfgFj/Te+0Va6pApCk6iM/U8mfqhTPVkiy4n6n1nrjHL65EdpH4xPMU31+27brq1lburtd289NJ8fOCbvjtwd+DuwHgH7lvReK9uy7sDL+gAHigw+Hj3kDd4odrrUNXWbEjtAWrDZE+FDZNzUeLthW/je2ts6mPhEYW9jaDNWC3lueosUqzS2PdhnDfdxWJJc3wxxSGEKYSyGQRyNeYogU2knkIIJ4cd2O2kNEPShArDIfitHWpC9zcePxJ8Dtz14S+BZBMoLay+eY4Ni4hyR5LdAKwBLWcCyA+MgyuPFye1iDmmBdcXkMjypGvP0u8Q56x9mtLw3TCaz6LnATeqVKB81+saBZfzZ2DxXn5qiSnwssQc5KMXp5DrSa10XmtLSWwiv0dif0yfbp0mOI2ZiUE/SMwEBheeMajp6jpYybGTWTxQ1y8Z+UCcSPgp5831cCijPlJ6kUXZb0BnzsTy3Hldd39D/+4c7w7cHfh0B+570KePwL3+P98Bfa3JDxSZ+r7WlI8wMb9KOPPtRiDqDc1GFLjPuIfCR3rVi92p1uwHcZozPs59j5R9hz2jg3prmeA8FVF4/ix86cOLewCsyhSBTIWfMgw6le9A3U2i0PzER3jRNXvgDUBjiG2emEPm9qja/0fcZRJXvnLubQYxxuLOL3HkFMNEBEmmwISyUSJ581Tls7s6K902osWC84ftIC2XmhC1n61tuNa/gkciKTHGB08EoBjozSPef3CdvWbhqR1WWi5TW29SmOQO8W5AsJzN6HncybITGEl1NLtiKUbz531Of4qlfNc3JZeIrulnFVLcTgojNnUIX7ena7vn+TPZ+VUP+z9xKvl1n6O3st7Sja56NsZZv0ZeX9HnRl6HRX9NIYcrvx3uDux14L469jp061/cgX83fPF1zWdawpPtuCCEZCCPjTIJ+9HJano8+dI1YVNqipX8xhtfO+fiLIrVPXSfwoqNUpQPCkL/iwOwEObRXiTrO9TSkctmguhoYSCCsSnmE5H4CB1/JETk/y1p2YCCAUaYsZGlgC2hGRKCRMBkuweGISqG9AU+EIqbkoH1sAqIdRSMii6ZLa7hS4KyCCksRZPwMlEEAhtBUiQLpUiAfiAEyQTm/cMOFbJ8/+JY8ZH+V3t2R4Lw5CiPwl4QWk/pmh45AsxQ75egMMJVH6ZyJBaTJSSfgknSfaJdxNF00jrO0ZFJvU+crWMvcj67M7Xn09AfTg9daPo0hY0Fj4p8de1jmyJaCoKRZ1LsED9Br5kds8Nqn/ph56scpBn7wVKuOz3ej/QVFvPoER1sz1cUdSdxd+BDHfj8ZfKhwu9l7w58rgN8bXWr40saA9sb9iVt2Nk8TU77ERrLDnj144rzc7eY4p2rkV9/8T3NFCZ5sw+6LxKu+cSQ1wRjFGvfj2dIE3jWEBPYHM9TVsOUBRJ3urT2HHxNMTOCaISQSVjdcIhkA0mqDXkpsnhzEHs5EKCBZ2wEBYDIxclshUnTlCgSsMYIBLItsDCGWzZfKbOiDGuS3GBhKQSVcDYbYgJlZ2DHt1x0cAHnRJIw6HnMbAnsDX34178IpE9DeaIdDJP7uF1u1PK2cHCFLXNJXSazKhgTXo9jOcOBt9La0g0v8AJDX6NsxJ5cQ06RafPWFb7hU9Xoy382PWnBwSCyvkyl45lYKYKPVwQqmGR+LeEXvzby10Z7R1u/tvhfmNid8kc7cF8uH23/vfg/3wH5juZECOFRvF28+kl15O2gl8Ojv3kQXSZa4A6D8cRhfqApT7g3XCfKZCLxHEhtMj0XZ987LhLRT+Gg547+aEP/3F/UaJ3gL5piplVGsagk/SlfXuY5aQpC9lEZkWAa0nP4QYQZfv+b/xeICSAgpd3M6QA07LnMgQinTNMajfVPBYxOEi5fAFxGNzh4woCLu66g1IH2BHKGSQ/DKSeJnnIQDlMSJCLoeQ/di4b2xtZjjwhXLDaFadI4CSubZ9860NE867coS3nL5oTO5zAhp36ITWV0204SW29iZ1aG8aclIi+nY8dF6ogpRlSG2+XOee2GhYHWqTPYp8Yc73rHgvjaPH0sypXWKYtIRHTlEq+Phe+k1y/iV+A5RPCy76E3M3Fp/8pjvVncrbw78PkO3NfV54/BncE/3gH5nsNkmz/lY6w8pr6wQ+v4a8nR5REhvtHIDcY99AhfhUPpWRINKNMXL6rYEW5sAGNQsgKRy+RUyMNxbXLEpu3ppTFtL7qIZmSCC1ex9gLM6gm0ZP+I92EKc2xBHTZc8omZRDQSUvL4CUFwnAPOIW7iEIoYsgmkewB8WUzLwJm2hP/9L24ChSkwTuEvjHVNGFuR1ipYzWmVleZtAtTXXqtWkM8wozpC05dlEaAUJFNkPA3Rp4Yebh5py8ASM/6duDxvXrby9EzkeN98JkThy2QIhfC1jB1i4uIPSE4su0qdAlwfGCeivcnl7HnG2soUry+TBwVrRATqyPg629eUsT4O7y5c69o/j+rzo+bP5a2rn/NteF2TVCPwLbo78G914L6U/q3jfVf7pR0oviLte/rzzw1h4y04bH3kxiI7C7kIkW05FTp2BC96QBiB/0htwMO/tEYmZ1zzTpVIb5NTCngfTiY9wrv2bDTOsQq7sToK9qGjCvJrevRH/mTcMDfhABMPInDhK8FcZRO1r82fKxyCn6BthVMvM5axcFeA/xAQMQXRHntG2O+ZARPiEAOC/7B+gpeB5mIE9YLgU4NJEHbWl5rXdtz8Ek+orBdoRhRBiPrCAiz+MolOKDmhhI0TpbgeHRfJgwjrHfRQc11ftvp4nFX41pkb9HJpNU6ZU4lM417z5Pvm6UYM7pyzXdgZFhTzjajhcEA0nLMapkwT4dc6SucKSPF4HI1Q2muOWXYgyQOmOf4eJUcrG1VsVvwWaqOADdV+dS9p/v6yTQsUgtFUNYTrzNeShtstujtwd+DuwOUduO8+l7f0Dnh34GAH5AGCj7QH/V5mXj8YD/WP6ScAABAASURBVC4USzBvubnItO8vLeALqTNVGWa+0EDOl68gOxxgiqF/yt3X00ttkhs3RAgUDOQYS6N1AwYCNLwuEbE90pP8cs64zGjCxo8A6lSeGoA2CoSNCQQBCIO2QJsDy27qs1KjyQYEhMLlCZL1kNh8yf8jhtVZEe1/IhYkHva6K5IgXnOQTRAsPstmJFUak5S0DYR6g0gDfuhdYh2xtnXKLyJ5yRCY0ixJa92cpRez1gikPYIhzyDZ9xF7COohcplqzQ5PHwLNgDFwsEIgexYYg76GST8N7E47iGxAi2r7TiAmI9MU0hkGMvQ/U7ILjgoDH2mNpCvTgMe+yWQmJNI1ZULFsq6S1dzvb2VYsBpvscs16p6pickjTJVOlELxhWN1zx7LUUp8S2F6lALv22OpDVnx/hTSeS/VhN//+UAd8fD8vt4h8Q+06/f16c747sDxDtyX1vGe3R53B67pAL7bNBAeZkkDkY+I5CFY+a0Eh8Klx65Tz4/YdAh4CU83GCE4EdZ5rKTsR3yDZRn8015ienIrh7gPUwiyfsgfOhNEMoUJeLUmZOcHI9L72qiMKMBfuPCtWfoiEnIACDAeeHMn8EXVvytME/IiSMX0S00gE5I46OfZ7OMh02DFzMgAPNFjFs3WhJL66h8fAZYcXJgYHcFpFwgz7fCSyq0OBpuxNjEhmof4z90E8lVnJAZt1+DXX2tfJWH6eeVMsVa/Jmsp+MioB2d0BMHm/xH/D9oJMEsPFvYP3HrQby2tzTtWQexwDmtuOFAUEDVCepHFE1NOAAwx0VhCYoIlagKBARpzd+yozc/eZZdyIVMDs29AMnBXwoWHIZyf5PLzgmdo5k5oxDAx+yPHUU5o5EVboUlsw5BZLDui7YCiZWYEYc5NLEo8exn25OLkpl7WPblzTeQR2+R0ikhlD3hbB+b6pj7g601mz1xIvypuO8X3rtbO4Za+vAP3YX55i+8F/t4O3JfP33ts78q+vgP6eKcz35HwsM43CD7JnX3GpK+v+2wc72e0YR+/ReONh6Z4907axo0m6VpE6gnf0NETLYszIWw84k6im0IAngSC+LO3wX2Y0YR35yn8ho/0Q6Z1tlnM3hDUZsZxmOdJapxYbsifpfrzdFHnKRuepZDU6r1Z4q8DLtwMWIshRZCGvBaZv2HqbamEjaBSwPoEXCyTz4eVi/jFaVMZbQ6hvYDUA+YIQ7GLwsRD3bnxMwVuiM08PxAy4LPwWoMLNxLDI/cBqvMD8XgecBOFwLsc9oGGfiigaemMk0F85BgjoMWSxGgCwBC2N7Fe6vbsaFPDA71ZuMnKewkg8M6CFk0TpuA/ep8RkySewjRNIWCE4oNzr+B7jDr6uWfJPpluCcgFOfP+F0ArmHaNYQ0TzEj+QVibhIA6ev1ry9tS2W0M/HT0VCVYtCy0C4chsKSkepIYWf3JJU6655q1+BNhpDiZBp2P2A6GdGa4FTjOSBxUI/9m7FrryC+t+PsztMb9nkwt4xvfHfieDtzXz/cci38sk7tcdsAeih7FU96xhyJaExjvatCXjmei6svmsQjsSnwATo4PvMcAEj9O1L2ZAv4r7nwFUwbWVEJxeEqLN3BMwpbxtJPxrQgvbfKexwkvaoF1EuMln3SQzySzTAg1w0boJ6fZ+yMuRpLgDHA0SVhjkDKgPcH4o1jOFgYgdJ2hLNYFL7Y8QwjCuMn1yklXZBFzpT0gOBdIvDBxg8NAF4VQiXKG2OwMZwPtg3VGjt0Mh2SgtM5RaMaRZcyAbUeCqjjLEQoLN294MVEU7VuoiJ8M4PSnvBQhSdqaaOvWkRGydlU+KpizCvqzXHqc+ib5Spu8kfbbSzxdmEKxzh7CerDHzAX3BCIB2mwsRVWyo60ApULIxFuJ5jPh6CoV0gc8DchL47MvcyZQZSAmPA9M0MSwiseAR13OIAmr3wMkCU3XI8I6uQO+T7jmVVBmZiIlsuPVLTiI4sowiSATcMwU784/bYsqXNvoqHSZ+h5YEKPQj/c7e477cKnsR+5VsJXTezJ4VWV33LsDdwd+Swe27kOvreGOfnfg7gA6gK97DL6zP/DgDsGBsfHwdDLK/iPnzppJTQKAcSCVylSzWaQ5leoK9pK73yVBTlbDEweuQBh4ndJ+QYLxCPY+lg6BbARBtTuO1eStPe2X4aZAT+ftPD1kz8LpBLygA3xRFERZAmigVzYSMTjekXl2qcrNzFfZaKhMOVNFKKVPcgxosBOKZvJaN4cfYPkrb8TYsMn51zFmWrhf/8wwIAChGQ+gPCDHOYM5ijIVBQ7FvjqJJ+XWhkn+we5tU+/WoOHMODjIQElfZwarpPMEWuPZkkYQdscLbfNnYW8ePI+w+YCXbG/zHG1Xp+F2NNHK1NZ7qdSOSdM0ojyy3t7T9CHUF4XeS5CAEt4FtOsaloNge0QbRZzReJyVKyeo0HG5pCUf42k4Vg4tV8DVVsIvE6BUrTvmNVRu18gdH8ZDA7IEDGUR7PoopVH5KtTNu7GgJdg6XxrmPdF4fXIkemGel/+MhXgmi75vX1NmNd6t0m+LG117K8at+7UduBP/ig684sr+isLuJO4O/J4OlF+GxfMQnrkP11EEOOx9jQPvLISz0dgS1IF3rrMROn5oKEYI05OPkGHo8yf9CfaQ+bCRhGWP/FuweKNp8rZEJtJSL/kOpIfqjv4F4mdOjcC/Q4Sc5OUQGwH+TYktIZ8wXtxhivEI0ipV0ASygZESTcSA07tMfE6k57ix4/GUznMpXc2CfsDg2BebRTQiwABazDaU09lkDkeftJhXxcariR015ZyZI7kKAEPiEUdt8hJCJpg4g2inSPUBFsqvZ7Wo/Ct2/GQJQTZP0vXH9SZMHsDi3sP5EGAjLmzUYbG0HnKkAEjowXx4K5ggNwDJMblcaEJZG2CJzZ+JSplI9OAhV2XS7vYTeSbjNUGtgs+QtMHaZ18yaTcnXCvhiQ+unye8g96UtiI8ePS2DJyO/SBrmHTQOpWUuT4c5A3EYOWh0kvmcqF2SBxsDJxDVsdDMsLp17Y/KWUqJ12RW8vT8m3ppobwmQwa4XZES1PfljZNKRxJecCGoa4A+Wq5ItAd4+7AP9iBN16q/2B375LvDgx0gF/BfC3iv7sQ+LiHh/YBtxeY1A8wrYcWLlvbUaZAjym+VEwQEYCeGFgLDVrYF0YBS3QG1g+Q7vZ3NlEX4kxOR33QioYLm9LWqDH1SrVmKcG/yIigZfms7PrAUrVMyI0YgBH4YrVgo2jBE6IA1BDGB3exEAllkdhE12e+udy4konh2GGEnxkvsz8A4v/9L/xP/pFnGIBnwDli0gbQRpIXAEHZLCdfcpR0wbc2drtleyBiy31HViQRGmXv+JfZ4RSCPe5Ag/dlb8Z7TgJECfHeGHY+6YrNh6Ty6ClQO4cBAxHEOxHC2TSlnKgnmKaFaT1VCixWSYyVfStjgPuWUHYHvPQgBO6wPdymbteFCklTJnINqHTlYW/Yv04kG/qnw/tj5mkUhKFhWWtiVMS5IaL4EsBha8WZQyjFTM1JFrlv+DrMwLAzfjPZKanKwudeqdK1VstfyI8l/cIEEPoDObzy1EZF97g78Os7cF8jv/4Q3gX8TR3wLw+frSs+bEU0ngscMLK93WIMZ81RSjfIjnq17Z/Pph331dI67+K5qnrutHPJMN6ekF5lVLyh4cDVC8Dj8nHxGtoDnQNfHvCyKBwmvkwsfGE0mS8Ges/26OMbCL1Ix+V7KWK7R/50nLsc3OD5mSH5weYP8fw/6MDjpYO6vDoPAOWU4JgDUQL0moFcAjLR4Lbu+RX3eqLrXDvj9JGAvAfl60lET0xT39dfpr5V0su+m2qsQxbEsGovnX1uVeCuaq4MB1ipCAchVwIKY9d1o8W7vj2DbmE9hz25VMc7VwJ6qJTUCMRmRFR4MF+DdB16Cyo9P0q3M2xLEbNQRGZ46XwgR1xidCxajxHv2meA7y844Hy9Cb/32lF5gnSSfVFr2nnc0rsDdwc+3YH7kv/0EbjX/2c7kL6GSRD43dzsRn74aapF2HUW7Wem6vZSsVs5sR2F/qryRlpZLPytTO6QUNKfrb8uIAaxGE9H0W9D1R+Z490QFUgn5CVKfgFEShTxcVjUMsF2bOgpq/OYx4utmL6BX4oy8Nwf+EG6+u8BRQF4UHlE2yzI1MQNQdrX1wll2WxNeb3El2ltR8kz8KKw65S2Fnru+tHWTtiWCwJh8zMlrW9xEtbEKm3cE55Lt1whpyPyuaigtRAdCGJ+wdRaoxV2KjIzizkSgqfINC1N18cSo68+r+GGNe9dAP0r0Dyoo3XrsiyN94LQ3PBRm835ZcXVq9Z11Xxtz8QIkEcE6trBdo9GHLBdpbkSjC62ZdcLOpBgCqsxdDZhyZn0M/ibcvlMB+5V7w5c2YH7irqym3esuwNHO4Dv5wcf9MJD/jvq/g77KS5iOLIlsue2aDTxwTPeXWZ9Eg3HPgv6oR4P9EepZ2ZLkDFikiQvhFNl7q6PE8TZlFxUoDTKgUQgv3gRqppoJKJ2/fFwicUrp5fFRn1xvydwf2gBo4AVQQeeUbABd8koQz3fvV4EriPAyWfu+OxLCoCTMV934M3P+QReoyKfZM72woakjuxZZKsz/vxzNgr8itzBd4et2DWIilG74YVj3OvRzE2KeSxuytZuCDzvx1zHrXZy2VGPr+OKkXISvxViisoaR/FvQKxTCj6TLOsmhKsu4TNJtH1Yl9fUvNdt0ZedYFuLbOg6eXfEEiinPAl/duJ326jvVj6jMa6yeyqX3LyhdGY58w86DUW+je4O/D0duK+Qv+dY3pV8eQfkHXQ3Rzz1Xfd3DHZXGzM4+sDi7Nd3mLElaYWG8QWe5ENeYtAbMk+CZMeJMBprqI4ho9EVV3bFAxQYDGcTe2PnTmSdwa8jy/osfSd1JLWZBRXPHaDAc0ghFFuJsKLbBrjj+bNh5lT7MZ3xBSTrY1F53UhFFORBmAtNnBoQa8SGUVbSlnKCSjOlfDGLUiYRL0xIKDdltRP+DlJ6LDX5i8rTR+po+LHdmyFggBGwCZTamIjQ+cR10nlgZhLImMNYvG1tYdYhdMmsNHNaepr8EDAgoTJuiNQiLy18xQa0MXz7Z1XbSnCyglMH4ORaO27lfSKer5s+MfmINk3fohw8KD5fTx/NcXC5ddjTjutQXywZ/Ir+4gru1O4OvLcDz9yO3pvpvdpf0oG7jFUH+OwD8P++RP3QWvOrGCJAEMHXTWPr+vWiR0Rec4j2zyyxLNvbOBSnazy95D2geI/url0qfKmlZoejI0AepIHlHXXHpVZPUXDtFwGTiYFX6NhKjORhFW4lWPTXP1GuvWEEChTrTH4L0JljqW4Fu0TXPrekQhx6YOxU/B/gD0D/AWwuu19tLpMUgX6vgjnwl0BpX+pVy1wcl/cetBVReTMigHxi8B+G3nM/vQocme8Dm+YC4GUtw8J1KLkxAAAQAElEQVScnXBdnLlzFifv4DkGs/LXDg+c57kIqFMRvbPc26hxzD8qIlLVXzuz5i8uLh/S3STL41Vyu867Br2zqOOYzMvzsmMN8dX5IuQ/Me6+/ROH+S7y7R14/5X19hLvBe8OfGEH0sMDc8PLGx5tSV0Bq+eps89/4ocJYySvoiQ4zHhRIIB8ftTBT0ZclbIS5MCrPmbVisJr7UrWF8x91aambgL5RpYikqmItpZQzQZEkLRkouIrgRVrYuWrocrcLP8HMFSMt/YFL8LLwod06iEj+mWQjkoicgELagwA2fgB1s2fBSJ0CyNbril5L5cJOp4GQM0hcbYMml5pn4fXh0/9p21+sdSveE1o2Vi5+BTa6+qRKnDUUejFCSKiHznfI5n5CEdorUg8WBYB1zOPg8iOTjn5o57RfpZzWucoejWSmscXOXdUzMvw+HqHLeVecthLHU6lBycMDTAyP5PgSPw32qRSEnFg8UNNOxD3Nv1nO3AX/lUduK/wrzocdzL/YgfSV3N8qtXnPTypYnxXP/YTEguZrsycHWGXiJ+I6/JSUucnIoqr3ERlImuEYcquANSPoZESkdgHXor4F5wWwSoOBW2yjKWbbIFL1ZHZ8BdRsi2ETRBLmSRBeBJsHUEE29N+L/YttlfoaZmgQcMmLbvoJg82j7HfFWTj5/+W8B/q5KaQAHQwCgEbYI1IThRfaVNspypInjCFYJvx8bDRhJHtvS5Lv5DisZCrJebm6Sg6gA52sIp8sGnPpVqtDTYmP2Eb5GAm4ZkPj8AR/5imuhSMinRmBV2lmmzNdN/SP6l77Ny/W+HT4d4o62gvW+s8K7McUr7PBtz1f/HB2l1fDb4jC83lE/PTa94NfLqFd4C7A9aB+3KyTtz47sC7O4AXtbQknogwwOZHoo1nONj1Bv0JPX1H3nA5t76LnwIcv82wFwRGMxz3xyg6Bb10jmdny5unYZO/HuPVXxbR3ugsgoGptpa+vL+EgUwrE14vSB6jUqxZ9kc3QHhi04NgdpQZ3cLoyFf2g0kRNGerKG3+oD9S83//YRPovyA0ZTA3W5DNoVEnea3XWSXBPhVr4iHMXZ/kDwJjyO+LjNBGZLN33sDkwEt7/mtgON/o2oA5mK7coJsbtiJKBxoEBmX8q8WCOTVgsypTWhoN/yQy2yQIOJ8cc5pkIbyifYDGYqLuyUVZTBO5biOp/CSM19HPEhV+V31lqjysJvG0yYDPpn/WD0sOj1XKVxyy4dXPGa5yHgnzjmaO5HHb3B24O3BpB+5L+9J23sHuDox2QL+KZca0yIvD+gkCj3CjAb/DDm81s7y0xMznEPj+p8mBUWJgRlP464Voue5MVAwi9Z+iNTBGZAQdyUwcNqdro20u1VD6Pzm2TTOtX2d1QQNWaa4EavqS+QVrtULyNEL++gIPohi+H4VCzmCVoE9KfNEcC0VtfvOHv/whyMbPf0vaAApyb0H6sMech4SRKcibeiQLWhi6mJK0h8kz7orNYnpy+4KY4X44ZfUHqPnQmukaktMFV5fgQyEOGRfhY3vlHirTkVALjnwR7Yhzso0pBNza9ciZIFn0CBqi1zpCCD27AXk8d9H9XWOuGmTaNT1u8Kq4LhNev8JKzSeOHw+UBPgd04K7hpS6lS7OIT35tozO6nZXPxs4+jH5SL6uCFvgu/GLW62d1vlfb/V3nwh3dt/QgXilfEMqdw53B/7VDui34gOILxsjD7kv7ZR/yPX05qLlgypvLLUrZZshaiX6sbAhwHiTgbZcA4LjIyUFopvQ4DoWohvneHojHmzHyo4nz0pogq16UISZfTVuVi0Zs/0EMj+cCoAfRiESpikUzXdOVmGdndYhG1ycAPoCSTmhtiffk1N3EbSW+JndMznpXk0X5fCCMLwdPR02XXKJ2A65Mtvum7QeE8Z23FdrmSbBHfWnlsS5rd8DT0XJzpJbZkeo0qXkRvyHbdzBU3LrHt6KarlNV3U/9D6aX097nVwrWl0Mpxd4V97NBLWYpuo7hF+fYKdNvzXvTjm3+O7ACztwXy0vbO4d+u7Afgf451+wkqeRow958Ds63rBETim/5B250UgrcpBI7STeUbfE9gh5JKeYRANZtIbqFSI0R/IG1vCJUHZ0xpvsBNf55BuV5DC6VrQ7h5DkhmPKAwRGZam+eoWRfoz8WXMVw9h1dNO8D+frya9pGz58PyZQZ7imyReAsjBEZFiY0WnUKdlFokSjq33QjufPdcunu0YitmJno9i2LeOAk5xDbVo3QNWcmyUVmdTfkSp4w3x1TW9I+bklThZ85NgMnVj7VQxfJf4GtRv2SCG7wToGw5lH/1H7td1FrY55HEDrVA44X2nqEnHk0yvgDxiejnEHuDvwD3XgY/eif6jHd6l3B1YdkH+s1kn5aop3ckjwsIcB4jMjrm2/IuejF+GCZA6F4HMBgek8sElB3AxABaGppLChdAVlMlP0+h3ADoWqO3W9NY/KGiJIdRTfCAWj+pfPP7srpKwSseuyMtDOrcROwOAEJ3obWa9b8/uJeI959fdh5hRAKJmiaHUZ7Hcqema048LlCNnhxdROPvurP4K+rzLQI9i/qbPvd9Ri1XwXYEuXzfJmJ2RyncsE5rmhq+ssx+7/2bsSBNdVXItTvf8V/5f8cyQEAoONHWeouqQRmoUkD7Gp3NdKPhf0gHeugscgO16ShhSUY34DpVXqzHwyRe4gPF3fU6vvJHsk9oFCDv9zyZ00L1cfqOXytV8f8G9X9/r+zRVmB97RgXmdvqPLc43ZAeuAe95JpL5dmMVLcX6Q7i+zfqheS0a8eXMRSIX2vczEcP4TNiRMmkB37pKRBvisSBvQrAbVLeEmO1tLWJiYvRgLHdof6ght7WelaA12f0Lu1SOUqaJJMcMl4mxrAsVJr2yc7xEfQGUCBxy3TJEHRteifth3OWy5MV7SJ4LSbwAWQQjpmN7k4G0kCvPUCtCs4kZBpMmXoBG5wk2uhVtUcw1CZBuoL2r73VAFo/+IIykhTkwW3zBDeJr8teBvz7z9nI+er0eLsRjRwG3daO/Yk4ecMY3QG6L2qk0HpHLDce3pSnnXsjQDh7CY6xG3tlDWuou17QjPVQ7UWoSkbyG4jvEn2xNRmeHZ6p5YtuHqjxYOXsNiV/RMIWzE7gJHDHw9R/y87eVJ+eBfSp889l9azUxrduAvdOBfvBP9heM2a/jNHeB3of0ECDRGwJ+VMYTCO/25hwzxkkmb40gVnJqPPX3dxFym3dVYrUFtrHLMMjChKxxmZysQJ2DBgIVghgnDCiMsmDBCwIQRvv3D0mOO8i5/M4G+EAV5xYPM/d98+7I8HcMAoUGYQ2zo/pcA4ot9moItW/pGLiKzbnibKmG6KNiFkVRKUKmULB1Jh2gAwHDCS8mROi5dEMG0nLGV1TYEPU+ITYJAadQyxzsymZ8kuhlzDcLJuCNu9do172OMp/LA/Vk9X/cLII3fmhckKlsoglsWUeaKtas8ap5Gi0TAjCFkMdWrNY0KjyGG9SSo1xiKsDLymS38HlhZfIPA7u9X5IKT5oowuzF4oHaNDhosHXtfk6c75peKc52bR+ma0/XCzHPeFwadoWYHZgd+aQfefef8pW2aac8OPNeB/Ic9/4JrX8j2GMGXjPzUQIoQ4ov6Uxn0nqNGgq58t51oTti2Wmvv8W6kXcGsQwxBCuZksbnRQ14AjaKcIDymRJMQ4EQFMAao4yPmSEdHkgWsJRC+cOh5c8fmz53nSPp5wiOkfa569dujkPg21NnXfLCtFzmZ7/jbP48KgZZ4PSUqohtDG6ND+MmkUIVbrVxbQOKvIbBxcOMjICsBWfImXFQLSms9wIoNcHfQgIZdg5cqUq6yyl26z4zScRA5qoWh1g6tbBACi84wmQX+/MUPjHmh3f8HIWjpEDAGBODgw3OEcQg8r+BZr0nbPiBGUuIYMDnGJ07yswQD0dcw6WfgqjjP5LDlu2TlF6Tqssl57VDXph2vx4h2lnbqww7O991kvH6ICIeXt6N0befLNE4lVoaQ+0olarBahc4N9TWiK8phJlfFYazTYEkYPhjIWm34oPvHzX9r3h9v3EzgX+vAvFT+tSN+Rb0zxqEOyPvyygNfzjrk3eoBI76/y2MqJozCo+bHlYXlIBMfICMqnFqywiAzvLmszVE0THQGEUeLp4yvvaw99SbaW1xig6gK5I3OGFKMIDsjIDDwthsEslGXWrqatuKnLT4pvTfSZHceOHcARdTHylZzj3b3EPWRL3yNgZGRp/AtrkFnjcXjSI7Q3r6hxoAWBOPXWKNmOc81coZJGyRZ7WQGgrf6QYNNZxpcBsyXsA7IHAAYoqMR4YcTjisQBghqzYi0wYLzRTeCghwh2wRaYIBjxg0fCUBf9oMYKjdUQnuDrBQdJowsjBSiJyoSxxFzA2Ac993z2Ax6j7/+YU8Ie8GoVzv+WigBxQTeg8KC/5HZAP055dpuM9cQ+H8IiK+TwPdrrs0VNBtSB2Fx9sxb+EXOnlvK7BZCokP1EYegDrSr1IltnzV3FFFopBBOhOR8gFhgSwiSEphzI5USiYjOBbvWa2G4mE9ElEy4ogPFyXgkoDsSjjwS4ZW2YymNWb0qz7OrX/J3h1cVNePODnywA6euqQ/mO5eeHfhjHeAjrpWEh1odJgjyB3jIsuB9lDxIxuWW7gN+NEhoSZQRvMkobDw9wYBagvlp8SHwFy6BjahCky0AfSKf/MnIS8sSHkKHcI84DNczaokCMMJbPugSRgDw7LmnNz4sDhlmqW6RmZwBGiSkYWHcFJ1FYnSNRbma6tLNqzSklECpYdIefsAQgGRYZMMijJOLUas9jydAYWWKrhVykeR8e7C5lc17WGayAfJmr5mwnB+8xt7AokTMHHdI4M/NHKkBNMUCYglqcUAZWBv0k/97OPo9ICUGaozKc2XBnBTUUueV2YCg7XlDpW3NQMgdk17V3IhuufI205K3ZNb9dHlS0DKErFbt1cv7Ae5y8OQZzOMXwgP/g4CEIGOVGZiZBApcFiFi2qSjL5MiK/ooayFrqmFv05IlPatCFbjPYRapVmYlgcOgIiKSEZgYScOgU76RBnr1KMr76a2mVnKJC5mrYcqlV9aJvGJF9rZJkg1yu9FpfOXoGnonZV14zY+vdNAyJbby62touq2lRQm9grbiUEcoI7U52vH6MS15oyeeHTjegenxdzrQu/v8nQpnJbMD394BfienB7hEaNbuuVUFn52H0sFdBSMmmqkoGEbSlrv2Q2fn6gWediZKZuVDXl1QAQZ1C14gw7MfV56SOj8btuVfRuZDHTokbwsPPHY/4EIASuMhFRur/2TuIWyKxV4QROqmZKAysgr3Vdf4D4tWQnVrz0i7rei+Gak5EyBFfwPyW2A+kqAVSudH9sKLpTG62WicxymQF15L81gytV7Uns5S4+YNaJ4Z6xcqKFLc+Msf/lMw+Qd58BYoiwAAEABJREFU0GFIi+RFjL3BYpThzGI8cMl7nGAAQgg3HlruBg05czUARjKXMDekKAQCQhNJUNXwjpWqZn9qwZrnYQnow1pzjaRbBsNTudxQ90IugIiYCiWLGaVjBG5U8SjKL4BIyHGFpdDAbiyga4BI7h21HKmEwF8mxeUXWEWSLh3oWDDREQ/a4SDcUQPrAopeS8SKrLQHclLJet7bo1p7vEfyw2VYJzHOtTtAyIQDqnoE/RhW7jVz55hduBgOaRVtq67UnMpnj0Ud0lzYgQwADDA2tn9palbP45h/ufjzYd350QsWV+6pj8pP2X9DDqcSn06zA3+4A5ffjv5wr2ZpswMv6oA++MjDLVdIBBlA+ZwLwQfGUA5ah5oueGBd+LwV1p+Bx4EBE4mrS4b8UiBSmWrVIlJOoHjnAyL3eRgtNmdaeJBhsYSqESIqZHXRkSdCT4bf0XMqb6SQ4MBq9rxfmDZdrXGFZZ+BOcMQslHJZflRCsGHXbItj9dPvMpu4k+dAY8+QRSYaGEQN4HElzKo7Ty58aWIfngNNRXUjAo0NJwb7MkRQLrBeAQnapL0vEmeUY2iKYvcWxBfVgm6GHujVGu+apNhwR00AKTWBZQEBhH0I3IldbZmSqJg4sYms+VXykOO7wMR1Xw959iqi7ysq5IAb0oFmAAh9D84VMEfusJyyxe6n2iMszBYSbzR36WOqCR6xIlFkjR9kbcoMC2AgCpC+ZFES9FLOBSF0qQlxOs17lqrU9ziH0FMhCNrZBtLYK0zyI5d22wlpR8hKhwZJUTPA/OX42mhqvpMvMJI6CadC3FeWXQFcIWPea/NmFN/L0W0a6dNiZyUmxZrZb0OeCYuhqAFn52O+6elzy75Dr+BJItz7R05zTVmB35JBwYun19SyUxzduAXdSB9HYPAwLOHPjBwJnxHKcv6QflIYry7EJJPwSRpm2BXVGMvLsodm+teuj9eHwu0Y22VyXuEMTs+16nZK1ZKYFTDNU2+BUsUvj3xuO5ZVOdb84zbklG+B/Qj7Nl9s57nhctPWF9T64VIjALeluBImgDSDUoITtQn/XJ9qyHND61kItGG4bza7pW0HS3tM1TWZJeF8yjsG5vFogekmEP6sMkECjRn/SUb7px8uZaE9Z6gczh0X2cOApiW4D8QRNZWp4T0DZkSohocKCqUAjM4tBx8P2JjBBtaUheLICAE1+OmEMg4oiJyHsVQTqTeWVDzWdOjpKSeMsrzupmSH95FvUf6sooaeNyiwrwg1VKFiMpLkVXjj1xegFqDJGVyBAi4bQyUB41xpgmSKatqqi6J5oTa7gjPKhiDeNNvlfim9QllbNCQJ20JlTELwVVQSZ9gG2s8Ee0jrtITtzKOo1Qlk5NPcnZgdqDZgfoSahpN4ezA7MBnO3D80fS6fA+tLcaYMJ7JQL7DMWE8Eyb71k+YeDDNyrOUK/IFd9KRkEP9GTDafUg+26KW30hhvTekVTyXOeNGIFq/a65OgtB7ps5HNlOrpb9GMHCAV7lKh1ZSFTAeQTk/e3rfIqwPgQ/wa+hcqfyTqivyXkaCmJHhfMwyVcXJqcZfktTnfOYtapa4WFQCdEMLhFN113Y2a7KMQf1YHBSEoT/qKTMtI1IHwGDsEkpL03F9d/cw8THMICuPptBZUU8wkadNBlzX4nlPw7Q5YtiImiYm9DbxvykvKi+XW/IPxAD5J50gh0YMcpO/jpiHFoBtvXgL5kE23bvwJ9Z0tcW+OMkxkv/kN3kcqOXZddOa54kD2eoicOC5Ek8WlW3MMC+0urFaiCYzO/DPd+ALbgX//DGYDfhHO5C+pPjtJAweijBOt+MZ39OLlo5L3FhZSvFJTpoS+PAvf8Q+GaXldu2N75pqW3nuyvCXYukSzqG7NYrnAWHXOcgLevFcvu1zWnuTlc6581gRkjcZD6KggETGpAiU/jsgZwPKNQySQ1jrhmEqPE1eDJ84WurPSH8FcGkVpTx7L1qKaGTWEkoVog6HCQMinUE0B7tPMKWnTXYWMxPdEGIEcsTvAFahN7TmBlyVSsU2EowWsZXP3JsawXdEcdEtK5Yreq1ZyGpKJpVc2VifMiGcvcEPpGpLtDECYIT4TBBWH1efI9VsASIAdYcEX2nb0p+V3ehmwtpxR7I6OO2MNMrKWMVPz6+KeyKxp1LZ6l3A91St52KEE3lOl9mBf6wD9dXzj5U/y50d+I4OPOqnkeU78tIsLBnlRucbvp5D9+Ev7H7ka/wh867t2sDnXD1dFne9glmHebekTkd4mdaZ2JspNoGkQrQKI51JQy+q/DdxjNxZgqpPwlBa8QWnZ7uSs0koKiJQfvjzxsv/Ot3uxqp3J9pwRYwTy+66HMlLNx7kKkNcwyDPDJxiC+6LC3zzhkqAJLQ/kiitoRYaeGvgfqBq5ImhtOyjG3kOW7KGh6KMJLwfiGdn/ipwRXVdY78i6podVlg9hg8HGHIYqXA/0BPFv7a8/dSThU/E6jGcjL6esCoMh/QtbanzDDf6AM4BoxPjECLr0crWK0v6gGnpuMt1ctv1cwatEJD9F3sK0hk7MileV51bbZKzA1/fgXklfP0h+qIEZyov6UD6XsJTH8YTazz4G5An/LMrH7EIWXKAEkdMGAe8dkzRGYwdo211enFBYhih/8oV5JMOjHBfPrE5EdLOD3lN+y/c6KUGmX60qMYsam48igk4jIbZQVEZ5FtPi7N5nfUba2LZuzGfttV/FMtE4v3Ay0o3gt6/tqx4oJX3+DIUVt8IcuOTcIem5KaE7RsfivGM8ehJquntrzRq14p04Dhk99ECQjpybY98T8+x1xRTJKw175C0M88rq17nLP0rVLeulx2Q7opVS0ftjiR6xLZK5wgbl9mtYM9gT38kp2k7O/DLOxAvq7EqptXswOzAizqA5zqMGPyxtzUR7b4HPTqpHLnB9Gx7sTtL7oiX1Nv4w5FN+2VTS2Uva+peCfkVj68M/KO/9EmmsHrts0za9fgaPG1ee/iMTz/mOlqWkDLoR6g06UC3q6+sfyl7/ZMt+/xLm3FJ2rmjmWJgbgQRXwP9c7KvGVgZKVue8ZYw4HTMhOcH4ZjXcWuUEp1YCSGyJ5HmHLsbkcpOBrzcDRXnnztdHv2rAu4czqeOy0Hnd+0tD6c1bLh1RHEupS3FLbupmx3Y7sDU/r0OXHKL+XttmRXNDry4A/xexhKC7nyZtychYAyoBsch48GYZhafjiMy6R6+pS0WWB70hYeMO3rC5xbpDwmRXjndcrCTOeYA76fYnoC+sE/6oofzQAc2f0Bg1qxIK7U7u5bs2p4yGFxAfr0Twg3/S//h0cZ6PprSfjaHxYjjWMOJnyOF/+7pwDGXQvQq4/kkbD2NFm9hzvrXfl/C81oj5HS0v3rdZelhyp+anrZAlAEweCVASipEundQyoOgmcL1FWPpBF0t2svV+5d5e43SqmfPV+HVYDVvrbqlC7HDq4C/SZB+7dpOWrvZ1n2ndPuIFTnXpjVfGJ9gUvMSMRhkGbQ7aJbq28lnR72z6leoU6mSTckFXre1SOzmNDswO9DqwLxcWl2ZstmBt3RA/+aUH2hBycCE9RfAp8fOc+Q6vVbSp+8yeGKJP2156g+i2k6/LVXQ6yIGJau6VoLBQHtm6EPLxIuFZqGEytjSah2bZLpc05MU7whhCR7xqWxTiERUBhUr/VKZI1UgnVgi7dBgaOcxyT/TATtLGtfXwRobZ9Z+hMM3YoZEztwxAfl81gjCgeQxSA3D8csme6CCvE7BZPFhKhWQiMMh6CAb1CReBiyYR45QLpI7VMrJlbpjNZa+jGawh5nrnk2lTy6JqAwuYM8XdMHiZQhNRedSczG32c5N5cWJjIT7tnxGcp42swN/owNvuBv9jUbNKmYHLu+AfPfJhD++R1wsssiraCGKzBKxofUjompqO5VeOzfXkDsLNUKcWrBXU0i/bjkeVt6jZDru2/PQCnVONj+JejFxD3dskvHsIQRO8aVP+8Rj4FJAmqUEAqfmH9E8ez1drXf9AoE1yCqYMA6vkP7FGD3PBKDfR4AH/yMLDy96vp0vqG0gmfKXP7ii+jel4R4E3tWX0Pl4hacDT+uOjxOjTRhOcBGJMMuyjOUQGp+BXge5eTV8o0jrwsxjQIjyPYS090y+RF8VhVJxaz+e25Jd2m1vS7PXCQq5nvDacKl6AUvJurg5Q/iVo9UMyf4rs20m9cvSbdYwhbMDswObHZiX+WZ7pnJ24A0deNzTloY89sg0tu4B07GAKyv3NLnSrQXe+tpntYsr9YmuyxiWXBRmeL1seK9el9AfjKw/QKUi3vl1cM1at/RKGuMJ4pQ1BzqRTdGTG1/UIbkBQr2OyP7QtHpnYdUErfHfndkYvbCu/A9AL4MNbR6BplADMlvsCOP7BDljqJRzwVBwEpA5Rs85rxKNUq6J6Lm25SwIoBtxJNpm49KYV3LI/LXfV2mBAQJ1eauK9aox2vXakSHez8IXfJol5pPnwgyLBqzjNhNZm52TdAoqUiqYc8uc8srragvydXAq3FEnXfSo17SfHZgduLAD+S5wYdAZanZgduB4B/SvfZ2HhuPhLvM49mhg1tfcWtiNO15nThfDAOYcU4sIUlDXpIlY7xy9pycWS0AuPROo6oEupO2NWhf5L0J2wH6QE2giUDLACq4mim+/qMIq/Q+w8eRh467um8R8tqSY37NhBv25+cBf2Zn5VRtBvO4Yc9nsCa0IsNy0g94P3AbYpZQreK9+jo757AVZFpw9SBojND7MryGuRLTKyZNLBs00orCzJhLK7tE0CQaJXuhB98vNrCeG0wIHd7TeWpckyykf25T3ioiZFfVE2cp2ClYdYJtXwusErwh/JubPdSXNSLMD/0QH5l30nzjMs8jv60D+ihPK/tkOnocwDqV71H44eHpAVo+KVWFrlgd/VRTPbCoanKUr2fYFRZ7PLaclVLyLRiSiV098KQ3YGHtImzApAQml46vjUMEYR/adyWPFw6P1dGcyw6ugVhcwdL5EdCxUP6GCRR7e1r80Zot/jSo68q8Vn+pNGypJciGhp2kz4LnuX3HTrJIq2HNZNQv0wmZYXLFSjkzeuqAlPb2piVx4oXSqeZUenyVFmY777nvccWtydTpy37dlcVXVrdhbMhyzqF63KuuiyR9Ax2ta92W/Dauvu+PL7i/yay1u+Lo+09VfW/BMfHbgdAfmlXK6df+Q4yz1dR2QL+8HHvi4xNNPegwyBoeeCQ8Zu/Xt9gKM4RS7pG5wwIwEenSXrQ3wJ8e6s2dr2kjgYI0bkTZVbIkYoC+CMaX6SED+ONmvN5WAjK8bljMxYSwymtQyXAVYCVpev17W6cavr+vZAtK15gK9dBPIrVOSPA/5clNK19zrjqTbV1kvuyNh9jsmu2qpjPc3WAoN/Ow4nJc4yPTs0l1/qQ3Ts9955QJvyLlc8CAXD+xBr4+b4zgdykEOg0yH3Be+XXQAABAASURBVM4a5/QydTbW7/P7+X0pz4xnB97YgaE70RvzmUvNDvy5DuRfmuj/6xcLLL6OyeBNgz/i0Bf3xwf+tf6DaQno1ojOIqimzZvGym3TuopcsehJJQkn9zVcGCSIN5n9rHhQxpfbj+dSuJR88D/5IRH1CHImiCjIzqKWEgU9ZBWgPz2Tr5Vb7q0Et3SuT4Vr7kHyTkRh+AeYoZPj6+p8X9ZcCa/iOFX8PwN7a0N4OqbzLxE7KSBvjB2jw+oF30wLvW4yk2rDaJpt744UB0E0xARhdqatPF+S5E4+e+oXHLRvLHOvDU/qf1vJLzjqT3bwOvdcW6auiP7bjvEVNX8ixlzz73ZgXkN/99jOyr65A+m78I539Hvc18BDLYamvfXgqhbfOS94RdDMyv+2xd6tZq3XFrEhAP4TOSCN7GcIqUsi8IkuiQWsAcg06pV13aQuiZYSMozSbsXVq9DgjmNP7GA/UDKmt+6RoWb4sTZRxqXYlkc8s0Sej4yyMicv4c5MzOOMX9cn75N2TYYV6IvYxp4I/S9MVvdwrTiHhm0/aYjCMNoZdBVt80NSjX31r3+wF93N4lYph05hpGnXI49ona+/2qnvLr6j8HF2TKE+Zg2H1dD7XMDdbCzresWu11BTLZ0lrM3XknD2g2NXuNZ8odxjcl6Z2vIxK8Nbtl+iuyDVp1r8VBtujXPpqYAN50uqa8R9TvSOrC44NZ4rcnrPDvyCDszr5BccpJni3+xA+iIkgbd1fVjnoyphsOYDpoMRCzN5B7GnacOFRYcRx45uT+zuSrE10SMWGxFfB6IioH0AKDBMtondGiFtjITmhyEJSSlJhXAjhjAiUKNDPXQ2n5IzaQvf5CdlyIguD7zuAZKd9H1xFXELCLbJAMQCcBbkngbmMhjkp2uHnR8MC4XKQgAfuE0m2Dn2gzgjkDzOBJB52ApZEqQf0pjgP5KDF7yY1lSZn8GLF5zhYwe085FRxEMAyjYfQF425EyTaSfkiI0LISlj0pzjdR+RmHXieROx25qsVYa3bBs6pNeQ9kXJnsShRDvFyrXeX+/bNIdKjsnzjy8nD0+MYOgNmMfVLdPM2ws97fy+k/RH71cl/p3tZFazjezChNmBpzswL6WnWzgDzA6c7ACe0vnsI8D/CzA8K+gmkMZrPb5SRlALN8PXcW8g2wtKbrIJwRTA+TuMp6neBHYFa2BwA4B9IUmo3Vqy2gaZhMC8QNwCpsDPjVMGLulBNJWNyHSiqVIj8zHrFHHHLW9QaBdYGcH81+5RK0imEG6LmvdLVf3GnPOg0XpVHkNqQr1xg40dWgsIjUl2fYjFI24CRZro51yiXCNomxglwS3keEqp0T0ai1+09nQUXYe4OKGIeHfZFYpNZjTPUbvNxQ4occsT66fXbQawI1k3cW1cW6R/RynZYVq7QGjjEQnDkX0pwjW6Svrkggg17OkN4/0zxPvnVjpbunDgkw/Ds71+1v9A0pebHszd7ueSx9aR2NKJ87VTPpgpbkOUdNcRr6jTMrdjY/xe1mcvvr24Uz87MDswO3CsA6+4Mx7LYFrPDvwTHXAvtHW9eCviY4T9VoN0fMYuLfnsYFBqXshxwZPhxXXgFrNjIv3opNDU1ULmAVisqQuDYcIgNQoMS6C9Pe4ZT9m74R7wP2wcPgCWT8rBeio/jTIpsyUYD2x2IIP1J/BTKCjYh1US+y7h1PZGHXd8YXQMXYN/5SI/qoLYRlKjt+pgmr+IU7Wr4p4XoONV+IptLBHPvYiywb4nbVduFG7AT62zZTqBeEnVLiW/gCUA1QOXn2kMq0nkIlIZZy+whAxTXwMWwMYl/3tFdyTKjfMAfm2ldqp7FFc+mQXTYk6RiMikg9i8mDPBu9W81zka34/k+P0o+IGZALQattxK0RPAAaOnfZ3cTrK8QpIIwYlFErLNCPWRckYSq2xYYSXaZW84L8XoJnNn2lR2fE6IYwER7Qd4U1qSiD1uDicnXnOaHZgd+Ic68M5b0j/U1lnq7MBgB/AFLY948s94hBp0fKFZfIKMqL1QK1XK+Fdiegi+HX+9j3cktCXw3fvBt2/ExWDUDdiyiJUASVqMAppoDVUcSaS0okgkMVehV9Om0lmnaE7WJ/tRkXdRU2Qgtpe8VlTGE+C0NjgkSZUk4pD7IeOfUWvmYmA+5PFSLIgyadUS+M8myCqgcTDAULY771t0XS9RjB64UbszSR2MPdSykZj9QOrd1zdvTJX5rTLSTUKcF65FusHiBPaC6kVNeoGUAAQfzZc0oFwCAtgVBhA5niQBUt4t5b4ZSOE7RTaBqAAgCuZy+KWoXzAtyKe0OsgtDXtL0HAyqQXVQYibPwG1EKzfPu8UqiZaeSQbKNPSoOVYU0BIRgXR19BsW0uLIZDyddN0s0amPBRwwOii1JsrST1NTcAtOCm2zHhojqWYo531S4mtiBx7pRoQlPnceJUOeP0rJs/1tuxS2elSN7nZgdkBdmBeJezChNmBD3eAX334g61msfnkpyZvmRdd5fiz5gW3FTaEyxtOzaHwWViefcVZJ3BByeugOxL2Rl6Q4gkTUfKq+aRoEfF194I6mNZ6hYOB20Ek7I/MYfWvyaLYITbAByJP9cO/e1CwBjOtNQfLqN2P84MLWlOaCwzGMF+27KCLudZYTk97zWFcM/C0yRp4Mw3EwLDoDe9SpLmUsppjvFrW4vV21DtJQuBGSqg/3nwxZSJMcAozb0KQIu+B+XHPJMguenPh9TUgqWDCCISYiSMhXvg+HrY/zgMHEGPbvKP9zx3ZXAEpBc7q6tajoGIpWoEktQRu6kUy8CM0iQ8BjyFBl7+7DoQg5xRrI4SRzxKW0wUdccwZN7PaUafjuDS9nbA0KDMsOTr9xDN189ZIwwOgpeic3WoemkKEvG8hZgNdGjQiJEGXgHvUte1Vr7MYomj9ERDtCaE4l8SmOd1injlWppoOUzg7MDvwSzswr+1feuDekvZc5D0dkCf1+BjEJ3d7NF8OLh9DHPQS89LVFjYsJocnvbmUMfRR5GioMruj3tmeuRCy5FpKK742ZidabCSRvPOdbtEr+9HJ/UmxPtjW/2kgfVmSXujknnjHm8N+PpneJe7n86g9N46vna61y6oCM1wpVgILpVhnGunRIbUPzdVyqBSgIUq6mpBTohZGnucTQU4YMdyOrL9CwSaiO63kth3jLQt7bhCFBaIuC8Q8s02q9HAmqVnMmYAqgPhPwJAhvklcknCr41BrEAK0GAGfiED5EaUReU2LphkhvlG2TJyMhRhEMeqIlCAeGoIwMjFzITDJSg6D3BqIzdW2TDZ1xX9nZ9OyUmLhoVdx2LE8oDLAMtbOgI+1ZMtjFR9+Vw0f29MpvhMKGRMuDkyUmc+NTTGG2DYsSO+DLLNv9oRFmV8+X6s6ihUsK8OFMqwOX2VWtIvGpUDPtsqnWiGzlW9WvJeSNDgRuHQj/4aIln1gLELfYmpmB/6pDmxeDv9UJ2axswNv7UD++hJKpucT4EP/81HqCEst2OZxVxEP4PJ5ZOBhjX0gyGMLXxsfQuXHqgdearaX39VKcoGvO+GSD+u8JNB4EGkRO8O/8MPN+mMYoj887vKfibYC7/r2rm++7AkU7A8BZBwlF4UOVZ2Tc6Th0xC5IB8mr0jO+iANuKyegSv/srXKQOgJRik7x+WXOe9v/fIypXVjZ6ePpm7eQ0zJeJ4m3wbNkQUDsCuFIb8G4k1zad3xaGChFiVS3kqoELOw0QbsehStoGGrqJZsHcpLUAmubUqKBSioAGtihFadgZ+W/3Y+hYeYygIM9hzYPasVRQo2RZEBv06hYA4GIcogLsZScJ9lHnJX5rf54TxSGZG4RyyB5IAIdWQq2nvE0dmOxFjbIF8MC7PWm8awM6YosdlTRTrTZBuyn9iNuonxZyc5d5A+hktEpMqzlp/QuRbUZM7HOjCt/34HeNn8/SpnhbMDX94Be8wz/OXpbqS3uMfvRb+QcZfBCIc/9m0v+PnOLDEBxZwJUXgK9arqyU8t0nHCw4/0BWr+ggwbQfyPQfNtTzoFPvCtD+r94fP19L7nyyyeTWPrBcuS9i+/lLGf0jcyDp7NBaEuCIEoo4OFjNq27TRfnb3F85F9tGfo92SSN1TkqsLlpfiZzHnXITCGYdIepDpTxsOwLBBE2tuW9L266nO+mSo9ehxW66iQRF/Z8IF9Qzoikj7A8C5bCCBQnV62R6uhbx8kQ5n6NpdoRu5LqJHnXardCPfNylz0EOhM/juhd5xSUVJVu/U9X1epOMrkhBtkXlaMDniKfZqqOEkuxFbeXJEghvuTM80kKL8+WH3QqsI5mzvOKa+li/KZUj7NryNcXkcWucs9YMvZajGco/OfemZuUrMDswPswPpKoXTC7MDswPs6IC+dfGggYNmIQH1knH2kZNptX73N6DxYEr7nMeIeBiJjiKdhYZ6cDiW0vdZNHmO3ba7QSk9cIPIEJwry3/1Igp2G8YDdkvEAcch4IN4Jk/QSxcoJKHkVhnI+Mupfn1dqL4gtikg1wsRaGYpSw6QnfHUHrjtUGokv5K2zzJrAvRmjdzGvuV0jNUj/DZcDPnxP4leKZC7nsca6dj6SUGi+nw7lwyK0+fIKq+XoPOT/m414ECX/o/Uu4pWmeBtLfItY2bSMPiyzHHlOxFREJFMUGPoxoWFTXIddGhK05kV4dLIgKW0SHlxA2hJMBDMM5eJ3pKjj9aMKPydrLzxHy0LnXHtezO5md45WfMoIdQA61rLJzw7MDqw6MC+VVUumYHbgPR2I39GyGP+qaY95hkXx1smtbM+QhkfzkDsKneJX98k/vej3Ol/glSqXd3mWig7n7JkaN2sE1+attWqbL+ElVdTFX//g1Yj/bz8BWIE5Qic86XGQwzdu/jlLXjwA/edfaIYOvPv2zhmkChvMzdF9Ro7WG67R4sMIvXgug6+v8HR5z1bGe/PpxZ92bN6oEHXvSuX1D7Ozo+m34M65iGZvdTGSadxSzHEFK27MLIlAlWHSFWiGUVgwUXYlOljeQfMTmcaC00KJOBHrpMvABZfutwO2lsUHKrGlT+CNwl5SSB10Y32rZsDE9l/M5XMYFzzzJXSSsA78UG8MaCVFCm6O2YHZAeuAXhvGTTw7MDvw1g7wdTUtiO84fWcnkaRrYke9djgn4aMkAU/9VYD9BPTGorM4H9gI0u94zBh8H+AL2EMbI6FOT1KMervMVHAyvgsZ47wHxdboYmRI4bDYH41BsnVhfewCPjnrpW0AmyuGJXZFLIthMesdD8jTW0VA7biyIAIBBrS5G6bOaDFKTCIGTJLtXyN8PetrxWt/K320Kj0b9D8AfVHNy3YcUzNTgreuea8Ldi/DjfOS+6YFt4R6vMmbeDvjposIte96ifKuRkgVigUnlZKKUOcaxeXtrjQ6nuHtwvdj1qnA2dI9jFkS4bDjWYenssWidztbQQ8MHiTCgOmI8vaXAAAQAElEQVSFB2dktX2bmHdEsM8UmBeN1ZXxonXeFPYdLXtTKXOZ2YFPd2BeTp8+AnP9f74D8gglv+T4hla4BwZ5kJSpfJZyJuuMlyD/Bym8sxDC+U9eBhTG+UiVp8vLkWIkx0Ko/Sn7Zmrf60ILJHvHmxFf8ojBSvC7e6QeaZtkz3/DkjfpJM5XTD/IIv2cH3QcrJUQUL/b9yGbATplohOR7ZCRjqBxyDzEg5RC1ij/F+d7VfN31vjZI3EP2EsBjFxN4/3TO+uovVylo8Ydu4P5V+aSr0wafil3UyCsHCC5auAIXBXqhXGuOEaW3nO9XGWyEtg634Sfq/mbKnlJLmdugmd8XpI8gl6Wy9bJvKVDDnPMDswOpA7MqyW1YhKzA6/oQPtbT6T/yYxF78VLGF82Al/IofnMOLaqPrbprJ6LIM7FDaZgxKQ7WWd81K7xAcUSlgPWA6ay2+XtDhTp3Q7T7BAhOgrJbhGiDChXa5RhKNNYru5KilwQw62RXZ/C1TNSqgmEwfUDjIHr6B7+w2zqRBa7RNTSmtj69VBTbMTe3QYaLRTMXrk/M2+UNXy4us14PkI39JsUq9PmsnWXFGn/Vp9tk9MGIYcUk5zZMm0Yn1Dt53si6IALSio24cquvKDQgZxeY8JKz0X2PbkFvf50Hox3yHgw5q7Z9rGTlGRaB2p3qmO8dm9I2hEbhvuiE6FOuOznMS1mB2YHZgcaHXjmTtkIN0V/ogOziNd3wH/TC82HIIN6ef9YV+sGeYYeNKWZX9HT1G2CGctbAm8vhE2PpJQ2GCcMkyYEvJIrNvUzWFNc4uNxePqTKoxERE/H7Qbwb6XsEwEdksE2yQ5i1/sLFFsd+nH5re2kVGzxBG7XoA/K0wUUeFKEe6GHjkLKBNsEK1NRxN4Rv2c7TFb6jikV/h3pfFUWdo5oj674J2By/5Fpr9DS6Ga/0FtfFimQnM6YNFuKM0XuN4G7nDVt1KXE+Vlax7bGjXuSh6NJkMNe4w6pThw7jHFHtdT0TlRm55eGeeucSu6uyqoIXYPPKfaT38ztSfeN2K+LvLHoc6ruIT5+PucnCR/U08+lOr1nB357B5pXw28vauY/O/CbOiBf0zLlrI9/3WXfj1DxQfXmX55ZxO1sNvHFC315PDBhPM5ubMTcciZMjJxh0p8FlDecgNjKZC537v0AWCgB8ohAufE99bqkhsm738BJ9UOaaIQiHYGIG0WKoauGlxftgkL50ydvtdIrWCT5irAzZrcDdvsx3DUcUOiVqPOAeRjerU67Jjg/7g/cE4ai7xottMCkVwQI8l2IejWGFQgMEAcHaig8PK9XaKFuMkvVgyV/QzEn+UNF0/Eioc/5WMh0KI+5wXoBxMEah0+e6PN1yNWTcpPCEneWOH90uCK+e4gG4ZbPvL7Hra+amtmBd3RgrvHvdGDebv6dYz0r/cYOxCcQPs7KiwWJZ/Lc9d81OLR669HMP+dQf+YmE9uCV36jns+buaTimJQJSCfFewir6uxq9CcEvN4IlpNHozkSahZJUN1q5l/Co1raINPK6rsEUnDAuYG0hMaDODBG4D//Aqc6qGVQIURnwouyajovzL+hJ1rAk/Neo8rw420ZtyxXGOGO5TwScW3zCPoy/vw9SGLH603oYqoUFWum+910PbkoZVs7+Jt7GPjsJ7sbRKqRadd02ICtfTa1Z/03k43HDWfeptlaycqitEqwYqMRUa2pedpUUP83+Cv1CHtP990Ra7NhbgTwL/rF0sWn2m/bfgu/L2GcCzbiqWHsxLMDswP9DszLpd+bqZkdeE8H5O1Cn/j8vLxh9bE1Sqs72QgPYuZpmHQNeFAbudEUNvIUJpNGk8ZwIqhI55pX6eaMXDE2Tc4oi/zPBDjkg9487tj+gZPs+LAPHiCHCeY4Rit+bRWr6Pl32jHPHRRrUqSzepAmKCfbQ2AxooC9iSRQloPhKNWUAJwVzmEIGmNVUcPmd4hctb8j4b+Q5eBleUsbL7eDVVcn9uB6rUXE9ejyCOQvnaPuck7K96NQiLYektdavCGpPI4mtRH5KtW92MKujuGBRY6XhuCnnOA3NPrHccv9uZSe897K6+/rqmvl0oIPntfzMF7a/RlsdmBeUvMcmB34gg7IO7zkcfBLUXxCej3g1zUh7HxoQ2iaRUVETZNtoXreJKvbtim1eCbsWrEd+EvhQ7c6aD0MmkU0Z5xIvgRJATK9JHw3KHpX6BI/VvAHMnbpDq5u/7H0VFsMAR4jMkBkCPzrNLC8RMnLI3S7Aw60wbkWhs61wdwZ88ugmXksX1JtGojmH5twBqEvegqBQPX5Pg1GRnGXEcn+5H083fA8+0+UkC7vAIRG1LXI0lhr2pK9c2RRg9uzPydAHUyA6L5uPlVvBK0pPFvTCzLuH+clr2bpZ8kHKR7RDy5fL60XeS19Ac+DQHhB6E7IL+t0M8tzHTnn1UxgCmcH/sEOzCvoHzzos+Rv6ADfUgP+znfH6yYe3/hrjviAKwii7Szzg12m4FEw4HeGmRsuzCkkJGFm+g8VarNw84d3F0LyP0hID2RSR0eqoD8vTZVKLSXDOAhN698klOfX/kHZKUX7smP0dnU6PsXKet3wylExisZQ2uZaUPNmp9i0hlXamNsJNQx/ryhnbsUazpp/i2qfFXKPPtWIB++MyVO7W15//EYwA9HIRIlak1pD1nEPU2I81lbPSTQR/4ue7Xhqv22zp230nwU23R4Ht2Zyz0JxVMLux3vuGnuDH8/06HtUGI7sCLKWGx7xebdNXZbwl5+sr6lKcj0a+pbOrpu5JsIEF+JTOfr1r07u6YRcckdyi7YRuSCTnB2YHUAH5qWBJswxO/CJDtzjzgOfZ/nv4fkrF/kPHePtQuhuUvZ0t4RlWSor8hGIGtosUgOds1QoEcoUAlD+Cs8PapkK2MQK+oEtiYe7s3BzIvtT2wBnoK4xusnJSmyZAnPSSXn5p2ggaUad4MCPUlBRHLRdC14UuAohBDCYOoMmhI46i4eMsvlllJ1F5wMuyfWWqNcTo/3q2Nl5IYmC4Ukm1xNokwkvTPBklEQZ7fUcUYGnk2UminSMqXE2V4prEJRrzxajrd2X7sXfjtD05n8fKrnlsySJ/hzROwb3gFsygOcG4Vzhz3ZwZONFLoOUHo4qE0/8k4Qr4LZ50zy7DvLdc7X2G+7au2SbNnv6plMp7J0updVhbqAL2zHrvGq+8q7VNV+Zb7NPJ78R/kxiZ3w2UhhSNXvwiURa2e5eOC2ni2XNBl28xgw3OzA7sNeBb7kr7eU59bMDv7wDP+v8+T0ogBcMbqHgYZ0bQASyawdK8OCKEXcyKIhA4ZoMThy1IqKYQJnhEMidB25aibe8OPLWQhCJTqxVqEouMigxbgC+rKsFGbyWoy+haAgzXgI3fQwYQh5tqCJDEEEIS8QBnwXVL8AcxDfwpJtwK6W0J5RS4zRXcpkidx70Zc5Fi/n4F0HRcgcxsMh0BNyilJM1TBpQsZBgSDRgHZ4jrXDH4VFKrY7OsYiWW+MSKcySK9enBlibRCYDZexJws1iYe/ljpaTEOruYCIEGhgm7QG5oVNBwOQmM/5azOjnIz7n3V+315++x77mVbmWK/P0KSUBm0C15Am+fzORoEu6N6GHGBQq0pn8GtgbwlpzhSTnhGhbaUB96ZDvAEZ8FFcUJVuw9JSFwgox3HOCvDJ5SaeroLyVYeWDg4kWRR70/w7zX1NBdcy63eNhiUpHRsm3oe/P8Ns6NvOZHfhNHZhX+G86Wq/Odcb/QAf0hfoR/wkYn3Pdq2iRj2xkUBnBPxzpL1tCemWgjiD7AiF/lmQRHFXSofVZWkK8EEHMdIDKAXs+E6mOlFffi78f55uQsyNJ8I/7jxgDsTV5JSjmRhBlQkczjxYoFwi4FntFkCQgpAyq00PShLdhkC8eMWO+GRBkNfdixCZA9sDBVzLOREiSCGqMTIEpBs/KLIBTZhzVk8f8pMHRXEQyqcCRKuBc7gBJdPsXX1Q7KN3vgZtilP3I+QJPvr1Lb0A7v0w+IhmxnAegZfMHGL0LFitaKuIqSoW70cSEKC8Q1/dApfGk29CLlq0bFgybDfap2h48xqZfY9XKft+icmiznTDMj6DHpu1aSzuhCrPyzIuq6MhTKcj5EOWnEM+p7Cj3n8wOUDGZAUszYZ/KVU2zh3ExNEyyNFMNM3/Vt9SnZbyfDTkjvaFuwS4MZste+rVr3utatNkbbtnUtxs+CzTtNoULtASgbx6bjWglzppwVDFa2inb6sC5u0COeF3TDx/2nMSkZgdmBy7uQHFlXxx7hpsdmB3odMC+COXlAgz/A5cPPPER9M/M21/afByy0PYyYdjkTQzHZVmwHaJapRZlqlky8CrQlBHMFCIjFSO2Epjj3QXlpWdbqReqNKhMjBLRTRi0RN695F1eJOUkucQkhC7VqU4SltqNTILKocEyPKGhiiIUgXGL3JUIYYtwfo2su+spY5ZVsrTTvsdXKDSKMiDzWGMayFELcaaJCEk0wGfWUPsXLe7WtEyOyliUgDpKBvIfjGaeEahHBaJTMzezAw9kdlcZ+oYRbrLTShn1qtKZUTxAmjaBQBeD/gQKiQktmrI+3JC7aM1dGOYgBKZCAd6G2cQajDV1xHfGlx5FwTMIa2Agwi0oBulHU+gN1jSrI8hZyDwJMEsy0Ouh2iTHuhjtnGD0A0jDnZu36KEinhlqxfsIQTmd5T4lZLYTVibKADIwyb0nxDkMfei1bZhrZovS90hOLLT3sGLkeJpwDfGFsdwtor+qYYtBm01As0szCGIvN/02lLJ+LrFvWS6sduKs5GpmaithFGzpUM9IOjHSPqqD9b7wdiJZyoZ3zFfqs36rQDuCulzehjZd4nF9aX6dPzZs5lUrV4XBIOYO6g+Mlx6BP9Cf31vCzPzf68C8mv+9Yz4r/lgHfvLK7kGBD9wP8HzW1ofubNai7HnC8JYNdW27WkqeQI/Ou4KqxuaBOwt/bCFmqJ1BhSZhEOXCsjlCuInpEiCyXwCBxKsL5xLUbMFL1yIKrkUQZmNS655B1Po8e6Yr+QGnjQdTRmm1ZrVc6grfhghri66EixC6BqpI/UwE5QWD53zPkybQzl0bZBPkhWlJUFWWk08bJWT4BlxDXDn78xy/a1duD5wXD3gCZPMHJA7tHT6gZNzwwkdC/THL8sAUyiZQpMknPxoRRIiJNAHk5vCxNg2jUmP2vbJ+ZaOqGMeQVQteHGQCo4McQblqhkI2TIC9pliGOoI38HSt47GEPsWIPEQy9NhTSwip+6K0iTEJxtdW1AEwksWawEmxFpabr6KnnYEI8mRi20EyPltkKiZDkyzcpu7SG5zHaAXmbWNqY3BBzoH3FAHY8PsJKOAiCeVnqbtYqCV9+efAJhaJMbuYtaCMcOdmiNSVj618T+5EkJp2bKiW6zymxvVUxvl3gOVs2cZS1ofLDIYxIv14M4jqfgAAEABJREFU43olrztC78Qp1PVRRE7DS0XbiIbddgw1PZ3zGVk6mbaU+kQ8XVp9iHv7su0eXZXG7O9VnZxx/m4H5lXyd4/trOzrO8CvQAITjU/fQCMPt/Qg8H2VIG+y8KXsGqgfvA5ElZeb6C90w9fKXqkqhbDbhXmt3whahU6CmFvinyCQ37tuos11uHPI9O1tjXSC2BlBnAhJGQkf1dNRjfoi1XvWTWrdI4kxiADcG7nLjkA0g0wpEMXLBaR+oyuuGxGUvXHHsmrFjQAC3hiRK2Ty0vgf9D1fymFHhN1ISRNpLQTKCIgBlhQAFArCrLREVm79Joy4ogIWpWG4Jp60A5o4lmSujlwbfNvaFttSWZYv2XITES5Iac5NeuN4WqEVTmKkFI3+R4xaaRuYpBCwIyaAhBq2JHaA9v/xVZ0EbHFcMGNEHlQ5vNzT0SqK5BSMqUYUDUrE21iGBUoCUDG2ZKpb5LV8US8GBL+1rhraHP2M7WDeEtipgGPKX5bWZgvWVAigFGyWUyDYB99EvK+UwiBOYf2JLYWCFS0h4KQhBYEM6bVQB6Z4nBn7zsKYjwBiPABbwy9udosRhhl54xRcxVgJEKglgxhDo4PYGbw8vIn6aYH96NFDzSJzHOlaPb+91Z0e1+dGJxsL4CyVxWUK9WmmDrk4t5Kqftu8OvdeW0Ds6kWL+O57muGvXYkRz0Kd2dk402924F/owLxe/oWjPGv8yg7EZ1u8A+ELVJ5zOBGqdBsPDoUouniZiGRCLMMgmwOOaqIzbSAC0hlEe2yoRSUTXEfuMmgBLPOQ5jAfQhYbR0zIms7zoze4mmZdhKvjjsST/ljTHjiHWk7xAAiSqWUUZbkQixoV5xEDERAholAnmuSwGRpIEyOa9rzZD+pwhhC13ywQA3rMwelviaZOnGERV5QdD9CGZZcEfIFhngb8RQ2cCiedDCIBI4gxQjJLMaMJkOiBi0EhoRAG8c4ixE+Mp5MwL9uIla2U6pnc3Kq0kVOULokgY4A8aGTsDk4vyPDBa+OGNQySdoQ2Y+Rj5CZeCi33IgpBc3fEfBRz30ep0rPNxbzoFEmx87QI/IQO4fTF8MKSlgRkUnk674P8oom/+jF/qdEYWHsvWEOC9TAXw+V3s18BOVlhu8fw/BFoGTIxg5Y+ymDCOrAn5iqNOkG8ZwiRJrgkeovwZxntyBuQPw5+ZdKM1olCtalI+x6TJph+D7tlSjfl7ukizIFUk3mlEAhD6fJsoUxVSFYI7bs/g0RMQwCsMGMkAvRvH+2mPVmV75oP1ZFfmsPRYGa/Pjd85mfoZrVN4Zno02d24G91wK7Ev1XVrGZ24Jd0gM+1fPs683xz/dcnm5ajZqqUk+uD9/J05dG686Qv6kSoU8W2etWSqXOeLRu+S4Xmi1rofMyzo5ZaZOoYXC9mS3ju3PE6Q1pX0C5YtssqJdOotcwNkchlWgUQ6dCEpDCapuk9IhEw+88z4A8NrqRw16bAmzwQLy4iAZMJU05SqukNw0TkwMODvoAbQHwMk/E0+QjMOZIJHV43eZ4g7sE72dKGva5Pe2tP1x5bOvQn9a32u8cjCZuk8nQSgsjyW2+5Sl6xiNEfev/A1odebg1DXlQGDfWwCDEwzHwkR55KBP76hzs53PRQf01Wwsmk0nJ+4G5COwI0QNkf/GrAIMk8nYQgNGudwbpNQnJtsONH/IjHHf2W7B6YzauxZkNk1sTMY5EIlSGXiisJSeMINR/FTVTY/sAEYDLDkI6P6FT/ytcfQq2pF5Ja03k6xGpNN4jtNo26xKMMKaLRKZYW5HCIE46JnLyPcMdOXdKL7nWTrWP49ErIecT3iZaNhM82q4LQ36xtUMzMn1m1CfW1bIQ/58f0CbKChJAJbJKC3h/HrPfjTYvZgb/SAbui/ko9s47ZgV/Sgepr6XHn87rkbl/TW1/FYlhMj/wcVcifYJDAcmijBGstAPrgLWl1c1kJaNsHeRaEmpXxL9IgTw9Jy3sfzEVdV1FUjPlUOPidG+7cIUmoH+fR/8DjEAY+t6BG/fJU/+QsaTJPJUhVEe3tohKvWAYgUGGYtAFkGHiLUAFpriZYRYG8kcD5+MFIGGDI84AQQ/lI1CZVTLXdmVcxduwr9ZPuiGZ3G5CrcWu8rrN2ghl7mjLPkyZQvge+Ek/v+b1Wb/eg/VV48RD2LdXC23patcPzqlUq4D1TKY2kGzl6rLkaQTV7s/owHi3VT+f+kaWe5w4wBv1OgxRxD3ctQC9b0ppWDut5T2eLBiXBNWbSRlnixwh6EZL1T6IOE6tzLga2fstmUCMq9cvoPb/h3xchgXhrBtU129KZ06o2U0Q8EiOavh+xwU+vekmQp7NYB9C8dF5rj0kYhbDjJQe7bSeqPO0EcmrxIZ8IMg56cmcyydmBf6QD7avvHyl+ljk78N4OxKeoYtGxL6Sl8LmayfGa6zSF2cdTNJW9Bwp5dyGQNvC8p00fsXYFMx/2o+wMKt8FkF1MDtSZcB0fFIJhSkea6FqMtgR5kibB0GWV/h1gWRZ9id9MCkqMgE9EoM4O5KQjBwCfma0Vtt6aiiA5nFFQS0uwCQMS0gcooJFRnwwaAJ6ur5QRINWxVYdafO88kvuejdd7ulW16Q23bI7KioNx1HnH3ueJzQcsZbehZzeiy4X9iefp0ooXcMpoTWRj5KmMETx/CSplDeSIVTI+5+wiFdFehJTunmFLb2WYrkiclZiiwoO5VV7C1kuK0CZfjNDnFuIaBhZ6jWmxltYr1rx4pJ9+3njqiGhoQk1pVdDeB1eBZ7t08u9aQEEjQrpD81i6+7XoYEcxkIxUk3AvniyB1jKVrmJbHibLLc2U6T6Gu/mP5OhtjDbMijxN/gA08kq/5oQOYxWslGHtn2yizwaZn9TswOxAOPb9MBv2Rzswy/poB+74drrb73fkoUcmyWmR+TdNmvFNvq3xJSy3GOKDNaAn9OCXuj73555QfhiYFsE5SoqO3yZP1LAdcEgrq/oHGXixJ0CyB/SIfQrFz89ZqAEtA47CosRq7slXhrsCS6U0ZLaEUrrmXJFrZSVhVwiVmC8UXColQqa2AZ/0oKtReJAhVDaJbaWQlL+NuLN7Tyb9pxryZC/23MeuO+3omK2syPOVt8oHCMGUkiAGGGkYotEhWXAibDlp0lsWwzpUEeyrcdhpwFBT1Bk3x66HrB/NukaXKuKBkYWfCGz/3aUUYqyIMasU9CTh7zWx0Fh2L+B78uqtXstjzrUYvNvGAtcfR77t+lEu0vTLwQLsPAFkMUZl0Wm1xqB/8jN7f+7E2ETJjkwNVOKPr0S1avKzA/9wB+Sq+ofrn6XPDny0A+ld1H85ycPQ3lP21WnLojHoNWvz5pIikYnRR1He07infx53zduAZWV4NKPP2vlTRGk9ZtxAVCrnV1S2FFw2AmWHxTBEJ4dmpOez0qG3pbBaDI/DGCcXLtz+w5pcXfOAigxkoOIQQaRD2PvDslkbDq/+rHrz6gX34n9dQnsJv0CvR183ohl+CcsSBIJ8wAg+MtVX7J4vjwNhz46voBb7gb2TSEdk3hVr4oN4Xbd2qgwzknXpoVwRCxd0watJf7bUZPFWtWYQQ8BuMz700fJFaHP1Q2tWlR3y/W5jV9nFx+NQ9w8Zf7KjPlFPI6eKhcSNJe6JtprckoXBz4gvbQiDIRtm2OpZSVPEzbpXbv+EYBb573YgXRf/bgtm5bMDn+8AH9UDHtfXmbiHnrXy9RIsjzG+jjfm3SWCIs4MZZj0FuDbGg/+tGB/CKRLaD3clxaeY3p7L/3e/hjN6Mc8jlujJ3SKfUnnjLRBJmodHM1p9Ni4JU6Sq5VWm0Ba673YwNHF+Out0h+26ckPNH2IcE0Jkkl992Z2kWB26qpziI/Gppv4Ax2wQ/GBpfOSC8gFm0AL8PaQfzYmJ5RMIXs8HL2OUfyIozzZ18ZRUrSGzAMKAq4DUM8N7nohAlPJNUDQGLRJ4oJJ0gGCBaiZUpylGBUenp/xPbzYYYd8n2Odh90/7HA059K+5N5dymdXf3e1Qb7D0kWJ5RdANaI6okp5hLUIho/4tmz346weI1phpmx2YHZA7gSzDbMDswMf68Adj+b5wTRTTKjxxUxxC0rHlsUbZTe82DD3m6yps5CbNxz/GGa0lCWT+p+fmY/3Vl5nL/8NtHaH/8oDJ0/cA8pNsn7LC2QqkAShqg/GGFlYMFmsVEupuai+R6s2z604WVtSPmapIVdGgi0G936oCyDIKs35AQmlpD0sIvcS0rmj5P4wlE36w4UeL42/rqPXPf8ckewGNK4xscbZJAOT8Jh6plDl4YzKkz2bRCodRhDcH37w5vDg7NaEbclB8NLBpAEY28sg6W2D4sK1Glx3kne5lFmYB81MRrq0puQ6GIvdemGVbsh0RTZbeVwRfyBGKwXUh9G891pEf6RU1gqkmu+fb5vPPy/Ln03uBq87bP013HWMCtoRIruLjtjuBpsGswOzA090YF6NTzRvus4OnO3Af+nXCojAZ1MCyCAP7UL82ql8pDh5i8FDi2xwoB/cInP/BuyavhRJnszxmky6UfazuseHZz15dI7horOiothoUKMFD6cjduGCDw7uThSx4GTg7bWoKMmMmmpP7ngDJi9GkYhIRDitFO/O9CKYoadN9nn8kqxya58r8Kk4L6nsUD3YQ4n2xRUWZSEsC68bQkgfESVOCfHGhBFoTVBNazarWrftFXDeB7krwF8GJoRgDfwlknJBTn/ZGqIOMDoOHcrCuGBGl4OdXs8gLhqxf2fTeSaLn33nfLbbkdr3KSziiRerLFTfwliNhrfzqip56XEby2g7X6+9Op6PvUXndTO1ZT91swOzA/9iB156O/0XGzprnh0Y7wAebuM3tDyMx2e+iMbD1JbPBHDPW46sV+jyi7zaQL0AMPINJlMQ64i1KxPnJCOBQjCi5hzq+DeyORw/lnjYb9hBkpRp5XKXVziKlWK3yAnISwCzU9BZNI0JWvmpUEP1NpHfDQ3y+sqlWdM9UPcf3msVU57eo9y/A6MtdQLyEgyqEEa+lkF8bowEGrE5t/qYV/vc8b5t+qxfO9rfkrZvKLzkPPRqLr1x7dEwIpIJ3KnDo2GQ9B2CbgTd7MG9QXd+nDUzIEQR9SCdBFx7MIfAIgMTJrTtxqQSbcxUrB7pjhccJSqbVkVs57ilXYWyNd6KLQvDo4trZUc7rNHPeanve+Yb/lQxvtK76uFVZ1l52mQt/K7cWmu3ZN+Vz2gXi0q+q4QitcnMDnxbB+bl8m1HZObzz3RA31PveOG1r7rqQU+f4w72o4px0Ls2H07BLxvvKvKuEOkyrtVbShMHNUZiSfjw5I8Cc1nkxYWeC6ffD2wSgZXEFzmSBKlQJnDxGAhbbvZA+e6BhDG4qiKdg2z0BFwL2Oi5A4QHhhqD5lQq3pmTPe3kIuM1RmYASucBh2ny+g4UB+X1y61W4N2HEP8HxiMAABAASURBVHZ+iChXGLwNg4xDvSPj0drUayNNI0JkgeIlDSoOaZFMAReRCuOiRH77RJXrmXZrqVuXN1FvsErCK6+kURdGwMYPcyR0o7t0mzZefzj/6BBRM/4FwvJfG25Wu70a8+Qm+bbVU1o5LE9FOOCMejCigz+QUfS1yOWaC/jabF+b2OvOmH++ta89cDP6H+zAvGb+4EGdJf2yDuA78a7/3gmJ84GPAPLlY2cBeW7hRNixXanpQ+AthuANat50aISREYtEnojHe8JVo3uJRIEJo1RcxPXKuih8CsOmALitccdLUZD+JG0iWOYiGz6g+PJGlLTXEyy//76BhPFmyjkQx40Z7vPc/7sHhbzhI/+ECzbQ0FySNV9hmhMspBfwEl9/zjgaNnfpWyuIs7O/NCNsy/LvyP58gR84VLjYmqs+0ja0qZNlIkwDzIsqycmE0L/GYI/znps9PKI8x/lLIEjjeER8AC0HbJOpc9KUk2aEKFxYCJwkc04GkK0HlWtpWxJzLBZrW66l0XetuE4S62ZAR5LdhFwOcySoeZYr/zXzUHGsg3As65fXPJz7sbyvtx5K9MCyL+/sgVyi6RemFDObaHbgazswL5uvPTRvSGwu8XUdOPII20x+OMCGIZ+1CM0FWkIXixsNeMXZfEmxEFt3H7zIYIilROdEEIlOh1JETuKFNTFA6gziieFj1D9M97onlqhdG89yKkJzHg+rMgQ5DkE+W5mkHtKIIB4nJ/M33Ayj2XJXRzZ5uBlEgNj4wAMPHmKaIcodIgpAxvGDNTBsiybhqI6IPvCNnKKHojhvcbK+ROZK0UF40l5G/g/B15bG43ldn0fK5DnJFXFp4RwkdRIQoDzXtuOsbEeSRcjcoUxB7MYqstMNkju5pHtKulYG4/bMWqU8WYbluFNKL6O3yKXsM3UeLErNdX5tYVKRW8KKq+XOxJE+Q087kxVJO8JK8axAUt7I31RpHcvCzryk+EcJaeA/Wvsse3bgCzqAFOyuBHKO2YHZgfd1IH8Byiuqsfbg8InnBFsbTaiXP3SjEGf10BkBExG2/4IN0zzYFJdUVhykrojRXlK3fVxxbbNrpGwHIhHpOYO6uFnCnQoKoYME8wJojShPm0ORb5kOy7R23fBTuumK/ORlmj/yQc5CI2/B4GWnB5i8AHUCookhESRSBXLLqgVn7YTagaYoxlMZZ8iJ+GsgwTo1u4K8VfvXZmmMb/JfK/DpenBaPh1DAtjpJswzkzvhW2H4a1IeVm46cU0C7IggAnXB2EkhyC8Pn1yHNaQQvOOxgiTYIZpXsfqk3Dds1HJsTvHGzPetisJDdXvad/+LFpf3+ANNqmuo+d2UqvNi194ZPOHqovwSsm6s4x35S4p5WZoz8OzAvBzmOTA78MEOyMsFvpz5s/38eMsHU8JFiR0MddC8n6TuCvT1K03jdoTe0Iz9IfaQ++Wlg7RfytOD7t7sSXcfapBGU3RgSwMuaAQGCBw5JUC7AXEgOFEi02ZQkhwmtutHosiSr28MTEwQmic/ACPIps/9/xTTnkLgQBCaHhXEhSMS5Y32QvUnW79vETUSWPOPkj+LhnvyZzswXtiy2MVETNjzdRclyLQJA3rz5T6GXuzilfNxby25YhDW7pjEhOzHZTPXopYkzFQIqeygn5F0bsFHuKnjmXk/6RjVrxdFQ2jQL5WQiKHox4143znuFazfMb2IwuZnZbQSbLoPK62kOw6m0cPONHxRXgz9VjhXx6mW9ev6jOZlRfR7qpqfEJT4TN1z1dmBL+zAvCS+8KDMlP6lDsRvRDwT4aldC1+CPcaF3Q/9do2eMEAuI96xCjGVmwr8BIsEkzcAuzcKc74xdersiMvwzghphWVZwmIWRZImPIhXMVaCgwGjedGEKEuoVrJIAzVijcsic+fZh/ZqOzRvltVWMktCER+C/7Cp8x8whm76gCcNBm+wpLAlQVQ4NpjWJmPySwQcI411wGAgPubtEX1YGp4ft21/pzZW2Eie5w0Lb6g6ojpW69B0XA+K65UOuh82t/UOXi+dddjZpKqZYomsXHAFDx0NO78ZBy/avHUG+1AW73xCmrzCcsuoZIndVCarinCZO7IyWrG8Qq3zotxKWgzOTLnHR70PlHI0dHoUKOo/HGXLodS9spZypQu4L0x29zi9Kue9uKvEzp/vFxy50yH2yuwHjp4R9e2mZnbg3+vAvCz+vWM+K/5IB/r/hoR/nyUEPPalZ1z5npbpI9ly0SW+LJAehWV1R1kJylBUG5iGfKRTPyJ/HGln2VvxTS8wqG6hxC1G9iRoFJ1Phli56bObzlkJHkN4/lMPvOHdcd4In6bYtVQrFVIsiQoeeLWsRJ5FSTdaAHuxp+/C6CxkmmoZeLyg3oP+LwDLhk+yB8F1BLAqdhCUJB2YBQzqgZgiImZcRmX95EURJ0YiGbGpDaOHiaQZwQTEdvlGd6qvhiI0+sRK9tYofJwxU3bsGLnhtKEai02rXrLUfT1YB3huWbKeNtkAXmgjE4kEa0nAHRjSTt8so2AfCDBw2nCu7ntmY/gwRh7w4UzopASLqwdrQUkp7EjPmWFyaBMDJm1Hlb6vfl1veJa6ZBp2edaQR8huj+Ox6DVoXTR7qzY11Hkw9gfM8LX2gVVfueTOsdxRb2b21MF8ynkzramcHfgLHZhXyF84irOGX9sBec8beaZ9a4VbD1l7idB3wYtLtGvcYVrPAzQj+Ld8/X9Gu+PVnLG0STqTPweLuGFDQQhZMecquu2pu76GgnMiQL9u8LxhHyUfEHdsBD3wF//AboEWLMsvqG8RKmUmehGl6YYY3I9JAk/AEcNLHE1HsBGB2hzJLBEtcxwfnAjyoMxJFscE+sfM6c8mgL8j8cRGGcQDg16PcMdGGobYSz9JGUET8h6QimevoxF4tV4WQLteKgmznRmtJaYJwVPZLlNotTdp08ncCMMN83TgqEtJk8nQEiOkHFJOpLP1E5RbyJE5IBaKDP9pYiRXyO+vNi4pZ4/rj8ZAuBiznHzmlGrJqBH5gqsi7H6YPdsltwKztvOZmECl6XawLL1js6lu9njTo1DeU66SeNY1EmuIsj2oPT1MumP9x42u6fOKqtQjAZ9s95GlNmx5Fm6of7nqTHW34uJ/VwPOZPqu3K5e53Z1wBlvduBPd2BeMX/68M7ivr8D+gVd/t/1uqzTE6sSnAnO4kvJdpZSrUyNtP3dSN5gYMMHYbxdEYGrBqQ6CjlEeGV4KCgD/RIfv4DlP1C6QPbt446tDeTY/PMqmig9AkalsJJxR6+EYN1C5ImWkVMkNtqHO3tPUM3hWWNzBkheGoIhbTPBiVXZmG94xb3BAQNacAiAOZD/gWQ1sJw0SYLHfoHGCCKHA0KIP8iA8IJkkvqFwlQwwt/RV4YHY6FINoArNMQXiBiZMBLqjiyZL2HE/hKbuFhEGrJgyparAeZVUSrQGXqOFIeVxcMpB5bKZ4ErETROWkrZNPO8U0Zt7fJSWTmX9/DyfFpgSgi8CwlR6kUeyo+YYboVJ21pM8YhCEawtYUO7hNzMdQrcuWnPXGBmmTbqtdxhmh4YHPbNmkDrktarWCV38riAoHLTUiZLojrQqxaEw+MM9knz+c14rlKcSXYzjCbo7bMdJ1Gcuo6T8V4B6TRMo37DFkOHOShOANGP+HpO+bAKtNkduDXd+AVV/qvb8osYHbgPR2wL0XDO6su0BOAWgOPUi1xQzYowloLXxoGzZPZkqgO0ap3fSsq6imYGFZkMkXBDuJf4XdMDqt3az0ccdNh1TkIpAMyqes9vSCNJYcQ6rgz8wjdNh6t+G5O2AlTqhGUL9kKZIKuAIFuBKmscMIi/2Gzo5Al5h417aoQLVmuCLgscr5HK/BmEyXGvg7LQm5h7cb4et513Os5S1kTE0bAsSHqBmR9hIaBnltUEmjAY3kP/G9FyYTYlF4GPz7SZtbesKLtwvPYaDVdliUEAAZRAAc+4JPtRAZJc8DxBi9eD5unww3eDJlKIQMZhsSXCUwcWUtB5CKipIYFOdSy5/mUbBGKpSQBTDDCHTtAd2xOYeAO10p0gQsBKI4ch3KDqDyBcrwTzoMud1SXN7l8nZ6ug7G2SrYw24a8MruC/eFSVwTqxhhZgGdJN8BaIeaYMDpKJ1YjnVWstM4q+fL5F6X6fCd750tP/vyKM8LswG/rwLwaftsRuyLfGePjHfDvMkLj2Q4j8OH2meQYo/R/zwNgXpPrAfgrG77EZ8U4hQcVjIAnfrzMPwDOdV2gU/5BUn79I91oFica9OQhLw3eBMfAs5GGaaTQ3kQd+Bo4YJrCDxEa+MZzJgEdf/DO+xN+fvC2ToBIWgIstbuzQzYKKJQLCgZpWC9uSVIQd3SFYEKYMYyy0Cnx+hnrdhdZ6XKGaJBzgxyDR1f/H9GsdmfiSbH1AtarPqslvZmjJYRMXJWKyJCsgDEJlTiUNTithLq7o+x0A6S4b9rlbFq2eirdAvZgYhRcafEmHRHu2eyZqinzEMISAmABEBsswX0YXAScCNQhppAyhdyfG5Ub/YAf7gWcrR6Gp9OCyQBkHjDGEC/BmDCg1xlEHryvWy0MljWHKM1N51xbIwRMePQfOBDofOw18sIQa8uhwsaKTZy8jMcoil+PcOvKi+jxI58pciWgbAh0BpEHiyBkSUWpcit25QBWfUDkUS19iwcpxXU34STL3mNUtUbTyQdnmpEXV5wTvBCImr4tYfSniucVsYJEtBuYiuo5mnixiVxYr96gj3uEeAyKoJZAISRDBYE0gMsRQA6Po/bDgS82dGVuR/4tBW1XMbWzA091wDnPK8I1Y5KzA+/sAB9cCFzzjsdvPN2SDPJ8HfJnyeRnKCZAOLi63Fww4X0+eYJNdJOwL3NrDI3wtI5B6mm4obk3iaKzkGenC0IcWhrrYYgL20QQhueOEnHGwcIQhpggTHvSmJz5mE/ctjsl7YWjHJA3fEIgjRnLMA+g8MNJ4D++cGAikqd0OT+sAzUWF7wb2FuiYZX72Ty9zGjVLcIqLeR100bQDRXW91o0EZJyeH2pGeFaEUf8tmxyzExt2VPHKni85VBDcMcRJYB82eCatl5rkd59SOX+PCNNCGFZFkAIYZER9AMG6gXCRQRL4N4KAaJgH7iGBcJbQN/UUFT+nioCNyFsCA9WkoWLBV2yzCixl3sIKYJqMqV8mhsxkk4I5CoYkyPBtYek2jYUlUzIRpscIipiSUoyQQwMaxDVWKDgMhKv0r2RZQqE1ZLMy518fk9abZG/Et1ZLGQKPGO6di2FnGMthZf9eIY0ksYgRWjWRYUDZ+6ka9JiLWuVSMbirO8YFpdB+EcDicOJQGEXvEHzDFt5+rVWylMCRMQoXGNaIpap0HaZ6LbSHwix8r1SoHno7OPy3kcpscjJCMEpMhFRMqHswORmB6wD8zKxTkw8O/CRDvBrGA8TRLI+aMEfmnpPW6t0OnlG/3z3sds5AAAQAElEQVRjUSp9Wa/imAANwDAuYS/rLJlsNwg++4ta8pNJ2GsmxtM6r4m3jsLohKRJfclNSSIzQlqFj8lrPGQ3FKmOnHh62zlAmor0LiECmYLYCJm0NAX8F+SffeEFif9hXqlVJqhkKKNzkK0Ciu/yYkuKYFpZgAIBkwpTqkT0dyerPJ9Dn6r1dW23Gq+qzHpFTGBc4kdzY4JaufdgWrgJswTOQT9ghDAsDCbyBJA20KCFr/TARKH5obJUSBSsTemykCOQ84D8MfRSMYLY2yidvBOh8mKOOs1GZ9HXl/TmoTE/XsF3/hg04NJPPW5lF5eVpYIWE2mgUgnBetyksbbuWm+SbJEp023hnjU3OXHDgqtrCIuFZD36hTjv7NZbNFuMUT8h3AAt4+a60ktat44U5QEltz1V25p7xfTjqEbnVkSV4fwSwtk5kqq8cqWgcguyo1jdUl+E3Z4q303jKi2eU51TaDPMdyt3uod+YXx3CTO72YEv6sC8Xr7oYMxU/s0O8Lv7gcehv1A9byhLKiRTSXSWaP3Z92As5mYunjbZ9+JetuXDdbJatX0lcKUmLyd7huTZXPrLCjKFYBs8yuoDHWfK7RdAqssx7tj6EQ6h7VGdrw8E8hCLWidyAAzl9+fbbQlBwNsunvnH6fqIfKIdBw7o5ek9t7bcumRCYuUlC0Fv0FDPwdT9RPR8eEVAR1cg7pbYsmRrkOirTSGRwpSYANJGxZp4Hw8k3grCt9gk5zFgYQZJURJFjju2pecx7mRJvUVYHYF6bnATC5hQGJuKIk3ocKkvU3VmnnRGzSW9baI3LF28ZH4VIcvy2DKgMCQSmMRw/WiV5MlDCZXrLBJHCs9JZLY2BR0oD0HH6Jj45nsaaUnnWJiPWfO7enjxWB/tHRmCMDJRNWF2YHbgiQ7MK+mJ5k3X2YFnOyBf4DI9G+l6/8X9rXo/+oPvGzBbABjLsVsLW0CAZxr2IFw+bpVcMt4kGj6b6dWZbAZfKzdjr81LSVw7olLnOdQUbQTx3wu4tz2mcNs4fvCWYDeZ3bQSON0hElltxYJOHmhlYmAIgGTmf+vnB4wbPBfkARJ/1iRWHgZYhq+9gsByZDpTlLdA1msp6l8QNG3+gtB6ZGfEq2rqd/pVK14Z1y4tw+Ox2VcCPGrneKtsXabRA04wknspMLitkTuMK8QOa+0QeR9tWcgZ0IB0WKW1rCRh45OzKY168tIqcawjQt2+ZPMnCBbZKSSfDB2DhnhpyPZEPDTxvpuzyVTffcTGew/a+xqY224IGhFgaJuHnaXWYpXoDH8bKwG/bUwJ3NAH3aWAUkfMSJlTMxchmPNWxC2d+f9mvMTkXZ2+NdDe3D8dFyuZoJhjdmB2oOjAvDSKdkxmduBdHYjfWoLu2DzBBgqXPvOwR7+nQRe2r9fFHvaXYJQjwvbntugjEO4uGOHohy0h0E+6gs0NzY6SCwA1XRBlHeJMsesoKpFYmH7AEoCsJyBlCI/epEfSWNctHzHYqVBswa3GLUscmYVHKQYxOODLf15A4LPbyl2SxySbPwgKjBkDMv55l0ge+EkQeLYQYIJBCdB6SGtkWutWkm6UleU3C07lxgNyyvEvONlx13t0OLExKBsXOB0x1g1pnn5ry6ZZFU0zvfOKgEbunIK3Ui7iCrPI3WOB597YstFT5qbfA3uBDujXnTng3DLdKqJl/yaZHksuZseR9ABo42H4pYUhMxm5QGH7UypIzqXrz6j+yoc1OdXDrk87+LUT3Wsy5QSuevkVxaCvh1RjtVRPXplNdnZgdiDIPXX2YXZgduBjHfAPePwyfsgDeIhzsM9iRIkfJXsJJ0vJVIZriEqDipPvYpkqxQiLtyZ5RLECwY+4beYof+kuo5xNz0exNa+I5eO2aPbEXvECXvXIi129uCUlyjRlwvoqkj1jMbp4cgn/WGgnM1Hgf/kHFaNQDJQMGjr+Agjlg7IhWmMUN0Q7ClWnuRsgWbyKaHXi2rXeVJsrJB3mawu5KJpL1EXkXiPBiZ4i85XGC5Dgw2WtSH1KlUr0q+ke9L/9bHENrwzXgr34psc91Ke1DnSdJJ+hVofhI2tY4kd8vsQWm/vagyN1P390nomg+Y70z9fk6QFfJog/Mg1YjpmMJ70dL8VJRGnPX7sy91J6PddZ/vqFBiK+NJd3NHOgxmkyO/BLOzCvoF964Gbaf6gDfP4xkLJe9dAqwfcnWx4YY9++sih9eIsheKOa9zql2Y4gmz54qSnf9NVgYy7XXxsu9eba2mRQssAOtWCAwEgE6GtGisi3Z/cwVWyAJDnywQta8PUt7KQDvFQE+VAmhE5pIWW7c1qrYXEzpWFv42W2mGFv52ls/sjbN30BoDHLJhCt7kPnBT0M6FWBpMAJvfN9q8wOsQx3yGEaf3cHeP5ohnJLUvKyefx0Wcb+Yifp4vrWES778BKJwRwZJYawqJGGxws0j4SlFHB39zMmlTXWgV05Wll62TLWz3Dww3t17dKS1TbgtTYSI/XBbnMs5+p74niFE59c85azP27ZLvlmUUm9spbO4qWYCRDKtD7L+Xzaff1sfnP12YHZgXd0wN8J3rHeXOOTHZhrf10H8E6LnPh4++QDn7jLhHg2rvhyPxZD9h+4vPyF7uYeQN2txpE03QJ5mJKyZNoy3dalxLbNntYeqO3ptRjA2pIbFVLTJZeFVsG9P1XbJlFPK7EncRDolzZ/Gr7UN8TBZSLpR/7OX/38J/+mS72gxIAWs14wKscMiZsf8v8UBAFsGV215LeA6bkurEwtSo1LQ9OW0vdwvbVZ2dkM6EuInektcSg84x1yyMaXrJ/DPU+xLwRGIl7CsixkVuDFdrmujLzAG7mWOdJbV7Q2KoWQHavEVbYdtl1GWPC/3Rx0eQ28KDo/MxhBI6S9a2WfmhfWsjAEKyKQ3gNx2DO6QJ9rfj7YaG3PrzQcwZXnyGH3aw0bGTRE7TWHDdNXcjvOlF7XgS88368rbkaaHTjfgYbnvFoaTZmi2YH3dIAPEHd5WbX15Hk9Mu963IzLXYQ0a5k5Ne4wKtJ5bNEH9i8OvsRUgZmKijKl/DUzf919TSQfheeH52uaPaENMSHIg+YCswUvOAvw1rAjIP+NWfHcst7SMYctPXW2GmnaE0gDuNfzH66DiLH/AyE2cLDZw186QUMGIOL+JCFhDT818muqJM1RJT2SKWkywXgESgyT/vVQFVOxqbzYo8R/IfENKS7LEjCe6s4SvctDoVK9PmEwUiwC4AoIuGFi6D0BnoNjCYtY6kwyU+QiNIVRt0KWtOGVwa4AJQX9khRq1/6MwfnszqwWfXrl9OTRbQ+lWhKx57HWP+G6DrYlOXqKbsV6l+7U8Tl00byrkvY6bzv47eWvl/5cH/IXRpwpzw7UHfhzl3pd4ORnB76+A+mBgk9DhDrjAw8PLfc63Kv5+MaiWess+wtHvofxEv8ABPuz70V1yYsaUloWTE/24SM3T54r7AveiEjutcVXuWcb5CA92RTk5SPs94ivq6yEXqT5rgccayQXQNtGEDRgaU+gj1goUc26ts6VStibr1d+sSZiN3V889LO9oPkl+TzJWlcfCD2qlouXi+HY2Q9AzMV/DmbTUtKUsaECx6j1HW4BXICd4B4a1xALJDZ8HSALsinlIoIk+YMIo6aj+JziAUZjERopxhSCeHM59KKziSw7XPgrxE4S4pY68rWEnWAJ4bSmD0N9tphOfQOZmO1nzBypYjjqdRPOclyF03Wk+Fwv9hwOZb7v9SaY52Z1rMDRQfmpVK0YzKzA+/rAN5r42KP8HgAIncM8Wk4ejgySiIa+ALt+sYQR5E8hMbbS0RjIfhkRVBrpoXW4K/ZQUClr5+57utXObJC2UQ5d2KSRLljR2LivMAoPcp1Sl2H4+I1FKbtmLKpE/2UxvYOC4ugslBuKdG+iG1MV4EXgfb66rmlUwvO/HFSmQilz8DYus+scN73m3M7X9UZT56K9DNM+hzwKjU4EmF1gcK5JYMYI10FXIp3TMFQkE5AfhC4FIHmxNwdIk3oniY0pIFB19AMtjGKSmVsW7p9HeSAsWPu1E/m6CI9R+Ie2AnQKqfuS7+KTtCPipk9Du5oDoPFDZoNrSqPMUOW+0ZX5rW/mlkc6K+5DOPPVDSc3jScHZgd2OzAvII32zOVswOv6YC9UBDzMUhWSYRwwT3Nhq1P7bZle0zXeuRkhGrFgl37nLnJ6GMwHl4kNicC1z4O5rnObC05Hp0erPCqWIy3DehKNIiUFRilwZ04qurkBjFGCNgiwVQN1lSJdlnNR+ctY1jwxKcJsG704IiDDgDhsdtCTF5AbDm1ARGhQAzMfuQqMuX1Si+K9uatEHu+b9f/qmQb3dEj2lAcFD3fB5ySWBMb9NiJxgD97NCrklEGz7x4hbpauu1RxR2bPVyFf1jgOg9OBlQYvYU3k9tUhphwxlvruLIKM5ZCECEqElqTF1Lk/WmpVL1lKrNfxmo/ctJadapV2azuUsmja3GlQo6fTGNRU3aRiGjM+ausYuYRXZ9a2dSSu361l0X8tYm/rCMz8OzA5R142W3o8kxnwNmBP9kBfNPxGS6+WZD8bWUWOeOB84YNiBuLyBO5Y4C22IsXyKDtKVY6Fo/W8a/XC/Ij++1wS29Re5myLwRnt5CWCUSlg+T6waPkolas08hPeqj+Dwf4jo0eERCTL4AaWMCYm0FARZiCgRKudIhiCOT8i6xDKtbZidck/8PW0ezHa6PMi76d3s4PvfIGX1VflZvP8xR9prj6+rHraiwBbsJIBJmyTy+Tykwdesaq1ZmtAmCrKvKMBI5IJQH7QhzxfmpC4n5Npln8fbORj1+GEcehEaxwRlHCj66wiHVr6mta1luyvZy3fPd194fVrLbDq1mBt2X42yO89VPW9dalv2YxO0hvTmin9XqO6czMMkXuM3A2h7N+n6lyrjo78JkOzOvkM32fq/5DHZAX00693NjAKy5ffwsLe0QwLE/sfP4lFJafY1JuLgWRxemGF4Zb1BmO7AeQJFWue0FSF4QoczrK2X8jyflppTpHcQOZXrHVce4n7/nJMlNh9QKia0SLiHjiy+YOLhK9DjCTBgQouUlErAVEJwkkk4rl32cpGfB6K67GOjMTxSjG9jENCbAolgA/x7/bgbiPfKgB5W17wZ2R7gunXbjFBRun8qYvT11+v5iRp012FI9lfDTqgH3ZwMphU1nZgr2xCnaTAJ7DkWQ34YjtZqCGkgfNi6U0mbxU6Y5YlWfnc8Wt7491Iet8zqV/Lr/16t8geWEtrv34Rm0UW69d8w2XKZodmB34Ux2YV/2fOpyzmN/TAXwty5sqvqn5Ek9A8nw0XZYlYAAWSDAWe1TCX3PxgmscNGmYzHBSCDE60TuuaS4Va+JdbH7xDoMqQ/5/d6K3SEgIRDOh8/TAFgA4vrkQggbVGfJEgN4ZhSkXI9DHMOlvA8lNJs3MyLJ1mwp7VAAAEABJREFUquOhU8rNRdVOfiWZk8lUjB8FTJsg0igLPLI4//8DFiBtQFmk6cOXC9qQVkjRlF3NaRFo0AOYY4CuBoWESrzNdhw64u1YV2hjrRFpxHUya4la6nxDx0nRCv2S64w0ZUE38jKrwughx3GliyaXoaI4RK15iF426rWaF9rQ6vQk0NhwkF4vofkpxAWTul/7SbYIjlGojDdcKI2RJWQyyROYcQhPhBBXfE8KxrSZPPQyDqzJ85Ygft80DRU6kHAsLqIBh7eY6BGVM1XXc6QKGvO5v0w0ArVEIwnUfmd8Rg7Embh1buS1y6T+Cox076/UOuuYHXhHB+Y19Y4uf3qNuf7HOoD32M219dcPAds6NNMHP3mE5Q4QXw6Eoc6ANgYmuw4Xy4HBOBV85Vc81xRMiu9vRnx8kT0xlgqLiEBxIDoGKbZI8OC0LOrItQjipiIhD03041+TiemYApKpoVSWXG0beWmTTCoQUqbA/y5O+a8EYoci0hPqsdmexbRDyWgK61mdY1ZrNSW7FwGNDBAJwzjFWaCUzqrDLP8+q5IV7AKjPG66pZEFLSr6R9SyeKFMexpG8lxlYb4rRVOQ6rsva30ta4VuydaRvkpy5F2Spy73ngm+iGVZwrIQvHSfXpJJpvqHGTYYyeVIr+XmSc8HpzW4uI5ETdFUhJwMII8kEbh+2lRGuAWzDrC/RWmNeBYSajlucxRBdccN7QEgq9CpS5W7cy+TXUdXz77tSQvUmz3BYGT+Gep81c+sSt+zK5/zO+fFPEfh0CF5fTpF2odyKzy/hTlbgW+0p7+lrpnH7MAHOrCx5LxKNpozVbMDr+oAXyx084ePtvjC828Yy6tWfUfcRvIoT1e+c99CSTfrTUjngNcE+fN29HmAKVuzBD6DL5zCsQ/e18SBezbhhH9YfTRn2VCQt0rlV2Ze8OOZbTq2IBqRI5BFH4nQmzte9AjSI7wT3fGSBAStziAwFkB/SNZojuC+WVdjWXUNooLxCZFVxAtBqd2ZvwQKtzuq5oshVl0Ha8dgj5JGe7FyjfpyU41C30fyJwCpDnmJnf81DutUGPLntSOGrI6gtVIUQ4MUChiDJkAcNzl/ac8T9H8QkQbCSB6eoC8BehmgMYT0U0vm9aN0WhoOngb7hsEVH+GBk0Ous+LekfvERHAZEa3BTiPDsGBUoMNjs6dyrsfITNat11poibUsUBKAQrcGKoNZCTM8bebciZJ/9Rfr6djVYmZIqOXBF4aEMGACSyVAdwaXJ3TUrxPvHLzuwqgp6aw4w0kRiZ48qi9Cq/atBBct9Ikwv6aWM4k+e36cWfPcQXw203Orfr/XzHB2oNeBec30OjPlswMv7YB+Md75AowH9Ye81tqC8QEuIrzTcwjQov1Y2JbS/q0gOXPCrQXj+NraF/Fjb4RFbRgiKyauUwgSoxqbgeXhn5gmhiNNxFwB8h6MaQFN8RbQhEAbYgPy20DLkF7X+7ZSfF9daHgGNZsUrRZgApANpkEw/gTWDBnEoAqiBty3SYobdnKwjwM+KuXcNxpi4YlrMBvD0HNZIIRce9GMAL0NHNqQG79E8QPXFntHUFHlpsI3zMfW9dZshAHrIjBhk8WNJLLslGDqCbSlgBs/BG4CkY/gltHtN/g4Gbhq0M9EtyCbS0mkjmTlWJhZD6u5akkTlDs3c+Fhz2i8AOP+sRDjTKF7PlPIZejJg/0zXraaABdExYyBTRv1w4wBiRuLnK5qq3PY+8QeMRQhxJxrtyUsgSNB2PvAniY4cCOZZBtShIBaFDMMGEFDU6xpyHaBFQFob7hsmqZb+i1dM9ghIe9Jhxyi8WDh0dqj19bjV3ofvVXT3f5N+uF0jpyMh4Nf7fDn4tXHdB6NP3eIZ0Fv6kB9Lb1p2bnM7MDsQOCLGNrAfY7VM3rvOY5P9AT4vWrY0obzOmtJ1oGK6oggKIfUGWsuNSVnX+ha5mPVmtK6t9qi7zULrAF4fwsi0CnO4fkPX4b0J0UHY3VuvR2xBWdvCAFduePFMaCfd2wg3sFzCIhcPbSHSrdnLogGUUmS+CzQH/3Ycsd2QKH+AUcAykPigG1gbvQQ7qwbJmnQNjEt4p7eN288+jghYtVqrE0F/QDsjGS7Y3dQncPe4OkBLJQYIDBMBXLVB6lSDe5Cw8gNiUE1+pfEcsxwFG4A9kb89JdIYk9Dd06RzXAT6xBnk8sSlcx0BaYhoRD2mJRNMmD9idkjRtcxux8EjPQCkuOBye5ISkNQDzGWqdRQBMAIOP1CICEXbHAfRlWWS4sJjw8ZFcuc2ETInSAe1UfgPSHgvvAAyBIxrMRDBMMgZVBNIEMX4gQ0BjDnxe51CxY2Ohou68MTNWsE77XQS5wBw8pxXiXmHSKNPCM1jNxSyWcvTO1T8LxBpUggyBNAbg9WyuNYWlFKsONTapUrdJYM8C1Qj2pAk7ocmNjRoCufIvtutFu6n1xXzL04LnViJV9y3TSnYnZgdmB24Fd04Lo76a8odyY5O/BdHbBNET4CGawyxPMbhr4vgOCD+MrmCwRITbPgXQWAgUc2zioen/m4r92QZ/6LnrwWdFB6J1Mvm6WnaMi3a/uveLhsuEOUH2rBbIyiBXgZ1/MGLwtsE/3E4IF3PRME0FQAmCbKwgCjMwiMBccnuA8NCU60QcqSLX0nBMUGP/AjAMkg/YPXV2IRVBPXUuC5ASUDAXHcHU3eQ1LRWRRJIpxM0jJMyUakyIbY94v8K0A3W3zkKpWYS0iYhLdRmrWVcE9HmHKuQEuC0cTU3WBJbL8AYt3kqVe4yxn1UGZjFi9sWmAEBBVLRjdaBHES20jvIcuatfdsk03PwOSysEwmKTFUPyK54a4BgpsdC/DooC3vM4KdU0sm6oeU1e/uTaw2JxaPGwNG4KGSeyemIibyYQq9ODBXlTjJpLzMcJZuEIsgtI5pEJsAHXO+BTkPwPYGrdY6FgMpi5Gk2B/mo3BDgQvU50fbu52LrkKdgUiqwkxHnH5cgu8A4cVhZ4olB5wJD9IAVhtQa+mpUpPBzMjTeDjH1QrPrL7nG49RRKulhwSoDGPXVFKJhhHt+mwZlIcoWbZDt6XqJIkp+fa5avxWmpbbiI3ZvgDr8jq/IPwMOTvwpzowr5Q/dThnMb+pA3y25cOdPCvwIVcJlCAE8IeGfO/L1EjgYY/3DV3A+8Di5Li9YDjBOFk89zz4x+xdX7/ylvGo3VYM0Z2tTZyvnIpmXRn4ZCw0BmPt3BSuzH5MQnMDkwm+p/erdeVZQtdoLijg7BQZXtwUUxLwugU13DBAbIxdgw3fXRUzqsGcKDfacJ0Mbdag1pQrlefoH1U3+fUPO/8Tu3RLprQkJMHqhfQGH9WKl0zkKQfzAyA7DHE1vUHq8YlzK0S0XqtsWcPJggJCErQJM+Hmz8riEfSm9JBugEtYTLnLYkABaeAFUNxARUAhoPgOAF8YhtRjato1m5RbdaSZFa0Nk66AKg9eTbnwC2YABlPSdpAJRU4wWg/pISYMsRZMMxI8P0j34C5HXWbJRaZsvGTyHPV0AFmWlQjhJsr4T11NRN7oMczjR7Dz64FePHCOETRC1Q0Vpvn4isn1FQRLuTDuZrhV6SvBWCZXublkHdnJwS0a739mWPqWnNmUONoQATBK9ddy6AHGkfQOmh8JPW1nB/5sB+Z182cP7SzsmztQfBnjSS4/1rWy9g+qnm7ZXiHDGhg+UsV6laOzVXFjKRhn3iNjc/T5B80RO8PCXDAdTeqCJS8PwUZZXwznRZYQMvNqqmgn8/ILFsqsEDOZsuxJykfzdC/sto3lbbgX5VXyet06W/KEen3v52mzNWx+ZkNM4HVMTDAb+hCMX59vpkk4ukckYh9BBLsTPP4DRDvZDIi0R7QgeFlBSxIyFeI2QzuDaMGWgHzwv+UDerVXA10acbPH+NQp+KlsCcuyBEwhBOCATzJKRBDVcguL7rgE221p1UmZwl33pcjIdkGoPkvkDUe2iRZJQVUL0IIUFAd8dPuGPJjVuK0kJjCNYZOvcKwh4IuA34/yqxjUhJ23lem4oJdvIwLXJ3jVbtLeeE0fda+Xl/IRVs6SVin1AjUPXz+oJnjZd9FWJPDRRL29p1lg1dj/KPNQ23vdCbparh2hWDN6eBTp2lnEMpnmjs1C0JQRQAaVCPVrpqIfmnUpSsWpcs6zA7MDhzpQXk+HXKfx7MDswOkOxO8uojue6uSFApP8NxsYVJ7wSDwDn/LFw5p7dUhZ7Nxt2AuzNZqYPeELQGCfAGbTWiLpKmKh8eKEO7k4y0ye8cne30dZPwwfyJDH5YB537QXSP8r0dmv0fvkmgiYkyaA5MhkHYD8duG0YIwEK0HSvJjIVYThB3kkSzfCUHawFzv2hDRBBNU0HLDyO8em1RJxJE6vhiMxsq3ckmXKsmGKfgQ6sMXEHcDXwEpzuw3Uwh4RxBt3TK6XgpERBaadBGCRB20VbryHCoRQpnPL5l2qZ9OW/6Q4d5zxyB2bQMHf+6N+ibiN+lquumAyC8MpTupjkqwIuGNDDOIBW1jtjBxESoW1SDilYwgheyA8ekJ6lXiQI6THhxmG7/2wtmezYwyDVSzUjxMJsx4nbUq0olNQOSQ/NAKOCBR1jgOJIfLnJx47xtdIElcm5etZzgdJVyZVO1IFvZmGhJ6+lG+kURo+xY3kw0wIXEj7RcrDSBRvP+nZgdmBsgN2hZXSyf2NDswqvrQD7quL3+5gucnRTnaJYmJCZN+Elr0lvZ60v6P06I3c0Qo88NMgUvpnXwjaDwFQjA3mJpaJEO6qqXi2vCpoJw47E9AlnjpiogK+Dgg7OvnDM+oTlxo1P293aCEYY6AleT3ymcvUmaKzN6heYKjeNrZyiAV2TbzC00zero0YgyKB2k6E/8yErZRw5OLK93J48mUdACr1iz8iImPdJj0G9XHpedm90nDPblDeDDOSPW1Gc3a5eJfi1CsY57BFMgenB+vDi4ZhCcKEtCkQ2RVv8ktxXD8i/ugphReZHINHcYtLBkuiQJAhhPfkjRVfOuLBsueQyOqS0hglZXZ8YSdKnbzc06rVmfLb1d278wC6BHUpzFgNA4SMRIopNz9FXE2irGRBz422amW7L0iZ7JsOWLTTYk/2nelL2LR85wPYZiJTOTvwJR0YSOPaq3xgwWkyOzA7wA7oj475xaaPdfHLMCJaHIennNfLLRTJRGIAaAvAkD9DykPUyVsMGiPPTFj1gbcvvEOBenYwMcQ4mRI8N8ZLgvbXc4fakSv7WPFKrgLLmY+7RqvmK+eUYiJSmnxUJiQBCZxDRGtrSgF2goHsjcI3xuvZ7qh7bm+Xb+V5Wz1IswOEt6f5JQuiWxgpmeEbUb4qjTKcYg0T21dxDsNEsQoQZhHz3inEs5MFZCp2OpDuxDUTxRuGHX8VoxAl8HIbE4iI4rNR6dsCzTVrro6fI29RrJkAG1cruOdHXeDzEU9G4J061uGtq68AABAASURBVIjv9pNBdt3Kcvkdpy6lPMhTimrac23fstJqdG7pC5mZ/UAag98ki8hAzKF/4DFjSiKsRFEQUbQq0IaqsPtmRmtgjwDKSLrg4u6XsHOKHZhodmCvA3Lt7BlN/ezA7MArOsBvMQK+v/CwhyGLLDLnqeaz5rsoy9MeZnhzIQR5uLFcVWJcG2tP2rorpJrhFZF8jNW7s1d26OFKdb8QJ0orkJ051Hma/A4soTg6O9ZvVje645qsZ1JtQ54QU42k2kYZEF9BgIZG7Tvk9AuNcmsXZG8QQpZD/C8Pf2ktsRGGIzuEBnx0qaV5bfbOR57qBvJerUHC4U/XbyDxw4sx47ZT0kRieO+tHa6UplJ63SzNa+6Ul93D62CRj2VGzg6C4Sg+jFKhA55lVSU34D5Ndjrw+o66c2gnlz+g/qeK/QPHa5bwdR14/R3p60qeCc0OvK8DWy9P8v3FSZ5s8aAnOMize52h/QRa5XyoIyhXzohTCo5xLuyiP+M55h+tU90n7zBsCzsh/wJMSpIpRh9HKy/kg6EBIhGRyuK88ovyFjq2ndRarRV1Q6Z/GhQD6Y9QnNpZb6+40DE03zRV88F5O3NLzL9X5dboGcRzSO2MV46R292ifvnOdoTXffSXP+wKTgWgdP3akpAZ+WfwgZp4rjzy71C0BYuiV8/VfwN6ezkmKhaP+D2SBCJ9ajpb74E+1/npVYsZo9Zt85qszi3LrJH0ZGrZeZne6XX28gvpw3WWa+cySvkmt7rYN60L5TPpiq9MRcgNBtVhbBicUh1K4fAK+TxLri+oIcU+QwzlM2R0ZvVrfL48vWuKnFFmB67twLxsru3njDY7sNuB/+yNNT55ED3u+sCue0B4aMDYDfRWg4GEuEtFsLyE1lsMH5qVMmUfy0s8Jt3c4AsMAKPvsaFJfotsZ43msBGxUEk8mSg2wjBlrwGeM7q5oQXq/Jq1vjHqT5GUdgOnjEgNB7ywt45ESyaOremQcSvA52XanTqPtjS4rS//XnimDds+29o620/xvS6dy2d9lS4WKBEmCHK/sjnwM9yyewi0j1tAQl4wMUVCDlVySe5PnCS8gmD/ABhXRAuxw+HMZ/hYuODlTcspriFTWzqHhatcez4z4nPAfFLe3VBaUNnykuu5blnl74med0vOjL28zr7mve07aMvP8Jk1t7p2Jt70mR2YHfjGDswr/RuPyszpn+nAg7sceBKRjR+dytr12SfIs6rQMoWhz4CpmFz4zCLx4iRoKFFnJM8tMkF4l1cYcs+muM5FJXoDVBoLHhjqGdwL8wHn7zBdQpH9zX5q8OHsbH80p2G9zpKauuMa4oaPyXnOkDZMehNaS7Rkm0GuVg5nv1p4W1DFdXXehOZE2I7ydm2V9lvWT2v6O9ASlyYmRPYAkr3xPVceAgKu0mXZM8bilqtL1ZEwuGIs+Cpa1oHcQpIyLAyDfGLcsY1LdyyAoSWCoOgyaNRzWewTgbRIOD5T5+trSmki0yMj+2Wq6V+fQDXfdHqfcCf7ZiKvKeE1UaWAF4aW+C+YLGXDL1hihpwd+BMdmNfInziMs4jf1gH/8KCPeTprHaAxlPbz6x/q/GqHaJfv4l4Rzt9gYoe4KWaxDR9KLBovwATkBioYCpd/zld8LJXYn9pJe5Slm5s60pBs+xVUuy7tapyBuElES0IgE3PX10U0QRRRaAh+RhIvFU/ZLsS4us6u9QcMYoKrlUt5yamxbv6EYBiUo9XmU3Mr3/fk8sAGxHr15UU3EJy5G2UtDZ0/iZmnnpl3BjJoeB0Vbe8/cd1GRKYGwGgoB0QWFhgDx2HApzZptQw2HTE0G+OU00Y8VxHrKyx57ArBIOMP1OnGD671jNmq4H4wLUPnvtW45sDS40EPWrareTKzVVC9FxxM7WvNV+V9baYzsdmB39GBeU39juM0s/z1Hah+/x2/6wXhYU/3OR7yixcrtXjefBScmXTwu8UooLfkmTsMmsIXGIKGRXwMpV89Dy6EwyGlyfTqnDQ+2gJCZxAhnSw8eURwbEIJ6rC5SaQmV87VlVCEdns5hZwMW00gncC1Q2SOlx8FidBPseoYSNDinGAqMuDNUbpsml6vdBkO5WFGhsuMcjRS2h+/CVRa/26OFR6ugLcEax3pGEA7FZmz6JIgeXFLM98csu55CskeaiCNCU+snAtCkNx8ZAJ+ZySj7KceqkiZJUK1vbk0K7mez3E5nwEe2Bqqcz4SKeeWqSP+32HbzR0KjMEkxy0HAzqz4uR08hap51xL88/IjrTrdFNeebxPJzUdZwe+sgPzavnKw/JkUtP9V3TAvg/v8iaPBz6MwJd5YleBPDrIFLb/7lz5Bfdpq2JQZ3eWZPxFsls0BO8sBOVOzowK14hAXTNiis8HuyzQqVTs/EnOZ/r0xs2f46fDqsJUaou447WJcvXKzSBPoI4gtEzk1iAqSZbHV4i10Z+SoM54HujGD2sm/Kkii2JOVcd7s9yri1DjTD4l4YOeYw5yzwydT7TxyXq68pLzVqZioev2gmI6sizy8KzILp+kGEQFrkqC8PBYNnt9ONxLHFBpGZd1E0rpPrfQRCYSBwEH96DHvrmrzJHqtxKo+J3zUApnDsQ7iyjXGiqpdJnc7MDswG/vwIH8X3GnP7D8NJ0d+Fc7wK9nQPyZi7xbWCt2ntta6mcfTcRfJk3C1jCs0p2ZxoRkNnZ7QRfgwZkQ8BqvGEIZLi3hn5pifmOZPbXSy5xlo8O1SMjiBHrZ0h8KLBV211YtzhIhDHfNC4W4hJ2zIW6OFI6/idEiNWPSBOXijJ5Fikg3gcK1//yr0+JVKkwgwtavwaLJG5H2SGdbdjEi48IADIYoD16fPrKnJdbeFJt6f2azarXGItsnS5QbjmwDeYt48CNqGEdRTDxyJYIOo5T1OL92w4bqX3JN6+mjc6OSfdFuz/dCDDd9L1Bf/0R5/aBPF94P/ZSGefEEfCrINc4vOrSs8JoEZ5QzHZg+swOjHZjX6minpt3swGUdyN+8Qsn0SI/r6+ch98DgyDod7+fp2m6Ut6X8f1Zg1Dekl2p/iwGNMRLDuhH3x0ZchmwWsdJ5MBXx+M6JJw6hym5VmNZbWYH18pUT9L9loAcYOds7NhHJ7V0Fvn7aZyjCZXGM29M6w7eTAzmJiUyD2dk5YXjQ7Q+Z6T8j1PPJOidnjUxWaMGYMN7PcSfrbP60vZJ7RdzihtzGsbAEK88r2CLXgrkiejtGXQ462TYspBvJ1aqCL5giYsls9L80/BjHDEeruS7J+mgx8iM9BZB7CljUUwG+zbld0P35NP/BCI1eNkT/YGNmybMDmx2Yl8lme6ZyduCFHeC3PeCB18qHvCToC6s8vMmkaz/4KmF6NVHFy2ckcXD3Bx4hxL+upptLIo4lzP+DtJBqP+bbsl5EuMhfskOcDYXf+nnmfIjHJaLXduCpRbaccQEhc50dkQSQVWMdbW18W4uqKJ49ZOwd30YzQ4PWotKTPMXNhpblvybD5g8b58u2e+ICIWgM3EbIgOewa9IwZCTlPg76+EBsOTZ7nlzlzjtmkHtnnfee+5AeuXTsuHpS9c2SSY/wpbIExiX07Jvyzvo+dggl14zzbiELLtY8WnnhDGawRpoR4PH60aqpJWtlUidZ8y2fa2SrQ5PCjuYOh266/ejwOja+66eTVe7P1InmYVQBJzs7MDtwsgPzcjrZuOk2O3BNB/QLUTaA0nPEkkPLxg9ZKDG4ISIIIsMgXz+QEsbwOu0bC2rF2Asif3WnHYgHQV5pfOXrCK3c0gtXq1HtBLEVp7EZb6lfEJhT0E/pzr/ORwnQj5pcP9v6wPqaF2K+ViAxYWNp5BfwusoR8GGdQK9/4UfOXOc02L9LOh0gyNGU8lOM2KuITKw2i7HW5Mz/cmp9KLRWrZvFZYrcBHSgOkcg2Rx22+679TUaWI/JEi9UPSI6q76a40F9iJgM4xNEcNG0uDjIBcMJmuSASdMvC1ELywCKXwNZtUMNrT1ktLPQ1WrW+3TMk4UNufFgPJsgisQYjaJpufNPBaPu32E3lPMVvS3LPRTRcjRchvpu7oJnhO8ucGY3O3BtB37jZX5tB2a02YEPdkC+nO1tweWxxAd/FWErQx6WgOUpmAwB2ohAXTLKdY+GXOBAiEjuLqgQA5K4WUGqBDGT1/Msv8P6LrVChhpZOagDA07Omn+lZ0tjdk4DUhMId/57M8lVJih0lJFUJnP0s+eOmxGifHLyKbT+oge9/JWfy4Am2oIbi+8a3Lqas4pWxDuOKeMV5bQMaZSAxQGwEZhEiYCcNJGArRCqs4lGNXDhpW3HkwXqm2iFCOUHslJwkDN/w9vuLK1nob3MFj27Kb+gA3Kf5t2AsBdv32bTAqfG0lsCup5KLrGrTgefYLwmuuu+QlHUwWQIzy7U7eqJwPFARHQiQMcFhTfvdx3zQoz6Yj4RFdrfxaCWL0sYRyZnVDA756YcjE/UUySZc3eUpOb4P0Ve+Uz2pxozi5kdCPKEO/swOzA78KkO4EGv/Ip+pFf1Ragl8L3jgfwIQB8Yy/iaMNUHChDN20tZrQZWj5DsYcOBgvnLKNn8Aa227blWK69z9lhCbGlYf7CgCIExhMRUR4CoGDcJWIiuYW6tMJqYbnOQRnbYtJL+yGbZo3BCtamjopB/mkepcFGHhTC8ROkDc/WQlcKlEMwVDJDmDlreVInX1pQKwF7wwMS4aq6zuuRalXdzWhY2GKYx79uC7R/0i6WBgjo5gOaoecpeD5qLXweV6y4QNjAhtwJSfyE7PVKw0xHiSdb1ZxcJK4PNpb2y6R3DlXZqqXM06CDvZyYq471YLjWKcfklmnwCKDDaumhEfSQ3Ec9NwqaRKjVDpTkXSxQMtSdhKBczir2O6NSKUpQmr/OpKNc6PVPPZiYslqBG8gcJJbdn1xjr/LbDq7Q59+tXeFnTL0913YXPHpX9Al/d23VH9nOaFrMDswOv7sCrr/xX5z/jzw58dQewv9PMj+9seHXTd4T0/ahPcvxjqzwyyBTEhhshSijfDBqek+rq52PgfVmd8fKsRDWnOrN8+wYUHSKS+rPrimL+3AwhrJTYqNF2ciaE4hW5d5wsDmMbnTGyxwjyliuEUFn/HLV+2Y/x0A8MFBDPILyVYkh7yjwXOCypcjDVWMLzCWvdVeAGy1wh1sRBjA0eF7p4qD1j5FLcSwvn5g0n6gJrb8L4EAVpYmzKcsMRAATAD5XA5mOY4lcBcyLYiXoLWBVD1jMsTNDNHxiKfZQdRdkXHQXD3lsMT5vseVwVIQGxsGCbKhtTG45mYiVTFLQQ9QbUVzEoyqBKnSm9yanBe4tcY2kCgYGLjEYZeIJlbqVeC5yxkfwiAH0TYx/wBmk9kKkcpAfOggf+aADebgq1qeNhKXU5UUViXQ4CNK2VLT2YwCIPXC4h4FrLEqXuolB6e0YNMOCMfe4giSYCiidGs44n4o25jq1hiIK5AAAQAElEQVTKesfi/V6rXGOm2tUsbfFF0r3V+8tsefKGsPZcH/0s2Yq2jvS7JJ+p7ed3NWlmOzvwgQ7kO9AHFp9LXtyBGe5XdkAewvGwLo8NMmkZ3UcfZ6OW18/dtaulsh2TIkeAEe4sGCBODDwx4BU08J843aUvjD0SB3YYfUvmtoStvNrulN7x/gGM3IJ8GIvETeLpO02M/EP5KKSAfQcXT97x8IrHN37xxIQBX58bWHkrIx4HrWHc/rilZsr0zTd2zNjgSs1m0S1kSbIXEfXSGPQga+S4OFbIej0Rpkn92YcFL678J303wTCAIwaIOAomyl6FsBZGGZ01l5LMbenESusUcjXtOq88nhOsKpNw7SxUykN9lwMf5BgXEcgYSKTWRIOWfEAmrcMdm/clQOGxgDMAySFs3Mgh7y9L6kT27KRtkSjsDf9YQBFT9SAGMqkUVQg3PMWEc/eioAgAWTYoNEGOVhYxRwOV3goL1SFXErj7BgHMEKm9zqxDgTyVAAxyfVgaKlmoIX+RKPbpx4W3DAwnVSvdpHSExIzGizBOOUJGn4hGPN5mM5BT28R3uJ0t/yDX1vyb0nYf/81ezKpnB35FB04kOa/zE02bLrMDl3SAT3nc5bBgeGjFiI+5JjyLGemsL/3iQyTJA2A3lFvxKH8gAEzZFn2/izVEBNXTw/ILT+RnB2ixbGLQW8Qmfg2W7mgKeAGV1gCv1krJQUO6lRvlUL9j8MVUj6nmH9wTdyu1nBPtCSZR+sdYDaqzqpJm9xDzBWnVA+lo4OZPwOZPCDf5H7EG3s5WbZ6YUw2JwPqIx2UJIPOADUaQ6oXIqlHKu4GW47TyhWIle6FAlpNpY5FVM0pbuhskjfronIRjxKJm3GggpWcJqQ6IgVnDRvxlApPHcC4w5P0FKDtXFMvVcwEK3BO4EQQq6M1CKEySWCmCtDnSxhXyxgiyeyVEaH5ickTeildQtqfWOM3YuCaGyR0nJb8m71XWKBES1KME6gTtgsDVcRWJBH0mcJarqLLaZEv/TdMnlKzJAGGQtxwGkNeOXE2mrl3hSDTLwbD4pgNaSEX1/MTghCDnwV3msajqtW37ioy3Vzyr/T2Z+gp/9FvSi/45ehY8O3C0A7ejDtN+dmB24LkO4Hk2+Bdg+alLDMlHvUh+HPH5n8+bhxLBHSX58I0FX8yCGAQ6on3QRyr5tT8e8fft9yweq2fmlOOe6xfqtTuWWMmZ9G/g52vTU+5AHDkxOC1B/ztAIQQEuf0Ac4Am+gpAWRj6xsKE5MYiEnIH4OFsH/xxGXiNIyHBvWNwRQNbz7ebOpOvsDc8plxZq0ADyiyTSuV2JO16CBniHLWKRN/UQL8Ajg9NQeeuNw4WeyQbJq28uo7bCmZMyFYll+We8rneww9YDG+QaeSdGUdBznq0k6Ae1MlE4hxspY4l5OQnHoneLKgpjNF8YE9THetK4shT5WArujMLvGeRH7H3Nnabo+/rATWmevNqxfPCkuWvoZgAQaMrZbNh1RWzqvI2EUvB+VrYGOMbbLKncDPgUxHf6dxr01YOUrFMW1ZTNzswO3CkA/OSOtKtaTs7cLAD6WFm5adPEJwJ9jqRzF7+4JNWigSeYCIlqLV+SybGcdrTR7MRdJcXGMxsjtAjXg0bK4u7WabmLzsuvfP5wi8NbBmXWHoS8sNnqR3kmLMC51BskfkaPB2+7uN+SDSUG1tHsNPCnKzKG/pww/lxu93iO9TNTCa+oANHuvlTrdf0pZBQ2fbYWzyqPX1PbksU54398qThtLqfR5v1tRYVFVpwHqpoUTQ6+wSZ36hfusf6AEGziClEFPixfpBeAyy3DdYudjfDdWdKXqfckOELo/1T4DI7s2xjTQG5tNWQbumgvnrIzYpVETaC618+YLBVbZ07zGVUctdPUX/L5Fvg6ZTfgitVj2B42ScuHJGdguVypozSio3SjPb0ekVl+1dRzTyawldl8MG4rz5vPljaXHp24MIOzCvlwmbOULMDxzqAL2Q+7BH4rEc4FuAl1uUjZMntL4hbCl6g9+1KC3hlAdqS3kcg1bZwJkBwaFQ+R8s5tNaTxkUTBmNZeexZ7TJQqy45YFjH/la+1Qe8SuR0aaBNIyVyZUFWfeDLkzRIphDIw2p7pKjbZhdqX79irP/CnLdCDbV5K8CFOm4+8MVQe4wTRTZVgJ9cY2m+CC7tqCMNSZ7MVPPTOSmeIiwzwzn946scP5tYE9KX70muRwD/7EAiGKsocTX/FRRtzNpwFF+KdPUHa+3GXWL7l65FiBbhzOeV5aV8tE6y+DMPEGrhugTmLhhiDqMN84Kk/CLImcSAFBAim1CU3f36UZZsHFGqUvLO4lVkufLRVd6Z6dHcpv3swOzAdR2Y1/p1vZyRZgdOdcAeZ/WvxsblUHg0ysy7qQOLe9NFNoFMcvQ2wwcYAEaQx3D2hPBk8ZKOTE8GarkfrbEV44Bs8wXB4gzUShOCufxKLCeKfyxvViFWPI2EoAkI8rJB5Jqw3MJtWcINLyKggr5/38J3flBDCOGa3I7Ecv26ZnGJYl02jIMQbj88CqJOU9InyauI3BP+d2jSKjxvXtMCLMHgQDj/OGutOpPfA94ailz3HLb0VqPhLdvcKrFabuY0nrs42oR4GPINoN8DplCMS1SJS2bLdSfYqVJYxU5cp/bWdx5MpxshmSJhxPZ6G5/9dnRurtqZvm35Bq38Oqtax5fi6WTG7JuKZFEfh5pPhpOYHZgdmB14cwfm/ejNDZ/LzQ74DtzlKYhbP3yYwGOu/IUZFmT5TErAi8CyCAHFetB7LT0i4WJH7Pu2Pku5ucgEe8Mg9wYfqZhRqovMntM/pWeHUDDPHaBHuGO2MZtlnVhha5sowDRbteBqgwF3fQQWMgAb8DPyj+Cvrsgnx3sIgIdFNoae7T9iDYewc8XwsOPakGdUkvZyKIyS9SbhW4VvEthekCyi6EBC/A4CUn5s7pU35s2KACiDtzr7auz6buWGGKXfc5mVsS7iUOpFkT4f5upajh6uUfuL81yH84l4+vOH6K9lMLv7147orOfVHZjXzKs7POPPDnQ6wIfapJIHVEwY8U+eSaVvpGDlAZeTAWQyrp+WtGg7dvvGsYTCDUYY4fQHveBDP9CqJSMx6eftbjE5ZAmxziAOjNqn5g+EerFpzixT9ZJrza02eQtfPjRfn4OPqGthxlgXFztyW7C/AMBOA31/wvd96vRr/qqM0YKrQh2Mw847F2FlcsL3kGkj+tRdqMoxnmJyKzK6MrFjidMwpP6PlI4vFPOVkPUNUITnJ01B5/NRwu4v9YrYUpBMED9bkDacMwEBG+P5+hpB90VWolgWjEgOTdyo23B4MvpG5KOqY5nkI5Op1Yq1quZXDicESBvjhOO/7vLs9fuv92/WPztwbQdecXu8NsMZbb8D0+KXdYD/ilwfITg/4u/111+PfExdtt4VvqvuxdIhcebWwm4AMPiWcJcXLjLrzthK/8/elyg4jursgmvO+7/s/c8y0+3c75MQm8HGjpNamgxCu5DkJTZV1ePEJnFHFDM7smnrr9TTjnSvFL1BizA0bCSU3Z3zZrytvLct1Cld+9VUMjW8cS+44hZiewMHjR2hwuVMmwvHVzGXE7rsWFRyT5QipDKLIpsLFgyGqV6HpTjcjXDqpM2ga8vll9x+hNzS16ef634kVyQKA51B3DDybCzcUO9pRDCnO3CzMAqzLIWUqbFiLs/phmlHtIwfkU6EtlgOX1CxokAOo7LV52orfYeXhGGeNdiDIb/1fGBzi/p6QSeXP1f/yeDXzfnng180tetFTc/ZgdmBuzrwtlvkXQnPOLMDWQe+LylfzJjkp7Z4rZBfdQHGhkb+4Jc/wnm8mLLggx/w0eQW8JeieCfvzdecHT8rd38EyLmMUv7MbL30PiRERBp4e/PD8TgT/BNtLVPDDudNMx3U2ZSLkEqCc9teiMH1KSXWjvHRFl+WHq0ngWGEwV6tjX6xB5522PCRDSDQy/2dQdTPHlKli6VJT+qc2I1a9ma+SiGxiWqmfmOauD1LNLuP8LSJtGjeMKVyBxbDd0jelLuS9QNLH5mcquMo2Jiet/qmJXK5o6Rm7FuE+UE8ETArCiU2HNvShuG46GKqusBdJ6hG+/x5pxkvaH2r3tY/Z9Sy68relGd3/ZYi5hSJltWUzQ7MDpzowDe/mk5UOk1nB75IBzaPCEGw/yiUPdk16uD+UUO8K+pGjIpIhK2n3XBQJnswji/RxKcg9ELQ5u3rVKRd47tufHfF2U22UlpbpEeZruYz1QEZqgjowPiLqkerP7LzYV8E5zI2gshwE4jg8LHeg/yxg2V/enHhXPyIiQQBD0iUnSHMf8+nZRPOF0HYXOEO0F6IHR3OqKglTXDxzqqc635auXWNscfJbxPCjs0pFfLT4fypVE4ZFxlJyyHhNSe/JXvlSw7+cWxSQUFR+TlEOr/D+iyaIIeORJAPo6zIjHTxPHNf+lOkXGTKY9XXFqaROWsfHW8gcABbh+8zU2pU1UqxYfYFRF+scV+gIzOF2YFnOzCvqmc7OP1nB852IHzrEm1eKfDcIM9qfN45GZeuJ1365lwfgNG3aWk8PXhbIdBA8XLw4sZe8Fd9DJNmPas89IPCYLQrULoyvxAlI4PkAtL6Ljg+6cJOlZU9GfAHuLMnhP1SxCJvHc+DcBi5+bEs3vkFZyzBQfGxH29qX9UB9J7974Zv6HlwCV2fK4oQMD9nroQRH++cBzh+DJPugXe+p+rKV94+sQlUGZwPVAV4huWxesb/Rt8n+nB/FeHciuUpr3MUHhIbe9y7Dp0yg/vryoK3yFuupVbgUZl2TOdRn9Ku9C250vIrcK/J7zVRB/s1zWYHZgee6sDb7/tPZTudZwd+ZAfSNhCfi554Pn2+O1cWZ9JYuXDN7yyBVqQzzLtDX18QVDZ/YAYS8/OjSDCEO04nGNaocizYgqkdL/FlRDx2YchbHvETv5XA9wSNvey+al9K+sVOmvfBIjQiBDNpF3+lIPJ2cuHkYDP4cu7RC2wCLQJ0JgSHiV7cgb1e57qcDinJwQ30LUgD8p/S4G4KzxTeqZ8NjTPtMITa6ByNGyVHHQhmyxxByshpETw5eW5FxRz8bjQ1y+dd866SNbH3NFCa1DG0stvINL3jYJWFuMlUKW5jQ6W3HMBN1bdl+c5A23Yv7p3rp7XCsUmCfWqbePyebaj2Y03tcQdmU497NC1mB0IH5uUSGjHR7MCndAAPebLPIRgTX+aJesnsPc/t+fXideRpmUR1TJmxqmCK4eITTiCObzLbhypKCNzkkLI4GehqxewLLjC0D6SippWqTs5Sk0xOqgzkySh986vxpGf9sEHjAw7o6mLB/Vuh2CASmxNESmF3FumJTHJ8RfFtJtb2bZJtJKp9byg+TaQdxfmCkW54F9LhySVuSugsgnIqFGAwSoMGx41NgG5YUc9kiQk584GqbwAAEABJREFUTf4ceG8JEB8cH5pwsygucWAf7SoCtTh+AUSx1qCzi9JzhCQHF8MgR4eUIdOoxyU7PdcuuXacXpvzlXz1hzyddKOYx+i1ucelXk3ghwm6xA+pR4v5grP29+MLZjZTmh34ah3Qq+WrZTXzmR34QR3Ql8m8ID4yEfh4S7y6B3eB+GRLoKlh0lfgKX8+eO0s2o2tfpx5Y9nWvROzVrEtkMlP3LvrweDCYG6ueEFxBx9W1DFhsKcK7cStxNIOmSrFE2+jizyUsoA65lfnm41oJJ1OnFSlyvoRYMm+yG8BkQaEyIkKgi7qR++6vFrx5pTGezVWuMTjFGHMr2s18IbwGz2TPQgG4WkDwCD3BsjuOYFczmxF8vukmWUI1tS1hU0PHoe2+b1Sazh3tYzu3POaeQ5m865yBtOBmRVrGKIr4+sVVlaBa6wUZNzFA3ql5L00soyeIlNepAhPhRt0ZmVPnkODK7XMuHpLPix7V5uGE5qGswM/pwPz8vo5x3JW8o06IF+MfLsAof/OzX7yx89C1Zd8+Intsd/+uqf2SYpQ+cpXbjPSmBCxqi1IO+8Bpt1gZoT3eudkcs99TpV0yvh0XujUaZ9v73CygLxH2G4V7/qsWnCyL9DwRZvA923yxE4naI8GPQg9u5aO2QVYAu65v0i+8gX7RbGvhm116mqs6352PGQrehvGb0WXJRIrOyuzBnicmxo3E6qg+B0ZFYUYAamsPQ+YJEefyG0WSefsWtk3yh32aRwCjH2bk9rzqXmryn39T6ouUXtZm5XhPdtX6E6dhbclcPb/ljV8DjYMtbM631bAnYHelFqjNXdWobHeVIsuNufZge/bgXmpfN9jNzP/Jh3gPs8mVXwTYuDhHTNGoffgCEB87vc6kSth57nJw5JgrkJDVo6dAKXhOMffnqB1cWfJC0x0MkkUXfkySqsiO48KMKwe2tXgqayFgae7kl7QUi4psuem2wMOpMMuwcwaFX/qrzVCMzjM/jNqGEzxBrNVrjb0zPoF0sJ6e72T8xf9AJZNIJGDOtOaGLd2qnjZ7HHpU6mTYoSKi44YB5unFgwxeqiOTZ5g9syXYHwf33+tcq08l5ymrgRmqacM5niNlTanOZxiRz5iIlNmuZ8qzvDMNpLIO9LPEQfLF8HP2BaOFcP+U8QtOALpp6Ho69VMr/o9nf1ugDt+vrG7wGcpj9p9pB/K2862lvGermW/c90N5zpsWCVwNle6FxcFBV8AztX/8QUyninMDnyXDpy7ur5LVTPPn96Bb10fv5rlZRQ7Qw/85N0eauVxIX4HR8LpvkbGu9GPV9ddc1m1sPCBMxxYRWIuk/LZ7OWlmYKmJxUN0FtQeslDdzDcA5OArqURfVVPqWNw72lDIFcBdGUAXbuyOma9mlz0VueTs66FntAP58zKcwflr+zR5lehoKBdDsFVRCF/J5sbIkmkLpT4oH4WWdhn46i/RstLUjn/pHJLmSRheKKHkY/t8hB5t+BkXNCbBScLSFDuhs/SjkGxQdsC0tyANEQYZ3+CDZdyoA2l4H4uZXsxdifARvzKWiy2nCcynS+mcuOZhtPrMA7t6lpr3oLENEFwuVXuC6TM4jrmrdMdJGwrMWcXP71so8EAgYIGrKKJJIAJI8qaxB25NQNfFq68L7FcwpUo+A6mm1amM/kt7Om21q+U4KvsOPzldEcd187maS+1MwdoNIfeWmPy96wylsu0mh2YHfj6Hfim94yv39iZ4ezAbgf4/IAnH77A2w+V7XmVmLDrH5V47MZQNhLK2rwJVtvVPBzFRyYwJwfcMOB0dHtRPV+yXXjNlrbgUYwZrXiBIUYg5/AGgiHY2YdKAngPcE5n1/rQGeoF2C8gwnpqGoIoMz575M9YQBoOBMZ4gDHLMuSK7qjfiv6Q0n8/ymowDA1PrIyFpOgQWuG89479x+y0Bu/0U66qMpupMzDZBcwQldvvWB0VmQGuFUquA84s9gPxQWFGJHvZAulW1r047z6cw+ykGYtzkXbVh1EqUWTpB1gVlhgLfLQZI0oP4wxbDMuFmGByw7m90YZpE3ykx4GmuAm5nxnQx0BlqyNfb8ipTC1szmWkCabLcGtZUXfsRffslMUGKZeSTNfj+tp1I6gNyHeLpzIBjx8hSW6lJFWZxsMOZr4JKP/+UiFF4zHCLa/QFMxBfrn6am7FercyOMkk3iNcPWBYM9DoyOsb9fkedqNHa9Tue1T9OVnOHn5O3+eqYx2YVnd1YF7pd3VyxpkdGO0AnvP4grTyYR10/pp0+IA7uka0O/dIWFsX/NDDqHlcvLWgH9qXh/wSkMNLO6hYzR7Blb28sLetcp1vmiyZ99K0qIWMoy/4teYFfJESDgbOH/4GGVcCRxRBNoWEgwZDyDAxjJdKfSZx2KbwAPf6DxMYXiUzxrnBLOm6+e0X7mJBkVmDaw02Q4Hh+AtUaGO47Dzq/3AOm0AL+yMxFwchZPmgJ3liAmhBsI3GSi/uL1cGoByiOOi4wksx7wW0MEhmlESuQdDfxDltMvoDoFqwWvzrM/BqwTsSKDYDr58sHdYQaPb0UUpEBRkkisxJOZZj1C6OaYhV4OpYoutPp8yLHYawHuououMkk3bI2QEb3oseycLzHBGgDAoM3q/IeU4Bcpoi7LkSRU+XUbKU44dehFBVQNQcAxLh5iYQRmbOeBnbJHOb0jua5yZR2CKQNAZOt5bynExSkanwa6fSkta+LZsidMGwjEJQMPvawnSYqfMddjxn+IrUDzPAtbSx6der9x46nEv2nDXj3wetChn99Tn1Vubqo3BHjHqtOqbxhmv7Ni/9a6umdHZgduBkB+b1dLJh03x24PkO8M1C343ktWvz7HPu4fQ4n1a8zaLbMC23rVUmMQfDmapHbu5AeCDAW5dsAuGFC1zPM70rbSy265vEe+/4Szt856Jss7zDh2+/QBy0Id7AxrFruXG9JPjIvNgfHD4gCEkAQHHkaSUpNcwPgPpdXrw0wzmXOWblQ3EwMr8Dy6fU6TxQKm9HHli1Oic5eXYDV5s0DTxG1Mtv/3iwAPRjYTOWeuMGatSaelMEgDIfMORv/zCOiMELTSyCxsR4q1jpncFM4COxwAsGDzIN9VOfQNMkAGtRcIhtVPIWij0h1FeUFBsDyW+KIQgCeXHbTDTdCIOAqQUyRxQTNP9cc5IOaweUnDOBkrpaMuhTark6bhLiVuRWTi1ztuNBhUwkAB5XmQIY0E6AOXjnhHajHzoVthtB1DLHFQk/sJmVp+u9dxjOeRc/ebYuV7jsAyOMTJBIdCYxoBg6ZhYJKOSkyfHI0Ub3sYnFNVYUwhwIjCKnKRcTppx8r47S7HM5fP3vJYDKgzpWrLxXNDZ754tjMOalVmccU7bq+/p5ZIWPYGQ4sF8DHbb3jT3FNZauxke8Uq1R+6muMCMAzTE7MDvw7Tqwf31/u3JmwrMD368DX+sr1IcGGg7sKIKb3FSAi2dxEfaClEr2Q4EzHoIxilgIQxFQc3DprQLSuAzo2iDqIpEsmEYAoqRIVPJKVNLeS2kOnPGah0aQkpeisEyqDsogK5AYeDzsEZzTf/PGOwicfpZEqmAzs0ruDwgWLSkh3jxJ9VjTMEgbIlpRHwSS3gMEHnchX/GCLG/2kIgUmytefvPnA30AyAnn4UtHA4cPnDGXg3qTkCb0eJMzTg653Ogc5zFzeaIZLXEooziK8I8GoKHjjG7AhQoDvp2ShhhDbUBYPwSTN0i2JjEse0pg+hZQ8jgIkFbgmgRyhklrrkrpvKIKpURHYwDPS1GANm1GmmgMM3lsqDhsQtAh/Wadk054N/KBlfdiX1t7ChrJYR+SmgiLFBTZLYE8ZdMcGvmtwIfDLYETALLmYE2EphJCczUM0e5gHQQxMsKwCA8mFFGdC4nFFUu1cwcxDtR5Omx+zh+4RnV9cKLiPPF7c1xZJECHlo9zx8nZw4QJPLYOn50Do2aw2SkQa8Dg/SOui+8vrfD2HOwuRnx78J8acOdUuVYyDzThmvd5r9sLOJ/C9Jgd+EYdmFfMNzpYM9Uf2AH5fmw8yIUHuIA+sfATGYipTJLv2ZsLW0EQZ750kZHWyCTiyxPS8vIQbRF8IM5mGdwslr/qb3Gu4dia3P2GNuXhdunPKbufEhvS1VJJoAGbpECJ/ACULFVyTFlYCeQ272lin0+0IpiMtAFlpIlbIJlgCWLqiQn0MaAc2wAQU0IuAYTyIlVjs6BHDpCTBeKgl7xSyo7NijwcQDH1Tvri4idzjTIlcg2jBuCfW6lBmnPTJB2gGJNmhkn3QBfReWvzkYloQzCR0NkSQvJkeZhFwj6RBUV5DqakzOh7MDZH5Pg7J5tA2NThb83YphUPn/feeQ84XPAhbiyToOaB8sodz2ZouOUhHYXCMMg4WA9qER56DoDDlpaILk97+RwElRPiCf+D8KJmjQS0+8HjSVoUOkkKSmKGEebKBBKOF+fJJS6BZst5xbUktxuJAwkGTl7Hsl11nKkSs8GptCeXtoHIDYZxuAkmUzQfI/EH1IjtqVwO1rusHkl0E/xs5mfsaUvYLCqCria/mYslCyMIM6fZgdmBRgfmFdJoyhTNDrynA+HrTBAf6AB4eN9b2+8pv4pO7ioXM2Uv0pOhPAqiK7dXJineHvWNAdknOVfQHQx9aBbiZBJ5J3L6ZJg3mS/FU3lv0VBHQMmKTQtAlBSg0vm6OI9VFoAb/yxmGgkTZLil00R0pmmiyDVhtTiwTe82halZFMLAbCvj6yZixavt+Dwq49M3BK+QafSV3pQmdSd6vDr5zR4JkfwZgLkQRCVTyYkom6glmCj1Q6U6U8t1kLmgBzZGHhA+cHY4Adf6PFToFcXZeMNU+H4Uqp2pFyNc+CwBEzE3YgBfqnkfoAjZQqLJeFDd0VTCD4OnA1HXt6lAchiiMixMNmX390xakmKD3kP6kF0BZIIB9sRoFif+RWoFI+qbp7QAj42BLEIVAQzlQO1RlHK6Ee2YX1CaesAaCWWSSQ85+5YDRHuj8MWN4wPG6Z4CxobFNH4AW2y6ts2hwXBYt62/T8q68nUWuX8scQGlLOMofpJgPMJeGOjluu7ZQB9VgQ4oiicxOzA7cFsH9F5wW7gZaHZgduCoA/E7EF9uDzxl22OOvM8fORd68yyEtzN+MKLHg4YX2yU85ignot0JjRC9Ys6sjL3hCw1aJIgmz4K3X9+/5c4XgjSfIo8yZZVHNg19043dathGUec4UBxKiKa7xCnjMhJdCaV0mBNXmQZd4iaJk9dHTmydXHsgMNqB/MAi8V9QDiF2XGw9ri8QXBRpFvms8tZsiwSsTjA0gpgAUTGCfZSVvL5iR+X9RCul7ir7xtLL2nffpbYGb/UbhigbtVTvyUfXVwhgZoZF7J33QoSpYCCreYieGPzFyQcbhcTP/Lma5NhMpShGM2uIVJFm9pFAiWHS4WpUsjPHQ0qCQDusGb8PyE2r5BIAABAASURBVN8CWnCZ3y2BLwTRQjkT5DuPUZgiDg4R2WOoLEeKG7E5XviEhVSo9jiuSlRzZpJrTqfaiZPHJM24+jVOihIXnmGAk0gVjblv4kvrvmFpd5brxlWFzlXQptAaZrjyiWym5/1mI8/0osv5nBYlppYMYhtRvfONFeuJhHlPPDswO9DowLxSGk2Zoi/bgR+aGB5tw4NQQEWd1SNEobuPyVbOF8zp+xaTSPKdLhNZEBikBPgr4niJ0ZfmLDdRPjeNvOOPrPB5N082ijCSJWwGj+Hn1YMcnxgnOoFVcK1hlhEdrUFZB4SUSU/BaCueadK3hsTnVPAhigACAzH1QZZ0eilWLg+xS5u5YTEmQxCmmrSeSpixPb/M5DTJOvtxkyZRY0vQPocxr2j1AQrtwACBURzHKIWiHLwllZLznJ1tLU9WpPLKqp+Smr96ztPJ6aF1n0keHcF3gVy1bP7AV4GlZ3ibIjTPpGQBB2JsTFq/sYcSLaT9GdQad4Bc2Ijw0aRPBJu4aCT6Lndr8loQO2dzGqo0qmMa7UQeuWQ/Sp1x/dBe6exCz7mQSUhfgxTBXwtwyiutJm4VK7Lm1GhW4dvQN+NQeMaW9nswGqtIdi/g1M0OzA6EDnyzqyZkPdHswDfvwIpXQCkBDzl8rhX67unK84b5AGM0MkLCDamIcoe9O8vudzqU2U+UuNod/fHOS4o6BTrPEcuq7sSc+59we8Z0k+ZGkEcPdeairA8+owuTL8cMNHrPJPbICDmrcAUSl8Uu7InsEPpSAesoQJglMg0C+ty8tqBvCeRqq7t4JnMUa8TmKMYV/d66e7q0ZdZedd83e7tT91e2X1fYzL4+vTYWDmcijJgbwY1+UPv2tB517tohk6BLVBBs0Kl0N95bASqKwt3S8tRyOnrnRGVwOullcxrl0Y3OczdZiVsWu1WW7jnHkgi57KV0K/fRBZMvqb2KTx8aSaH24iqi2Ey1ZeITtXEqBLQjFMLPZZgOgVkYJk2IfL8nNGvDFZ92pKO7+LG+HTeW11ZP6bftwEz87g7Ma+Xujs54swMnOqAbQfalmj8GvfVJLmScr09RyCEgSvYBhvmbTefuYtX2YlG/YhPooX/PADPmJT8DBv3EQHpPeBeuN4Yq4g4xbJAYrvJzYnZHWE4FQ8E+xENU/AbEvs+7tDG3asGPih9j0TSMaBv6pCIy549oL7+4RoO44tMIMyjS6pJxzSdNokZsknWbshiGG1YbVaszNCJU/g1RZRHY2nBxeprbWoaDuaCWTBTh3wAyWvHQzNMrGMrt8dSppsbIPETooxW7jqushXslSn/csXMel/PYkFJGO+SV2cylXG1plChyI8B6oh3qMVpKNOYMLlMb2sAZD3++vt3YVu+FYjeZbAS7K79RySLPF3h3OcziXNHnPW4+2Trp7nRmR9UJlokv1Jt5C3lDCCeBqmkT96lCq+CTnR342R2YV8vPPr6zuk/twObbKWUDFYby55+B1K+a6zDV825lvc+ar+F963plWi/6wrCQVoj14kWlliiPmUbY/AElPwBiZLzOyEaHyL7slBX6ihz5pwPsze2xcYTlrfT2wG8L2Ox8U6gp8fSKL5d5T9kH+GGoYT3ntqZryUxXYYkrExWRIBPeD0qZKA6mE8tvIj3j67Ir8lqclleq37SKdXZy3wh0QJuinhGk5TdRHtyMDtLn91VwzTFWQCQ3UOh2EssdQ08U8c6ZK6/SeSLe8RIZi+TVzP7NNeWGZlZr12eqAt8Czzce6/uwCeiqD1etRG9gP25cI3RcIi5X7iif0wLJtz3lFTnXthmVvqA4vdBGE7jVjo8DFnCosk/M1fK8Bw9Ve89SM8rswA/vwLyafvgBnuV9xQ5k38aRxAOupJoeeYVtTHc+FjXCJ9GJhfJnc+98iiHU/m1GWoAJQ17x6ML/jbF2BP3AoOwpkJQwYWicSCjbmY+WZmWEjvtLxOyTNCoSR1nupzHWif0Yn6Hd77s0Z5MWf7NMNxKgyk0QDANnLmenr09KVoZgMehKABnDCc2Jv2ZC3wh4HTNaI9MKACEGCIxIgH7BiMn2YquBzj2bIIcRN9HiOQheaJ2CURvZi31bq1KGEyoQRIQki5ysSI5gB0JoTgRxem6SWosQz11vRagO44OcZ4XRQfR5aDgRZI1xS6I8hth8W51L4e5q/5Ucr/ikzPsU64Q2IFDXhqY3fKDSIrxnJe6llNQo08gyqAhjxPLVNv2U+5o8p7yMnM5tbqPHUjpYjhdaHiinD1yvqJ9oyhOuVzKdPrMDP6ID87r5EYdxFvE9O8AvWL62KE4/VL/wABdCfGYf4s0E6Suts+TEZweCMNUEOQaE+QyWNRFA3jGQFl6/Od8R7XNjrDhZtFvIo+hRwUD5M+pFIQcjO9fEsuTZK/ZMVJwg0A1GEORz6P7WwooNh4Y9fTfitL5SnAk0BuYg4IzkoPT9sEn6OJXC5YF+ZFkXukweyUODaLkh1o1kTJAtWb/jov2IoTOIzeDGz6p/U+W4wf3gtLF6UnDy8txmmxUoqYAPOQt711TnWfN762yT3rNOOpSSmFdRV5N7RT5672bZK+7vTuDsOtmBkdJkOhvktfYskCsYJt2CrBSq80pymromDBk1PW8X7qeyr709mT8h4MefUOSscXbguQ7MO89z/ZveswPXO4AHoLV8hdJnvurB5/oC5z27S3cV2Rrex9+g6L1JouTMgeRWwibwUXjFAzC1D2AOWt8C3nX+DOCW6N8nCDc6vKYrXwQyKf9Z80d94izIhFC8vVMAuYweTWUojmQ8gXBm4UVezimRVxN7Uon2WZ6hPYulqIaZ5tDz2srptZWaZC8Ds7mGq8iB5XV5Ld6RV1ggmAnHicD7pOCg7CAxkaljEMX7PVUzC2RYpe+Zce5iyFrEI+mKcTbhPM+4SySXpqNh0g53edf5lHZXkg6BY8sfPPL8SgiKO1GZ7ZnIT1S2vwzrJsAqIFCjI6unSrBis4C1puYzUyPzvz8y2UlstSnGPfnQP6uNtgNp0uyPBm3uuRZ8475+49TPHaNpPTtwUwfmNXNTI2eY2YHLHcBPbPVZnQ9Cj53H63KFR8m+iKsevOpVribRejgRGSbG5I/fifni/nBOlhVeqAtTquMlN72XBO2ViR71VE/J31rEcaZVOpEVQqYsxiqbLdxyqTVixJYRwAjCNcdTC2w20jmSCZ2+gQaJOAf6AGke+RwcVBSYi4gxCOJ+lFSuz2lxzuozneGgJ2qIKL4f+gtRY8B1SRNHoIAQBSeJXd+Hu+M3gHiGESyznDbZFtOKsNWUktXZbbN5epfGJzkv15cL304j2QRTd89n9+A0ltjPcF/bCPc20QMrna0VLo0Rbw8NXVd0yakb7SaFL84995LPWM/7Vn2NpvslG6updedXXiU8z7sLT8XswOzAGzrwHe9Kb2jLXOKLdeBHpVP8AA3PDflXYU6fK/q657l1DqzjHQWEjl0HlL/R31dJilQ+yiAxWzUjTTSGLzuOhX+D1edXcJzBsUXdqNYZZTZ8QabezgvSqpPzA4thqKD4jSMV3TZjWb6oA+neEond4JXBUvG7vqY84YMm9MrfRrFe2jpXcR45p1vxwppHZi3XIPsIeIsYlIB9MRykFfDgv0Gjoq35WYmcaHTyA/sjOBA0HQSkmlmGHmWSU2TT3e+HuKtHcZV7A6ZugvIArKMziMNhloYPHd5m0DxUsnp2vL5M2jym/YzddldeKpEp1hAJEV+bmMc1z+l1bweGjuaQEfLq39ihnGN2YHYg78DoZZX7fAI9l5wd+EEdwA4QXkWlIPxcWfDug8/Aq0IIciuSx0eZGDYSZCK0H+XU9pmbC/vz4OsxFyDEFZ8gNK0nAhy49t6aD9xG1fGRNRLWGMMp0nip45Yp+tekYlvOpBedwtmKF8Ml/LzZwtCEYHzCJuXZmqQtipYJSMGKb+wEkI7nuoAw+5O4ywQ7wyDjCLVEviZyH9KE2uY6LyX1Qvbk9XLRTok0g8Jw3RdFUdbRNjxuwUlGF0nayREgyY0fYpXQlNeYAfl3gV6fekSVPlwZG1aHNmcNuDSSOLzFwcZCZ6SJruH10T3avYC3rd1Y4J7YPOmq4Lkonmq5sLKvWR4jygyT/mKg19Q2qfGUzfKeoxAzKW4IUXozYTkTEw7CH5ocGmCBE+cPrF313Seip6az6+8tNlLvnv/Ufc8OzKxf1YF5Rb2qszPu7MBBB+yr8aF//+VOP+UexH9G7ZubTnwq7UelD28oBC9mpIRwp54r+JTI5gD46L+/aoi/gzx1MoEwDPLqQFou1cMafWLdmz87zfEDqSQb1jHg8FaTsznJkelmGLUguGUDVNjG1SJRqJsMYxCayo0wWcr6YHWjgdzGuCOAU9T06GiwQ+S+O2ZnVSEsEeGse7Kn9+r4XibdIUtlwAFR0oEjC9Mbdtj8Ac17T4yIlUWkF5ndpqP6KoGLDgPeOoMohqyGcxDD8TYs2I1+xFuNM1IF1+ci03MJXVwUjYenziCu1IKkm26QI+Jz49Ye4Dx7LpvkfTKv2rzmU+ABKh6sAVu92kYM1eZEYvUGvgYo51Oplq7KnQqQTriR3HSBo/lEQxqhTqXf8H+rqFpsrPIxqyr0ZGcH/qgOzKvkjzrcs9jP6wBfZbLV+Q2Ml40VP60lcBOID6uEzEr2hB5hppx6Aum7YBsvPbCkNSqrjQn0IsPEuwpQ8k0UVYlzzY0TtoY2UjfCkn4OfHD3eJ+qMwiq74Zw7mjKDzxKK3V+tl4YPh/h3R4fYcGl8WdQQ1XgfLLzK4QC8oD3DNvw4T/W8htH7jeOIzF5kDclsa3wpsCHYeqVa/4ogNkbFnu5dUKCIfxNE8MphBdwMojN4/H7N2RyQFT4wH3ayX0YBnFcPW/ghxHDnCL2zvLVSZohHk71QN2Bria8l+9+XtJ5TFqHzuqR0yo5M1slpzM77dDKCgW1xBvZqN3GEQImGqokCcl3Hu/Ifbzbe5bPnZevrXMv79bKrzpxzubB3MK5THIXXpXz7qJTOTvwbTswr5hve+hm4t+nA/IGk6W74tXPKeD78MFfcZcfL1cPEJRRZJBFuIOsw5Zfs15edx7IASMu52lEiJKKgM7Ltg4Ix0/rFpPLQGPQMoeVizJBCg2TDsDohMBWKHfI6WDWWC9ohpC5L9xOWuBCAHrlwGkSw684MsJjwsCJ9IBEQfhoeUA0G/iGYg7SGlZLqlqxkEeOMMVQq8Zp4eS8VfXds278MOrqZNMHiYiMdwFsNGC/AcqVHPCrBhYtQqMJtajQ7zOla8nhpGw461EyS8MNQxUdGqjZ9TlbAMeAceROLRMqgJpiHifqeEsifg585V7zlZos/+5KW0duC8gzF5LlfdvhrpDL2/TA+pXjXiqV6WWWNajzqmh0PlPOOwoZzTvYSd18Hgj8OcTiCee8fqK1/aCge0uXRl+sPPpGYhOoqXnL+dZceZPFduKdAAAQAElEQVTfuOC+pO/ObLyGaTk7MDvQ6sB9V3cr+pTNDvzhHeALBFsQ3ilIppc8fiPyYQ9vFnxgx+uY6LGvoFhmSh/pUZ6syHWCqxLPzAwS4/pyeYsb9SbIcNQFX+/0uSu7u2Sk4/uMGmgM6mqZalg3gxNUUs4q50xLfeEhV1pZQVyHGs8pT0D4sUljLPBGFGE8aIePMMCtwQNt8pw22RbbeZM09AtAhDNiBTicP2LDYyjEyYlpE6yck+40l3TCWc1QlOXAbjl0iViOM2jyLvjktiWtkXOZXEcQp/5gRQyNJ0QWNZ0LyZ4yBMiDZrRGyAQH5LH96mzttPGDyiHkxoICF1nlz52gAZPlF8lIZPXBtBjJRuMUypNMHuuka2be68949HHLbNmLJNaSnTgcM+kysFxfD8f7s+P1thuZ59augd2K9o2g9RvLXidhHAZOqUC9AHkXMgLh9j65nlc8bY9zp9UGcDhUFgje445b7OT2Io5e5jTVfNKMUlqJzqM+p+we6+FZ1otnWRnu2X0peTi03Zy+VTFO7hrdWt6qCI0N6K1Lz8VmB2YHvkUHvtnt9Vv0dCY5O7DtAN5cMVTOL2V5WsfDHh/48GArLxjAatCa+eRLaOnukvUekHfWhYrlSAbizgkgb/rh9mIoYLEtJioIQRh6I3ExYYmg6KHSouRaPt7JbzK1VLUM69ci4b3DewZecCRtTBgi70wMk2DdPCgeuFdRV7yQOsCKOPZySpNUeaKYJ3U5+Jx5imZNDMD8CaQdOsNB2mSGqfugIoD5BzZsghjnnGuSwQuIsRYulhZQD55D0CvDbpAhVkmczc+w81BJRESlkADRhcGjwzQcjhI3f3SzB1JsMqy/f7mV+B/w0DO77RKUEpImcpGgDjEKnjKDoJAyZDIF0wL90NWx0bF2Xj3lUoaljkYPVSFzsQKWxtB12AiCWI1NvF+qi0RBnslvkeOU+D1KY5jFYkTAiI3BtX5zglTsIROMVfW2/MD1BuXu4Lnj3NG9Ra2cc5Fw7U+das03vZC4Hcf9Q9X03hUWhe0ks7CwoA9oN+6RkiUd2UQ91yZEQUmIihPBkjNcmtbcmFXt1eJPFdQK0JVZjqyua1QpzMdwpX4Nu9OCPA/SS3kDauRDq4b4FaKdvF+x3NeKeV+fX9XG+zL8Wp2f2cwOvKID83p5RVdnzNmBVgfwgoERNQ9s/qx4weCfO/Elg8/rZx7cLBD9jD6H4cmFC6cyA6phlVlAX7wIJC00ji819rx29uair91OPmiN4xsXJuFHppTJ1lpy24oHJYzMRxbizEUKRNbAGNgwyHQ9MjsBGFHMCmcyIm1PcMKAjrPlQwzA2PTrsHDkj2hXhrwgMw2cw1t/1IEhTQl48yAvvskza00SggruoHS07KQKGqqJzLy24q/fQCLLcSKA7w1pmZ3EPaMRuayzyp98cfMHhG76rL/cLzRv/YUMibERJHnSnnAYm0YA+LrYe/BHflV/aC5emDDIAhKlscnzxDKAycHgMvFYI0dUKVm2jlsdir5JxrUtC9IEauUIkdiAnAcbaSko1kDI38wOx0DyRL66In0ggZ7HTsQU8QYnIIxMvEeSKG6LFNQgactUazq8r1bqmEXxw2EfT26bDyT1sI2goOcRJGnYZQlHGQ0ESollEl2KJsKhNJfLHtLrA31PxwEUCquW2MSuUxKDyinaREKsBqeWU0s2GG7ArEp/wONGk48bY3VDyYHuapOi7POoV/LfowajpZvAXrB9XVnGvu1d2sHyri330uDXUppeswOzA0Md+Izb0VBi02h2wDn385pQvwXh+/NhDxZ42sN4X81Di2VG8emfKXpOAczGZIZVXd5kSk4s8KC5AITGhJZg1tcXiYyXGQiqIZpK5qpXHlVLNjI55+Wn0+7yR3NzeMFhHYvTfQLSvZDUEXp6kyOWkRHbakEAFsPxfZWnDIEvetxAJO1YfWiLDy57aHEjVnsRqENGOsg0gZUR0DTt18eS2cGZBQlk4gZploUKoRYeBMDSqIc+yR4v9APrRPslUjcQurZuJiArHLAgcUwJEqyhM4ihcc5aQ6JNSmDm+k7y4EmDaEKLAtPxSO2h/449Qpu2vv2Z3PHkSIxS9ENO7I+ASqNpWj8oKCAIGwnhbJL6PwKH+JIPJh4X6QXWwwAJpZgR414k96CH896LtJwekfW+pTc1dBiOkImM7OFtJVsJ+4M9EpxLyIUEEFMGcrwt9GLvy8UbJpYwsQHEt4xGLVlcORYZvyF3+63WrIJHkY1Q7Fpnmxp/ldkSNTySV95K0oQRv54NrouWqpkSNlBbts0U6gA13wokshAtIBF9uYlnWyOpJ587GhGnaHZgdmB24KkOfOlbqXNP1TadZwe+bAfkhUOy6zwwiO6LTXyjOEzJi4W8aJ25uxQPm/JqKnHs5UWjqujyfDaIPJjK1FyyLE85e7dsOpiwqNWEezjPgecLeQJp88NLqpEXsGQvB23QmcvzrTOaMwIhCkCQJyi5yGuXzZBxMA5g8/4Q3GhCgAkRgBQBpAw11FkE20nM0StiwBpOqq0PlPTOFTnN/Id7pLF4qHmtryAE441WMRYCzRaunDYNgB6Dy+cAUTl0GchoBYShlM5g49hKosoxBQklE+SGQfaGmRATtnaojDVSIfW1rajugXrovLHpFCQbghvjXJA52nGBmqnqSmGGgLc8AtTymzXEac+hvqHUPK0BQRwQBGeGejFjQt+TOaPfOJDcEH7IJhDOeYzcR2oJMo2cazs0DQFSNzA3sPZzsTg07ln25PBlKawjYDbe8g6pO+YiAHPHZYhrMONa7isF/ZlOAKLa5XP4Ks/TSeSV5PTpQF0HXCKik0OFY5YxQhaTGIVzVBSt+ngwRCmTxRfm5DRUseRUBk6iRIkFAxKEGZ1GHKp1RkNPu04HRnrecZ3iL9SBmcqrOzCvlFd3eMafHdh0QL/w+XAjj0D2dCsvpiLZeOwLnnv538bOH8JyWi27N43CtGulQZoz+oIhz5GCOTnpStN8VCh5yTTqccLuQp0fJ8I3TLUrpiDXOWf4hmRmgrc9uJC9RDo/3bgSSy4SGI+dXyl1mJxfuNlTrHGSQTD50yJg9TSCL0AOp3jCYMSEFuIjnNMMNqXRKhh0Ue6ktM5bB43GXJRSi5xWyfDMhQiZg0Xn/c7ElYmJE0YKGI7/KJTgpNG+ZHwiy6i6Hr0JZmU2ijU3zDDmxpwTbLbEqnvI36Q6Z5cUMcEVn851WNiUjGZRyoTzMuuU//ZA1wGmLBPAXFfcNR/xewW6zsiX6ZgEMS09eu+dd+2PVa8pYsaIlh+RGiNQhxkqadFNegKHPmgc+m0ryFNFkTQqYOtRqG9gUna8Ozgcv/NBb8zS0sEGqVyDxN2EzJgGpAmkGxBV+fE0ujgK0RmXZKTvJGRPOg+I3NZwMwYZNIlydmIwTUKwaCFTG3bckN0YQpuHj3rIMXQ9GhCisiLEsJKNs7n3Eq/sZTzAKy1jbDs/IEArMECEEVONRFBMNDswO3DUgXnVHHVo6mcHXtYBfJXhuw1DVhAsk7BfYuJLjj+bSXBY7IHpyB8Pl+iEPHoZdsLRkQ3ha7tiSq5DSCyg63HOebKmcx4N66eCpILZxRg93v2pJ0TN1yXYh5h3K01V0qzQFoUXml1Go+2ahLMcK2LIaVu8sVCY/Euukhd+SWeUvZzw2sAlY+KI+Zsv+gtKvVWCaVEUbDGCZhwVMcbdzlkyMQAGaz7nS2s4YpBqQewhbdB79pek2ULkCE5exnkCEUx7HtsVRuzjy1YvjlfFiT4zO9n04cumbHogBIVAreElB99SFTJa8HtA9qEkH0pyk4ec9rmEocW0EI4zehxwRFgLD4LUwekhR6MZqU5LLOmTWZMlmKjwGcx40MyWGMWsGRXr6Rad8mSjsE94S2742xexzAckkwDiyEiwJQdBHLaR0reg6b6WFoQsE0e+ACoJhfCIGXAIqQUUA9a8KgbiqaFb5IIJzA7i6Z3UiI+R+HuoupbtElvJPSvfFEUK4ESoYm5Sb9hULpOdHZgdcOHZdXZidmB24G0dKL/w8WWFZzx7Xn9bEp2FfEfeEyP1TAVvfBmfefTMnDPy4fjcz9gCnDLteRJ5ZU4L304EMuFZcjnrcK/9ygYxJE4fIoGn+yRRvuTEdgtwamVYPWz3zMQVPVvl5VC4chJHnC+CZSr1hxyCwyZuLoDmoHQtL3yKBVa+PkNHGyFFapPmILogUlrnIMLLhlE1zu1qWnmd6UcqP4l0bWq+BzD/KtNLJfCIMBYB9yIgHB4nmytV+GfYU6ktA9bIs8gnP5SFImNwqh/eCmkTXIRkKoQgUzSymFpu5k0ssSimtXe9FlY7zE56unz/W0vaqkbZAtKJjL+JxGIYzwWr7oXu7GM+T3bJYOXtCNDIKIoiETwc7IVsTqV102Qr3PR+a3JV0synFhovfTHm7Io+OIRigEYu6eB0EY3ninScnSaWl8h2VtazY8fgblUsJxJhBWSKEZiJZgdmBwY7MC+bwUZNs9mBuzvA5wl+lT3s4TY+pPq7l3o+3kBKNCHki9nDhLOni1xZ0OgEhjw+CoaSu2IE6w9EzwyfOTOvn3Dzs1ZlpZ0g0ZHNy8IJ908z7Ry5IA5IshOaE0oVQTXxGhSRNdKwCI8mBt7axM0fxMLACxFmDLGssQjlrHf8v4QJK0klQ6Mc5LKJBIygYt9/CI9eEjJOknJHF42+AvFMDqyPsBfjQB/UbLUeHdylcX+W29Fe2JYOfiaOp2EkTLPFAyaVkybN5bhZRVwZnGctCcGc5AQ6iDNicxACJ7j2nnZ1JTVPG4Iv97I8ZQ0I8oAaBneJ9HgcRhs0O4zzhEH/iPWSq+U1fyEZJkGga4aNpPi1kNXQJqvlbdPwhgzDyZ5Hyulq4ZNs73o5GSbkSK+sPWTfBrKuTG9bci40O/BjO3DfPebHtmgWNjvwwg50vsxe/3D6bE29h4oTmXdqpxivW3gFsFevJ3K1NENaS/mK8ERguC6AzxhsENZdw79LAvLnjW5F26Z/iG040Fu1aDmFtpGsIPj2DSp719jOrBfOgsUdoRAmPkhnNlCRixs6YDAg5YAUPpixR7S6f0j//oXrwywShgpy+pwB82/51HW1bL6ijHkTDnLbKV0229BNbvrIhgoI4oOIN6q9xNJZyMNJczazcF4ba/hMQPMZvm8O9DzGHCOsip1DNRaotuLftdWyT+Vvr/BTq7lv8Usn7ODyvKt2TFuHoyHTM17nTiSnXxjBRpBMXfPPUizhOucPyJo51PXXfNPpeeGblnk+0RlhduAbdWD5RrnOVGcHvn0HPvRtNasDj7d4sVABaCXOzUduMf542EvPxtndZOFvlmT8+MqwXFfH33ZwkjeLI0B+cbAWScUjAAHo+SERPylM/jiErTL7c7CT2cRWsBTCSf+XmuclXlxo0afutneM3z+3mi2JfnnYpiW2DmCMMg+z2AAAEABJREFUoZZGGFZp9OTODTw4uF9kVsT6irLK5s/KjZ/flADgwxd+ArdKwSJovx4od8ZVv52QT6lY+VMBnB5+dpjQiIU+St8aKhOxpyuuL7kVyW8iPuS2RJ5gdsPYw5I3JCAXXrZc4yMZ05Y6X57JoqO8gtgxO5SGK7srbG/NK7GGfHgRmCEL44EwfgRb7zJbq8FwpnoB+cwq1w5co2TU9UwecL9jbFLgAT0OXNSzbIIcB3iThVaj85uW/KbLPNejnjfPDEJqSsmpvCVTzZxnB/7UDsyr4k898l+77j8gO36d4SUOlerjns7ydgHZ9xzhkS3eVSIxXg7bkluzLYRcdokOuV3y7Tm9ImZvravykOOFQ3F1xdv86nNhEzgU9bFROH35T3K8w4OxE8kwRCeGXq0nHMT0sAix0ny1Hi2HfgC++AL9/gerY8NiBb+uv9z6Czxp7hghAkjMVV3wg7A/9vSaSt/3O2nqWtBH/p+N8hL6rVhxS6aWGz/a3/f+FlCdPLJuiCDNhuaZCe4hPcIAdHkQYOuhuiDFSztGYM4hdpybcy78luP9FVn+hs/l9yWt48bil8wuJPWQn+3wfqX35CBuIh4bgimLs8uEE/8hHWgffUjlJrM4/k8QnPtw+l36hzRlljk78EQHcPU84f0y1xl4duBnd4APQFIhn3SzHyXzQdeL4tpE/0uecKzXvfo86Xd+sh1zY93y8iqEPOuv4MkJIB+MaC4/fE/cScp37fuarstGIc8fhfRVt1V2xhbKaZMVHRPhbn2V8lVZSyLV1Mq+MjlmewkXB6Q2Oli5NrcsohsJGhFM2cA0q8Txmq/kxkpEmYIzEK+J33CUjR/b9AH+ZbKAXXWBQGxhdzAWwDXXNzjS9z0/VyNNLFIoTolMwwpdpwfsud2alX4447MQIPVC8l4xBMUopRmXkYUDkwqxUiU9Y/WkS1kGcq3OCbW8OO8vn4KO2iWPXUrq2rW4okSSqbFXAtzqk/+y07OBPb57PYJcK2/c6zXHBYl/2nhnReN9/rR2fJOFYyflBr+ETaA8+Q8w0Qr0HF+/AzPDd3VgXhnv6vRcZ3ag6oC9pPHRQ17dZaqMTrFPBuCTI9YLCNSFkTmP31z4mpuvxY6Qx0sM37gIZJ+GkFw3MVt3fCELJc8f425PWZ7OMpS9XdTLD8usBvclPqerC1nXRWZVWciAA+q994d4T6Js+TLSVqESnXNbuSqQ7PobFG4W3ITQ3/z5hZ+iqwwEXGgEZAOskpFQ9mg+aX4U7rP0o2X07Er5Ay1+yMYPb0OPxyp0XVvYr4FY78EPGoNzjU2Y+kwVs6Npe3o0PFbJlfnH5RtWLxcVueZMTp/JQipSB22v0p059TdRHdMgVjuuEgQNFHIPqGHwnCgujgIDjVPtekzm+eovpZDneJK5Q06PRzhrydf/sz7j9uM18HCMx73TEufTUbg8uZw+8nuVfjguksU5/oGnmIU+oAWBJ3YRKzfn2YHZgbIDct2UosnNDswOvLYD9uBATMBqA9/TsHrz8KfW481kOfzSDfV2I0OPkb843d2amCMT7uaxr4iukdi3v1uL/YAbQ7IIgxvDviEUs+YyxDyuxOS7IOcWtTyrCK78xQmqAkTTwJ9FZS7ILhfkNAIL++HC1SMcpM79luzwYg8cZ0mMEwH5A1EHCj5gFq0LzBzoQOomGOkjO4U+gaZkD3idPfAm/sCOCkFt8/56lzZ/VFvPyfrhfK00gWHRP2SWqZCLZHzKwmydzgb2yN3HMGVPozgS1BOi4AmCR0r30VgQ4YlgwfV6bqkHIdTtSOp9KipzJGiQ3Vp3ler/7rm3nqaqc8/mbfLiIBVMN4Uvknk3v++miP38ILXwj79QAmmg8E1KasLswOxAuwN2tbS1Uzo7MDvw0g7gvQJvI/ZQa3i7ZHqcU13Ni7TvLurjCVEx8KR/bNqyCG9CvKl4fgGTcPwocfiYFAz4Mot3LvSFvk8XxSDOavJGuDs/Wt+dEXdjhT45vhVJe2Tadekr35x7P5H7NSzNIESX1qFdgoPsNKpilv75g2jHMPyk0vEaMWeYLsaDFjGTBMhv/mAnQrFoHNgAMFBRMcclCukAY2sH05hT4L8TKkspuZE62G8XNom4+UNIfjiJeP0JOPmtILmXw8AwpODaw4f7kG+rM6nHWWFW+zXEM4GpOX4iQeYpsAwkSMHEVUXVm/YzL7wCk8Wty6j54HGMkDjGsd3nWWRVI4kLhZ5vNNb5vFHWW+WBWjAqIdm2lJoSRu3gtZsI9Pk4Y5v7DdEvDR4zeM8qcbmnicMjKQaY5Ivv4+n1ZoDZgT+hA7hi/oQyZ42zA1+nA3x5y7O58JiXu7+IHn1SbmTPL+HC/eTjhoRc8Wqlf3ohb1fgrhYa9qX0lavI62rElt/rb6Wpi9KgkEROBxHRaJ3BTrKXic7fH0ZKSf3ce1Xf6YUsIhNe0jM7nP/yCEoVQX5CGfTkA6kIAti7PAJuEPx3fwj651+wjMkqAS8ID8aQUR6jcy7lJi+nb1gA/WtFWaTPmYatNMjEJNew8SO0/Gu17A3vR8SUPpzdV8i1wDaC4FWofeAMB7aBgsVnHcewvCRGGnlggMVMHtQrR34YeZjOrfWGBM8ltGOdVSekTMH+EfAPQXlpUtJIfUt+dxSvbzPlpyEum2+T97dJlE01+DZJz0RnB75EB3jlfIlEZhKzA39aB/QBlw9ABlkH8geHTPxZpHf+yaXx5IfRD1IqV750sS3Y+CF6xPUf/RA7Gk9/v2PQUg3dHYeMWtFVVpYN2UYAWWugD2YKcmtxtththE+RfMai1keca2eWlyPPKYDsL5BmkICJBMIkiHoAaaBiMBX7R2G5CbHiJiE425AQBzhzPYLwm4mRIIQd5oPRPIEOfM6qhxLpBg3VdPXXFY3IFAGk9+g/twdX3I/y3wB6PPaur51+7rmhiJ7nUPeYo50nD2w79YJhnZFxkOpBiOQ9lHsvWui//hCgZzQul1zCtNkQtDA49ka28Ys2JLJ115P3Is0z9Fzqc9c2TYKvxrtxDrUFlAJvBEkVKR+plxEjaTy3eGrsx3OBvp+3XMNI+0VNjp39CJ01gWEsPcfswOzAtgPzEtn2ZEpmB17egVW+FB/yZxx4VpfHvdPP66cdxsu69swFr6MfizMFeRCQSeqXVgi7OocXmId0Qw2PS6SFAX1+BnRvzNIn1MiSgeKo+ajoE8vhK0I3i37QL6CxrA1vU7ImQpP1LZNCgXMZszvskRiFSTuq6y7ug77ZDs0SrIhymjxB1ufFAOD9QX/7B1LheWWApiOBDgIZA7WIvuqUpfp0ijfEGm3X44HXcdykHwJ55h4MwbntbS87sVz6BGvnlHDpA0Hh4sXERwMtWOco3BJFjK36uiRlsh+jZ7fwath3zbVycKpiKjY3P0f3cjwX5aXWUj9WuK1mxPrWA8fs8OT/6gWigOz74LXZ2gn02lVm9NmB2YHv2wHckb5v8jPzH9eBH1sQfzhByAvEex22OvhygZ/54+VCdHjOkSd/YV48cS1bIqfloVMm0wIbr9h7cyAmOEcRKWKHz8jNhc9DBL4d8JGFPeGu0IqXLvL8ya9uCOm6CPvEkOycI3L8RILMBooVWYzBxvI+QX8J6YYulCdGcc6rRWNu1MrFaGmY9BHQlnBkt6Nnylu1BTUcLBrGH1Dxp/diKRME9djIq0AVq+5ljzYh1KgzmzWwDsdzmrkSCyOeUObYWGx8Ov7fvoB/4SJYf/9y6y/ASmCyAAy6Rhe5cCjREyCoKUiwEW4EyVYuDA/eVlC85wHjLzoOsg5qIkK7iBW3ooeAw52aG0CK29Z236PWbue0J18Du5zLal50FOohcHJoHD8mIN0Gng2EtvaMlAkk+5KDvJsKLEUnEwzHR+3BY4PLYTwAlj4yHjA5CvFCPSrGuLSAFCbTBfe682dCXE244dcQncnkq9s+0+WztbGVhK7frrLrdYPi0xa+IfcZYnbg53Tgnfejga5Nk9mBn9WB+I5WlGVfgHjBwJsCXywE8JJRmAljD3TEBBHeN1Uhvbw5yIQ1Hum94wG2GvLCQ3+CWIIIdxSpW6bMKegySZOUB/4VC6I3NGBOiEwyA+gDR50CZYSgIIKCeQqA98jBS65gMGhtRwMsRslBsB2IQWFAJDNY9H0fkg8AR9uOmg5kKRS+Isc5g00C8USPHjhnCMLvTCvsCnURuNA0mMyYOQAwCrvMopALkyvZFPIEUXIqGAo60LPL5Tldh6mzLvXqqXOpybkdPVUEngGC1S8jk4BCgkiQl4zVyW/9YCPo16/VyUYQLgb+NpALx1xcMMUNMPG/NmHJpqNetlikqd0Rdl26ip1glaqX7CkzC0JswAA1TRk6TrGS3IcOFBHvGoaNJt8C3xIey6Kbx9m03z9L03A4VdydH94/He+bSri9z3625hmy7RjjRyJmKPhR379Euj/FFhZmQRpQoRpkOikPep8zC10acnpnXkyoyK1gqN2Do2um53uiQr2J9QJN+ezA7MCX68BM6N0dOHFHfXdqc73ZgZ/SAb71lrXgVQ8/WcZTE17wdPMn6PMH00hHwvEZ3L3wUzyagWFuQ8/eTJHA3BYS2a1FSJmo7QPagaZAv4YlkUCgIMwG5Rm7IWs98/FukZcX0s45e0D0oMNIXpKIvAEGKljkiI4DNeUup+l+/AfPG8Zj0twIEkxBC6is5cy/lvV57YPOySrkZ71MijYVzKOSPOA3wBF0iupIcFkwvIoIjnZB1n7Z9bDG4asulpaLdGZRe3EamRgIgJFZg8PQfEBgSElisbjlwzlpUxIyQWhhKIOTAjd8VgbCMcaAzdHwyQAhyAREch+GDffD3KHNW/N8vP1o+2WbFtsOjxWbPzxLiPOsKHOOtxTPHWrHj8pIbWFPt7UuJPulJFM5WbiOgty7k/YSlZ1Zl/wdr9WLnoWbHRIRsj4h2pNvi11DPtpajZhZCymTqm6dD+o7XOtVedULFwelVnb4Kz4I9a6SsNR943OS/s3vjvuKyCK9uJ5spWtktW188VS7tvb0mh34fh346lf09+vozHh2oNkBvAHmcnw5PfBFzV9yIeAtgwMW9pRqGKJq9DWVYZPNHy4ZiWCGSZco1SU+t3fFMzU1C96I5KaCCcPpJ1HKo3glwpz01KzY0OCfgD2ABZqbQHDlggSQe4MmSMvxXWTxsEzLgSmH1Wm41HqEoDOCEBFc+OR0EPXQgucUmucQbdmAwFAvpOyQkFrD/lgwkiR5FlEnDIkCHuhdsBY5MhfM2KQ9CZHYFKwpNzBVwMFCOdnVUHJ3Riz6EVC+y2HrB2N02gX4AP6gY4AFDgRcPqAwGIw62IFTt+LMDHstVIY2BeQqM9f9yIIyiQmORAgqC4tMBeAxgsDxN3WMZmIxgrysQwNbjYUZshUgBxkYKjXAvDeKQxAX2PNIupXnBxciQLxxLwQeFgSgakQzxEHqWkJhQ7oH4AsAABAASURBVAUFwEA6gyhGjFJIm0wrAGUEcVAi9mZRXlRxosyAwlXPIEljxemlunX9jXvzAwbkH44bPgSH3ilAVdAONu7y5wFP67KkAn50sPdiyyBC9KZgwC8fkgZN85BNiZqWhZDJEwrhCYbtFnMmJ8RtUyjlXLxnajlcKRaL865lvNeDRjV+NFn4jpq20roiS6UW3s8xe0VUz16HC9UJKq+zOe8dD7MhRn8zRPIc5HXl9H6UMtfcNo+R07nNd6NDtXwOYOqBJTlhdmB2oN+Bn3IH6Fc4NbMDn9yB+BLiqgcRPEOseHFY+RBe5OidNz4SKqhYFWJGKEQC8fTglkEZhLFLSZlFuokEOR4+k8w8+9/K/O0ItYIN3mBWeQTmqgRqiA3IjwDsmU6EQBA13GEdpTltwlVfDYVlbRZm4ZFaRIwpEqDvHOyLxQNNEptjGSJZwaPkxa2Sya6YVQJzsQEuBmrCKEQVs6veVTLQ1qC6SmgUQazzPFeRQG9Y68lNoNQBIYaT04uSlbYE+voopmofJErXhFqCGXwg/JJuAiYGTlakIvAaILObkRg4C8v4RiPw2NAQsI0E6DCQc6ACYp8CWaGF10CQNSJBk0kzEoo4lkg9SzQWyILLvUZOMNxlxJSTAdaOtipbcZ09HtgAwrF4AMqNn4dsDD0etCUNf9yF5bJCTxRTppBu87CFHUxUUcz5NZp67rP7jytohw/Xt9N6RU4ASG0wIkF4L7NMzEKIfIqGSUgX3042Ge1SsanBijwhsIpk1kpIrug2OOm/Q7c0MUio7APNCLAgSj2HoDEO48GnnSkUu2Mkcgpg1rj0k/A05eXMSPl693U/PDpj2aV6juzHLY8ibfR2gKDISHDXhmbKSAZ7cdS6bUF/05AmGN/BAyYdzyfE48f73CK8T9AjFPXcBcRAE2YH/pgO7N1Z/pgmzEJnBz6jA+ErC0u/6ssRod855HlTJl116O5SGklP0I5HePDnoz+e/jWezVyCYPwRDrb6QubdooST93/X/0gufbVqkP7iMCnXnWlhIEb20yph3EAEGIaE+FKK9rjVHnb4loOewSKMxPgg2aBCwczUIiwBZqAquGHAdn+s2JmQuB+wowN4JxWTgUyG0h8iF8FmWkSyJAsEpYwgKk4xNpkdCC3iX+8U/tElGAhPC4IwDssqEeetxDWsZPMh+iihj6/0J6hMZllOJmGLqTJNusyeNoSkDBRsKCcwR2IABjmBYKiHKDJKwFuJzdzXNANt/E0Q4gRk0mYMJp0MdqhgyJgAjLBxhu7jGsKA7xrPq8W6AMXqfoGDPzd5eJ3JzQi84Af8CA6bLsQEiDDCLQZUGKJ6iFeQbJCYRKnXfPyCrRfv+Fk4BSBNCKwi5oscmR0Sggx+lkgIDgniQRVGEAcuR7TMeMSx+2ZILFO2SGbn1dRtP9QStppSgiMEASpCohhoNNiDwUOVNxremQeiVKVlSiFLe4q8WxaAc1qPJC4TJHcOrgxAig5nnZNCjuL70gAsIkRZL8tkI4tF+3cQsrZM71jtiTV6zdsLeVjXocFedOgaSTVEMGyM3DCnzbQlM93Xw6mToDDkmpE0+XAlAuHmNDswO9DuwPe64ts1TOnswLfqgH41ccbDFx7a5TkPJIvA81vxgE7Zu4BrX14c+fNmgvcEfUiWpCWiUOMTX5LYGwJovNAkXyySP9knxQHlHfOikef0RYH9y6GZJtsiijX0+SGcTjmtknpuWXDNEKw2T7wYBZY0ACMIxpCmHrwCip4tQh1EY9s+0Q26SIsFp63ESWEez4Ytnfl4x//IbUFXpjd/y6bUI4koUDq+sEZ5n1CPXJ8kXE80CygMxzoEixT1EJt9rqB8DOhtoAF5djAWaybWOAu6o9SZmZHP2O/YLju6psrWJgZgsD6G+cjs2VplxQAtJiZAKn8yRho9AVpx33nwpRzYAR4AYkJOk4d3GF6wzqVGFAOT+fLwYxfCEae8WVEIgu8RpKl7Brhnkr60og/xIoIAI7LZklHWIaKpETXu+ImYBQD43YjS3IqapP1Q4ohg3hu0AGDsWQ3rLG9xKBjH4yHixoT0G9LKXyzUUmcKQFnurNtoqgrwGQe6FTqz+Epkt6RmkqitKX9WuDqeW85OrDxc1suMDBaP6IEjFWREzLMGyg3MGusiAmfTpPMIq4kZcBQaTRw9QIhhwEaDjaMlo7KOU/O06UMvat/jhRoeQO73oJ+/SQOn1b5UpimtSc0OfJEOnLvyv0jSM43ZgW/dAXwvYchzhz4I6ezkpeL9ldnqvZX5SKO6cUt38qXRVR/5DZcoq9et+Wh4inju5vec96lEM2Nb1XDxvJPZDZH4qba8VJpxDGqCBsbbJ80IDe1GJOf5RhoEDEIIbAvlL+wtfVvGoAZmUTxum/AQX1v/MOyQgVUgGBNG8Cu7ikMCebpKwXQGIpSuHTsTw95eQow0bCY3YIYsw1BCgDQegG3iWwns84EQaqOz48UC2Ufc3Flx+mc68xW9WEOy4q7MNwzaPUArcKflwXiQkHbAD76sw4O0oHp6QEAAisN2pqOgR9jxNYxCalNZH/nKzbNeqDbu8YwPwJBbODFM6zR9Y3mYYdAhV+Y01PnYUbHbq/SXlNVCTMiDlLQdA3rpcWjbt6VlrFGOpyhh374qlgnihfU3MJCLpYJvx2FftxqJGg6Ot2uVwVigKJ1+cpoSrINBSqHWq/RHz1q/zkWhu71gY9Vaz0/QEqJ2qnnYYdCUdxM94BDIvYZS0PmIIotjmEYZLf6UAYSmowFkcZiP4agYIOCDIacX8YBHbcKMatnzvB6B3zjflbJVDNsKNW/yiWcH/uwOXLyc/+ymzepv78AfFlAfATZF27MFn/UIG4MXC5prNoX7icjGwr5JSxu/pvkCgxcqJy80DyBrTMvrWFZUcOMdr4jLp6MbYx9XlVlYewxnqpzM1dZrSbksJHcpaTEuRcZRRTC+jeMf17TVl6Vp5UhZgXVMyPM+1OoNHwNuNE8IkAS8D0MfGiCIDMarqxp2lggyMYwQY9PRCotcEzK7+p8/G1vhvFWRk9QjEwIZBlkN3UDDK1l4ExeElwpIxDJtdrDHej/CLPclYtkoEUsnskA6vpcTnPMufgIZUK6JJkKwEAIZGBupWGeqBFAahpK4d0pO4f4JV5HvT6wLFjDWfEF3Bkw6mpNiKUGmjmOoiN8BqAmd7dhtxboJFGraqs+EanlDNpA3rDbjYyPJBKyXr7E8esz9gTOQODOxs4ViQlDJMZEpCGqEdDGSlEshehJ8B2rh3eTeRMNjGDfhXKMfqWeBwo1BWtfLQpS0JdCImEDagEYE8oZrOvjIv29HmkAbYgLpHBinhlxvdOVbsWYVMW+MtCEEIVcJ5HtRlsNmYSZFgIJ/Fh9IcHPMDswO7HVg77La87tZN8PNDvxhHcC3FB/38MbwRQrPniiR0d7zJNRDQ24uMg2ZRyO0xvFX/yng8z8zI5D/MiB1ySQpJUrY105oEAbWGOjKzoEscy45BH/fuGVpe0HYBtNeWTkDPZNXjZ3GWagNLlfaqHMB0wTwGTsXn6dPrBmDY+FIG9GSmW4PD/QJoeXoAEtr98I9owvxt3+qlwcN/fqgLDiQDMAXCHsZ5LERwK4I97RpImcPbkryb5RR0AVaEpyDOybnSLS7ZVK1dxc/8n0SfBmJENjryFJjhEhHgtKTwJ6PumhFPGLcDoleu4VRSYjWB8QZW9R9Jv1iZVYBgfzvDIGrEbQqBYOhNDfyBAILVOogaI5kpWomTlCunvua2vIT+Bckt8r/hzLVgr2dwNR9C2JDUKstCRMSgyeKgHMl0iSozyCeB5Dl9UU6EJtNIMbagv5oBbGiirRBnYvHbZgyA5c+dAEnSCYwGAs8gHRmA6gjUPg2CD0p1mMSBAoNkzYIu3zGTvwFOzBT+qwOtK6oz8plrjs78Md1gF9ZeJ+oHvGqNvB7uhK9kr28nNxNZNIHBSSpHIiRUTxYPNzDdoFGfEdsLhc2EvydNjxr7DWV63ZeYop6YcOfpONkE2+w9CQszsfj5eJHX74iK8Qi86Vpz1USGovaM9XwOueReva5TZ/exqOtPQyTHgLZRQiWElKmIKjRWMY8OnK5BHMukSJ5V/Lu+BPi5IbdLGlLwHmT27foboyW8S2yfEVJsowKkb4SwA6jPPGhLK3BLc5/AHy4mHD98NJZeccmAQtnOtIVJJV3Pui8BwXAHCRbpDrMS9AZDmwPIb2e6jk5UvGxgn6o8rxD0hh967Maa/iTfj73L5hcsUvfWtbuSieURSmfkCFvSEfpyiUmU/4FduSll6ntwh5anzUI+WS/BbTtntkwNmgMUhEiz4NAoMYw6RroQKA8YFtUMCcC9N1NIPoZwE7yz3nKcmA+hCCjKciwCqggAJWPpIc0mkQCwifHbe5FprdFnYFmB35qB+YV81OP7Kzr63cgfodee7C95rXfluzxwDm8pLgLnxgj3F0C6kRa5bEl/GuMSoeZDmv+okXBAcS1c7tQR9TtJ5R7fl1aNnOYHjbKiLqgVdu5Iqdc8Zao+tydNiPP8uJDYyHeNPXW4zEFLOUb6MmkEMBt+9EPQvu+tqcpvUouO/Ub7ix+3ZiUx+r09lRjHYqqvCgiMAXiQ0j+m4zKhDf1HIYeMtj2qeXGLPNzRn8DiJaicQvuHR/L4jyAdsvinffOef7ngcFA67z3APIOH73aeJkRHO9hAlANDy+WjL3pn2gakx0bLk9omHwrkdXDMyTS91Sg3b0n1r1RWCjhatRQWUAaZVHUnJPhnlXT9YJwW9nDXQgjLttYIk7TOwpKq4EaWZBZ5xcnebgWYyRO4dBg6rh3xGws805Rt4Su4p3ZzbVmB75dB+aV8+0O2Uz4Z3QgvKDgZUhfEqyq9EBmksN3B3mekCm63EE0MjkIC494RyFBOHCh+nfoBWk87PPRhfsbwkpZMgn77MSMkOWzYdSfwZT6FvPKEyk2likfvFryQNAsQiUwlpgQ7d5D9JZkVUt1bMT27GlUxThblayZO9VJRV22UEY6BwZDsNgKQ6lw+YTbiPzWT7GEmudmgd5kFuS2ko/8VaK1dEt2Nf6zfsyF4JrdhBRKbvh8LIv7+PhAbxfnZfMH2BMcNny8W7x3fgF47yBw9nnkN/XsvIOVmbwIZ4tl5LXFUraJGohkxsuArXNPGrWKDAkE9OQCu+4fu9qGUn/9rKEIIlyaGIG5is42vmffk2d5nU521IEHb2D9LJXPIXv1ZLkbafhUom2n7XnXz0M0nAi7a7fX2nX5FOV+nvvaT0l4Ljo78CU7MK+VL3lYZlI/uQPpe1heyVEqH2KPfpMDZu8cfP66sJ7cUPDS1HbNK3fY6mlbqSLZct+iYzku5gtatEaWF+uLIb4cwXPIOVQWM8tpxxdSNYl6ITxmHq/cmLsJEMsAnR0JiFY5PBCDTkNtdE7S69T2Addi1Wssbvlg8sBmQjbQGRldujujAAAQAElEQVQk+4j2bMe+VdDSOJBEdWaUCWQKc1EcZqBFFgXBIyhI65GZvATiVDAURKiPSVT0CMlLJlgYBlkN0XAiFLrWCRUMkCZLkrqExsTaBIKNoIFps+6+j56hsKEfAUtLHyGSAdl69CIuhphQxOK8W3D/8MDeY/bOee8d/3PEAOcpc/iAwKwD93Rcd9alXKP6wXmhnUwkuvCQK5Nqrkgg/QQ0E4YQYzTqcdadSDxGVPGkllJkogSQ02DrcSK/2nWYv1zY/gooe99gUBvTi8SgozvtMBq4sjtZ6TuOaZXh82ynlx3x8+sNRDjT9s/Mc6CUMZOPMbNpNTvwB3bgR1zif+BxmyV/8w7I97BMTt7NpZziufbCE0/hLxEvTBfWLVYJ/gG5xgNlKLvwImMvbsTyj6zyt1VQEwbVl8HDkwDknP9Zt7yneiNNsX4QE1z2CUeKL2EkASQzg4KEuuCHmAGjOquWiz7mwRJD9ZFQNp/3Et1xy0M8RXMNbiwAA8VQpLlhsuCagco5EQCRB02dGlNLUK4779XZddpXnAtpOQYM9LEfPtOGlUY3aqIn/HRAsr068nA8l/knX8QwloE2S9vZdRFkk/fOETh558FgADl8PHgCyPZgKr6tGpGidSNmYoPyBXNJIe6YWDiTGKxhQT902UXREzPrIDwRonDdZLQRFOaJKewKJtncRl2puDw4oxmO2t1WWjhB16Gf7LCmKsOK3eSFm8yRSfQJuUT+kDjtsImI9Day+wTP53dfLm+KlB/snH7T8nOZ2YHv2oF5uXzXIzfz/oYdCK8f+RsHfkKMLaCLtWQPiRl5MVhy4zNX4oapK251cL6Q5bLH0ENi7rFH35HhXvwTutGnwHDKWOQ1/pQ/SHjc5RwKvKB+nTSnCX+jYcFLmrzwUlABjwMfJQmq2qys4q80L0ymVbtVTf29IEtuQrJrBFPktMkML9zewaYD8PKX4r8W99dff7m/cHD+WiADb5s/grEohmt98ltLS9+SHfoU6Z/tJeqSRRf3ITibiriZvD7Hc1VO95pAG2wed8NTX6xRWy44DmIkU9Li3PKL857YBewd/8Pk+KGKmGCXZbdjnlZ9EHUesG+qGiRqx1LX1FmV12bJoXJdKn6MPeuFYuK9H3VgjK0zYtWqasTvTTYsnUvhHCa6Dmd7ftbeFVfRqTytxlNOx8bDFTy5/qE7DPJcjDZ8XMmLLD49gbvr+nEF3d2gGW92oNuBefV0WzMVb+jAH70En2nxnODic+6FbjDGBbd7XSyJ8LKy4G3I62utKz5SrEyFWBiKCWTw5rQC9N/RsC0gW4QGoxB8XvC8v4ymcJsdm0NwTjdnSIf6qjXauWkT0gwrDIdj5bDRQBLIbT9cp5I2RJXFZZb7XQangrAAOAQEan/Yi/K+1b72eK3BTTM0nn/G9tfH4hSw6QN6+RcwdNwIWoAJdqxwebn2J6z5wmPUXlelm55Q8OGYNgzIAHHIAUCSgim4AfbCxaVhtPvausj19evXL/f333+7//3vf4L/+eeX+/37t3usBL3uOPMexTsUbldSAGWO15TLPyoVCe6R3nshXbAzztWfqAAR86+Nah71cTlCrXqCRwbIlvNRkJRooo58tnpUIULDwsh0VNhIjggkyQ3awjwf4poLbqfzGnN6YKHXJzeQxAmT4fKsMOJrx+1EVvebMu37o3YihqsmoI7RlxV/07S/bD9nYrMDvQ689ba0TWJKZgf+5A7oVx1fILQLw09Dav7UvP8Q5fG4n4f3ObNDe79vmd73WDvBgiU674K+WOUSs/8qGLdQjE023MXYCPcEqf49q6iL5pGIqiZhh2XxDsN57538x40Fhw+FrlWIyQzTFvCOkS2ZL5fOIUijzaLZg19QGTQ3jeXJOPvHB+13y4dz3NwR+AubPoB/LX+5f0G5/Gtx3BwSHXmmA8ykAiIZwNZ67G5xBOMMmR9FXIC4BQPXIdwtL2KwOC6cs3gVm2mukygBQ/zX6jcn0EGRywQjDCGxlQpMjgASmXJecYJxA+jX3/+4f/73t2wC/fPP346yFbG56SOb9rw5gafMgV4pDC3y3jMUxBBgCIPzUqXOLUGv8sbsKfOOrSK4oU9cCNY5DfaJIamc8q89UAHGqRA0tsMi+Pl6yqzAXcmJeb0UpNi0QsUmRZ+6VtY1r34WY5qRo/o5mY3lf8bqS9eB5DDOlDNge+HkHYg6TX5KB2Ydn92B+6/5z65orj878B06wO9GPv3gBYLpkiSQ/pKA5+VeXiyl0JntibtLEYMMQYKiKxhCPjtZXoafipcHOVHoU2uOOzcziil7tywEvBrjRdSTdvZRz0WRCRPuyZPFLtV2b0v7geLJoSYxWcYBYIjCMBlxGdkYoRMAg26vBHQf4TkDUMPHsriPRcE2fD6WwH8sbgGNOWwK3JSg9AVp3DEYi9CMhXwxJHmdmlbPC9PNgss1l8Lm7Bq2yLDX4whcF+1Fj7EtBIH89s8//3P//fu/7r///a/7GxtBugG0yqYOV8GeD6I8wK+Cuf/DOFuANa49XGoOe0BOsHMOojC5xke0DXlflFqP9cTMsDC3TNJTRmKziHsghjJlFjWfqbqk1hC+JvstNv/QtkW7a1JXsIuTT0BCj0xn7Udi5jbp+CWpVp/4PUrz09kVBbsv92nV+uWSvDUhOy63Bj0OhnvZsVFm8c40s2UnOTswO/D+DszL/f09nyvODqAD+gjEBzz5ifLxoy182oMxqDFM2t35ABgeql34VGyQOqxoGrymYlPBXf6s6MaqL1USo6xMRBcm3uwswwvuTZf4HsTgTYubhXraFEHHu+PdwrfPBV0AXgCOHxYBWBYvL8BhcqkkUBgqIOGc0sBfYDAjAnMSzJwiQeYrAa4NJGrpCV4W9wEZ+85Nnr/AL38tYAHuL8EfC1r+YXWAMbKFG+fI1mz8rNn6HkhkfeYIQC0sTfI/cHteXdfki5CSViapear4vvTr19/Y9Pmf+7//+7f7v//3f+7f//d/7n9//y/8BtCKDR9bB5s/2JmQ+7dhBhHwzi4vYYMLpMJ67wUfT+whrYCJDoB/OmsmYUljT+NNhplgL5vM7PSa0cEODjA6HsX4Ykj0IXVLJoerPG2AGmMM0BiRPUXYQbGyDZ8K8npjq29oJdZEGDI+b7TiKeO81zfwONXkb1APv0S+Q5ozx9mBb9SBF95av1EXZqqzA2/swG/5CTR/0oxH9MeqLxQgYwp8cCM4maL4XiItmFYJlKhkaiyJl57eU3hwt5vK8uyXdkghoEYuYyJJSybY48Vrafb1yioWFHE/YfBlVZe13A2rNM2a5xIEaIHzHjLZ8OFRAuBFHQMWZgUSx09kQQQrSFwEWnw2hNT207jwMMxa94PeoD1MHgYYulIgAlLZs/OFxlxa0pImJlwKMuQkFXGJAETJcU2ve2KYNEqp9a9fv7EB9B8nG0D//j/3fwD+FtA///zjVv4bQLhnO9wDZePngfuhbf6Aptx7j+tLI5I3SrB30GFy+MBucYEGm4/FmEiYYAeHmngXICDFzfI73vsq5LpvcFrbdMjLDeUEO/RZigrsU8jLPcyd+mhmOp9yHDdGwc+VaOcS8JVEP9yFviDpgwq3qRz7tEMiEkZbZ9JDAzN8E/bNdb5als0kv61wdvfbHrqZ+Fs7MK+Ut7Z7LjY7wA6seJEw4INteuzj44IB3w1I0+P1kFZCRtiU0hW9vEUoLTNT5YuOYLxfEFNh7twx2LurRB0JAp0N8GCIXY2VwDWwtrxkmXqDuXgOG4MgsOQC20S0QT4YTfWh8LLjfmQ8lJcG7JHVDLpUDnDeLXiZ+1i8835xy/IBgMwtzgHSLKxMlIH48mM/z/O92o93vh1FvIJZHfaENSDSxMD9wWGzAhSGKsJc80FcoCJ2oXmKGVm6XqBOJfJLpGqXp3iLujgfz2YQrvzsVbLKP/r8n//8x/0bGz///ve/3X8A//v7b7di597uR957rOBwhyLwerQVIPfOeY/J4e4JldzKxNKFD3WBHEK4To/spCSZ1FIWxeLKfcOZteA78rbMU88T5banxuF6yxWng6ioFSMa8djlfFQY0T+uyM6MAvYBvxDh5pWnW+eQ63BTu5DIG2q4kJW4PF+chBmeivUqrz1dZTrZ2YHZgdmB+l49OzI7MDvwjg7gy5obHXyh4PMecVrWHngCDijpa6r/QFhbljz9CM557x3/k1yQm76vBJ3LPyrja0+U+kAhht5QVNB6fFe92ue0Slx6PpSfqgepLSkZBpkhJmx0D2s6iB0IKY5FthyyrIwMmB4G5om9KiVrhUpvmT/sNQVrYGj2oSf5n3wcLUZf7737+PhwH/yHhgEf//pwy8dfzmFDyNUfOkTZEqlI5KKcRqfFBjIMIW1iSJ4XKwSkgTASBebakIW8W7AByddlsgRXfWpZaGO08jQgiCQSwj0zfYjzXp3QyclkWBwwoVsQ8cpY8aIFwcDwAzaMqLAxvqPsGGNxkdwsdLdA615wn5DIC2YCUBrSzMRWFA/B33//wubPvwH8869/u//857+Ov/3zm0qcMB7xPU8UXEt0h0iuSee80w8xwelGOu5RtFHduVmjBJ9NLUEuKKzA8ggiu2/i0kusbyTu4m478ChNfunqaFl/ZNDW+4FEW7dHd/sHhd4ecz8gjtK+we1aOzkNtxe4I6/jGPs55JmNW+ZeLfo4q5bXu2VfNcujvI707+7jXG924Ct3YF4vX/nozNx+ZAf4HhE3f+Rl2R78Hi68U6Du9DSbKIgvjsewHy0feKEhNqeHkxweyq9BG1gVwkBuJiiA70Z8pu69+tGOoI7OLR9qKQ9ZaA43NRhbNsXw8qR23iG04+QdP2KBTPCSBZacUmDCUFlgmihYYE1R50lBIKxMuiJEOpAohtKcC4aCFwLWknMHOUt/sJR3XmYn2O1/UI/3H+5f//qX++tff7m//gL+68Mt2DjZdzzSIrFgkigIYtwFDDUEksAYcvqDPTMYaWsPKQYKcTz3tnpKPCYA7DQtEJDYUM7DHTYufZimcJFwsBFJe4p2PK81ajKkctXf8MExBAUaM2huMPwDzOO7rr+SHE36TbcYpGCiNM9KV9U5M4hkiqCUzlH9HIFlMfJ0EE8kwJVYJC+YcIDZ/U3kbBMtZZSs2Ptfv/5x//3f/9x//v1fxz/9+h/oX/LnX6vcbxxuRN57OBGAwm0EFIbKvFcMgfjItUo7AoUu6YU9miRZmbqWPIa8c9t9MC7V9RhVVLme2Q3ZtWXG7RySxqjxaqpsswX6mszok8nxOo8T3T9fjv3fbWHHurHudyulUUIS8Tz8UQWl0g6pnWN86Ltj8Ke2c6clUzU7cNSBedkcdWjqX9GBPzzmilc6AF/2sMHBlwN9cC/bwscEgkgjIdw9E581CYgm4WWy1wcI4wgKvMpInsGHauEh93yhwcO+pxCvx/LyNXB3qTce+HjwYHfkR74PRJaAivzlVgAAEABJREFUjA5Co4M4PdQzS3woAgsgbI3b0q3dcxJ2AxE+ABjkcNaA4ihr0ffNJKMtrSJQhXNtQSe54fbx8eEIfwHzGOB9OZqWRFqxlAduASZwQQFMGA7HEJpsiFD5jFTByTlLNg+1yHnnwmwxMwsPGXL1sHDZRywgdzh/M7GSlIMSG+B6mNwwy5Y9hihIHrjchclVlK3Y3ZGNBzDrr1/uH8DvX6v7TQwZdoKc2axcQKLolLVCBTaHvJ1jV0xYYSYiwJODBPTRD/Rm+I1kIxB/mTaqjaCb/MbyhOAgxw+GWmSfkFQJ2gMeC/651+/fv9yvX7/dbzk+7JFzep0p9t6DJ4B33uWfh9y/VEKN95gxkpnGU4vWDGPPPnocQZd9KMtYTVnPiiykkJgwMuNjEreIY6Owpot358ylSi/TnCe5DuCh1SX/UBQ6lGQ1BSVGLU08j0fV2aR8L4USsaDOIG4Zdx6Go4Sey3zMe0kXzlE6F/XHeRxbHC29HBl8b/2XKO9LJPG9j+PM/o/pwCddLX9Mf2ehswPdDvCBgu8Jj6On7t0n2W74YUUd/oEHe0IvAJ+/V06w29jgJXr8ppJZ8mWQDcELL4ZjTx5cRNbRVZinPLfrpMIwUxfILoqrIUcareGhMluC4gBqrXMQbVDwFKN1o32JgMvgpJGXVPZHjgHzeMhrEtVrlDGDujPefaD+vz7+coSPRf8vU44vQ6iD/k4iOfkoTzJR5ArIVEYaLuwCk+tyOqh30cLzpGeB/EUP7FCjma1ZPSbb4DoRrsM4mWFtkqmUFAOZlO/NNMFJzmMomzvgZYOHGw0BfgUc5bCXcLQ1QvAzEzujsG2R3wTWduTynIa5GoCwsREEBTZgAuXYZ6NzjDqdC/5AclxzfYOGWUNai8zKcK1HP9DrX9x8+/0bh0eB9yOxxL0HwzlMGI4f771zHMQu/zyciGSCHDaYZVCUsSLj9OBEgFIy5ERALwRR1wLkjMxxGFdc/WgevlNirMIegQvewV5BCJ1UwAAEsc/9ghDLiCqbJEdOhEw+SuYhIw0C5SBEWBfU/shzzSyZE1UEig2TPgUMdMph17gX7WHHYte7p+xF7dln8kNXHJDM/JDMzDPy0O1lBrcncXvAm0q/P6/TEU873FT6DPOFOzBT+yodOLzVf5VEZx6zAz+lA/KdKNPXrejo2bh146CPykmdrU0bovOI7+jLwEisr2iDTsivkmxzgyYIQw9a7Q4qGuoxARVki/9w/O2fj+XD/fUXALj9gp1WgnccbSnVfQ21AmIik7B3TQsCffAleeHmAgECG9lyi1+C1Afs4BVJ57xz7IVZ4Y3atT/RQtXZGiooZzuUZpZjbgQZ/OKLvMAvbD6sG3BMiPoQ3uIEdhzBEUPCSUh4Cg+MDsgQklNWqpKeUriFE0q4E5MGGXBIGTWNqSY0lSytVPKskKU/Og4Qo7WYddBbNn5YJkHFxew9e+F52gQ5XtuxWyF+kFAtAAsPHsiRJ9mE5jqSddNchcxUKdszaIYJJs5JJq78IG8K6Ij8SbbBh+slW9PpR6PqrJIl2IIL5jijwQwMsV9RzhrOMyY24Ddkkuc45PCkkRQzHkNOQqvX8KB7tvFtZ43hwQivN2M7WJbUmS1HOY44JUKSaMDt9djNubFWKepn1dcwQsg4IEpGYD/mSIQvavNsWif7+Oxy03924Kd2YF5KP/XIzrq+bgfsm50PQHjYlpcFPhCFh597E3/yYXfUXd5qgjHR2TuL9USKZzMIZAyTPgO5HxM64ztq67FZ4PRztl71Oj3zdUicrDz2zWhRlJOktaMvra9yTOKq7xN+9bJSLCYMjRoJYSMXCREXU/bKWsibjK1vGK+qTbuekH68B8DPNoBynDaDeNQBsMXYRtupZ2tsEiy+PrAywWSKGY7g0ut7QaqVzfnJpV6maWOzSZ02idojLyUGZuaO9VGHq++dVaPSanthy0zIee+d7JcAufyD+7axW9XDJTW1ABkeoby53Yqla6EP/DfU2A/5Xqn7crAquqkeqYDo4ZF9ZPJzIwkjxd4RKPjg1ADJuSGnCGe7w8npJBkkFUoTHixNLoKPfpZfFLyEyKpsbDRsehOKE4Qp8x7ILtW2Mc6KPRdzE+m6ICysAVCcEmHOlHKwK3GmDpoBlBU9YP0Wk5eklJqTbnsPuXxEkyZHIdlk166aNm2NSV9SiAWfeHZgduANHZhX8RuaPJeYHSg7oF+vfAQiRF1g+BhHiPJPIU5kEPLW9wO7pRgeSb6yRXsegBHP0qadM9/h1K6tV92zc1XDs+Hov3k7oPA5SL1AnBekjKj7Q9aUad9uUBsjtXolSpnKaJfOrTLEuzjdEMJqMWd5NYbgaDTq7rowuF3EXSMn7/xnwu6Eklh7+kx3eUmWhThLd7HByMVFg4B1qzxkBiB1PMImEBVOb41KujOfRT1TBUvfm2nZfZObPwKVeTMFOoodCYKTfRebqSr9So76EnaSdM7JS2g4NqWfC3WqkjNBbTQvFzJT2fU5ZhiJkVinjAcCZvEiGa5vK3c3ihdtNFUWPQyEaL/YJAdUM9a5PKJUEzRrUmalks+ZmcezK8cDfBzo8nLBEQjD8ToTqK8ZUXbSgA6jozwWt6q8Hq8V7TiHaTE7MDsw1oF5hY31aVrNDlzuQOunLeExT2LyQV2Ip6bPfVBqP3K2bi+QYQyVipIwkml7kaTfpYLz6Nq7sT5LGR6l8BPStX6oq1MK5eZi7WVDkRvdROdtXoSRSaInSth7pxg8Eg5vRI01tBsNRSnKwpSKuzldSOcQO9w4VjzFy0YQcVAZKuxN+EocTsGxJWjM7GlNmtgw6W8Cg6dKtxqvGo/NHIJy+7Ov1UcHOpwrjveFC/nyF3523ZgQAKPOLPBJo6lixghKp9cgjj1GlOU0hLk5TnVIMIp7XcgQyENVDghNUAQyYcKluuSS1edQVUtOJRErMcLwqSivMU51PeTQGh9P29cs24lqq6u65FT2fWdWQ7AKctpkB3jHZXNKUWBwEPZV6o9XBZ5xZwd+eAd46f7wEmd5swNftQN4aA0/sgX1giS3j8kji1zzKiPzxkLIpboRQEmtcfJQSI296FJya0/uKIoJnoJtnafcc2N7KDNMnTRIJnLX4cY0D5O4YJCXHN2bwqh1+sKZ8YG07YjAfjnEsgQwYeh1QYKZGiadQfvwdYwzvz+VbPer3Q29unTm3krbal/qN2qTGC4NdLWgA8IoDSqOL9FytEFgvwRaRMAAceMIWbB5AIxO7GDX1Pa9muZ69qsKO1SnSzq7nK60P98Vk3EM9lf8ptr6aPEMJYRyIkm7yARlQklDuyT/LCrlk6iRXHioR+xO2+Cap0+eTaITRZsemJXhnp3IpRCZhJ3T7MDswPftwLySv++xm5l/yw5kX7N4piG3+Q2gvWfo3ZoRcFd/Tln/5YN495YQY9xOkDtmMY0v4VHgnCoOZq5B4BsX8IP4wKWphm8hR245fzat3Bc/zI/sU3FilGtEXeJ4lNCMz0weyQ4vzwddXCxE8b2w66y1LflBwlpwd/1TaYFFPshrnFx6By15bALl0pzODJESRiYgqZK0uUrZVVhxyd5YM8rAuJrMW/zqvmk3dWnJHRsPyr1gHm213FvbxmlD06g1/OkZTvXHC3J+W0h03/LPyPuWz4/0fVEvR0KNLtzYLn/f5YuPljdql8f+DDr7x61PLf/C+uSQjSZzex7b1UtJ4kjJ9+YmV7vAkoK2iTugbq/pYL2pnh2YHbi1A/MSvrWdM9hBB6YaHZAvWUwY4LZfwhB++pB3jpNZRB95q+KthXAySDDX3ihTdKhgVD8yWybEy9WHSVuIQUAHBOq9I/UmUefagpdJSV6mS8mnlZN7KdPYNhtO1ieoMnB4TVL/pFqweUFwwApioQsL+fWnVE2RK2pYCEEIUmrMqgwaQ3Y2MB7B5Hdhi+8RkABUjXLVkqtMP41lH13oJDF7XCSDzR9sp0RRfDH3UXSO6Pn15NUG5u5ibLEBDDVvO04Q7A2sz3s3EKx0BnF65KtZFL0iD0Ix7wOTZ9V6rEMUHuhCEOSn0NMB+quFfgiSplo3+y5tzVW/drRnpVIPg0SCzDeCJ/MuzpiCeUEPnsl1NzcoMeJt8wWpb0N+rfN4m9+UzA58zw7wUn5j5nOp2YE/uwO/6/8TCL6o9TeA7PXi5i+7U+Fq45o/PnbeNlcu3VnQDAxdRZ589Rc28CKmMptVZ9w5fL6mc/FfbZ1qT9T5NdPhSdT5KPse8vLHly2afbjwzIj1MIyjahfi+WBWG4EpUkiLD4wR1k1m5yhGOOch1j23nfTFr5oYZpEKMKOXSwAnGCUDYw5eq5Of9HINQpD20IBJz1XkzE2Igek3FkN2yRJ8Yt5PLR/IHoMrL+ghBskAvBcTkGS8yCIRbK4jbra4o80d5gbwcuzd4Af5Dlq2zXwUe8nPZ7yDJPGu9zET5N4zGZFbJYad/m2bfh90AtjSSb2VJN1z1JPlPbf4jrfHUdpRF5vne3b36uJRzMJSdv6a+hp9Z+5ZKYE8X01w/EKovA9+ocROpvI1zpOTSf9481ngV+vAvE6+2hGZ+fz8DshbGsoE3jw0eMg5DJP+BrDIg2c7aby6HlSgD1RoBx5Q8eIFQvZ8dDrwPaNu53cmwtewRb/CC5HmszmLVHwwL9ATgIqB6AV/mamDg8fQcJFQ1v78wTjB3US6CnGTCfExQPKYg8IAMzb8mPFAFmPrtayQAjcmHJ7IiQlK/wWEKyrI6QoSiHUC4QpKMykCghHdDjvnnTWHmPDE2k+6N1bu94NrSVUkALgbOdl1EGEj1I2ivSX6GZcJSL5MmMEIpbrJ8czxuH97aA1AhuGhAekBo0nAlGOh50LqGqD94vgI53RgBB1PTHhr1ZZu7T5FwoKL+/rZLPLqnmj82WVP27PQMae8ipw+9h6wHk8Dy7UuppYMpl9knCovy7nsXMllZufJF3oUWRbMCxedoWcHvnkH5qXyzQ/gTP97dmDlQ3pIXX4DiM8ShCArUE9eGN3N5A+TZ2J7PPbjBRUufDElgAxj53aDTZ9gpAgPwvIAc0Pt9hN3z8gykbgB7ozVSeejkktPIIttkU0yCGycyemMrcXfwcXRzZjyHEgBevJksUdpJ7Jl1LgQFIzqD+ebm3K4Xstgib/3wR4pQAaCG0EJHDaDWv4nZPV1d+gaz7xkyTYTokSPjc2G43u8CGSKHp9DsKf5yqGIPDWhH9ndOrc/R3uYE4Bwj+S8D2YrViE1oRsT0yRQFf6/AiQVGodMFTYXK5kww9QTKlHGvozk+Yn8MeISVSZR/lbi4HhcycWOX/INVZ8u+AXJpaQuU+cd76jjjhhZ5jxIhEw0yYEOvLxnPM6EgVymyezA7IB0YF4x0oY5zQ68vwP6nRge8p5d/qYwV9KQpfGQivdTfXGVuwoEEkwYocamFe+J97xwja133kor0tlpxWE+H9KQJjIAABAASURBVOuUh54wDg3auslBMLE3QrC5CfOOyVpTrNUUFhb3MKwdL/Y8IlySIIEjIdzeNG65F+W6TtbHxSQbPahDMPi/PlAXwAGWD8anJYH0i4EnEaFeRpaXKWnEjhMhiUmpRGfynw9V7puEbr4X8fTkGoZJNyEYIL0F54CZgG1f/+GmsMqGMHIO2PzehUPWWC5RYDjOgZwixU1twH9nzaaqKRxY5/UmUr4sU/eg5sUoTaEkOU+SFNRWAiFGTw5VNsas4JASB3MwztgehLqiPrV8NA5EQEfrln0ruSPfZ/SD6T2zxAXfLKuMvBAouFg/DQfxRLMDswNDHZhXzlCbptHswCs6gG9BPM/JbwA9ER4hBrzHrAYC7ZiEp09anLyzoBP0iv8HGxd+5n5b1kztZE6S0ND0ssDb1a1RW01HwsJzFXhJV6Zc8RIa+xaIm73ChmUDgm5stMtO0jyertmP2zynLECFje1HG9SkVLcODR07tqAQgY/F/etfC/Z9FBbIHTYF5N+xcfzsZbnVNZZjkD5kDhkJew/YjmgDAgMGnIHi0JxqaVSDqP+pNIjOD11m0K805jY0N1NkH2UwwlmzcsXkvemqGMqUjGqKzayS1fMcm0G17R7Pxfkrk4JhaBjk+KDTuHXbkgVlmqq2TANSKwUxNDad3Ag6YUbtOu7HYp51tGI9Vf0Uj0LIM6DS64mwZaCcGw9qFY57cJ26kpqnTQBRyRQEI+hcNiMRv59N2bOS+37VzIxnB2YHjjswr/PjHk2L2YEbOxAeNogAfNRjcMU6kz8L1z2PVrKHecM9+yP91q9780FfdP+HVRG2vuck53M7F/8zrNmket0TvZKWyKRBugdD1U/PEl8mhDIM8ubxYfGwxMJNEuPDb0hEtkPAraN5j1jWxwYPhmTPTZ6PhdIAQB9IBQgzRiRAw4PzONjr2J5HscDGcF8Lc56mm90cCqF76dDMdO4sxEZCJRtqtWG8lCIBy88Y2TU6sjxbm6Ws+yaDm0CylEzFSpT4rD/kC4OayWxFVfMiHJhYi5hlBekXg0hbk+amc6kvZSVXWra5q0W0o+XSWGYufCv9utreWka+2KeX9PlHNW/H59GzD5/X+7ny7MB+Bz79Nrmf3tTODvy8DthXYnqsJTX4kC7tOP/4Km7vmCQ1mbBaur2A2Y5MraR1hi+moLUtW79TEgYxB+/kP3mb0RVVk9MqOZrVQ+cj23v1oTdoj/2WlMbXOlNGXsUy57QI0mT/1zZKJCaJE9DxYR4Eh00JxaQ0rvHKnZk7i4UQC9YKJJAHcOhqOpMfhys+49FbllgRmz2YoUQ1H05+64cbFBGgkaFGbruvpQqdxfLmyV+Kx3/KRZJV4lKM0knP9yg7WzD6HH1B0D2J9Dx7rHZPtrUeuH/A+Oo40boTppoNUyaAI9KNHzAcD04j4FN9vrb3xdXl3vRhLYR7l2NxhCtReaZc8Rv3uVxvSC0gN3zAosN4jmq5n+nlsBo8zRJIpiQTqiUTxedOw9fb56Y5V58dmB34szvwRe+gf/ZB+YHVz5I2HdCHp/Wxuu6fgPnMqXqoqNjMcJzMw5de3uV/BVDq2pyP4kWeO3WOQuc+MroiCxVeEPHe5fiDXnv9Il25FKwvOOdq3uHjm1Io8qGHJJeA9oB6vP+22UytKcxzRe51qhDlFkrD6DCWWup8ylhd4oy1In2WqHy7aSxyDvajdx2jS7VSlJ8hLsfAToT8Gz/AjoBquAGka+9HVXMcZDGTSd1OzYN+wYyIcLSE/SIQu084sj+rL2LGhCKRwgVRQEneouJOSnXHrdiWay3DURGRYWF2J48j74Y+rJ3wiDuC+wn6cD/0WfScVrEPVso5cAtgOCnHz8LpNLAWcWL/hUE9GCK7OMVq/MUAwe1aRcH5EKHYy3VmhUmSMh2u+FYDlIeRLXlc7Ferosw/K2WXzI7Nrt29yjO5yndHXP7oOzQavo1YeO/ZW23ZU07d7MDsQN2BN10y9bKTnx34MzuA/Q3nMGG4FQ+38lNmPgMRpCXeeU8Qxjnv+p/o0zdpa3qOlCsgNdl3ecicRUE+GE7zEiqSXqmgc/EjDyF4+1vjy4lIop6ESDBhgNUcZGkmAkkxgpoyzykHCB4AE9E0pQUFeutM4PiBjEgANBNYv89tcZUmSfJx0uxRi0hq7KR6L7PLPuqVCTokG0SVYdIdqEPWfMfttJhProex9wz86SWvOzT6FlJjGYyr7II900XftVVAVQS5f/y2WIaj+hOIRpKSxRqvemFfOEn/mIYQjYU+ahmMMZI0Z+TOAZVimWWC6IkxdqbVVl73Ad3eh+cAQHKUqWts0X24B3hYym0ROI48BA2oICaQDr5CFlPWw4wsTAYZVBMt5YcCkdsnJMWjtakn7Ie6rM1zPxUkd8zpgSBSt94xYK0ciKERWxGJIbfnjQZrTJf01QSv+l0rUcqql6z5a6Gn12gH0kkz6jHtXtKBGfSrdmDekr7qkZl5/egOPPhahLc4/vYPwWGjIz1z8+HNNx+xk8197WFMAiMaJt0F7yQ3IGCdVeLSJ9xZ5EEI0oSNgjAONRYNewJCNsag7+XDVeu9D9oS4OZkE0iMyHlHucjIvhiQfliBFCGwBaKcQKFh0j3gizTPGtjibWhFRaAcEEflZIW3MGUEh5fKBa8L2vsqQIeVFTMdeUIS8ZlrE/Ej0yeyQ6V4mVvHNl/J6AU1BfMk4tUWhEeITv7I6CZ9qtUCym/6fKAGpkGAAhxmG6vDXqoxwKvDJQNcj+Bci5/i5SoKEaxH/XVYHSE4uBMHIbrcTvAERdAPAMciZwtrIFCCNFEm80Zn5doCC4XOIJ4YoWcBdQNZKrQDGNu1rxVHqSImbtxOAQyGa3w6Ylgu4grixYNHgUscFUQbg37WZrHFYz7L1jFKymsyis8RVu7TF8pYPf3k9irte03NSAfQW4wRyx9jMwuZHZgd+JIdmLeiL3lYZlI/uQPynIdn2pVvbuFPwMBqyfbsFn8kawKoaUQAee9gUIJGVUpneQNScZizfIwExnAu5lzfVlgxX6ecfMgJYVNmTh37gv0wx00xM2lhWbOlCLJQQeCOrINZga74IED8zQzQzcEqTQEaQ575eT6YuIdhi4He0IAVArAhRM455ktw+DQwRNpqEgBYjQ1Z8cA0t8Eq8qKN12uQuWNuJfJKT9kHJkJ8NwfvhBFCpjxODIGNE1HGySsF42ijkv1ZjOHLGiSR3FyUucCl1Khb3IdoFz2kMougopCUirOZ/sYGmjmYqMI8XQgqxnmgxBeaWzU+m95+zNC17SKikAnHR7EZlS0O8YnQUrkPBUOwgXoDivdS7/T8KnMuM8C9Ffly03zFDftByBMvjRuch4wAhJEoMDaaQlNusWar81Y7Iqm7XfOdGCfz7EQ5ED9TVz80DmFHabUb7ph1xQNNeU1JktFmCmX06914qOCZHJ/x1dUP5lAUrr2WYbk8OULL8mfJTh/jW8rXb+BbQs0gswM/uAN/xl3oBx/AWdp36wC+EvHWtuJ1kA/qKx4Y+BtApLnh4eUl3sXZu+c/9mgyFgnWeHnAEHNwgm1iPnLTAIHhNFFQ8YXFpY8YOlSqIETSlhTaIlaymfFw8udx6I0TKE2xWimoOOZMoNiw5knJIDAfwglzVxWYfircDkRpgjV6k6K8XJqSoMGm4cq+oDiM0ixw2vrQqXhswPNt1y94p6QFeFDBpYlopYpsfcmUvGrqurkE/YjFAkykxVekwxN9CcMOZliliDREw6qFMIEwYYIMIzAO3QGHxdkxMFG+IWAmesGckgXPg1XqzhMK+tI0CEfQ6pBWZugzepCUdGQqHPKUSBPUwEuJTj6P4rBvozixTb7iNDTh9ljaFcEtohcb44SBnfhyAk2Z9h1U4EGdHKgzeOiKZBJF7hTkrkXy2ygH6sohFCj3z0pVsywph1oPPk/T4+bpKxnY/RFOzsW5fbueluUQcN3IdxHzbdq2Fcy32b+msBn4jULWwGJ5thJzacoIpAk5Tb4NVh4xoW3Vk9KDkOtrPtddpVkj6yHOY1Cm/HOr1nE15mtnnnG6QnP1TUFNKw0w550ObBoZbT8iNYnZgdmBkQ70r6YR72kzOzA7cKoD/Non4LkWmxzO8ae23ADi+3wRCM8TGBBxJoB85cCzV50HRA7P/k4+3RRMETDuKPJP6ICVOsUZkzAygcGAHeZs4OEXav72D99hHmwIEwAgVEwjczgk4So28U+/bCNkszbNTMjVyB+AmRuGOdKv/jwHwtODUZITNw+cnCyQUcXmgIyDMmOkYMvfsCmNN2xy4qwIsh3Il1ITSBaAMo5v/Asn8iEk/zHjQFIaIPOhRAxkAmcYpMQiTyB/DIu8eNKe0LPf09EHeh1kJAsSEBElyAQZmfSRCvXqwYzSGDhJKqqKCjZEinZSbuQGiTwIaZ43BllSWC4GzOkoFALXreDeJKeFKjtBmIIaVDMUGEGYqCAA8gqMu1EnQZ7hBzxao+wjfdfs3ozmYOhNiGs63p0EWrFMxtuNAATqBUKDFDOlClzEQefDUTDsqg/zCyKQ3O8it+I+wQgE8o6RJAEPysmHOgIZuceiCt73TUb5BnzQ+kzDngsLHYZ2RATIPSqdfBdAohqdkTIInUHsjBXHgGpg5ElKwPIwLMJsquWSn+k9euHBEIBGRyhJkEz7jgMmMcDWFgmPtCdGKIm8sm3s0rbP5Z453fe4pInfH6hZAhgW5odMdf+eOLg/pCNnymD3CGd8pu3swOzAcQfmdXXco2kxO/CiDuBBIDzvBDSwTv54N2D+DhOmxDsJMR6vSbrqoX8sjQdeYWDJNxqCPPR3OjMq9ojHoUm56tcmqDkPFqvlKXm3FJms9xYKE5wRmDlW9IIcgTxB6ZV9AYlBoWwkUuTQeycfH97HgKOMCvIOR8Y7hxdDz7dekG7ow9UIB8bsDQADrV6cc6TMJ/cnTQi63CyIiDpiqgLQQmEp1grqgNJKtKUwFS79pAhgMQSzP2YOnYyaF6FOURUJyLmwACeHYwrZzlCrvkEKnVGJFMeKFVk+6R+nUVKuRr+ko/4CFCEZ8UKMTZdW17qseHjyQ14szWU3AgoTfDTS4zp0e3DiRSW/fmI+4Zzp3HuC1owPcGm9DQk986uL7ERduTGMICsTDzkjQsfaoTIYQ6sziCghrRD+5TRjFCOnRQJjAk3hCt/NIcsPDI0KXpor0vakZyFzY10ELkG+aW8KpNTU3yAMpV6I1PZsS0N4HksWbCDHk0Ua0K6iyVI8ALq2zjRXSmfyT8EmTH2sAx+QrtVLvjBS0+5stoZh+AHg2ORE4VU4E4wn5OI462qJUj7LVQU/ft6tmEpC6MIS8ESzA7MDr+nAvMZe09cZdXag3QH5guMEwHjIQx5N00NQ/ZhA7dvhdBJ0IJSZRm74TsPXidAL9Cf6g9iJDm1/+OwRTK28K95HVHhy7hXUk++FrwrtmIqKj3MZAAAQAElEQVQV31BFTy70SXgvs9vU6qqP2Zk48Yxo0hLnmpoGz5/iEnIneXGF4Ew7hmyHjPA+irywvA7U2HWr7OhQ2BYMtU7OnYaYSpadVIy9IhcXgDytGgCnXNujubi919RRuHaS5RGStEdh+UJV84XyFKOROPfybodj/oB4vldWDFiJXLyXbhQNQTOA2mFZEkSEzVXmqa2hKcyMVM/Z8xr1jrNrfrA5q0oYwSDPlPkYQCXnFbECNUrJDHcMx3COhAjZJa1I5yAUtJWIWCYGSJkYZSuqp3HigMuEVgTlT8+yEaIx9XtSVxmOw5Q7xpbVkjemY5vESyIHqGRNapF+6KzOH4qyY4j6pOagoAYi43jklM6Fj1DBA/GdgNpU86o8M1GKtkuwV+mHKZpYbUpVS1ZahAWCMCQh1ynpByuM+af6VBecEqKYHnFZESQ9dRlnZDQ3geDaV4SdqY5Q8Y/gNhCy8gyOz6Nrcf3zC+9FGOjHnvs13bVOXFtres0OfO8OzKvlex+/r579zK/VAXwxYmwfV+xBouXzBln9OFDzmxRyA9K8m/Btgz8iJs2nP8Ebz76AjYH2IQ+JIKrBZSrRMdtz6uZGB8J+aLoT9q3u1Up7ZLK4IyeNL881SZr1CWGBTuIiiZO+4+ZxlS2xCUITg7JgmEKBAaIe2x5sJerT9ledzvQ0UEn9V19uk1hLor6vnQ+qOVA3c+v58M2SbeH9oOloPcgCgMQQ61U2gYwT0c40cj3AXfIB7g6sx1AE2vByEWwEmQwo5r0PIt67+GdVIKshRpUMrK0RMK0cXouJfbiXLju9c/hwm1HaJL8tAgGGRwwXwYWPLqJzEBEFgeROPgMPmu0i9pIHKSeUix9kgJYJC2PZjCQWQW0bhETmQxr2RAqIB2JFPezlGjZGQprQjAzfNgrrdLRtnyelsuSHBQHHunnAgHXv3CqDQO4RxhMb0J80McHoR3UsTE4bQs1TZoBcjJQo5AlRmBEmN5ypcpJqgyhfhQpHFbTlZBgiGbQzGTGBCnpSpzRnLkG8B2qzxMrMdntfNg2xepHah+wMKlPL3EzhJIdMUZKjS8qFlbnWfKY6RYZzsfRpJ9WWlp5bLvVhqyslcj10zVcn+tzlI2OuJZcFmOTswJ/TgRdfLn9OI2elswNjHai+2R5jXsNWt8Tz8towvGY09JFyeNx56tkk1IHn/yzmM6R34f0MmT0T57N8q/OmmYaHNAewnbG98W8lHdfnxAPL7D+c6/IDYdSwMYdTy3Yd3JKfGHuBeQjsQZm4EVve3VryjowhqdJwxlGSoE6p1x+NkfyUyl+cVCIzlyII88KpTv6ppVLCt4Ytckpr8ASRDZF4wuSGTaEabFS8JqlS7J0HQwDaG9GkVW2eJxYMLCgX987pD8DAipyzxXhjJYixeKmfkDIl43h9ZDHylDYnHu0IKcQhlcejMetBXGaySo4UZnAyfOappPljXQyVvWjei69/7IZiMdLfObJqJCPHBziOIGc/7N9lIi166gB4O15Q2xLlosTEBYB6Q/+xpkrbyrwlq9wia2saRn7IyzjHm6UwlNOJDGkCaC5F8KCpvgEYrgxzNTYiRVfQIWgUkS8YChQWl+xVUs0H6mhd2VVsNDsiRvxSKUrR57COo4V39Iy/UXMTWJffqLSlTa+t7ZS8qQNzma/egXnFfPUjNPP7wR144BGo9Xjr8cA+VvYDD1Rjlies/J4tH85aenXS2en38cZse7vZSpJTXMkn2Vkqxmg67q3edAjCPKEqRsUGh5tROGd6D0OHq6X89SHO+Fcln8UdzFk3OWgMwIvgtqQsZq6E+ZbtnAVViMQmymJVYU28jy85NUIyHQJUKeQq9w7yq/SnVSO1cAqDIRZ4BbZAtCSYMKdNdh1z5evelz0vL4veop3853Riu8BfziPco3mVERjHMOkW+OHccaQwJEZ4QRpKlZs6BPmmOcoG0TOTpzb2EWpksCSCbIqAkJpkGvHu2GQ1dCxOiMcOULT6yEKjnpzNNCAf4ZSzYokNoJZzyfgMc0OIQJMAce3AdxHy2eqGveGqts0w0OowLbGB5U8LyDSMk4cHoamHnOoCRFlIyJTn5SphKO9DK3Zt3V6rttry5ldjtTSpco0ZBlIPNvTKQsqcYdZwTqJSX3JiJYsI1Z3KFRtmNCDUqht4ZkwIF8UNEWeI2YHZAeuAXFvGTDw7MDvwpg7wC5PQWs63hO+WnUwC5hiS5OWbCvqBVy8nz7gyPRCPAHTL8I4/HXVPfqxON/Dw9MxSI33kO9+pNWLyp7yGjEfyHQqUG8k5kQv2aBjLkyIx7drnTrsFJjVM/xwspspKTmWn506QjZgCgixAQq4SV5QqOk4nj8LmBDrpzyW/Kegm4zZ52U8L958HMU4jjK3hVUnvFLN4sjFDhsfiyJh2ACTNHFfmC+CfTUHaHYNRM//zHpnzOZJlBw+e7UqyOqWen++sJUv2qcRYKSELwjQJmWifbBszQ4LeMPYjbLXquZUfS5KF1WX4gVuXHU/KALIMZQTwOIeTf58St776SU0/OjNk8NV1bMyARi2gGwG6gEDZqJ1r3uzO4O0q9G5Lqflu8HMq+W6dn/l+3w7Mq+b7HruZ+TfsAL/KCUz9gUl+ysxf9QaDAYmN9sOcaV+J48pGGN5ZVEw48Y7iMWEk84JJ4ozC+4tyaM6Kx0N5Ly0bovqzc4gR36nojzyPM6LhWXhNVGaBthAl4DmTuGEKpautpBo5lX21eVO0JSjJGxMwjO2NHiSFgmQiV4GULlOmWJqP8ymEUjpnbqMkHQm0rzFlAqYQppxMRYxaieylTunSfHInOhAaGO9DcJVbh0xg7hg83Qh3xMpiMHVCJhoii1TIEMQzEsqBxRDaFTdSFXVmiFvXKcTF6GVOOcGNbQXEBIvgO8xIbjvuL1BptQgsX37AUnl9ApI3oE0HGv3gL5N0rD9JzDpOLB0PGTtFOOF7yfTKGo3Gu5bsUkIdp9iYhp669vrp51e06bg2xPeIjnsbz1eY1hnm39Q5HXNLxUXRJGYHZgfKDtTXVamd3OzA7MBLOsBNDoeNDicPebbE8QPRqedvC7uL99b0Jx5dvKySvoyVD0JBxxO+6WlEhIfgB3qj2elM1fOQ5fV8MI3wrrso+4JzZqgbh2UiaQwtAHNOg62HLF0Lu3wWrHDM5F3fpMAeR2T0eolsRWARDAp/4w1ebdGlIKO8Bn/izEbLa/cm318OmrKY0h/qUrDDwVbrA4HEdIY9CaD7xrljtV33i0vYL0JIU0nOBJw7lAuSidzngM+XPTgm/GnCxY3huErxBYPFMVy4Vrg6we1+xGHX4rwSx+TJw5CXdVzD+Qxv8UCZ+MrbhootrZtQ85XrptCNoHLosR0/5ttzqeVma7jWNwunUajRUjBMVRfW5kZ+07ybT9N6K4z+TIxAkxpT9okQc2QOlltNkx+B3H/E/kmbLPd6ZfKE1gqZW0s9ZbMDswPoQO/6gWqO2YHZgec6cHB5PRCdkBCo8+PZZ/7zK/Y8DurN3cI3dEDQ6GutboilrR8+F4YWwebayB/+NcKJPNXh68xsGEEyYmcMRNCY4ttD0CVeuiBTUJ1CfUfRbGI1pM1/eDQ4xhoDv4dgixG2Q9QQ+0BKZHOeAbuWVNCktiTxVYrJ5L41H3RJnFEkf3Na3W9WhEKU4/WhMrpD7KAOYNXQkloD1GUkMLUEkGEYZ/5BLMh0wvzAab8+6S9uPnpvRX8w3tsEPSF5BLf3r20menY498Am0IrNcxBbo4aEqyTwstXjG3YiGklEDDkxc+IngIdIankixt2uN5TVSomlUm64pskfQXncSm7f90VF9RaVi8sqffuF1cvqCfmJ/kXTSDyxrrlaL403vLfGns78Pw/3svv/7J1/qGVXlefXuS+haWRAQghFQVEURVEURVEURRFCUYQQUoQgEiIiCRIioogikUHpQQxKS8RBsYe0tKJBG9sBW9G2u+lR7B5tf/+M3RptbTsaK6bb6Wm7YWD+G3PffL9r733OPj/vuT/fve99y732Xnvttdde+3POve+cXS9ln/3gMtXKIrC7BPR52t1rp8x3kQB/VvsDkPn72z5eMlaxjZU/Rs3z/MgNwD99mUD1FwmaO4UM8oGsv77nfWSVEszXXlCvh0LsBeOsdtp+jXtR6612pRCNFHIJ1nE15832zH9xps873D6hNn6e/PPFPqVvVt3ezqZtqc/o7nFFSns0t3bpuQ2z2aVATf8Qrn9hsO9QOJiExvHCWfRObYhb9jgUpMMUBra5LpZKjrcOxQAlbH9/qXj55JRZavOxYX3EDE+2ytU1VhQPXirem7sakUKKWf/k1HvJZ2aL/aCUbsze+1RK6zxKtgGoIatQzxOl7rvs/BDN9xVU1PUeDKPKYrNGhZ7TaVYms8bby/G/KKd1YsZmhIy4LvOnMWLdbXPp22QPnx5z3676ovf5u32hST5TlQiIwIoJzPmRX/HqCicCR5WA/yD0qiKw8MNtFWJVGp6R5z8+SJNq//1191cMd04J+VYaX7zw7lX+BTYPyBg2+C1Xp0xSu1y0g5kdSLEmmTyHLbp58rTWoPdeP7y5o/D2wZkJfyeCi5MV2yB9c3nwGDxSXZ8XrI3ZmUtQWScJMzyZqM5qmDt9qghTS/9JG3dT/UYQPei5vJSRXPFq+aAHFmGZbwoQ9u3zczS1fer7+zhOZJ/Ssakec4dnj2lMvo17ricSzZ4yFUot92USLawoCkSkoPGS626oqphu+Y/tx37lsKCG/ZgNzR3IaWja6LEUP7WjJ3Y48kp1mKOp62p1Y2zn4pcqxhnddAcfPX0nHPeWy7J1xVqG5eJr9ioJHIUbepW8FOuoEtAn5aheee17KwjMfK4dm2XXU+PYuSvwK6yoR1nkmyU+VE39rRkvX0vDSVBSbqmtp7o9vQhgREKjPNN2E4Ysbhqy+K8lLHK5snAHqEYSL/jRIfJAP53mpBMVWNslh4I5bYeGpYsQ5qE0HGO3dyCOdzX5HHwKYpeHQJQp9/NCsFOldEVxW+d/XhcD4ljDfbxKNnQyFb1aGRiq+a21s6bg3Rzx/cPvIXwHhTuFNaU/ieHRjnlFhw2mSfounaCTSq4nW7PlRcK9v59ynjehWj61TsqouSL6XYuEZEMNlwUKt8Jpoe1ag6PzyzI5jVttkRXCLi19Ln27sHnbWLXL1nCJX+lN61b0sautyCMlsZp8xkTBfVH7i7GUgdqVE1jysG/l+SigCGwpAXwrbWlmSksEDiUB/j1+3Jg/N1RPdJUWxxdslo1Tf/SfJ4l85mSh59CU+xQvMfOs3PRNcZr29OvkTfv8/XyvnD30VTo0xrkLCO+dvk3OCBcyD7W7riE9jztntYc7Zm9gDocm8GHrMvEaFQ5F+LKON3kekngPOgZQCImwoOZz2a0J/YxRalbvlOt4r12l8O2RXkvflJT71A+00MM+fE9ojYc/HpGz3M0/pAAAEABJREFUKT35us+IKoTodZwx3DtvNwbCRSXbZr5E7XtHFe6Kpsfi/WLgKKWMWkCjdPiGrDHeupf7M+UIhbP6xRdsDXdbW25rMAB+jFpp0bBwk3aDtgK5WLRl5+ertjbYMuTeLb28tv5rV0ys6LhzWtPqBk6rW9bWq3ZXaf2LFRhichSoGy4rWRVBUFae+TpirjLJMVd3lesplgiIwHwEtv07ZL7dyFsEtpxA+qGIVzv8fV/56LZk1quKw4etBVMpp5aKB+Jfeo3/kgEdFOPhT9pSas083sJVmRaU8QktvNzKJ5KLH0+4UoWfiw/27jPROoPacYqPHFS1N+/Cnn+cVCKJijcEQwk+E2cXdK99yCvDB9FN1vSJ1tU1/NTPiOa5IxOcQkx54JMLbUkGwsQQ8IiaN14hMMx5iebcdDT0fOOVDrzYPvr7U9wW+7WvIgwsV/CxKwNARwndUgld1qUpv8850CNTv5WnuIOpUIJjpYV+d12uZkVBndL27La2/UrLyNxL/5aC7HEdcCFQoLfGlzHMvRvLz9yW3lpf6rj1+obmt68ty/lT6Zgxa6v92fePdCyzMtOsfFe20IKBVprfShGHzEK94OY0TQREYOUEVvoxX3l2CigCJYHDqYQH9wUebheYMopgQS+voKQWaqPkIyEVWOK3yQR/ExnUUDemdnT5es6XFw6Fdh+vMobH/iC0LyFIDWWJAI19sEtZIuLqpgb6oR4ZNcGI7dZsxdOf2J63ocr1YMFjZJYwerhTUOPNHWcl8d/+wT2Efu23OzBnArG4Z4/l0+CL+4zvmejCPBdJ+BvW92ZmFeLPdAt7iPn/NrbcSxKPAPuolXsW7TF76KNTdVEINq95KzRlWTi8/yiNOMnk68Yx3q5UJ37jQksGqGXxCV4Z72HcymGIeQdtRo2VUfi5YFM6Z53yTMgVeGRj6NVKPcXMsT5Qm9PqhO3UzaP3E6dlS0dLfzOY2zyB+peYOcI9U8oLOHNGr0PaTmp7HTsG5pnj6XqMSvPu2Grea5qfwM1cY56dzAzW4dC15y7bhu6fjgxH/2CqzV03t9pinZ2FM2g/LHTGl1EERCAQWPizFqZvsNZSInAYCPAZgS9vOPlBwTscnoJQjL/1gv3xGbvg0zj0dRcuW1ujqPXQaXnAFoqPeBX6rAvkPcHhD3Wb4KsFxfWeqjZMLk2/Rvzm8Nh+4Y6oUVxFnqFdtK5lPtdjaX3Frk3XPVrPNJiCAifW0xW8LiDUykqdS3/YAb+eodJcKjE6MUQVH6aoVUZ+1IKxMbG8F8JoNTfX0li9bUSqD47ohexC3XSflk/t0JB8OvTxls7R5iqrmvRn1l6NlhV9wGo59HX6c+ubsWr72AyAGDcBjqD9O3l1jPJbLte79xk8JqO/q9L1RL5eUHUHrlvDMmGVqJcOtX7VqbTgObTSJLjMWWMvKOVHYc5vuVlrNvOfMzm4z1oBLgsUbrmc5lC9Kk1dSm1Ol0Nmm8c3m3ZAav0q1Yhnnc3vaf4VPV2vDgjlkVpWoA/l5dam1kJAn5a1YFVQEegnwEcIf6HDm8a+/7Vt8A2PPKhRgmVWjQdElOBVKqE7qt6vHq371mTYJHlM2FAwHzVelDq/SLjRfE6m1/yzDpDg5QsTUTL3UsVqhkXLfl3haBQ29cGV9yZ8bUoHXjF668Am2lfa+MnhghF5whinTth6RWVTMm7BvS63hi10w42C45KwAd5AbvIKttRC9RJudK9DALd6RVcK3jy9cWOzak5qjs/Tr69S9rAHFP9NIFQo2B0M/p2RhV9lJllYqdkXDL7aBr5vVouqvP6DYTuuOiamHyPMt/XVRwOlJ272ldDjYfymM//Tsbzb86rzw5U7jNOxrcxxYAOZl6u+vlfenV2N2dTsKFvlwb+AQULdO8utuY4JGylzXMuUzxxpzuEao9fvtGgcaLr8u2wDIbZ6aH6C695Of/xdyrV/FxoRgYMgoE/PQVDXmkeWgP8T0PFlbn/6gu3jib18HMIz65iH8dXAK1fNXneyyBz23Khk9lzlECXamHuBB88JJJiqh6LaF02tEzy9dvdwKBVqt1YV10JOlaFboxtHkitbt+0DMAdWIthEKB4NqlG8s8bKESE+biHUsfjmot7bFFYURTk6MeqUSWmrlC5bNdrSmBQEpTU0ztC9Xn6Y5rG9ChFbMzA2xcEYjkpwfLOPQ5Pg11k3JmMq5hgE8zonRGNjXrSuvAn5oMZFnjbENwabt1iZKZUfN/RnF8SlU2xG7Breo24w+O1+IW/uotoxtX3/jqTGMUqusz9O+Hkz/+Sl2jr/BL/OoQ5jupS4/THKzCD80kNv1YX323DM2R7D83lHBqEfdmI83Ap7o2VJydEun+qSyTSn89uLe9/Hd1Fz7Ej317v59AEau8q8/vHJoLzdSmXsgpvy29rENgVA64jAkSKgT/yRutza7KYJ8F0trPlC2fAlYx9Ptfx/upqi3R/7sJ4/vIZoi9d8sp4xe5+vPe7HitI1IbcPJ8gXVX7hUFKkSXw4Sn3nlYfEQIrq+aDfGIYlKxyElL6JLWyZ1xIP2AUyThnFncTGxv7hrUBx/7FPk+HlwHBNgrYfzgDwZuRba4VJOfoiZTXx18+JpQaaGXaEqqOE0f5xTGmtC1tZ0vzSsKAyuAhiTu0FXFF+roLA5CXOi42bvCpQU9B4AUFwRAj04IzicNnCEuxQUh/q7NKzd7/BZ8/mml3L0VYKlHo4GBgaDe8RNAxDS104AAsbCp32WcG2utKz/2UWSMnOGcO/Y+ZNB2D3cU/s4/MWlsM9EpSl6vyuWypQ5+RpyDZ954Ve5cktUCrLOI1JU9y7VLw3u+oA79dx1kw6QXANzHJfbKAjhaap2WeEkAlGoKCmaSHB9IXmjZ6EbY/2HXJcKNGFJg1l0RjD9WtYBrvLXKjen2uDK2pw4wRWdcNvPHEtKAI7TWDd3/Y7DUfJi8A6CPDH3RQPtvt4yZjiYd1fMtCGtfDEgxL0g6vTYxpzS3ozG085DcacG/9FVH0KNz74UEYHCoKiUAsBYnA/tQiWTdatL0mkw8OskANHKaE3pua+KHXf3FLpfk7kFb1hBxe+14VDw/36azvH6DZDQu4x59jMmDL/MFINk9oLcIhSH2/7hfHK07BbfGSCuVnDbYrBKT5XfnhDSLA13TpXgR+KOVMoKD7NW6+8W1UehBWlMs/UWrE4H+IXxI8pZoZoOzSDZv1Mbc+DBbyAFAoKfPfJDGqtwB76vLkoobfqGhQQMtRQ6iXrpXSYemZ2dfZsw0EhXUOUafm5wp0VTBysi2/Zq7q9+V1EF/9ChBu+H6w5bvzTQbj1hclA9KUUVsR7wxBveH9xAyUYxsF8w58CMlToynG0IUMo2b1QYG0OB+FY0FJdJKVshzO1GcNlmFLhmklKoyu0ulKr2hnVhudPoD59S3uT8jpN6hm27rH68Hp78b5Mi7CbJNlmtY3tzHKfNc7lc59mPx9r6XM5t2Z3G1a8v+5FZlm3IolZSWpcBERghQT0qV8hTIUSgVEE8JDO5wg//OELK55iUcLUWc+uwWslNddM7yy1gDGHcgyOKHglCK8HzD2M0YqZ6BR4+AzPmYVB9X8Dmn54tbL2n+6vHfdHSLZhJcxEH7UXRPZ2sYqBKIvNnmBTfEWfZNPTu5nbvEqDeSfX0/i87TS8pwNM0OI+wN1wVXBygYC0UaB2lJBFIlj49eF+rPwTPMruGAX5dLnRTOkas7CT7qHMyndz/lYPTTOFzohLNlP/bDVWz7bmI6icFNoytrP0CDCxRYOYrINkzq6yoh9beMQGWlXydbvGK88ZWhao5tkRtMPEKe0IwXGK+2da22e3N63rknZuXSt1ePG7k0J3fvl0uHCoKfF2cbPfLwEF+kHZDw36LH6ngJLhYxZ0Wruk+nQVVhRNjzS3/GaDT3IKbS19migIw++ZciwqscFoXymsyIaKorCiKAyVobbyD9JCwd6wPxrZYduSMKtEAwUFXrAzQWh5TjT594sbWVHg1FdCsPpoyoVtEnoknW24MrRWgs+yD8Ey9XEoKL4ExqCiIG/UqfhY6qBN86GipNx9R+gvV/ZSuFoYZIDS+ijWfEZ0GJsywrXtsvBEhGLyaHpL33iddHN6uEqsU26pbXpm/eSS2mwoqH25hNH11r1JrXfZuaOT+dyTNEEERGCHCOzKt9EOIVWqIjBEID58xCZ4Dj8EBR+rP7jbBv+MfhYIjvXH5Dm+YsAExSy91GGL+2aoZ5Rx+GYEWWx4eHfDo2NX9BfW5AxAOOMAo/hqk/ae2uyFJ01JrWfjVbQkPbXRPF/DyUmQVjbZ80zJI+9sqO5YG6h3fLpXjQBckq6x9VEuSKGdgjEUalHC/WlkhBdBnxNHzN+8AJFGCn18jB2Kd1BN3RNKVjhOCaZqTWgowTqyrsIs9HsKYXrcB5aslq807pV+lHKblYJZ21gidyQ99Vz3q+sAW8p4wpOH1IntlJ6ZD81+S9HOjre5A2fsYxUIULoL7pfQsi7Cd3FBvZLkWlkaDtWAhQBlkykW/0yCCw9toqXdTEoTb/spvje5i2YeRYjkvoXXPVU+kTrF52azuEDPdIt3bMiqMHapUxxx1zwfbAz4ZsJdOoU+5ZVI/GuuSBClZkod+rskQ2jL9Gvr0koJPmupww0XQ9cWj7awX9Y05B4F9m8uHJlHinmcjdeLE/znNxJAYRcyzS5fxakah0sqHMZ9mLp5m6K4S9wP9dyHMSm5ra43Z9RHy14zSM4/hUhtOamtpJzLkWZcDLTDtC1w6y9zuvcHWmKkY19LROueuvA+Zyc326M7JVlF4CgT0OfmKF/9ndj7YU0SPw1RFnuwI5O+J1+OrUiKOeIk30W+UZyDV1gwtnx4R291hQlSQsRF0gwzU80IlNRPLW1xD/7YnPQ0vmib4rBNj6W8BygpZq4nW70t/IWOtoIVnvlD6525K+41m+SpwcbWzcyz7LhlkSo9u1eRKs0RMyhfFGFGMYNOkwvS8ZZVrrPvEpixzqeVcd0nVdxP1LEQX059LeieYxagc6k4FQmW2hiFsfylrOaMRWt9dKIpNjDEwgCuBsXHWXm+UFB8OFXBLfW2r83yDWrjHu44BKptwid5VTPXOrwhIDgCsviuav6fCKZOzXmggxhp1LP0Kln623QJ2E7K325iL86hSkE3NtBQsvX4US9Ywdxf8gnBixZK6KEuIKnExUiPKiUN4cvErMw1WeGxBx0N6lhqnWhrNlgBxXF7Ml6V14JKtDQnln1OLzuupBntER8eqvKUXfdqaEZ7zL8konkybv44rxizMJvMvN7Rd2YzgQcFzUKlgzFM4RsUiseM1yMuExsfqarKmmal7+aynwzVpKhVHtGQeXKMQmZplG21Hnu5hBHUHdcuRKI39lR1aIhSoMVc1GWJfrEpzUmp29mjYJRhKFBrxb/Pa5bxHZ8b4zulfdxLI6ZPh3wGB4cmLqAeYPEAABAASURBVDjWBWXBUJomAkeAwPZ/Yo7ARdAWjw4B/khMgkcFvFQclr3zAcdqj5/jv1xIxPAntOTiGhVYly1FEXJLycXesmE3Pp8Pz84lW7kL0UL7G32xRjtWWTaTrkbm0Brr1mKmDlsKw6aW8yjW+UDL517/T36SO6dS+CLrLedS2IHQD5N4LV5A68IHZuoY7i1ZiF6fbCC4o+bLhkt3/tmUEQ41763oYIdz5hHueODumDdnNF7LRhQe6tHM60vhObSv6FV0Lvb9q6SI3b6mnJs5tOckS8G7yEKVJqQx9nv21mku/NzEmCVCoFCz/j/7GKKgYfHEU3+/c265LINzTpRgL8J/YhrvW2v8CT4NY6Pr12C6Dxz72At7dNhnVQnzrHplnsk7G8rURoxsBIv5eW5uyvUxeef+s3TiCT6405j0QGrBr3F7JCPaZm7NPlx6ChZGKQfjxNiUZl+ZB1gUt8IDxdWyygJlajlMhXYK9YbkZv/6rd1bHKU0Ji3R9Wj+RZI2MvGfEak3b2iPNzCpHKdCgW9sHC+6odDIvLwNpvE1J0Xv3o1kPnDF3Ycaxc1e1fPBUIfBrf1VjNPhMMUnujL3+1U+0o4sAW18rQR6vyLWuqqCi8BRJVD7eRc6I5775qdVe3haYPrC89NXSmrHrc3nHXr6yzgrf7gnGQpHlpRyP6WyXMDe7YVrulzwjtlZ2EBkn+8rHY7BNHqXvfsIcfrrronJltr+2eNGZsXJoMwI2PWfBlVTGnGwLApeYlknr6RP8ZI4NR78TF+ATsHNm0egTkkzyzaFKA0DCn0hKANO3UOLzOmOtF3WfF/Vy3OeYyf13GGczg8YQ7GNMzI1WhZt8MlEGZqdhvP9dvszyWwE3X1/uYrZpkA8AKdOydxHqZyD+c67llBcozdIcN5rjQf7hK/aQW15uAF7CS3WoU6BAT3U5rusK95DlTygdpUYpzXUZ4+OQ6lGl1HNXs0rRA1L47sEu5pCst25N38U0ofihs6KFyoMhKhVP1gH6slwZIs/aaZoBz0HBsNQqPNMJuWx3bh82xHyaH16e1b+D8Cn/aXZ9Kakft5O8o7r3Z7JOvXr6Y6844OCOo1DnV06nJt5THFtUiD/rKZOb8uglF6HEJEuufS794xgcigd4xjosOamSm/uuBqRJgIisBgBfaoW46ZZIrA4Abww+mQ+q/Kwo+y4sjXVuEeykK77jnvyCBNiPcUTcfpLxfA4sO8PHo6GPlTYLinMj+J/s7jkt157mwgYkl8yy8b0BKZhJiD85bhlz5aZB3eZdaPK9Cix64/dyDp1e9t8Tq9T10A2kSqFeXe5zrLt4R6hT3e+6dE33Df0a4LpngfP5r3Fm6PXGetgE/wNkRd46EPB55h9HgThVMhKQehmqYet95q+oV/5lPcblMoavFgjLTYuXeM+0KjyOY2h7e5yg5SYZVCbFzIOzmj6GeQjXbG7P2MzliuH55k9qb02liHaCu5Fz5QVpe0xztIxd558fZFwUVxdTbWPr7qOxBYOvvIEF86kNTG/9ZqDNQRdV2XF+9qLCQzlFF3ypnSHUmUUkse3KH4MYMC77T1gBKHKWdBpcWfoyxVG8u/oFMYN+NpO/UbLXBsmw98KtEylgfGQKpvSVioYwM6r1XIv6kFYc0pqqbtkhkAn1D7WrOCbj+Z67oqvDM8ot83UEXumT6/DUpN7o+Ki1MbSbVszqiMCItAi0Pfd0HKUQQREYIUE4s9CPhaUUWud0rqQUiw0qzlpjih4eS69oTcjeb/8tombd2NXBRD8a88xj/1w9dOMrjDrtvl+vJprJc6g1Ce1LT7eOgTihik+akAUlf6Gr09p1GfyQvlyXqWhDbWrWjN/PE86231/qK3dYeWSk8HX6dItevEB2YOhch3tC7gefugz/S3eJab2WwygGP9GmWtieGmOKQ9vcehjyKf8DSY3colSYWcBYbaGHbWnLhM5RG3HrCzjoydPRwAGLIYPe7Jb+tMypIHl2v0ZHy7/LM2zRDGPM3y5L0rYOAwdBcBR4nWkxqwg/v3Z4b8pk+fNxUqFnTmEe5nOuAJzhEuuzXSa/eTX2849oTfS+gZwo41Kc5TT+tIcdXWZI/azhix4h1Xf11xn0UUQCcVG7ae5hk9sGmO/MdboRqfQYAwFer6PXMdQVwmTukYsfKkMOXRPq1nL6UlJbeVVWpBu+K7nGDpshr77fFyVCIjAogTSp2zR+ZonAiIwF4H0426Kn694UJ/zoaHvUYiR5kpjyLlvkaE55Vic7D/J09cLW0rpNKwAke8nVt4Mz9jwaHMvSHieDPbgTEFj8zzgcBmKz2NFMuk1lXqwUaOwVxOkXdQMi3cQanAy0+TByKATB+nIFp8GbxpViam0lxNKS1CadvY7KQT3Wp3vJtf5DIzPKUMhP+4HPT/4mf4WGgzhMAg6xjFQi8pOO39aKZPuK8/lKe4SfPyjhH5qoW6kpDQ2slhzES5Om7fg4C0NlFl3sV8wOi4s/qlCmLWeo/Ruoz5Qbr1UeraF231/6pmHnyroB89SCd2+Gss2PQscuPW599lnpdk3r7IDPDrpl2OxJfTWVZgtZV3x54iL7xP3Li9Cqbh53mpLdjVv2gfkH+65zS++6quU7yPXN7+ztOKoLIABJU1RKwIisAEC+sxtALKWEIEmgfRo5y8Y6KCEh/am45g+J4/x6/RpTy4afs1+YzjrwtMLXtho7f126RnAk0J6BrYajXaODD9ekJQ7N1s3LlT17GChWH2TgANDrHnAABWFPTQodSa00+L3k7NjD261EvY/8Ze6iaUTCGg1r8U7zMJwDhJaj9Ot+lBZwaf8m1joyY5IlcoDlqwXVDpH8QZ79huIneAxWBdh1JsGBA+DNfmfd7n8v6m98MJvrTz4wVQe/qBBwXqYgBops06CIZYY2xuvaIzS7LsZnx+c9nAo/OZP6JtfMOruVFVcruqtSOPqqwjViNPozrvCrOnVJ2XeyA3/jCnuqtpgUest1hncBxYo/DMaYw86Rx985qcQ7/FLALKf+m5coioKn8w0KN4ZW809IXyESvzpFGjsejP9wl7oNja1MGOsNyPPllq0crP5vOZdl4916LWAHeO9poGJ/qXcmVxvtO6BVcQYyLN70Q1bZ12vcBdtOKkjtNy23x9H6FJoqztDQJ+anblUSvSwECgfh0ql2hkfE4r84b8aOhAtPvuPWLuw3rT3bI4/eI3hy8t0H68vy77CxIcypGZMzlvbyB9/dl7VSs37pO+lKG53VcvOjOM/PbyqXBu5NrqVX6lFDzaU0l5X6qvUHXH2Aue6DYZY+uxxmI0HZ0WBwafs4yAr6PwHnyk88KkJh7G426Ab/10gtGhQs3ggKmZ7jB0k1MHcrDlW2nAIRD02/s9PBL3mRRdIthZ6ZelyjYM9M+LoFjSt3FuGNSQ5xbFfCLuPbyArJdjWUY//jp29+hT58rr6VwGqfXyXwrT8NphkMXt9v0n9oLLty7za1h5LzRkb8U30+MJc3RljkjRkyBkFZm5b4cYpyCs20EaUbC9J5RZHzDTQGOW2Cqe4p9ggIq8tmlaJyaNBqY+2DPXh7e3tbOLbi1SZiYAILExA30gLo9PE9RI4nNHxvtjeWNE2zbL0PTbNmreu8bSFScfD5JgvmSleuyghPzwernCDKbcQe701D34oq18FTDxoRYld/icf1btRA1qjO6kcOXUNkl3plC5W4b+Pg8sLLSuZa2aFmk1Ez0vum+s+yCowCXXo5+vxgMbckMUevClCJM57AfPYlsJ+XCKcELEDwQc7RA81LGUpPxPIHcX8JZkKpfSqFJonOOnhPLaYgClurZxmaXO6zwq3feNFxzeNLflnUrukDMbzE7aLSlGbWBjPUZKJlyjprdYHWRWtoboh3G+4/XCLQ2fCED/4iY78GqCwGw61qI0XZkAxC3U/+Dhu8Q/u4agt33ADlBV8h5Hq8gmtKgKuGUJNsa+godNbHEDvqO+r79/f6511AANxo7GZKwHf4+gZs7yHMugb67OPTmpzjjuU6uagaCUREIFEYNY3ZPLbfKsVReCQEuCHrsDD8QQPa0VR+MvdBK0t/Gf4wXD+sI0H+YEA5TNGPoUbpAzMS0NNN3/RxqC/qHBbFPSXLsgPxQDbmmsuHXsNEbtymuLwgYVj/ktA5T+OAUh46aO9UzBseMHoHFvW6DBZUSyl14rquTetYUrTWu8nn9SWNxwUlurXbXwe1/GXYewXw27zKnZi46+yHtIrePgkjKKdci5ai63fk+ijWH2DaXJldh84NdKa8w6JcVOzh/zKEo1lv0spuowdNuw3s/qsMeGzObPUWeHqGTSjcTalaV9zH0lNcQ1x+bGQf3jQxuKQot5sGq7N4cX7k+77B3lWMT1j48GPp4EKpRqG5t+p3qJae1n2ujH7sKdVpupZ8Wft0HVsLuiTojHXo2mZpnYJEYi7RrNYqeXGDmWxUJua1dz/ptbd1Dq1K+AdVCjrWX9JmmvLa8ndlnnN86Fdck1NP1gCWn0jBMqP1kZW0yIicNQJxE8c/2a/KPBgP4EYfrDxoXSL2Hg6SGt8SgVeUjAB+0OBztrG/8mfXUp9qcfhuDZyihqbeo+WFUjnVstNjF8A90KvcwwXG7hNw/sptLKsAlcZbIzSufFyYjgMKbvdSkeI6jeoGoPoomRxAg3+51n+qxuhW40zAQpe5mtDHqT7TnCq5Ih55cGPz59iCUahYAnGoEBNhf7UowfVtjTmBAfOoLAHB5So2WSP3w8QtrDzFqFwfCWCfa4kzsqDYLOIWdVBgykr3dcwc1hQxQ2AYviEpXPVdHiyYMD2tIHU86Gia9vtaMGSkvWDYW4gZF1pwW3uupbQ3LMXn8DEOTu11EdLnnQ2qceceYxQVxKkvk76+GOvSa07LNib5/6ZcwnmWX1Xd0weXJuzO+YMmgYDDs7MBxdZOZ8/t76atOdaduN7nCu72c5zebT4tgxzhZOzCBwVAvqkHJUrrX1uBQF+4CZ4g7tpsmd7e1Fuuslo80OXrciyKwk8mUbzJLatBs/FYSzUYTzXg6W3Lp9aqrX4EmY8ILPF/iCl9sRonCOzdgzkhNfytr3cQz7UacwdDCdmoe9JeRX6qNuzcz5wGCwN3yI4T9BOsIfQW2XNgxLzIxPWldTXmJTdSht8mUiAonvFJGh5XYaGEuxQWFJnis2zHyUQ2scBDzQU7AD5x8E0B118bA0fVGQSkmBd3gOZXzk5t/ms2gxEjKXmF2z8PsBisROaso+u54J23lIuVSrzRli/PyntdSxDOzAGDOy4FB2e85j6QYQR3BC1cEusN2JqWC04hrpanNutekELOeKOheJz0XLEdSou9Z6bRlTL/DxirpSwTKWF/qw6bMJrHGZ1Zd9kMyui3zfuNPdMn7XeyneKJWIbGxhGl7CrUFu12dHzN+EYtsWrSRlcMQ4W2ElhW/UnbGLOlLZsD4PZz/tZHQynxAD8AAAQAElEQVS25sF6rhPbw4/nSceaXbYON5lE4IgR0CfjiF1wbfegCUxsggOfvZtvMspNN99sN920Z5NlnrZXvKX0uJLaMeEnpRNmVR38QC4HoGQD6JUl/+9l8GyIUg7ZsocUSIcxvJmk9VNrS/7B0+DcoTAnrsqpTYlDg43/0gYhQabpb/07Z8DB7aklBa5II3W2a5K0zdR2LpNyqQbLQ6CeeT1mBMBLMOpQ0n5Dz3mVpzLBVqsRlD5oDMdAOAjCKAwoVCAszBWfXYPgPuIBDQVdDlpqqywYjUOYh+Lje8ktGTCe3FILUyoT+mOtPUxGg5ojE1QUNF2Fjl32kbZJXGWk+yi3gWx755f3AT1qAWodjq5P6rfRUusUmE1BY+O+0kpvm/nH7x1UKGXKpTJz9jgH/HxKGa39CkybKY3YTEqOU3Od/VJ6B0qPzSq4YJ0Ljthv57zKWF2jSqtGZ2gLTJkRcQuH+9gPp1qfNXSd6p5HAukwujWN8icW6Hb+3Ntb05oKKwKHgwA+OYdjI9qFCGwjgernUvxhhE/cTTDedNPNdvPNe3bTHgQHQhO+7R3ABorBNTlKqZzqvcpueEEwy0axTxSb+af2phd+XwRv4UbxxytWlFagbK3WWMNQc02d1Oa+ozLOJ7T1CR/8KO0hGzqEiO71DFKc1NIp19kfkq49DvkvN1ZlVmkzI9Zca51RU8OMUPuEcGrjarPKvBpDPLbBTTalYKiMEWaka4KPrR9oTm6aoK0LZoWC+5nRQifV8IXqcVhBUJIFbb2EMdqi5g2qvRCHI23BeNs4bAnbG/aZOTqw7sBQf9iJWWOQYShrOJtqrFR19/kFBOG/qVNZV6MV+fekhyy8LivfLHrRzPsOvd7il7Gspv7vABly750w5wDToIS0XeuM0D/S6Z4ZPfmyz175ESyt45VJSHTGhJDtZIbXRoe58YWvW7WfoG0oc8955FrRF9+yYULsh85QnV+lXB+aMzSGL+mh4XWM1dKudZZcrQFxVVvrS7HPPmsXjTRnuc877j8ZZ31RzhtU/iJwyAks+nE+5Fi0PRFYDwH/wOEHFQ+B9vZuxgHQTbaHQ6DJpPDH1gLLJnGDPxCGRybWFLhsoDCLtEzQQ51s7dbHscEJEg8/kNs+XZb6s0HaIdpQMMUjo52zYH41oxh4f0T8iY37U/rVgo+YW9+ljTgMmh10OIfhUUTHtlGjlJuC3lWauec+mDuBdNLtnkfvPEKTRX2s7V0fz2d3r1emlkJ5OwlXAFNQjB+zfVjw+oyaWk4PdzP2OHG5qX74UwbPsmJASjTtxdbgO3EpDT0KvPaQJEpwmNheUDZUFxtap2+ZcuOVg5u8gi21UFdc+O84ZZduxdEXCdfca7MfYvp9y8TjbctfDOThFYX3dvBasC5vh6R054Bbe8EF+qbFzXBffS65PaWX20p9cLD02i4l7n+RpHouUR5qhEvuvgJ9wf0wUTwfLZ4AAyw+e6GZ2T17AKsvlLKVH+BVZ7zgdR/cBXOc2N4ELaWVO+yD8zUoAiKgT4nuARFYK4H8I7aHlSb+Arm3d5OFQyD296wokl9hhsIqNlb+afwc5UN+ObZmxXPJ1vBf+Mn6rmILRfmD2Ko/5d9KZU9F7ocJe5Wbj07NjL+Jkcz5nj0Jr+JorkdTrQnjoc4HkqWwAg8PRF9wGOkYhfqAYIpVfsw6yBRHB/VptGcW7pWSmXrVklmfRw4GPkUQNtBQKs3CDVU2VvszYsPVZmszZ3ay7XMVSntO5tQcLCeUStMD9wpMCJF+YwAqDMHsypgKHyQe+fiLMgMk8bkT4/WeoEpy897EP7thwMxbNHlhiNAP2t4MhsErzEj1BMreBOujLQuNZWdFylDMobEVLb9ImHpaRRaiPlIO9JjL8VzhzYQLwk8Ybg2/Lcw/Q/k6ttCfsRGCH2qU8QsxY4u/ATR+1io9S8ylsmh0XABMnUb6UFdYivqncWyuY/1s+T9h93PEmXGfdMZbyX46I8+ReN11JSnVQ66gN36P4z1XkNauhmhAWu6a8+cjInhBtatMlLcIHAABfWIOALqWHCJw+Mf8Q4cXu6IorCjwAwx/u1XEbbOlmFfRONCER/4Bh3UOMUcK1iiKpLADYcEP+vguxZ7VzkcIgRJGjH4c534wzdrP/TF+9K8a2jtknzZ4MSAFqhEq8syWtepPwdGq6wmUE2GnzszYmr9A4BJ6i0GmzsbKjVSWYN8LzXx1I1Mu7zJtRkfYIgj2B8ULLdbYlfEPE2dbZu+dwSpkEmo6Mg222DAa5lNZglfqo0UxHmih9f9CDjO8+EV3Lavg5LtLbRhiL2hhxaT7FrggJXNit/Qp7eHaBXtpDN2OegJOKGaoqO/tTYzCvkHnGhNPoDm5I3ZwbjqWfQ6XnS4FOQTzTM/ghnrYM8uxVAvMystwhNxzUzozonSvl0ZS2+0VrMkntcHaXTe5dHsNW1OM1MI7U9HLSjUQsqv6dAo2apng1kbxTw6t/ps/VBYSrkdJkyu90tJY3nI0SW7v0subrjaY782/HuC279/FFuuaOzrcNZpmYRqZLXULfB/ma2QuA+r8MwaC9Q5hq9VYrVOZZ2uL57r4TGQ1Mt+Rbgi4TFlqJ90LdyWebKntnrmj1mJE3pvZeN/V3JtgBD+HDT+D9yD+c9l/V3YyIne5iIAIbN8nRddEBA4ZgQl+UCV58YtvsXPnLtg9d1+3Rx99s334w39sf/2FL9tTT/3Inv3Fr+2ZZ/7ZfvIPN+xHP/y5Pf3DX9jTP4CwfRrtj35hP3z65/aDp5+xH/7o5/ajnzxrP/npL+1nzzxvzz77a7tx41/tuef+1X4Fee7G/7Lnbvzanvvlv9iv0G4GaePrpNGdOwd/tvdq7qk+AVMLKl5RMT4mBIXa6Pzig86gP30oMXzZdNnKwZYyyxtbCi95cETBfFgKM5whWlEU6LPENja0tKW5mW7nyqvSUiyunyTZ6i1GUeJ/bFUNwRY2UZmsbYiDdA4qNQp7qaXOzChJz0PRTuFYKflkNxZWWMOLQM3wTIkjHnx+efCTPsNs9ybw34OgwC2kjzdW/idE3i+TSA7BGuouWxgp6xdKDUrwn2BNamyRWWmH0ir0S8ZcT7ZZrc/xqu7ZQlcfrvfgjFKSqA8O9/ZwPUDeeNBm0IMQc7qbJv0BuGhtlL5JOECdbb/wSNP4m4j4ePnJA1vcJeZic/4pon9qY3eo6XTty5vZYtOeo1dZZPYpmWkRtTOfoUCc0Jfv0DyOYS9sViyeTUqLHcpca3DyXBPmdsZXSJyzxDXzfXkVY+1ys37m89OZ5/5M+W/79dj2/NJVqufpPVZ7e+6AH5Gh9VrVzhFQwhslwI/ORhfUYiIgApsn8DwOhIL8qz1/43/b88/9m/0z5Plf/Qb6b3Bo9O84QPoNDpJ+Yz/92a/tqb//hX3lGz+2v/7bv7e/+uvv2Z997jv2mc991z79ue/Zpz73lH3S5fv26c//nX3mCz+wj37ii/bu9/4xDrXeaS9/4DV29cp1O3/6ip07ddHOnDhvpyknL9jpTE7BduL4OTuJ9tKla3b3Pffbq179Jnv3ez5on/rsF+3z//O79rXv/NS+/Xc/t2889U/21e/8zL763Z/Z1773jH3tKcrP7evf/4V9/alfoF+Xr3//WfvG39+APGef+9LT9onPfs3e/+Rf2GOPf8Re++h77FWve5e98lWP24MPvxPClvIue+jhd9tDj1D+K1oI+y4Ye+Xj9tAr32kve/lb7fq9b7A7rr7SLl66386evdtOnbpqJ0/ebidOXrYTJy5BLkIuRDlvJ443BWPHLwzeCMNfznxBmOdBtLFUI3ij23Ae0fUAS+QzYolxLuQSPD2loDbqfX+nbxjNisYMPk1C9nAA4Ycu0FHQM/8z8RqVb3taHnRMa4c3GB8ojOcBY7DYYAaCoqSgtPsj7t6kdKcNjrXC37Dqsien7rGKGf3qPnyBoXCkLUyxbaUljaSWtm7p9GASgMOmmlX1whz2c0me1bUw0KKHj0DZQ9/1WFUv3NGQGiBBwX0SapoLVi6V5t3Kxbuhavjg4KhwE6uCPRdU7j7xOlTh7LGwkGph3uYOwS3UAUTQkS2LhcpDF6zDwtEnNCllb1kFc3dd0FwYLod5LmbptoTWUfpy7XBtmnw75efHe8btlCmWSpxZxPbQNHHP2X7aW2xbgnufPYwO1wtctDLVUhlegqNzuNI9yNjccr9cD1GWq+dJvHmThlzCN3fKIthCL9eDpaq5bpLKWmntufSuxpPWbU2j29L25eHfPZ2DpEoGuXQ6yigCItAgwE9Nw6SuCIiACIjAJgicwCHQieM4LDoW5OSxS3byOOQED5IoV3CwdIedPX+PXbr9Abv+0tfbI69/t/3e4x+3x//wr+yJP/m6ffCT37cPfvqH9qHP/tg+8Jmn7f2f+oH9t088Ze/52LfsXU9+BfK39u4Pf8ne9YEv2Nve8yl702NP2sM4ALv3gTfalWuvsItXXmrnLtxj587d5XL+3J0W5JqdP3vNLkS5iLaSq3bx7B11OQcb5ALl7FU7f+aqnT19Ow79rtgpHIqdPM494uDrWJ+ctxPHovDADPpxl3MW2gtoL9oxMDp27LIdO367HT9xzU6cusfOnHupXbj8IBi9Cnt6rd1+5xvs8p1vtEt3PmqX736z3XHv2+zOl77T7n3wPfbAq99vD73+Q/bIo0/aa978UXvdWz5ir3/LkzgYfL+9/OF3+GXnD0aKdw6k2tDqM94Lls6iGd/7jNqUNuQ9N+V+bkCVbFCbxeM3jZbOLdoDjaOMKebvQ1Bw8IAXufiPAEFrzC2yftLZJuFwrqc+WwiH0BgPaCz7w62x6+OoUp+2GcKc93la4n4xYxz+IIpbahX3lRnc26toTJO8LSI/71jsWN8fpkzpG++2M/swQs1/kw7KPi7GlHvyfPME4VtAYoGruQt9XeIAm+SXWtq2RZh4mUvaX2hDXQ7OUArDpY4+RWy3tOGHzFNr7dCtXVX9fqr36v5DY3XP0b25QtYuaMcSfcGSfWj+0FhaKsVJfbbjOdN7lTIm48XXm4RDaXwhcdfoxVDsRVWNCIhALwF9UnrRaEAEREAEROCoEbjnJW+wK1cfxKHbdTtxkodMl3DodN6O3XbObrvtLOQMDqLOGn97jb/FdubUBRx0XbKz/G03/obbifN28tg5O34b/FzOQj8H2wU/CDt98rKdOXU7/O+AXLVzp65FuYr+HXYG46dOXPD4x4+dsWO3nYKcwZqIgQPDUyev2JnT1+zsGRzYncHB3Znrds7lXjt79jrkHsjdkLsgd9oZHNyVcu5uO3f+Xrtw6QG749ojds99j9q9L3mLXb/vLXbPvTgou/ZaP0g7e+F+HKrdZ6fO3mOnIWcQlxLicw0K174ba1PusnNn78KBYZBzZ+4Ek6u+z1M40Dxx23k7fus5yFk7fgv20pBjt5y1UtwP/rddduNxcQAAEABJREFU8MPQ09jv5u7B+MqCBqV5lDCQxjwv3dE3NmXQRj89nKW29OtSmGw8zAoHIcEphCyM/wuWrM7fC3O9CD78Z9RyM4JgIA5Caxd4t4ab2Xui7aluYcVximE3iEdT2pB3sQAKzRQ3UYnCPv/LvditmmxOMLYMwTyibu5oxJRBl7DbQZfxg4tva/wac3k2aTV2ywvWipf7pPl8vadO4YTUUp9T8vBzTq3ckXhKIbW4Y8vxCcbLDhU6pYtDPReOZ8Jf48xjZUN1lTFyS+qnNozVt1vvBY811WtdCvfDHvOe4BAI++WvCKExHAbRav5vAQVNtQiIQDcB/8h0D8kqAiIgAiIgAiIgAhsgMLDEmVN34EDpGg6bcNDkB1843DqDQ66GnDuLwygcWJ2HnOPY6TvtNA7YTp64w04cu4JDtMs4WAtyCod7Z05fxWHaVfjcYTxYu3b1AXvowTfa2976PvvYR//Svvn1f7R/+PGv7dmf/4c9//z/tedu/B/75bP/Yc8+++92A+2NX/6H3bgB/cZv0Nbluef+zW5AnsXYM5Af/ORf7KtPPWv/4ys/sU9+/of20c98zz78yW/Zh/70m/bBT3zDPvKn37I/+dR37MmPf8Xe98Rn7bF3fMRe/erft+vXX2OXL91vF85fx/7vRL7XcLB2Fe1Vu3Dhbrty5SX2wMtfZ2997An76Mc/Z3/++W/bV7/7jH33R8/bt59+zr719A2Xb0OnfAftd3/0K4w/Z9+lHuU7P7yBfpQf37Bv/uBZ5PuM/dWXfmBPfuJL9q4/+LT93js+Zq970wftkdf9YcfVKqKNj5UQvpRFy+JN80V68UjVzJRnZdkKba0vzOvY4WIJh1nN67pfvro3M8Wd1DTFfhpJbTSXTWWf0uYVlVy6jF22NKc5xn1Qgj2sGHTrPMShB4Xxmi1tQfyjw4OgJGWsFDv4mVNjHByETEMbRqgHzV18fnNuHJ+zYRRKbVq2XM3e1enyRUCUbmS9MRDIQZEC9HToQ7VrjmwiIAI1Avqo1HCoIwIiIAIicBAEtKYIiMDuEHj4te+3h1/zAXvktR+0V73uQ2j/yF724ON2/SX/2W6/9rD/ptnxE1fs2PGLdht/e+7WM2gpp709hv6xW88af7Pu2G3n7bZbz9utt16w4ydutzuuvcIefPi/2Fse+4A98eRf+r8595m/+YH9+Zd/ZH+BA7TPfuWn9mdf/kfIP9lnvvyMffpLz9gn/+Zn9onP/9Q+9hdP42Dte/ZH//2bQT7+TXvio1+1937oi/b4E5+zNz32MXvl695n9z/0+3bvy95qd9/3n+1u5Hz3S95k90S5jjbIo3bPvW+wa3e92q7c/qBduHi//0bciZNX7cTJOzxX5nsC+wyCw8XyP99t6+RB/2M4kDx24podP3WXnTn/Urtw+0N2J9Z8+avfY69/68ftzY//mT32vi/YO/7wb+3tlCfYfhl6kMfQf+yJL9nbIe944ov29j/4gj369j/dmZtnf65Mi7m8xzhPxzi1fDpmpTeo1BZhZ971ikGocA9s2adM/EjG/NCG/Vy4DiW3VTpHklTWeuzKTs+qZ8b8KLnNQi5e05+C8TwkumsvWBYlLlNp0dDf8BAIueIIrN9HIyIgAi0C+Ni0bDKIgAiIwKYJaD0REAEREAEREIEFCbzq0Q/aAw8/bnfhMOnS1YftwpVX2PlLD9j5izhkuvQSuwi5dOk+uwy5dPG6XTh/p509c7udOnnRjh07Z7fectpuefEpe/GLT7rc8mL0bzkDWy5n4XcOB3eX7MTx2+0kDrJOnbrTTp++G3IP5LqdOn2vnTx1r52AnDz9UhyavczOXnjIbr/zjXbv/W+3lz30Xnvw1e+3R97wJOQjkI/aw2+AvPGP7eE3fsweev2T9gocLt7/8Huxl9+zy1dfjX283M6eu89O49DsNNY7c+qaBbmK9qqdPol9nMCh2zEcON5y1l78opP2ot89Yb/7O8fsd2++DS3lmP2nF52wW198GvmfQ/4XsffLdvrU7S6nTt2B9hoE+8E6pyAnT2JfZ+7F2vfjAPAVdvnKwzigfC0OBd9gd979Jrvr+lvsnvve6vu674F32ktf/ri99BXvspe8DAeMD7ytcSWbB0GN4QPtTtqr05RL0yONNe0j+5w+0jVzm6Tf9bEJ/hcGQqS9PbZ7waRaBERgkAA/LYMOGhSBzRDQKiIgAiIgAiIgAiIgAiJwOAjcdd+b7PLVR+zMhfvt5Jl77NiJq3brsSt2G+X4ZbRRbruMQynKFbRX7Dj6pRy7bMePXYKNchFtkGO3XYTvJfP/Y4TjmHPiDjt58pqdOXPdzmO9i5dwYHX5Ibty+yNRXoWWkvoP2xUcaF258pBdvPhyO3/+ATt79iU4ALsHB3t3RbkTLeUa2qt2Cvn3yUmMBblmPBQ8g0PBs8jlHA7uzp/HIeSFB+zihZf5WhcvvsIP1C402vPoB0E+F19mZ8/fb6fP3menwO7kaeSEg7/jJ2733yy89bYzOKjEId/v3mI3/86LbDL5HRwJ8bU2l8NxH2kXIrBqAvyUrDrmYvE0SwREQAREQAREQAREQAREQAREQARE4PAT0A4PhIAOgA4EuxYVAREQAREQAREQAREQAREQgaNLQDsXARHYPAEdAG2euVYUAREQAREQAREQAREQgaNOQPsXAREQARHYMAEdAG0YuJYTAREQAREQAREQAREgAYkIiIAIiIAIiMAmCegAaJO0tZYIiIAIiIAIiEBFQJoIiIAIiIAIiIAIiMDGCOgAaGOotZAIiIAIiECTgPoiIAIiIAIiIAIiIAIiIAKbIaADoM1w1ioiIALdBGQVAREQAREQAREQAREQAREQARHYAAEdAG0AspYYIqAxERABERABERABERABERABERABERCBdRM4+AOgde9Q8UVABERABERABERABERABERABERABA6egDI4UAI6ADpQ/FpcBERABERABERABERABERABI4OAe1UBETg4AjoAOjg2GtlERABERABERABERABEThqBLRfERABERCBAyKgA6ADAq9lRUAEREAEREAEROBoEtCuRUAEREAEREAEDoKADoAOgrrWFAEREAEREIGjTEB7FwEREAEREAEREAER2DgBHQBtHLkWFAEREAEREAEREAEREAEREAEREAEREIHNEtAB0GZ5azUREIFAQLUIiIAIiIAIiIAIiIAIiIAIiMAGCegAaIOwtVROQLoIiIAIiIAIiIAIiIAIiIAIiIAIiMCmCBzcAdCmdqh1REAEREAEREAEREAEREAEREAEREAEDo6AVt4KAjoA2orLoCREQAREQAREQAREQAREQARE4PAS0M5EQAQOnoAOgA7+GigDERABERABERABERABETjsBLQ/ERABERCBAyagA6ADvgBaXgREQAREQAREQASOBgHtUgREQAREQARE4CAJ6ADoIOlrbREQAREQARE4SgS0VxEQAREQAREQAREQgQMjoAOgA0OvhUVABETg6BHQjkVABERABERABERABERABA6GgA6ADoa7VhWBo0pA+xYBERABERABERABERABERABETgAAjoAOgDoR3tJ7V4EREAEREAEREAEREAEREAEREAERGDTBDZ/ALTpHWo9ERABERABERABERABERABERABERCBzRPQiltFQAdAW3U5lIwIiIAIiIAIiIAIiIAIiIAIHB4C2okIiMD2ENAB0PZcC2UiAiIgAiIgAiIgAiIgAoeNgPYjAiIgAiKwJQR0ALQlF0JpiIAIiIAIiIAIiMDhJKBdiYAIiIAIiIAIbAMBHQBtw1VQDiIgAiIgAiJwmAlobyIgAiIgAiIgAiIgAgdOQAdAB34JlIAIiIAIHH4C2qEIiIAIiIAIiIAIiIAIiMDBEtAB0MHy1+oicFQIaJ8iIAIiIAIiIAIiIAIiIAIiIAIHSEAHQAcI/2gtrd2KgAiIgAiIgAiIgAiIgAiIgAiIgAgcFIHNHQAd1A61rgiIgAiIgAiIgAiIgAiIgAiIgAiIwOYIaKWtJKADoK28LEpKBERABERABERABERABERABHaXgDIXARHYPgI6ANq+a6KMREAEREAEREAEREAERGDXCSh/ERABERCBLSOgA6AtuyBKRwREQAREQAREQAQOBwHtQgREQAREQAREYJsI6ABom66GchEBERABERCBw0RAexEBERABERABERABEdgaAjoA2ppLoUREQARE4PAR0I5EQAREQAREQAREQAREQAS2g4AOgLbjOigLETisBLQvERABERABERABERABERABERCBLSCgA6AtuAiHOwXtTgREQAREQAREQAREQAREQAREQARE4KAJrP8A6KB3qPVFQAREQAREQAREQAREQAREQAREQATWT0ArbDUBHQBt9eVRciIgAiIgAiIgAiIgAiIgAiKwOwSUqQiIwPYS0AHQ9l4bZSYCIiACIiACIiACIiACu0ZA+YqACIiACGwpAR0AbemFUVoiIAIiIAIiIAIisJsElLUIiIAIiIAIiMA2EtAB0DZeFeUkAiIgAiIgArtMQLmLgAiIgAiIgAiIgAhsHQEdAG3dJVFCIiACIrD7BLQDERABERABERABERABERCB7SKgA6Dtuh7KRgQOCwHtQwREQAREQAREQAREQAREQAREYIsI6ABoiy7G4UpFuxEBERABERABERABERABERABERABEdgWAus7ANqWHSoPERABERABERABERABERABERABERCB9RFQ5J0goAOgnbhMSlIEREAEREAEREAEREAEREAEtpeAMhMBEdh+AjoA2v5rpAxFQAREQAREQAREQAREYNsJKD8REAEREIEtJ6ADoC2/QEpPBERABERABERABHaDgLIUAREQAREQARHYZgI6ANrmq6PcREAEREAERGCXCChXERABERABERABERCBrSWgA6CtvTRKTAREQAR2j4AyFgEREAEREAEREAEREAER2E4COgDazuuirERgVwkobxEQAREQAREQAREQAREQAREQgS0koAOgLbwou52SshcBERABERABERABERABERABERABEdg2Aqs/ANq2HSofERABERABERABERABERABERABERCB1RNQxJ0ioAOgnbpcSlYEREAEREAEREAEREAEREAEtoeAMhEBEdgdAjoA2p1rpUxFQAREQAREQAREQAREYNsIKB8REAEREIEdIaADoB25UEpTBERABERABERABLaTgLISAREQAREQARHYBQI6ANqFq6QcRUAEREAERGCbCSg3ERABERABERABERCBrSegA6Ctv0RKUAREQAS2n4AyFAEREAEREAEREAEREAER2G4COgDa7uuj7ERgVwgoTxEQAREQAREQAREQAREQAREQgS0moAOgLb44u5WashUBERABERABERABERABERABERABEdhWAqs7ANrWHSovERABERABERABERABERABERABERCB1cfAxy0AAAJqSURBVBFQpJ0koAOgnbxsSloEREAEREAEREAEREAEREAEDo6AVhYBEdg9AjoA2r1rpoxFQAREQAREQAREQARE4KAJaH0REAEREIEdI6ADoB27YEpXBERABERABERABLaDgLIQAREQAREQARHYJQI6ANqlq6VcRUAEREAERGCbCCgXERABERABERABERCBnSGgA6CduVRKVAREQAS2j4AyEgEREAEREAEREAEREAER2A0COgDajeukLEVgWwkoLxEQAREQAREQAREQAREQAREQgR0goAOgHbhI252ishMBERABERABERABERABERABERABEdh2AssfAG37DpWfCIiACIiACIiACIiACIiACIiACIjA8gQUYacJ6ABopy+fkhcBERABERABERABERABERCBzRHQSiIgArtLQAdAu3vtlLkIiIAIiIAIiIAIiIAIbJqA1hMBERABEdhRAjoA2tELp7RFQAREQAREQARE4GAIaFUREAEREAEREIFdJKADoF28aspZBERABERABA6SgNYWAREQAREQAREQARHYOQI6ANq5S6aERUAERODgCSgDERABERABERABERABERCB3SKgA6Ddul7KVgS2hYDyEAEREAEREAEREAEREAEREAER2CECOgDaoYu1XakqGxEQAREQAREQAREQAREQAREQAREQgV0hsPgB0K7sUHmKgAiIgAiIgAiIgAiIgAiIgAiIgAgsTkAzDwUBHQAdisuoTYiACIiACIiACIiACIiACIjA+ggosgiIwO4T0AHQ7l9D7UAEREAEREAEREAEREAE1k1A8UVABERABHacwP8HAAD//5tR39EAAAAGSURBVAMAkxb+oSrSpas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1516" name="Picture 12" descr="https://i.pinimg.com/736x/1e/90/3c/1e903cc5911034260828e00d3900f94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1484784"/>
            <a:ext cx="2490933" cy="217279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Bahnschrift Condensed" pitchFamily="34" charset="0"/>
              </a:rPr>
              <a:t>Заключение и </a:t>
            </a:r>
            <a:r>
              <a:rPr lang="ru-RU" dirty="0" smtClean="0">
                <a:latin typeface="Bahnschrift Condensed" pitchFamily="34" charset="0"/>
              </a:rPr>
              <a:t>перспективы</a:t>
            </a:r>
            <a:endParaRPr lang="ru-RU" dirty="0">
              <a:latin typeface="Bahnschrift Condensed" pitchFamily="34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692696"/>
            <a:ext cx="8712968" cy="4525963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Bahnschrift Light Condensed" pitchFamily="34" charset="0"/>
              </a:rPr>
              <a:t>Пакетная коммутация — основа современных сетей (Интернет, корпоративные сети)</a:t>
            </a:r>
          </a:p>
          <a:p>
            <a:r>
              <a:rPr lang="ru-RU" dirty="0" smtClean="0">
                <a:latin typeface="Bahnschrift Light Condensed" pitchFamily="34" charset="0"/>
              </a:rPr>
              <a:t>Гибридный подход: </a:t>
            </a:r>
            <a:r>
              <a:rPr lang="ru-RU" b="1" dirty="0" smtClean="0">
                <a:latin typeface="Bahnschrift Light Condensed" pitchFamily="34" charset="0"/>
              </a:rPr>
              <a:t>IP (дейтаграммы) для гибкости и глобальной связности + MPLS (виртуальные каналы) для </a:t>
            </a:r>
            <a:r>
              <a:rPr lang="ru-RU" b="1" dirty="0" err="1" smtClean="0">
                <a:latin typeface="Bahnschrift Light Condensed" pitchFamily="34" charset="0"/>
              </a:rPr>
              <a:t>QoS</a:t>
            </a:r>
            <a:r>
              <a:rPr lang="ru-RU" b="1" dirty="0" smtClean="0">
                <a:latin typeface="Bahnschrift Light Condensed" pitchFamily="34" charset="0"/>
              </a:rPr>
              <a:t> и VPN</a:t>
            </a:r>
            <a:endParaRPr lang="ru-RU" dirty="0" smtClean="0">
              <a:latin typeface="Bahnschrift Light Condensed" pitchFamily="34" charset="0"/>
            </a:endParaRPr>
          </a:p>
          <a:p>
            <a:r>
              <a:rPr lang="ru-RU" dirty="0" smtClean="0">
                <a:latin typeface="Bahnschrift Light Condensed" pitchFamily="34" charset="0"/>
              </a:rPr>
              <a:t>Тренды: </a:t>
            </a:r>
            <a:r>
              <a:rPr lang="ru-RU" b="1" dirty="0" smtClean="0">
                <a:latin typeface="Bahnschrift Light Condensed" pitchFamily="34" charset="0"/>
              </a:rPr>
              <a:t>SDN (программно-конфигурируемые сети), </a:t>
            </a:r>
            <a:r>
              <a:rPr lang="ru-RU" b="1" dirty="0" err="1" smtClean="0">
                <a:latin typeface="Bahnschrift Light Condensed" pitchFamily="34" charset="0"/>
              </a:rPr>
              <a:t>Segment</a:t>
            </a:r>
            <a:r>
              <a:rPr lang="ru-RU" b="1" dirty="0" smtClean="0">
                <a:latin typeface="Bahnschrift Light Condensed" pitchFamily="34" charset="0"/>
              </a:rPr>
              <a:t> </a:t>
            </a:r>
            <a:r>
              <a:rPr lang="ru-RU" b="1" dirty="0" err="1" smtClean="0">
                <a:latin typeface="Bahnschrift Light Condensed" pitchFamily="34" charset="0"/>
              </a:rPr>
              <a:t>Routing</a:t>
            </a:r>
            <a:r>
              <a:rPr lang="ru-RU" b="1" dirty="0" smtClean="0">
                <a:latin typeface="Bahnschrift Light Condensed" pitchFamily="34" charset="0"/>
              </a:rPr>
              <a:t>, автоматизация управления </a:t>
            </a:r>
            <a:r>
              <a:rPr lang="ru-RU" b="1" dirty="0" smtClean="0">
                <a:latin typeface="Bahnschrift Light Condensed" pitchFamily="34" charset="0"/>
              </a:rPr>
              <a:t>трафиком</a:t>
            </a:r>
            <a:endParaRPr lang="ru-RU" dirty="0" smtClean="0">
              <a:latin typeface="Bahnschrift Light Condensed" pitchFamily="34" charset="0"/>
            </a:endParaRPr>
          </a:p>
        </p:txBody>
      </p:sp>
      <p:pic>
        <p:nvPicPr>
          <p:cNvPr id="22530" name="Picture 2" descr="Изображение пина-истори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09120"/>
            <a:ext cx="9144000" cy="234888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3554" name="Picture 2" descr="https://i.pinimg.com/736x/ee/5f/69/ee5f693577ca3bc95089efe8179efbf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68341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79512" y="3429000"/>
            <a:ext cx="4392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</a:rPr>
              <a:t>Спасибо за внимание!!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191</Words>
  <Application>Microsoft Office PowerPoint</Application>
  <PresentationFormat>Экран (4:3)</PresentationFormat>
  <Paragraphs>56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Методы пакетной коммутации</vt:lpstr>
      <vt:lpstr>Три исторических принципа коммутации</vt:lpstr>
      <vt:lpstr>Что такое пакет? Структура</vt:lpstr>
      <vt:lpstr>Ключевые принципы пакетной коммутации</vt:lpstr>
      <vt:lpstr>Дейтаграммный метод (без установления соединения)</vt:lpstr>
      <vt:lpstr>Коммутация виртуальных каналов  (с установлением соединения)</vt:lpstr>
      <vt:lpstr>Сравнение методов</vt:lpstr>
      <vt:lpstr>Современные технологии: MPLS и Segment Routing</vt:lpstr>
      <vt:lpstr>Преимущества и вызовы пакетной коммутации</vt:lpstr>
      <vt:lpstr>Заключение и перспективы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пакетной коммутации</dc:title>
  <dc:creator>79774</dc:creator>
  <cp:lastModifiedBy>79774075648</cp:lastModifiedBy>
  <cp:revision>15</cp:revision>
  <dcterms:created xsi:type="dcterms:W3CDTF">2026-03-21T10:41:04Z</dcterms:created>
  <dcterms:modified xsi:type="dcterms:W3CDTF">2026-03-21T13:02:38Z</dcterms:modified>
</cp:coreProperties>
</file>